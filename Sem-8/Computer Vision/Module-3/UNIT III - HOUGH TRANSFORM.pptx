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04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58" t="21555" r="41523" b="44562"/>
          <a:stretch/>
        </p:blipFill>
        <p:spPr>
          <a:xfrm>
            <a:off x="2435962" y="624111"/>
            <a:ext cx="9068650" cy="501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20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72" t="22524" r="46168" b="46885"/>
          <a:stretch/>
        </p:blipFill>
        <p:spPr>
          <a:xfrm>
            <a:off x="2830982" y="2048256"/>
            <a:ext cx="8471002" cy="393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4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42" t="18071" r="42426" b="59083"/>
          <a:stretch/>
        </p:blipFill>
        <p:spPr>
          <a:xfrm>
            <a:off x="2592925" y="2128722"/>
            <a:ext cx="8911687" cy="266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99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42" t="25428" r="40877" b="42820"/>
          <a:stretch/>
        </p:blipFill>
        <p:spPr>
          <a:xfrm>
            <a:off x="2592925" y="1970838"/>
            <a:ext cx="8968435" cy="386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3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38354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</cp:revision>
  <dcterms:created xsi:type="dcterms:W3CDTF">2021-03-18T08:46:07Z</dcterms:created>
  <dcterms:modified xsi:type="dcterms:W3CDTF">2021-03-18T09:01:45Z</dcterms:modified>
</cp:coreProperties>
</file>
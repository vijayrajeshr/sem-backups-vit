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82" r:id="rId10"/>
    <p:sldId id="292" r:id="rId11"/>
    <p:sldId id="283" r:id="rId12"/>
    <p:sldId id="293" r:id="rId13"/>
    <p:sldId id="256" r:id="rId14"/>
    <p:sldId id="258" r:id="rId15"/>
    <p:sldId id="257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5" r:id="rId32"/>
    <p:sldId id="274" r:id="rId33"/>
    <p:sldId id="276" r:id="rId34"/>
    <p:sldId id="277" r:id="rId35"/>
    <p:sldId id="278" r:id="rId36"/>
    <p:sldId id="279" r:id="rId37"/>
    <p:sldId id="280" r:id="rId38"/>
    <p:sldId id="28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14:07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10395 2336,'0'-32,"0"95,0-47,0 15,0 1,0 15,16-47,0 0,15 0,0 0,1 0,15 0,0 15,-16 32,-31 0,0 0,-47 16,16-63,-1 31,1-31,-16 0,0 32,16-32,-1 0</inkml:trace>
  <inkml:trace contextRef="#ctx0" brushRef="#br0" timeOffset="375.8085">10411 2414,'31'0,"1"0,-1 0,0 0,1 0,-1-31,0 31,1 0,-1-32,16 32,-47-31</inkml:trace>
  <inkml:trace contextRef="#ctx0" brushRef="#br0" timeOffset="2056.7225">11226 2398,'0'-31,"47"47,-15-16,15 63,0-32,-16 0,0-31,-31 32,32-32</inkml:trace>
  <inkml:trace contextRef="#ctx0" brushRef="#br0" timeOffset="2385.6366">11477 2383,'0'-32,"0"64,-31-64,31 64,-47-1,47 1,-63 30,32-30,-1-1,1 0,-1 1,-30 30,62-30</inkml:trace>
  <inkml:trace contextRef="#ctx0" brushRef="#br0" timeOffset="3114.6889">11885 2336,'0'-32,"0"64,0-1,-32 0,32 1,0-1,0 16,16-47,-16-15,31 15,1 0,15 0,0 0,-16 15,-31 17,0-1,0 16,-31-47,-1 47,1-47,0 31,-16-31,47 32</inkml:trace>
  <inkml:trace contextRef="#ctx0" brushRef="#br0" timeOffset="3452.061">11885 2351,'0'0,"62"-31,-15 31,0 0,16-47,-16 47,-15 0,-1-31,0 31,-46 0</inkml:trace>
  <inkml:trace contextRef="#ctx0" brushRef="#br0" timeOffset="8168.1651">10176 3731,'15'63,"-15"-16,0 16,32-16,-32 47,0-47,0-16,0 16,0-15</inkml:trace>
  <inkml:trace contextRef="#ctx0" brushRef="#br0" timeOffset="8843.665">10474 3700,'62'0,"-46"0,15 0,1 0,30 16,-15 31,-15 0,-32 0,63 15,-63-15,0 16,0 16,-32-32,1 15,-1-15,1-15,0-32,31 31,-32-31</inkml:trace>
  <inkml:trace contextRef="#ctx0" brushRef="#br0" timeOffset="10797.008">11681 3700,'0'-32,"-16"32,-15 0,31-31,-32 31,-15 0,16 0,0 0,-32 31,16 17,0-17,16 0,-16 16,47-15,0-1,15-31,32 0,-15 0,-1 0,0 0,1 31,-1-31,32 63,-32-32,0 16,-31 16,-15-16,-17-15,1-32,-16 0,-16 0,16 0,16 0,0 0,-1 0,32-32,0 1</inkml:trace>
  <inkml:trace contextRef="#ctx0" brushRef="#br0" timeOffset="11280.4202">11697 4076,'0'0,"15"0,48 0,-47 0,46-16,-30-15,-1 31,-31-63,31 63,-31-47,0 16,-31 31,-32 0,32 0,-16 0,47 16,-31-16,31 31,-32-31,32 47,0-16,0 1,0-1,47-31,-15 79,-1-79,0 31,1-31,-1 0,16 0,0 0,16-16</inkml:trace>
  <inkml:trace contextRef="#ctx0" brushRef="#br0" timeOffset="11595.9958">12183 3543,'0'0,"-32"0,32 63,0-16,16 31,-16-15,0 31,47 16,-47-16,0-16,0-15,0 0,0-48,0 17</inkml:trace>
  <inkml:trace contextRef="#ctx0" brushRef="#br0" timeOffset="12038.2579">12386 4108,'0'0,"16"0,15 0,1 0,-17 0,33-16,-17 16,0-47,1 15,-32 1,-16 31,16-31,-31 31,-16 0,15 0,1 0,-1 15,1-15,0 47,31-15,-63-1,63 1,0-1,0 0,0 1,0-1,0 0,47-31,-47 32,47-32,0 0,16 0,15 0,-31-16</inkml:trace>
  <inkml:trace contextRef="#ctx0" brushRef="#br0" timeOffset="12338.6579">12904 3935,'0'0,"-16"0,16-31,-31-1,-1 32,1 0,0 16,-16 62,47-46,0-1,0 0,0 1,0-1,15-31,17 47,-1-47,0 0,95 0,-48-62</inkml:trace>
  <inkml:trace contextRef="#ctx0" brushRef="#br0" timeOffset="12759.6631">13155 3465,'0'0,"-16"0,16-32,0 64,0-1,0 0,16 1,-16 15,0 0,0 0,0 16,0-16,0 15,0 1,0-16,0 0,0 0,0 0,31-15,-31-1,31-31,1 0,30 0,-30 0,-1-47,-31-16</inkml:trace>
  <inkml:trace contextRef="#ctx0" brushRef="#br0" timeOffset="12977.6209">13076 3747,'0'0,"47"0,32 0,-17-31,17 31,-32 0,0 0,-16 0</inkml:trace>
  <inkml:trace contextRef="#ctx0" brushRef="#br0" timeOffset="13765.8179">14158 4123,'0'-15,"0"-33,47-14,-15 30,15 1,15 0,-30-1,-32 1,31 0,-31-1,-31 32,-1 0,1 0,31 16,-31 15,31 16,0 0,31-47,0 47,16-47,16 63,-32-32,1 1,-32-1,47 1,-47-1,0 16,-32-47,-15 47,0-47,-15 0,-17 0,48 0,31-31,31-32,16 63,0-47</inkml:trace>
  <inkml:trace contextRef="#ctx0" brushRef="#br0" timeOffset="14207.0139">14613 4076,'0'16,"31"-16,1 0,-1 0,0 0,1 0,-17 0,32-47,0 0,-47 0,0 15,-15 1,-32 31,0 0,-16 31,32 1,31-1,-47 0,47 1,0-1,0 16,0 16,0-47,15-16,17 78,-1-78,0 31,48-31,-17 0,32 0,-31 0</inkml:trace>
  <inkml:trace contextRef="#ctx0" brushRef="#br0" timeOffset="14724.8793">15177 4045,'0'15,"0"17,32-32,30 0,-15-47,-47 15,32 1,-32 0,0-16,0 15,-32 32,-15 0,16 16,0-16,31 31,-79-31,79 47,-47 0,47-15,-31-1,31 32,0-47,0 15,16 32,62-16,-47-47,16 0,0 0,0 0,16 0,-32 0,-15 0,16 0</inkml:trace>
  <inkml:trace contextRef="#ctx0" brushRef="#br0" timeOffset="15671.8242">15789 4155,'0'-16,"0"-15,-16-1,16 1,-31 31,-1 0,-30 0,46 0,-15 0,-1 0,-15 31,47 1,-31-1,31 0,0 1,0-1,0 16,16-47,31 0,-16 0,0 0,1 0,15-47,15-47,-62 47,32-32,-32 17,0-17,0 17,0-1,0 16,-16-16,16 32,-31-1,31 1,-32 31,32 16,0 31,0-16,0 0,0 1,0-1,0 1,0-1,0 0,0 1,0-1,0 0,16 1,-16-1,0 16,0 0,0 0,31-15,-31-1,0 0,32-31,-1 0,32 0,-16 0,-16-15,1-17</inkml:trace>
  <inkml:trace contextRef="#ctx0" brushRef="#br0" timeOffset="36517.9033">6538 6616,'0'16,"32"-16,-32 31,31-31,-31 32,31-1,1-47,-32-15,62 0,-30 31,-1-63,0 63,16-79,16 79,-16-78,16 78,-32-47,-31 63,-15 31</inkml:trace>
  <inkml:trace contextRef="#ctx0" brushRef="#br0" timeOffset="41108.2485">4578 8545,'0'-32,"0"1,-31 31,0 0</inkml:trace>
  <inkml:trace contextRef="#ctx0" brushRef="#br0" timeOffset="41932.1918">3747 8764,'0'-16,"0"32,16-16,-16 32,31-32,16-16,-15-16,15 1,0-16,31 16,-31 31,0-32,-31 32,15 0,32 0</inkml:trace>
  <inkml:trace contextRef="#ctx0" brushRef="#br0" timeOffset="54282.2207">11054 5252,'31'-31,"-31"-1,0 1,0-16,0 0,-31 47,-32 0,32 16,-16 15,15 32,-15-16,47 0,0-16,0 0,0 1,16-32,-16 31,78-31,-46 32,-1-32,0 0,1 31,-1-31,0 0,-31 31,47-31,-47 32,0-1,0 0,-15-31,-17 47,-15-47,-15 32,15-32,0 0,-16 47,16-47,0 0,-16 0,0-32,32 32,31-15,0-48</inkml:trace>
  <inkml:trace contextRef="#ctx0" brushRef="#br0" timeOffset="55175.5469">11226 5628,'0'0,"0"16,47 31,-47 16,0 15,0-15,0 0,0-16,0-16,-31 0,31-93</inkml:trace>
  <inkml:trace contextRef="#ctx0" brushRef="#br0" timeOffset="57222.4574">11791 5378,'0'-32,"31"32,16 0,-16-31,1 31,-1 0,0 0,1 0,-1 0,1 0</inkml:trace>
  <inkml:trace contextRef="#ctx0" brushRef="#br0" timeOffset="57536.4994">11775 5456,'31'0,"16"0,16 0,-16 0,0 0,-16 0,1 0,15 0,-16 0,16 0,-47-16</inkml:trace>
  <inkml:trace contextRef="#ctx0" brushRef="#br0" timeOffset="58258.6206">12825 5283,'32'0,"-32"-31,31 31,-31-31,0-1,0 1,-16-16,-15 16,-32-16,32 47,0 0,-1 0,1 0,-16 0,16 31,-1 16,32 0,0 31,0-31,32-47,15 0,0 0,-16 0,0 0,1 0,15-47,-32 47,32-31</inkml:trace>
  <inkml:trace contextRef="#ctx0" brushRef="#br0" timeOffset="58585.6887">12904 5142,'-16'0,"16"63,0-32,0 1,0 15,0 0,0 0,0 0,0 16,0-48,0 17,0 30,0-30,0-17</inkml:trace>
  <inkml:trace contextRef="#ctx0" brushRef="#br0" timeOffset="59644.6557">14754 5048,'0'-31,"-31"31,31-31,-32 31,1 0,-32 0,32 0,-1 31,1 0,0-31,31 47,-32-47,32 32,0 15,0-16,16 16,31-47,-16 0,1 0,-1 0,1 0,-1 31,16-31,-47 32,31-1,-31 1,-15-32,15 31,-47-31,15 0,1 0,-1 0,17 0,-17 0,-30 0,62-16</inkml:trace>
  <inkml:trace contextRef="#ctx0" brushRef="#br0" timeOffset="60245.5901">14848 5440,'0'-15,"0"-17,0 1,16 31,31 0,-16 0,-31 31,0 16,0-15,-16-1,-31 16,0 0,16-16,47-31,15 0,0 0,1 0,15 0,0 0,0 0,-16 0,1 0,-1 0,-62 0</inkml:trace>
  <inkml:trace contextRef="#ctx0" brushRef="#br0" timeOffset="60694.9633">15381 5189,'16'0,"47"0,-16 0,0 0,-16 0</inkml:trace>
  <inkml:trace contextRef="#ctx0" brushRef="#br0" timeOffset="60964.5436">15381 5299,'31'0,"17"0,-1 0,0 0,-16 0,0 0,1 0</inkml:trace>
  <inkml:trace contextRef="#ctx0" brushRef="#br0" timeOffset="61645.0397">15993 4923,'0'-32,"0"64,47 15,-47 0,0 0,0 0,0 0,0 16,0-32,31 0,-31 1,0 15,0-16,0 1</inkml:trace>
  <inkml:trace contextRef="#ctx0" brushRef="#br0" timeOffset="74614.9642">10285 7087,'0'-16,"0"-16,0 1,-15 31,-17 0,1 0,0 16,-16 31,15 0,32-31,0 15,0 0,0 1,47-1,16-31,-32 63,1-63,-32 31,47-31,-47 31,0-15,-16 31,-15-47,-1 31,-15-31,0 0,0 0,-15 0,46 0,16-15,-31 15,31-32,0 1,0 0,31 31</inkml:trace>
  <inkml:trace contextRef="#ctx0" brushRef="#br0" timeOffset="75093.8089">10348 7384,'0'0,"32"0,-1 0,0 0,1 0,-1-31,0 31,1-47,-32 16,31 31,-31-32,-16 1,-31 31,16 0,31 16,-47-16,47 31,-63-31,63 31,-15-31,15 47,0-15,0-1,0 0,0 1,31-32,0 31,1-31,-1 0,16 0,0 0,0 0,16 0,-16-16</inkml:trace>
  <inkml:trace contextRef="#ctx0" brushRef="#br0" timeOffset="75408.7141">10913 6977,'0'0,"0"62,0-14,0 30,0-15,0 15,0-15,0-16,0-16,0 0,0 17,31-48</inkml:trace>
  <inkml:trace contextRef="#ctx0" brushRef="#br0" timeOffset="75860.6454">11085 7400,'0'0,"-31"0,46 0,32 0,16 0,-32-31,17-32,-48 32,0-16,0 15,-16 32,-16 0,1 0,31 16,-47-16,0 47,16 0,-1-16,32 1,-47-1,47 0,0 1,0-1,16 1,15-32,1 0,15 0,0 0,31 0,-15-32</inkml:trace>
  <inkml:trace contextRef="#ctx0" brushRef="#br0" timeOffset="76159.9543">11634 7290,'0'0,"-32"0,32-31,-15 31,-17 0,1 0,0 16,-16 62,47-47,0-15,0 15,0 1,0 15,15-47,17 47,-1-47,16 0,16-31,15-1,-31-15</inkml:trace>
  <inkml:trace contextRef="#ctx0" brushRef="#br0" timeOffset="76587.3044">11791 6930,'0'0,"-32"-32,32 48,0 15,0 1,0-1,0 16,0 0,0 32,0-32,0 0,0 0,0 15,0-30,0-1,16 0,-16 17,31-48,1 0,15 0,-16 0,0 0,1-16,-1 16,0-63,17 16</inkml:trace>
  <inkml:trace contextRef="#ctx0" brushRef="#br0" timeOffset="76813.6447">11634 7181,'47'0,"0"0,-16 0,1 0,-1 0,-15 0,15 0,0 0</inkml:trace>
  <inkml:trace contextRef="#ctx0" brushRef="#br0" timeOffset="77465.4028">13406 7087,'0'0,"0"-32,-47-15,47 16,0 62,0 48,0 15,0 0,0 31,0-31,-32-15,32-1,0-31,0-16,16 1,31-32,-16 0,1 0,-1-16,0 16,-31-78,32 46</inkml:trace>
  <inkml:trace contextRef="#ctx0" brushRef="#br0" timeOffset="77688.7353">13280 7416,'0'0,"-31"0,78 0,0 0,-16 0,1 0,-1-32,0 32,1-31,15-16</inkml:trace>
  <inkml:trace contextRef="#ctx0" brushRef="#br0" timeOffset="78109.0235">13547 7243,'-16'-31,"32"62,-32-46,16 46,0 16,0 31,0-15,16 16,-16-1,0-31,31-16,-31 1,0-48,0-15,0-16,0 0,0 15,31 32,-31-31,32 31,-1-32,0 32,1 0,-1 0,16 16,-47 16,32-1,-32 0,0 1,0-1,-16 0,-15 16,31-15</inkml:trace>
  <inkml:trace contextRef="#ctx0" brushRef="#br0" timeOffset="78544.0118">13892 7447,'0'0,"0"-31,31 31,32 15,-16 32,-47-15,62-1,-62 1,16-32,-16 62,0-46,0-79,0 32,0 15,31-31,1 16,-1-1,48 1</inkml:trace>
  <inkml:trace contextRef="#ctx0" brushRef="#br0" timeOffset="78974.1634">14315 7620,'0'0,"16"0,15 0,0 0,-31-32,47 32,-47-62,32 30,-32 1,-16-1,-15 32,-16 0,47 16,-47-16,47 31,-63 1,63-1,-31 1,31-1,0 16,0-16,0 1,15-1,48 16,-47-47,15 0,32 0,-16 0,15-63,-15 32</inkml:trace>
  <inkml:trace contextRef="#ctx0" brushRef="#br0" timeOffset="79392.176">14832 7431,'-15'-31,"-17"0,1 31,-16 0,16 0,-1 15,1 17,-1 15,-30 0,62-16,62-31,-14 0,14 0,17 32,-1-32,-31 0,-16 31,1-31,-32 31,-79 32,1-16,15-47,-15 47,31-47,15 0,1 0,31-63</inkml:trace>
  <inkml:trace contextRef="#ctx0" brushRef="#br0" timeOffset="79946.3364">14989 6914,'0'0,"-47"-31,47 62,31 16,-31 31,47 1,-47 15,48 16,-48-16,0-32,0 17,0-32,0-16,-16-31,16 32,0-64,0-30,0 15,0-1,0 17,0 0,0-1,16 32,-16-31,47 31,-16 0,16 0,16 0,-32 0,0 31,-31-15,32 47,-32-16,0 0,0 0,-16 0,16-31,-31-16,31 31,-32-31</inkml:trace>
  <inkml:trace contextRef="#ctx0" brushRef="#br0" timeOffset="80727.443">15491 7431,'0'-31,"0"62,-31-62,-1 31,32 47,-47 0,47 0,0 0,0-15,0-1,16 0,15-31,16 0,-15 0,-1-47,0 16,-31 0,63-32,-63 31,0 1,0 0,0-1,-16 32,-15-31,0 31,-1 0,1 0,0 0,93 31,1-31,15 0,-31 0,0-31,-15 31,15-47,-47 16,31-1,-31-15,0 0,0-15,0 46,0-16,0 1,-16 31,-15 0,0 0,31 31,0 17,0-17,0 0,0 32,0 15,0-15,0 15,0-15,0 0,0-47,15 31,-15-16,32-31,15 0,-16 0,1 0</inkml:trace>
  <inkml:trace contextRef="#ctx0" brushRef="#br0" timeOffset="81350.5912">16369 7557,'0'-31,"0"-17,-16 17,16 0,-31-1,-1-30,-15 62,0 0,16 0,-32 0,48 0,-32 47,15-16,-15 32,47-32,0 1,16-1,15 16,1-47,-1 0,16 0,0 0,16-16,-48 16,32-78,-47 46,48-15,-48-31,0 15,0-31,0 0,0-16,-48 1,48 46,-31 32,31-1,-31 32,31 16,0 31,15 0,-15 31,0-15,47 16,-47 15,0-16,32 47,-32-93,0 15,31-47,-31 31,32-31,30 32,-30-32</inkml:trace>
  <inkml:trace contextRef="#ctx0" brushRef="#br0" timeOffset="82020.4081">17027 7243,'0'0,"0"-31,0 0,0 109,32 0,-1 1,16-1,-15-31,-32-15,31 15,0-47,-31-47,32 0,-32-1,62-14,-62-1,47 0,-47 32,32 0,-32-1,0 48</inkml:trace>
  <inkml:trace contextRef="#ctx0" brushRef="#br0" timeOffset="84070.7796">17749 7478,'0'0,"0"-15,0-17,-32 1,1 0,0 31,-1 0,17 0,-17 0,1 0,-32 15,32 17,-1 15,32-16,-31 1,31-1,0 0,16-31,-16 16,47-16,0 0,31 0,-46 0,-1-16,0 16,-31-47,79 16,-79-1,47 1,-47 62,31 1,-31-1,31 1,-31-1,47-31,0 47,-15-47,-16 0,46 0,-30 0,-1-16,0-15,1 0,-32-16,31-32,-31 1,0-16,0 0,-47-16,47 47,-31 0,31 16,-32 16,32 78,-31 16,31 31,0-16,0 16,0 0,0-31,16 63,15-79,0 0,1-47,-1 0,0 0,-31-32,47-15,-47 0,63 0,-63 0,0-16,31 63,-31-31,-15 62,15 16,-32-15,32-1,0 0,0 1,0 15,16-16,15-31,17 0,-17 0,0-15,1 15,-32-47,47-1,-47 33,0-17,31 32,-31-62,-16 62,-15 0,31 15,0 48,-31-32,31 1,0 15,15-47,-15 31,32-31,-1 0,16 0,-16 0,1 0,-1 0,0 0,-31-15,47 15,-15-32,-1 1,32-32,-63 32,31-1,-31 1,0-16,0 16,-15 31,-17 0,1 0,0 0,31 15,-32 17,32-1,0 0,0 1,0-1,0 0,0 1,16 15,15-47,-31 31,32-31,15 0,-16 0,16 0,16 0,-16 0,-16 0,0 0,17 0,-48-15,31 15,-31-47</inkml:trace>
  <inkml:trace contextRef="#ctx0" brushRef="#br0" timeOffset="90730.6406">19818 7526,'47'0,"32"15,-17-15,17 0,-16 0,15 0,-31 0,-16 0</inkml:trace>
  <inkml:trace contextRef="#ctx0" brushRef="#br0" timeOffset="91330.9441">20931 7228,'0'-32,"0"95,0 31,0-31,0 15,0-31,0 0,0-15,0-1,32-31</inkml:trace>
  <inkml:trace contextRef="#ctx0" brushRef="#br0" timeOffset="91985.9496">20634 7290,'0'0,"0"-31,-32 31,64-31,15 31,15 0,17-32,15 32,16-47,-16 47,15-47,-62 47,-15 0,-1 0,-31-31,31 31,-31 16</inkml:trace>
  <inkml:trace contextRef="#ctx0" brushRef="#br0" timeOffset="101109.9114">21559 7384,'0'32,"31"-32,16 0,-16 0,1 0,-1 0,16 0</inkml:trace>
  <inkml:trace contextRef="#ctx0" brushRef="#br0" timeOffset="101489.9888">21496 7541,'47'0,"0"0,-16 0,1 0,-1 0,0 0</inkml:trace>
  <inkml:trace contextRef="#ctx0" brushRef="#br0" timeOffset="102266.0022">22154 7322,'0'-32,"0"79,-15 0,15-15,-47 15,47-16,-32-31,32 47,-31-15,62-32,32 0,0 0,-16 0,0 0,0 0,0 0,-16 0,1 0</inkml:trace>
  <inkml:trace contextRef="#ctx0" brushRef="#br0" timeOffset="102722.6171">22343 7431,'0'32,"0"31,-47-16,47 0,0 0,0 15,0 1,0 15,0-46,0 15,0-16,-32-78</inkml:trace>
  <inkml:trace contextRef="#ctx0" brushRef="#br0" timeOffset="125711.3824">10474 8858,'0'-31,"0"0,0-1,0 1,-16-1,-15 32,-16 0,15 0,1 0,-1 32,1-32,31 47,-63-47,63 63,-31-32,31 16,0-16,0 1,31-32,32 0,-16 0,-16 0,1 31,-1-31,-31 31,32-31,-32 47,31-47,-31 47,0 16,0-47,-16-16,-15 63,0-63,-32 31,16-31,0 0,0 0,0-16,31 16,16-31,-31 31,31-31,15 31,1 0,15 0</inkml:trace>
  <inkml:trace contextRef="#ctx0" brushRef="#br0" timeOffset="126451.9229">10615 9219,'0'-16,"0"32,0 15,0 16,0 16,0-16,0 16,0-16,0-16,0 16,0-15</inkml:trace>
  <inkml:trace contextRef="#ctx0" brushRef="#br0" timeOffset="126934.6681">10928 9062,'0'0,"32"0,15 0,31-31,-47 31,1 0,15 0</inkml:trace>
  <inkml:trace contextRef="#ctx0" brushRef="#br0" timeOffset="127216.3742">10960 9203,'15'0,"17"0,15 0,-16 0,0 0,-15 0,62 0,-46 0,-1 0,1 0</inkml:trace>
  <inkml:trace contextRef="#ctx0" brushRef="#br0" timeOffset="128345.9928">11838 9062,'0'-31,"31"31,-31-32,0 1,0 0,0-16,-16 47,16-47,-31 47,31-32,-31 32,-16-31,0 31,0 0,15 0,1 16,31 15,0 0,-32-31,32 47,16 0,31 0,0-47,-15 0,-1 0,0 0,1 0,-1 0,0-31,1 0,-32-1,0 1,0 94,0-32,0 16,0 31,0-15,0 0,0 0,0-16,0 0,0-16,0 0,0-46,-16 15</inkml:trace>
  <inkml:trace contextRef="#ctx0" brushRef="#br0" timeOffset="134702.7989">13798 8560,'0'-31,"0"47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16:48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11116 6883,'0'-32,"0"64,0-1,0 32,0-16,0 0,0 0,0 0,0 16,16-32,-16 0,0 1,47-32,-16 0,1 31,31-31,-1 0,17 0,-17 0,-15 0,0 0,-15 0</inkml:trace>
  <inkml:trace contextRef="#ctx0" brushRef="#br0" timeOffset="458.3473">11540 7181,'0'15,"31"-15,-31 32,47-32,-47 31,47-31,-47 31,32-31,-32 32,0-1,0 32,-32-32,1 16,-32-15,16-1,16-31,31 31,-32-31</inkml:trace>
  <inkml:trace contextRef="#ctx0" brushRef="#br0" timeOffset="1637.3293">12324 7243,'0'-31,"0"0,-32 31,32-32,-47 32,-15 0,-17 0,48 0,-1 16,32 15,-31 1,31-1,0 0,0 1,31 15,1-47,-1 0,48 0,-48-16,0 16,-31-47,32 47,-32-78,0 46,31 64,-31 15,31 31,-31 0,47 17,-47-1,0 0,0 31,0-15,0-47,0-16,-15-47,15 31,-47-31,15 0,1-31,-16-16,16-32,31-15,0-16,0 48,0-17,0 32,62 16,-30-1,-1 32,0 0,1 0,-1 0</inkml:trace>
  <inkml:trace contextRef="#ctx0" brushRef="#br0" timeOffset="1870.9113">12653 7353,'0'0,"0"-31,-31 31,31 31,0 0,0 16,0-15,15-32</inkml:trace>
  <inkml:trace contextRef="#ctx0" brushRef="#br0" timeOffset="2184.6906">12543 7071,'0'0,"0"-32,0 1,16 31,-16 16,-16 15,-15-31,31-16,16 16,15 0,0 0</inkml:trace>
  <inkml:trace contextRef="#ctx0" brushRef="#br0" timeOffset="2559.1273">12731 7212,'32'0,"-1"0,0 31,1 1,-1 15,-31-32,63 32,-63 0,0-78,0 0,0-1,0 1,0 0,31 31,-31-47,47 47,-15-32,-1 32,0 0</inkml:trace>
  <inkml:trace contextRef="#ctx0" brushRef="#br0" timeOffset="2936.1233">13186 7337,'0'0,"47"0,-47-15,47 15,-47-79,47 48,-47-16,32 47,-32-31,-32 31,1 0,-32 15,32 32,31-15,-63-1,63 0,0 1,0-1,31 32,1-63,-17 0,17 0,-1 0,32 0,31 0</inkml:trace>
  <inkml:trace contextRef="#ctx0" brushRef="#br0" timeOffset="3376.2336">13468 7228,'0'0,"0"15,16 32,-16 0,0-15,31-32,-31-16,0-15,0-1,0 1,0 15,0-15,32 31,15-47,-16 47,0 0,1 0,-1 0,0 31,-31-15,0 15,0 1,0-1,0 0,0 1,0-1,-15-31,15 31</inkml:trace>
  <inkml:trace contextRef="#ctx0" brushRef="#br0" timeOffset="3909.0477">14629 7149,'-48'47,"48"16,0-32,0-15,0 15,0 1</inkml:trace>
  <inkml:trace contextRef="#ctx0" brushRef="#br0" timeOffset="4236.7154">14487 6977,'0'0,"0"-32,16 32,15 0,-46 0,-32 0,94 0,15 0,-46 0</inkml:trace>
  <inkml:trace contextRef="#ctx0" brushRef="#br0" timeOffset="4966.8274">14801 7165,'16'0,"-1"0,-15 31,0 1,32-32,-32 47,0-16,0 0,-16-31,16-62,0 30,0-15,31 16,16-16,0 47,-15 0,-32 31,47 48,-47-48,0-15,0 46,16-62,-16 32,0-79,-16 15,16 1,0-16,47-16,0 63,-16 0,1 0,-1 0,16 16,-47 15,0 32,0-32,0 1,-16 15,-15-16</inkml:trace>
  <inkml:trace contextRef="#ctx0" brushRef="#br0" timeOffset="5495.3868">15585 7306,'0'-31,"-16"-1,16 1,-31 31,31-63,-31 63,-1-31,-15 31,16 16,-1 31,1-16,31 0,-47 1,47-1,16 0,31 16,0-47,-16 0,1-15,-1-32,-31 15,31-15,-31 32,32 15,-32 62,0-15,0 0,47-47,0 32,0-32,0 0,0 0,0 0</inkml:trace>
  <inkml:trace contextRef="#ctx0" brushRef="#br0" timeOffset="6131.2384">15993 7322,'47'-47,"-94"94,94-126,-47 48,-47 0,15 31,-15 0,16 0,-1 0,1 0,31 31,-47-31,47 78,0-31,0-15,16-32,15 0,16-32,0 1,-15-16,-32 16,0 46,0 17,0-1,31 63,-31 79,47-64,-47 17,0 31,0-63,0-47,0 31,-47-15,16-63,31 31,-32-31,17 0,-48-47,63 16,-47-16,47-32,0 17,0-17,0 32,0 0,0 16,31-1,16-30,16 15,-16 15,-16 32,1 0,-1-62</inkml:trace>
  <inkml:trace contextRef="#ctx0" brushRef="#br0" timeOffset="6636.3999">16165 7526,'0'0,"16"0,15-16,0 16,-31-47,32 47,-32-63,31 16,-31 16,0-1,-63 32,16 0,47 16,-47-16,47 31,-31 1,31-1,0 16,0 16,0-16,31-16,48-31,-32 0,16 0,-1 0,-15 0,0-15,-15 15,-1-32</inkml:trace>
  <inkml:trace contextRef="#ctx0" brushRef="#br0" timeOffset="8220.0397">15224 5189,'0'-31,"0"0,-15-1,15 1,0-16,-32 0</inkml:trace>
  <inkml:trace contextRef="#ctx0" brushRef="#br0" timeOffset="17080.7271">15475 5864,'0'-16,"0"-15,0-17,0 1,0-15,0 15,0-16,0-15,0 15,0-16,0 17,0 15,0 15,0 1,0 0,0-1,0-15,0-15,0 46,-15 16,30 0,17 0,-1 0,16 0,31-47,-31 47,16 0,-16 0,-16-32,1 32,-1 0,16 0,-15 0,-1 0,0 0,16 0,0 0,0 0,-15 0,-1 0,-47 0</inkml:trace>
  <inkml:trace contextRef="#ctx0" brushRef="#br0" timeOffset="17643.9026">16087 4735,'0'-32,"0"48,47 31,-16-47,0 63,1-63,-1 31,16-31,-15 0,-32 31,-16 16,16-15,-63-1,32 32,-1-16,1-16,-32 1,126-48</inkml:trace>
  <inkml:trace contextRef="#ctx0" brushRef="#br0" timeOffset="18498.8051">16933 4923,'-47'15,"16"-15,62-47,1 0,30-31,1 0,-16-32,-16 31,-31 17,32-1,-32 32,0-1,-63 95,63-32,-63 1,63-1,0 0,-31 1,31 31,16-32,46-31,-30 0,-1 31,1-31,-1 32,0-32,16 47,-47 0,0 15,-15-62,-17 47,-78-15,63-32,16 0,0 0,31-16,62-31,-15 47</inkml:trace>
  <inkml:trace contextRef="#ctx0" brushRef="#br0" timeOffset="18914.7753">17263 4813,'0'16,"0"15,15-31,17 0,-1 0,0 0,32-31,-63-16,31 0,-31 15,-15 1,-17 31,-15 0,-15 0,62 63,-47-32,47 32,0-32,0 0,0 1,62-32,-30 31,-1-31,0 0,-15 0,47 0,-16 0,0-47</inkml:trace>
  <inkml:trace contextRef="#ctx0" brushRef="#br0" timeOffset="19382.5233">17608 4766,'-32'0,"64"0,-64 16,48 31,47-47,-32 0,16-32,-16 1,-31-16,0 0,0 16,-15 31,-32 0,0 31,0 32,47-32,0-15,0 46,0-30,0 15,47-47,-47 31,47-31,-16 0,16 0,0 0,0 0,31 0,1-31</inkml:trace>
  <inkml:trace contextRef="#ctx0" brushRef="#br0" timeOffset="20247.0616">18313 4782,'0'-63,"0"16,-47 47,47-31,-47 31,16 0,-1 0,1 0,15 0,-31 15,32-15,-32 79,47-48,-32 0,32 1,0-1,16 16,15-47,48 0,-48 0,16-31,16-63,-63 47,62-79,-30 64,-32-48,0 0,-32 63,32 31,-47 16,47-31,-31 31,0-47,31 94,15 16,-15-32,0 32,32 62,-32-62,0 15,47 63,-47-94,0 32,31-48,-31 1,0-1,31-31,1-31,46-32,-46 63</inkml:trace>
  <inkml:trace contextRef="#ctx0" brushRef="#br0" timeOffset="20611.8285">18940 4562,'0'0,"0"32,0 46,0 16,0 0,0-16,0-15,0-16,0-15,0 15,0-79</inkml:trace>
  <inkml:trace contextRef="#ctx0" brushRef="#br0" timeOffset="20899.125">18972 4688,'-32'0,"64"0,-64-32,79 32,16-62,0 62,-16 0,-16 0,0 0,-31 31,0 0,0 1,0-1,-31 0,0 16,-32-15,16-32,0 47,16-47,-1 0</inkml:trace>
  <inkml:trace contextRef="#ctx0" brushRef="#br0" timeOffset="21314.3396">19379 4656,'0'0,"-31"0,0-31,31 47,-32 15,32 16,0 0,0 0,32 0,15-16,-16-31,0 32,1-32,-32-16,47-15,-47-1,0 1,0 0,0-1,0-15,-32 47,32-31,-31 31,0 0,-1 0,1 0,31 31,-31 16,31 0,47 0</inkml:trace>
  <inkml:trace contextRef="#ctx0" brushRef="#br0" timeOffset="21588.0212">19756 4594,'0'0,"0"15,-32 32,32 16,0-16,0-16,0 1,16-1,15-31,1-16</inkml:trace>
  <inkml:trace contextRef="#ctx0" brushRef="#br0" timeOffset="21925.1951">19724 4374,'-31'-31,"31"-1,16 32,31 0,-16 0,0 0,-31 16,-47 15,0-31,16 0,62 0</inkml:trace>
  <inkml:trace contextRef="#ctx0" brushRef="#br0" timeOffset="22864.2213">19850 4656,'0'-15,"15"15,-15-32,47 32,16 0,-32 0,1 16,-32 47,0-32,31-31,-31 47,0-16,-16-31,-15 0,31-15,0-64,0 48,31 0,32-48,-31 79,-1-47,0 47,1 0,-1 0,-31 47,0 0,0 16,0-16,0 0,31 0,-31-16,47-31,-15 63,30-63,-30 0,15-47,0 0,16-16,-32 16,-31-31,0 0,0-32,-31 16,-1-16,32 16,-62 0,62 47,-32 15,32 64,16 30,-16-30,0-16,0 46,0 48,0 0,0-48,31-15,-31 1,32 14,-32-46,47 31,0 0,-16-47,0 0,1 0,15-16,-47-15,31 0</inkml:trace>
  <inkml:trace contextRef="#ctx0" brushRef="#br0" timeOffset="23192.9259">20336 4358,'0'0,"31"-31,47 31,17 0,46-47,-47 47,31-47,-94 47,1-31,-64 31,1 15</inkml:trace>
  <inkml:trace contextRef="#ctx0" brushRef="#br0" timeOffset="31474.4571">10066 7792,'0'-31,"-16"31,1 0,-17 0,1 0,-32 15,32-15,-1 47,1 16,31-47,0 15,0 1,0-1,0 0,16-31,15 0,0 0,16 32,-15-32,-1 0,1 0,-1 0,0 0,-31 31,32-31,-32 31,0 1,0-1,-32 0,-15-31,16 32,0-32,-1 0,1 0,-1 0,17 0,-17 0,32-16</inkml:trace>
  <inkml:trace contextRef="#ctx0" brushRef="#br0" timeOffset="31952.9063">10191 8153,'0'15,"0"17,32-1,-32 16,0 0,0 16,0-47,0 15,0 0,0-62,0 0</inkml:trace>
  <inkml:trace contextRef="#ctx0" brushRef="#br0" timeOffset="32536.3014">10505 7996,'31'0,"1"0,-1 0,0 0,1 0,-1 0,0 0,16-31</inkml:trace>
  <inkml:trace contextRef="#ctx0" brushRef="#br0" timeOffset="32814.8515">10552 8043,'0'31,"31"-31,1 0,-1 0,0 0,-15 0,15 0,1 0,-1 0</inkml:trace>
  <inkml:trace contextRef="#ctx0" brushRef="#br0" timeOffset="33811.9203">11258 7902,'31'0,"-31"-16,0-15,0-1,0 1,-31 31,31-31,-32 31,-15 0,-16 0,16 0,0 31,16 16,31 0,0 0,0-15,63-32,-16 0,-16 0,0 0,1 0,-1-32,16 1,-15-1,-32 1,31 31,-31-31,-16 31,16 31,0 32,0 0,0-1,0 17,0-17,0-15,0-15,0-1,0 0</inkml:trace>
  <inkml:trace contextRef="#ctx0" brushRef="#br0" timeOffset="35356.7933">10881 8701,'0'32,"0"46,0-46,0 15,32 31,-32 16,0 0,0 0,0-15,31-1,-31-15,0 15,0 32,0-47,0-16,0-16,0 0,0-46</inkml:trace>
  <inkml:trace contextRef="#ctx0" brushRef="#br0" timeOffset="36505.1106">11665 8890,'0'-32,"0"1,0 0,-15 31,-17-32,1 32,-1 0,32 16,-31-16,31 31,0 16,0 32,0-48,0 16,0 0,0 31,31-30,-31 14,0 1,0-32,0 1,0-17,0 17,0-64</inkml:trace>
  <inkml:trace contextRef="#ctx0" brushRef="#br0" timeOffset="36737.0727">11383 9203,'0'0,"16"0,31 0,0 0,0-31,15 31,-30 0,-1-32,16 32,-15 0</inkml:trace>
  <inkml:trace contextRef="#ctx0" brushRef="#br0" timeOffset="37092.2507">12026 8827,'-32'0,"64"0,-64-31,1 31,0 15,31 17,0 15,-32 15,32 1,0 15,0-15,0-16,16 0,-16-15,31-32,-31 47,32-47,-17 0,17 0,-1 0,1 0,-1 0</inkml:trace>
  <inkml:trace contextRef="#ctx0" brushRef="#br0" timeOffset="37729.4693">12167 9031,'-31'-32,"31"1,31-16,0 47,1 0,-1 0,16 0,-16 0,-31 47,0 16,0-32,0 16,0-16,-31 1,-32 31,63-95,0 1,0-1,47 1,-15-16,-1 16,16-16,0 15,-47 1,-31 62,31 1,0-1,-32 0,32 16,0 16,16 0,15-63,16 16,32-16,-32 0,0 0</inkml:trace>
  <inkml:trace contextRef="#ctx0" brushRef="#br0" timeOffset="37967.7022">12810 9125,'0'0,"0"31,0 1,-32-1,32 0,0 1,-31-32,31 47,-31-16</inkml:trace>
  <inkml:trace contextRef="#ctx0" brushRef="#br0" timeOffset="38581.7843">12998 8890,'0'0,"-31"0,31 47,0 15,0-46,0 15,0 1,15 30,17-62,15 0,-16-47,-31 16,63 0,-63-16,31 15,-31 1,0 0,31 31,-31-32,-15 32,15 16,-32-16,32 47,0-16,0 16,0 16,16-16,-16 0,31-15,-31 15,0-16,32 0,-32 32,-32-16,-46 16,47-63,-32 0,16 0,47-16,0-15,0-16</inkml:trace>
  <inkml:trace contextRef="#ctx0" brushRef="#br0" timeOffset="39334.0171">13202 8796,'0'0,"0"-32,15 32,32-47,32 47,-48 0,1 0,-1 31,0-31,1 63,-1-31,-31 30,47 1,-47-32,0 16,0 0,-31 16,-1-31,1-1,0 0,-32 1,32-32,31 31,47-31,0-63</inkml:trace>
  <inkml:trace contextRef="#ctx0" brushRef="#br0" timeOffset="40081.5063">13923 9062,'0'0,"31"0,16 0,32 0,15 0,-47 0,-16 0,1-31</inkml:trace>
  <inkml:trace contextRef="#ctx0" brushRef="#br0" timeOffset="40981.8089">14832 8827,'0'16,"0"-32,0-15,0-1,0 1,-15 31,15-32,-32 32,-15 0,16 0,-32 0,16 0,47 16,-31-16,31 31,0 17,0-17,0 16,31-47,-31 31,32-31,30 0,1 0,-32 0,1-15,-1-17,16-15,-47 16,0-1,0 48,0 31,0-15,0-1,0 16,0 0,0 0,0 31,0-15,0 0,0-32,-31 1,31-48,0-31</inkml:trace>
  <inkml:trace contextRef="#ctx0" brushRef="#br0" timeOffset="41724.9648">15209 8435,'0'0,"0"31,0 1,0 15,0 0,0 0,0 31,-16 1,16-17,0 17,0-17,0 17,0-17,0 17,0-16,0 15,0-31,0 0,0 0,0-16,0 1,0-1,0-47,0-15,0 0,16-1</inkml:trace>
  <inkml:trace contextRef="#ctx0" brushRef="#br0" timeOffset="42474.7702">15946 8733,'-32'15,"1"17,-32-1,16 16,0-15,-16-32,32 31,0-31,31 31,15-31,32 0,16 0,-32 0,-15 0,15 0,1 0,-1 0,16 0,-47 32</inkml:trace>
  <inkml:trace contextRef="#ctx0" brushRef="#br0" timeOffset="43422.7826">15616 9203,'0'0,"16"0,15 0,16 0,0 0,0 0,16 0,-31 0,-1 0,16 0,-16 0,1-31,-32-1</inkml:trace>
  <inkml:trace contextRef="#ctx0" brushRef="#br0" timeOffset="44418.4325">16463 8701,'0'-31,"0"0,-31 93,31-15,-47 32,47-1,-47-31,47 0,-32 16,32-16,32-47,15 0,-16 0,0 0,32 0,-47 0,15 0,0 0,1 0,-48 0</inkml:trace>
  <inkml:trace contextRef="#ctx0" brushRef="#br0" timeOffset="45076.9685">16541 8968,'0'16,"0"15,0 0,0 1,0 15,0 0,0 0,0 31,0-31,0 0,-31 0,31 0</inkml:trace>
  <inkml:trace contextRef="#ctx0" brushRef="#br0" timeOffset="47994.7486">12386 9893,'0'31,"0"16,0-15,0-1,0 1,0 15,0 0,0 0,-31 0,31-32,0 17,0-1,0 0,-31-31,46 0,64 0,-32 0,0 0,31 0,-15 0,-16 0,16 0,-48 0,17 0,-1 0,-31-15</inkml:trace>
  <inkml:trace contextRef="#ctx0" brushRef="#br0" timeOffset="48849.1334">12794 10238,'0'31,"47"-31,-47 32,47-32,-47 31,47-31,-15 31,-1-31,0 0,-31 32,32-32,-48 47,16-16,-78 1,46 15,1-16,-1-31,32 47,-47-47</inkml:trace>
  <inkml:trace contextRef="#ctx0" brushRef="#br0" timeOffset="54206.6949">13656 10113,'0'-32,"0"1,-15 31,15-32,-32 32,1 0,15 0,-46 0,62 16,-47-16,15 32,1-32,31 31,0 0,0 1,0-1,16-31,-16 31,47-31,15 32,-46-32,-16 31,31-31,-31 31,0 1,0 15,-15-47,15 47,-47-47,47 31,-47-31,15 0,1 0,0 0,-17 0,48-15,0-17,16 32,16 0,-1 0,0 0,-31 16,0 47,0-48,0 48,0-16,0 0,0 0,0 0,0 16,0-16,0-16,0 16,32-47,15 0,0 0,0 0,-16 0,-31-15,47 15,16 0</inkml:trace>
  <inkml:trace contextRef="#ctx0" brushRef="#br0" timeOffset="75944.3224">14158 10363,'0'-31,"0"0,-31 93,31-46,0 15,0 1,0 15,15-47,17 0,-1 0,16 0,0 47,-15-47,-32 47,31-47,-31 47,0 0,-16 16,-31-16,16-47,-32 31,32-31,-16 47,15-47,32-16</inkml:trace>
  <inkml:trace contextRef="#ctx0" brushRef="#br0" timeOffset="76705.9054">14142 10395,'0'-32,"0"1,16 31,-16-31,47 31,-15-32,15 32,15-47,-30 47,-1 0,0 0,-46 0</inkml:trace>
  <inkml:trace contextRef="#ctx0" brushRef="#br0" timeOffset="91098.9973">14770 10755,'-32'0,"32"63,-62-16,62-15,-32-1,32 16,0-16,-31-31,-1 32</inkml:trace>
  <inkml:trace contextRef="#ctx0" brushRef="#br0" timeOffset="92380.6679">15177 10254,'0'-32,"-31"32,0 0,-1 16,1 15,-1 32,32-32,-31 1,31-1,0 1,-31-32,31 62,0-30,0-1,0 0,0 1,0 15,15-16,17 0,-1 1,16-32,0 0,16 0,-32 0,16 0,-15-16,-32-15,31 31,-31-32,0 17,31 15,-31-32,0 1,0 0,-15 31,15-32,-32 32,1 0,0 0,-1 0,1 0,0 0,-1 0,32 16,-31-16,31 31,-16-31,16 32,-31-32,31 31,-32-31,32 16,0 15</inkml:trace>
  <inkml:trace contextRef="#ctx0" brushRef="#br0" timeOffset="92890.4379">15710 10755,'-31'47,"31"-31,-47 31,16 0,-16-15,47-1,-32-31,32 31,32-46</inkml:trace>
  <inkml:trace contextRef="#ctx0" brushRef="#br0" timeOffset="94810.7202">15977 10191,'0'0,"-31"-31,-1 31,32-32,-31 32,47 0,31 0,-16 0,0 0,1 0,-17 0,17 0,-1 0,-31-31,63 31,-48 0,17 0,-1 0,-31-31,31 31,1 0,-48 47,16 0,0 0,-31 0,31 31,0-31,0 0,-47 16,47-16,-32-16,48-31,-16-15</inkml:trace>
  <inkml:trace contextRef="#ctx0" brushRef="#br0" timeOffset="95169.9437">16682 10520,'-47'16,"16"-16,31 47,-47 0,47-31,-47 31,0 0,16-16,31-47</inkml:trace>
  <inkml:trace contextRef="#ctx0" brushRef="#br0" timeOffset="97084.5419">17153 10222,'16'-47,"-16"16,0 0,0-16,0 15,-16 32,-16 0,17 0,-48 0,16 0,47 16,-47-16,47 31,-31-31,31 32,-32-1,32 16,0-16,0 1,16-32,-16 31,47-31,-16 0,1 31,-1-31,0 0,1 32,-1-32,-31 31,32-31,-32 47,0-15,-16-32,16 31,-47-31,15 31,1-31,0 0,-1 0,1 0,31-15,0-17,0-15,31 0,1 16,15-1,-16-15,0 47,-31-31,32 31,-1 0</inkml:trace>
  <inkml:trace contextRef="#ctx0" brushRef="#br0" timeOffset="97434.7835">17451 10520,'0'32,"0"30,-32-30,32-1,-47 0,0 16,16-15,47-32</inkml:trace>
  <inkml:trace contextRef="#ctx0" brushRef="#br0" timeOffset="98478.545">17984 10301,'31'-16,"-31"-15,32-1,-32 1,0-16,-16-16,-15 32,-17 31,48-32,-47 32,16 0,-32 0,16 0,16 0,31 16,-31 16,-1 77,32-77,0-1,0 0,0 16,16-15,15-32,16 0,-15 0,15-16,-16 16,0-63,1 63,-1-47,16 16,-47 0,0-1,0 64,0 15,0 15,0 1,0 0,0 15,0-15,0 0,0-32,-31 0,31 1,0-79</inkml:trace>
  <inkml:trace contextRef="#ctx0" brushRef="#br0" timeOffset="99522.0359">18297 9924,'0'-31,"32"0,-17 31,17 0,-1 0,1-32,30 32,-30 16,-32 31,0-16,-16 16,16-15,-47-1,0 48,47-48,-32 0,32 32,0-47,-31-16,31 62,0-15,0-15,16-32,-1 0,48 0,-31 0,-1 0,-15 0,-16-16,31 16,-47 0,16 16,-15-16,15 31,0 16,0 0,0-15,0-1,0 0,0 32,0-32,0 1,0-17,0 17,0-1,0 0,0 1,0-1,-47 16,47-15,-47 15,15-47,32 15,-47-15,0 0,-16 0,63-31,-47 0,47-16,-31 47,31-32</inkml:trace>
  <inkml:trace contextRef="#ctx0" brushRef="#br0" timeOffset="111926.4311">10380 11618,'0'0</inkml:trace>
  <inkml:trace contextRef="#ctx0" brushRef="#br0" timeOffset="112906.552">10521 11743,'-16'0,"16"-15,-31 15,-1-32,1 32,0 0,-1 0,1 0,-1 16,1-16,0 47,-32 31,63-46,-47-1,47 0,0 1,-31-1,31 0,0 1,15-32,17 31,15-31,0 0,-16 0,0 0,1 0,-1 0,1 0,-1 0,16 0,-47 31,31-31,-31 32,0-1,0 16,-15-47,-17 63,1-63,-16 31,-32-31,48 0,-16 0,16 0,-16-15,15 15,48 0,31 0</inkml:trace>
  <inkml:trace contextRef="#ctx0" brushRef="#br0" timeOffset="113632.318">10583 12276,'-15'0,"15"-15,0-17,47 32,0 0,0 0,-16 0,-31 32,0 30,0-46,-16 31,-15 0,0-16,-16 1,15-1,32 0,-31-31,78 0,-31 0,46-15,-30 15,15 0,-16-32,1 32,-1 0</inkml:trace>
  <inkml:trace contextRef="#ctx0" brushRef="#br0" timeOffset="114141.9227">11038 11994,'31'16,"1"-16,-1 0,0 0,1 0,-1 0,16-16,-15 16</inkml:trace>
  <inkml:trace contextRef="#ctx0" brushRef="#br0" timeOffset="114420.4968">11038 12135,'0'0,"31"0,16 0,16 0,-16 0,-15 0,-1 0,0-16</inkml:trace>
  <inkml:trace contextRef="#ctx0" brushRef="#br0" timeOffset="115012.7306">11775 11555,'0'0,"0"-31,0 93,0 1,0 16,0-17,16 48,-16-47,0 15,0-31,0 0,0-15,0-1</inkml:trace>
  <inkml:trace contextRef="#ctx0" brushRef="#br0" timeOffset="116753.377">12073 12543,'-32'0,"32"47,0 0,0 16,0 62,0 0,0 1,0 62,32-15,-32 15,0-63,0 1,0-1,0-31,0-16,0-15,0-31,0-80,0-30,0 15,63-15</inkml:trace>
  <inkml:trace contextRef="#ctx0" brushRef="#br0" timeOffset="117322.125">12653 13092,'0'-32,"0"1,0-48,0 32,0 0,-16 47,16-31,-31 31,0 0,-1 0,1 0,-1 0,32 31,-47 16,47 0,0 16,0 16,0-17,0 17,0-17,0 32,16 16,-16-47,0 0,0-16,0-16,0 16</inkml:trace>
  <inkml:trace contextRef="#ctx0" brushRef="#br0" timeOffset="117537.0904">12418 13452,'31'0,"48"-31,-17 31,17 0,-32 0,31-47,-31 47</inkml:trace>
  <inkml:trace contextRef="#ctx0" brushRef="#br0" timeOffset="117811.4238">13061 13045,'0'0,"-47"0,-16-47,32 47,-32 78,63 0,0 16,0 0,0-15,0-16,0-16,31-16,16 16,-15-47,-1 0,0 0,1-47,-1 16</inkml:trace>
  <inkml:trace contextRef="#ctx0" brushRef="#br0" timeOffset="118358.6096">13061 13342,'0'0,"-32"-31,32 0,16-1,15 32,1-47,-1 47,0 0,16 0,-47 47,0-15,0-17,0 48,-15-16,15-15,-63-1,63 0,-16-31,16 32,0-79,47-16,0 31,-15 1,-1-32,-31 16,47 16,-47 0,0 46,-16 32,16 0,-31 16,31-32,0 1,0-16,0 15,0 32,31-63,1 0,15 0,31 0,-31 0</inkml:trace>
  <inkml:trace contextRef="#ctx0" brushRef="#br0" timeOffset="118590.5862">13703 13311,'0'16,"-31"15,31 0,0 17,-31-1,31-16,0 0,0 1</inkml:trace>
  <inkml:trace contextRef="#ctx0" brushRef="#br0" timeOffset="119122.0418">13954 13092,'0'0,"0"-32,0 48,0 31,0 0,0 0,0-16,0 1,16-32,-16 31,31-31,32 0,-32 0,1-63,-32 32,47 0,-47-16,47-16,-47-31,0 62,0 95,0-16,0 0,0 0,0 0,0 16,0-16,31 0,-31 0,0-15,0-1,0 0,-31-31,-16 63,15-63,1 31,0-31,-1 0,32-62</inkml:trace>
  <inkml:trace contextRef="#ctx0" brushRef="#br0" timeOffset="119721.8904">14299 12621,'0'0,"0"-31,32 31,46 0,-31 0,0 0,0 0,16 47,-16-16,0 16,0 16,-47 0,31 46,-31-46,0 0,0 0,-62-16,30 15,-15-30,16-1,-1 0,1-31,31 32,-31-32,31 31,31-78</inkml:trace>
  <inkml:trace contextRef="#ctx0" brushRef="#br0" timeOffset="120044.1771">15146 13170,'63'0,"31"0,0 0,-16 0,-31 0,-15 0,-1 0</inkml:trace>
  <inkml:trace contextRef="#ctx0" brushRef="#br0" timeOffset="120368.8659">15820 12715,'0'0,"0"32,0 46,0-15,0 31,0-16,0-15,0-16,0-16,0 1,0-1,47-47</inkml:trace>
  <inkml:trace contextRef="#ctx0" brushRef="#br0" timeOffset="120887.4232">16447 12308,'-31'0,"62"0,-62 78,31 16,31 79,-31-17,0 1,0 63,0-32,0-31,0-32,0-47,0-31,0-15,0-1,79-78</inkml:trace>
  <inkml:trace contextRef="#ctx0" brushRef="#br0" timeOffset="121304.2607">17294 12778,'0'0,"-31"0,-1 16,-30 15,14 32,-14-16,15 16,-16-16,32 0,-1 0,48-47,15 0,16 0,0 0,16-32,-16 32,0 0,0 0,16-31,-47 31,15 0</inkml:trace>
  <inkml:trace contextRef="#ctx0" brushRef="#br0" timeOffset="121822.704">16933 13264,'16'31,"62"-31,-15 0,31 0,-15 0,-17 0,1-15,-47 15,15 0,0 0,-31-32</inkml:trace>
  <inkml:trace contextRef="#ctx0" brushRef="#br0" timeOffset="122753.1698">17937 12653,'0'0,"-16"0,16 15,0 48,-31 15,31 1,-47-32,47 0,-32-16,32 1,-31 30,62-62,16 0,0-31,0 31,1 0,14 0,1 0,-32-31,1 31,-48 0,16-32</inkml:trace>
  <inkml:trace contextRef="#ctx0" brushRef="#br0" timeOffset="123121.4375">18078 12872,'0'0,"0"47,0 0,0 32,0 15,0 0,0-32,0 17,0-32,0-16,0 1,0-1,-31-31,31-16,0-15</inkml:trace>
  <inkml:trace contextRef="#ctx0" brushRef="#br0" timeOffset="124375.0069">14080 14268,'0'0,"0"-32,-32 1,32-1,0 64,0 46,0 32,0-16,0 16,0-16,0 0,0-31,0-1,0-30,0-1,-31-31,47 0,31 0,0 0,31 0,-15 0,31 0,0 0,-16 0,-31 0,1 0,-17 0,0 0,-31-16</inkml:trace>
  <inkml:trace contextRef="#ctx0" brushRef="#br0" timeOffset="124844.7152">14613 14738,'0'63,"0"-32,0-15,16-16,-16 31,31-31,32 47,-32-47,16 31,-16-31,-31 32,0-1,-15-31,-17 31,1-31,31 32,-47-32,78 0</inkml:trace>
  <inkml:trace contextRef="#ctx0" brushRef="#br0" timeOffset="126120.8182">15601 14487,'0'-31,"0"-1,-16 32,16-31,-31 31,-1 0,17 0,-48 0,31 31,-15 1,47-1,-31-31,31 47,0-16,16 1,15-32,-31 31,31-31,-31 31,32-31,-32 32,31-1,-31 1,32-32,-32 31,0 0,-47 16,31-47,-16 0,-30 32,30-32,1 0,31-16,0-15,16 31,15 0,0 31,-31 0,32 1,-32 15,0-16,0 0,0 1,0-1,0-15,0 15,0 1,0-1,0 0,0 16,0-15,0-1,47 0,-16-31,16 0,0-15,-15 15,-1-47,32 0</inkml:trace>
  <inkml:trace contextRef="#ctx0" brushRef="#br0" timeOffset="127718.9149">16008 14769</inkml:trace>
  <inkml:trace contextRef="#ctx0" brushRef="#br0" timeOffset="129668.2823">16055 14659,'-31'0,"31"-31,-31 31,-1 0,32 16,-31-16,31 31,-31 1,31-1,-32 0,32 1,0-1,0 0,0 1,16-32,-16 31,31 0,-31 1,32-32,-1 0,0 0,1 0,-1 0,0 0,1 0,-32-16,15 16,-15-31,0-1,47 1,-47 0,0-1,0-15,-31-15,31 30,-31 32,31-16,-32 16,32-31,-15 31,-32-47,31 47,-15 0,-1 0,32 16,0 15,-31 0,31 1,0-1</inkml:trace>
  <inkml:trace contextRef="#ctx0" brushRef="#br0" timeOffset="130334.0166">16463 15036,'0'47,"-16"-16,-31 32,47-32,-31-31,31 32</inkml:trace>
  <inkml:trace contextRef="#ctx0" brushRef="#br0" timeOffset="131049.2081">16714 14518,'16'47,"-16"32,0-32,47 0,-47 16,0-32,0-15,0 62,0-31,0-16,0 1</inkml:trace>
  <inkml:trace contextRef="#ctx0" brushRef="#br0" timeOffset="131331.9145">17106 14989,'0'47,"-32"15,32-14,-62-17,62 0,-32 1,32 15,0-16</inkml:trace>
  <inkml:trace contextRef="#ctx0" brushRef="#br0" timeOffset="132000.4176">17310 14659,'0'-31,"-32"31,32-47,0 16,0-1,32 1,-1 31,0 0,16 0,-15 31,-32 1,0-1,0 16,0 16,0 15,-32-31,1-15,0-1,-1 0,-15 16,63-47,15 0,16 0,16 0,-16 0,0 0,-16-31,1 31</inkml:trace>
  <inkml:trace contextRef="#ctx0" brushRef="#br0" timeOffset="132300.9414">17843 14895,'0'15,"-47"32,15-15,32-1,-47 0,47 1,-47-32,47 47,-31-47,31 31,0 1,0-48</inkml:trace>
  <inkml:trace contextRef="#ctx0" brushRef="#br0" timeOffset="132982.7379">18047 14534,'0'0,"0"-31,0 15,47 16,-16 0,0-47,1 47,15 31,-47-15,0 15,0 1,0-1,-32 32,1-32,0 1,-1-1,1-31,31 31,-31-31,62 0,0 0,1 0,-1 32,16-32,-16 0,1 31,15 0,-47 1,0-1,-47-31,15 31,1-31,-32 32,32-32,47 0</inkml:trace>
  <inkml:trace contextRef="#ctx0" brushRef="#br0" timeOffset="133268.4051">18486 14942,'0'62,"-47"-15,15-15,1 31,31-32,-63 0,63 1,-16-32,16 31</inkml:trace>
  <inkml:trace contextRef="#ctx0" brushRef="#br0" timeOffset="135382.4458">18721 14393,'0'0,"-32"110,32-16,-47 16,47-63,-31 15,31-30,0-17,0 17,31-32,48 47,-32-47,0 0,0 0,16 0,-32-16,0 16,1 0,-79 0,31 0</inkml:trace>
  <inkml:trace contextRef="#ctx0" brushRef="#br0" timeOffset="136081.8501">18862 14785,'0'0,"0"31,0 16,0 0,0 16,0-16,-32 0,32-16,0 1,-47-1,63-31</inkml:trace>
  <inkml:trace contextRef="#ctx0" brushRef="#br0" timeOffset="137743.9023">19364 15067,'0'31,"-16"1,16-1,-31 16,31-31,-47-16,47 63,-32-63</inkml:trace>
  <inkml:trace contextRef="#ctx0" brushRef="#br0" timeOffset="138583.8739">19630 14471,'0'79,"-31"-17,31 1,0-31,0-1,0-15,31-16,0 0,1-47,-1 47,1 0,15 0,-16 0,0 0,1 31,15 0,-47 16,0 0,-32 16,1-32,0-31,-16 32,15-32,1 0,-16 0</inkml:trace>
  <inkml:trace contextRef="#ctx0" brushRef="#br0" timeOffset="138944.533">19661 14534,'0'-31,"0"62,16-94,31 63,32-47,-17 47,17 0,-1-31,-31 31,-16 0,-31-31</inkml:trace>
  <inkml:trace contextRef="#ctx0" brushRef="#br0" timeOffset="140037.5202">20320 14048,'0'-31,"16"-1,15 32,0 0,1 0,-17 0,17 0,-1 0,1 0,-1 0,-31 16,0 15,0 1,-31-1,-1 0,-15 32,16-16,-1 0,32 16,-62-16,62-16,0 1,0-1,0 16,15-47,64 0,-48 0,0 0,1-16,-1-15,1 31,-48 16,16 15,-47 0,47 1,0-1,0 0,0 1,0-1,0 1,0 15,0-16,47 0,-47 1,31-1,-31 0,0 1,-15 15,-17-47,-15 0,-16 47,16-47,0 0,16 0,-16 0,47-47</inkml:trace>
  <inkml:trace contextRef="#ctx0" brushRef="#br0" timeOffset="162315.1732">18987 10458,'0'31,"16"-31,-16 16,47-16,-16 0,16 0,0 0,32 0,-16 0,15 0,16 0,0 0,0 0,-31 0,15 0,-31-16,0 16,-15 0</inkml:trace>
  <inkml:trace contextRef="#ctx0" brushRef="#br0" timeOffset="162983.6607">19865 10332,'0'0,"0"-31,-15 31,15 15,31-15,0 47,1-47,-1 47,0-15,1-32,-1 47,32-47,-32 47,1-47,-17 0,17 0,-1 0,0 0,-46 0,-17 0,-15 31,16-31,0 47,-1-15,1-1,-16 16,15-16,1 1</inkml:trace>
  <inkml:trace contextRef="#ctx0" brushRef="#br0" timeOffset="164062.7814">21167 10018,'0'-31,"-47"78,15 32,-15-17,16 17,-16-1,15-15,32-32,-47 1,47 15,16-47,-16-32,47 32,-47-78,47 46,-47-15,63 0,-63-15,31 15,-31-32,0 48,0-1,32 32,-32-31,31 31,0 0,1 31,-1 48,-31-32,47 16,-47-16,0 0,31 15,-31-15,0-15,32-1,-32 1,0-1</inkml:trace>
  <inkml:trace contextRef="#ctx0" brushRef="#br0" timeOffset="164541.5879">21026 10395,'15'0,"32"0,0 0,16-32,-32 32,16 0,-15-47,-1 47,0 0,1-31</inkml:trace>
  <inkml:trace contextRef="#ctx0" brushRef="#br0" timeOffset="166042.2758">21120 14299,'15'0,"1"0,31 31,0-31,0 0,16 0,47 32,-16-32,0 0,-16 0,-31 0,-15 0,-1 0,0 0,1-16,15 16,-16 0</inkml:trace>
  <inkml:trace contextRef="#ctx0" brushRef="#br0" timeOffset="167272.2008">21841 14111,'16'15,"15"32,32 16,-16-16,-16-47,32 32,-32-32,0 0,-15 0,15 0,-31 31,-15-31,-17 31,1 16,-16 0,16-15,-16-1,0 32,15-63,32 31</inkml:trace>
  <inkml:trace contextRef="#ctx0" brushRef="#br0" timeOffset="168862.1949">22907 13923,'0'0,"-31"-32,31 79,0 32,0 15,0 0,0-16,0-15,0-32,0 1,0-1,15-47</inkml:trace>
  <inkml:trace contextRef="#ctx0" brushRef="#br0" timeOffset="169664.7189">22891 14032,'0'-31,"-31"31,31-31,0-1,16 32,15-31,0 31,16 0,0-31,16 31,-31 0,-17 0,-15 15,0 32,-15 0,-17 0,1-15,31-1,-47 0,0 1,31-32,79 0,-32 0,-15 0,15 0,1 0,-1 31,-31 16,0-15,0-1,0 16,0 16,-31-32,-48 32,32-63,0 31,-16-31,32 0,15 0,16-16,-31 16,31-31,0 0</inkml:trace>
  <inkml:trace contextRef="#ctx0" brushRef="#br0" timeOffset="172117.1021">14142 11430,'-31'0,"31"31,16-31,15-31,16 31,32-32,-1 32,0-31,-31 31,-15 0,-1-47,-47 47,-15 0,0 0,-1 31,1-31,0 32,-16-32,-16 31,32-31,-16 31,15-31,32 32,0-1,-31-31,46 0,17 0,-1 0,16-16,32-31,-1 47,-31-47,-16 47,-31-31,32 31,-32 16</inkml:trace>
  <inkml:trace contextRef="#ctx0" brushRef="#br0" timeOffset="174240.9971">19709 15334,'15'0,"1"0,47 0,-1 0,17 0,15-32,0 32,-16 0,-46-31,-95 31,16 0,0 0,-16 16,16-16,0 0,0 0,0 31,16-31,-1 0,1 0,0 31,-32-31,63 32,-16-32,95 0,-32 0,0 0,109-16,-93 16,-16 0,0 0,-47-31,32 31,-32-32</inkml:trace>
  <inkml:trace contextRef="#ctx0" brushRef="#br0" timeOffset="189332.169">19505 14346,'-32'0,"32"-31,-31-1,31 1,16 47,-16 15,47 0,-47 16,78 16,-31-16,16 0,-16-16,0-31,0 32,-31-32,-16 31,-16 0,-15-31</inkml:trace>
  <inkml:trace contextRef="#ctx0" brushRef="#br0" timeOffset="189632.8032">19803 14377,'0'173,"0"-346,0 142,0 0,0-1,0 48,-79 62,16 32,1 0,-1 31,-15 0,15-31,16-32,16 1,31-32,-63 0,63 15,0-30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31:01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13390 4829,'-16'0,"16"-32,-31 32,15 0,-15 0,-1 0,1 0,0 0,31 16,-32-16,1 31,0 1,-1-1,-15 0,16 17,31-33,-31-15,31 32,-32 30,32-15,-31 0,31-15,0-1,0 0,0 1,0-1,0 1,0-1,0 16,0-16,0 1,0 15,0 0,0-16,16 0,-16 16,31-47,-31 32,31 15,-31-31,32-16,-32 31,31-31,0 47,1-47,-1 31,0-31,16 0,-47 32,47-32,16 0,-31 0,-17 0,48 0,-16 0,0 0,0 0,0 0,-47-16,63 16,-32 0,0 0,-31-31,16 31,31-32,-31 32,-16-31,31 31,16-31,-31 31,-16-32,31 32,-31-31,32 31,-32-32,31 32,-31-31,0-16,31 47,-31-63,0 16,32 0,-32 0,0-15,47 14,-47 17,0-16,0 16,0-16,0 0,0-16,-16 63,16-47,0 0,-47 0,47 15,-16 32,16-47,-47 0,47 32,-31 15,31-32,-16 32,16-31,-31 31,-16-63,16 63,31-31,-16 31,-15 0,31-31,-32 31,1 0,-1 0,-15 0,-15 0,62-16,-47 16,15 0,1 0,15 0,-15 0,0 0,-1 16,1-16,31 31,-32-31,1 31,0-31,31 32,-32-32,1 31,31 0,0 1,16-32</inkml:trace>
  <inkml:trace contextRef="#ctx0" brushRef="#br0" timeOffset="1559.7386">13296 5048,'0'0,"0"-31,0 62,0 16,0 0,-32 32,32-1,0-15,0-16,0 16,0-48,0-46,0 0,0-1,0 17,0-48,0 31,-31 1,31-16,0 0,0 16,0-1,0 1,0 0,16-1,15 32,-31-31,47 31,-15 0,15-32,15 32,-46 0,31 16,-47 16,0-1,-31 16,-16-16,-32 16,48-47,-1 32,1-32,0 0,-1 0,79 0,-15 31,15-31,-47 31,31-31,-31 32,32-32,-32 47,31-16,-31 1,31-32,-31 47,32 0,-1-16,0-31,1 0,-1 0,-31-16,31-46,-31 30</inkml:trace>
  <inkml:trace contextRef="#ctx0" brushRef="#br0" timeOffset="3521.1941">13186 5989,'-31'0,"-1"0,-15 0,47 31,-31-31,31 32,-47-32,47 31,-47-31,-16 47,32 16,-1-32,1 1,0-1,-1 0,1 1,-32 15,16-16,16 0,-32 1,16 15,0-16,-16 0,16 1,16-1,0 16,-16-15,15-1,1-31,0 78,-1-78,1 47,-1-47,1 32,-32 30,32-62,0 47,-1-15,1-32,0 31,-16 1,-32 15,32-47,-16 47,16 0,-15-16,15-31,15 47,1-47,0 31,-1-31</inkml:trace>
  <inkml:trace contextRef="#ctx0" brushRef="#br0" timeOffset="4791.9089">13515 6005,'0'0,"0"15,0 17,0-1,0-15,0 46,0-30,0-17,0 17,47 31,-47-16,0 0,0 0,0 15,32-15,-32-15,0-1,0 1,0-1,0 0,0-15,0 15,0 1,0-1,0 0,0 1,0 15,0-16,0 16,31 16,-31-32,0 16,0 0,0 32,0-48,31-31,-31 16,0 15,0 0,0 1,0-1,0 0,0-46</inkml:trace>
  <inkml:trace contextRef="#ctx0" brushRef="#br0" timeOffset="6001.1711">13986 5864,'-32'0,"32"-16,-31 16,31-31,0 46,16-15,-16 16,31-16,-31 63,31-32,-31 0,63 1,-32-1,1 0,-1 1,1 15,-1-16,16 0,-16 1,1-1,-1 1,0-32,1 62,30-15,-15 0,-15 16,15-16,-16 16,16-32,-15 1,-1-1,-31 0,31-31,-31 32,32-32,-32 31,31-31,-31 31,31-31,-31 32,32-32,-32 47,31-47,0 47,32 15,-16-30,-15-32,-32 31,31-31,-31-78,0-16</inkml:trace>
  <inkml:trace contextRef="#ctx0" brushRef="#br0" timeOffset="7688.4369">14190 5393,'0'0,"15"0,32 0,-47 16,79-16,-48 31,0-31,16 47,16-47,-16 63,32-63,-32 47,0-16,15 16,1-47,15 47,1-47,-1 63,-31-63,0 47,16 0,-16-47,0 79,16-48,-16-31,16 47,-16-47,0 63,0-63,15 31,-15-31,0 31,16-31,-16 47,0-47,-15 32,-1-32,0 31,1-31,-1 32,32-32,-32 31,16-31,0 31,0-31,16 47,-16-47,0 32,16-32,-16 0,-16 0,0 31,17-31,-1 31,15-31,-30 32,-1-32,0 0,-31 31,47-31,-15 0,-1 31,0-31,1 0,-32 32,31-32,16 47,0-47,-47 47,-31-47</inkml:trace>
  <inkml:trace contextRef="#ctx0" brushRef="#br0" timeOffset="10139.7695">11289 7478,'-47'-31,"15"0,1 31,15 0,-15 0,0 0,-32 0,32 31,-1-31,1 47,0-47,-1 32,1-32,0 47,-1-47,32 47,-47-47,47 47,-31-47,31 62,-32-30,32-1,0 0,-31 16,31-15,0-1,0 1,0-1,0 16,0 0,0-16,16 16,-16 16,0-16,47-16,-47 1,62-1,-62 1,63-32,-31 62,-1-62,0 47,32-47,-16 32,0-32,0 0,-16 0,32 0,-16 0,0-16,0 16,16-31,-16 31,-16-47,1 47,-32-47,47 47,-47-47,47 15,-47 1,47-1,-47 1,0 0,31-1,-31 1,0 0,0-1,0 1,-15 0,15-1,-47-15,47 0,-32 0,32 16,-31-1,31-15,-32 47,32-47,-31 16,0 0,-1 31,32-32,-31 32,0 0,31-31,-32 31,1 0,-16 0,16 0,-17 0,17 0,31 16,-47-16,47 31,-47-31,47 31,-31-31,31 16,0 15,0 1</inkml:trace>
  <inkml:trace contextRef="#ctx0" brushRef="#br0" timeOffset="11048.0484">10975 7918,'-31'-32,"31"48,0 31,0 16,0-16,0 0,16-16,-16 16,0-78,-16-16,16 0,0 0,-31 0,31-16,0 16,-32 0,32 15,0 1,16 0,15 31,1-32,15 32,-16 0,16 0,-47 16,31-16,-31 47,0-16,0 1,0-1,-31 16,0-15,-1-1,32 0,-62-31,62 32,47-32,0 31,0 16,-16-16,16 1,-47-1,0 0</inkml:trace>
  <inkml:trace contextRef="#ctx0" brushRef="#br0" timeOffset="11684.9878">11320 8059,'0'31,"0"16,0 16,0-16,16-16,-16 0,0 1,0-1,31-31,-31-63</inkml:trace>
  <inkml:trace contextRef="#ctx0" brushRef="#br0" timeOffset="13441.7299">13594 7573,'0'-32,"-16"1,-15 31,-16 0,0 0,-32 16,48-16,-1 47,1-47,31 47,-63-16,63 0,-47 16,47 16,-31-16,31 0,-31 16,31-16,0 0,0 0,0-16,0 1,0-1,0 0,15 1,-15-1,47 0,-15-31,-1 48,47-48,-15 47,47-47,-47 0,15 0,-15 0,15 0,-15 0,-16 0,0 0,0-16,-16 16,1-31,15-17,0 17,16-16,-16-16,-16 32,-31 0,63-1,-63 1,0 0,0-16,0 0,0-16,-16 16,16 15,-63 1,63 0,-78-1,62 32,-31-62,16 62,-1-47,1 47,0-32,-1 32,1 0,0-31,-1 31,1 0,0 0,-1 0,1 0,-16 0,15 0,-15 31,16 1,0-1,-1 0,-15 16,0 0,16-15,47-32</inkml:trace>
  <inkml:trace contextRef="#ctx0" brushRef="#br0" timeOffset="14249.6347">13468 7839,'-31'-31,"31"46,0 32,0 32,0-16,16-1,-16-15,0-15,0-1,0-78,0 31,-16-46,16 15,0-16,-31 0,31 16,0 16,0-1,0 1,31 0,16 31,16-32,-32 32,0 0,1 0,-32 16,0 31,0-16,0 16,-47-15,15-1,1 1,0-32,-1 62,1-62,31 32,16-32,31 31,15 16,-15 16,0-32,-47 0,32-31</inkml:trace>
  <inkml:trace contextRef="#ctx0" brushRef="#br0" timeOffset="14759.9331">13798 8059,'0'0,"-32"0,32-32,0 1,16 31,-16-31,47 31,-16-32,1 32,-1 0,0 0,-31 32,0 15,0-16,0 0,-15 1,15-1,-63 0,32 1,31-1,47-31,-32 0,48 0,-16 0,0-16,-16 16,1 0,-1-31,1 31,-1 0,0-31</inkml:trace>
  <inkml:trace contextRef="#ctx0" brushRef="#br0" timeOffset="15925.8953">15334 7228,'-31'-32,"-1"32,32-31,-31 31,0 0,-16 0,15 0,1 16,0-16,-1 47,-31 0,63-16,-31 16,31 16,-31-1,31 17,0-16,-47 15,47 0,0-15,31-16,0 16,1-16,30 16,-14-32,30 0,0 16,16-47,16 63,-16-63,0 0,0 0,-15 0,-1-47,-31 16,-15-1,15-30,-16-1,-31-47,63 0,-63-15,0 0,0-1,0 1,0 31,0 47,0-16,-32 16,-30-16,62 32,-63 31,32-32,-17 32,-14 0,15 0,0 0,-47 0,31 32,16-1,-16 16,16-16,0 1,16-1,-16 48,47-48,0 0,0 1,15-32</inkml:trace>
  <inkml:trace contextRef="#ctx0" brushRef="#br0" timeOffset="16819.4142">15303 7369,'0'0,"0"-32,-32 32,32 47,-31 0,31 16,0 16,0-17,0 17,0-32,0-16,0-62,0-16,0-32,-31 1,31 31,0 0,0 0,0 15,0 1,15 0,17-1,30 32,-30 0,-1 0,0 0,1 32,-32-1,0 0,0 1,0-1,-47 0,-16 1,16 15,16-16,-1-31,32 32,-47-32,110 0,-32 0,-31 47,16-47,-16 47,0-16,31-31,-31 31,32-31,-1 0</inkml:trace>
  <inkml:trace contextRef="#ctx0" brushRef="#br0" timeOffset="17384.8437">15522 7635,'-31'-31,"47"-16,15 47,0-31,1 31,-1 0,0 15,-31 32,0-15,-15-32,15 47,-32-47,32 31,-31-31,47 0,62 0,-47 0,1 0,-1 0,-15 0,15 0,-31 31,0 16,-16-47,-15 47,0-47,-16 79,-16-79,16 47,16-47,-1 0,32-16,0-15,0-1</inkml:trace>
  <inkml:trace contextRef="#ctx0" brushRef="#br0" timeOffset="18612.5225">17404 6726,'0'0,"-32"0,32-31,-62 31,46 0,-15 0,-1 0,-30 0,30 15,1-15,-1 63,1-32,31 1,-47-1,47 0,-47 16,47 16,0-16,-31 32,31-17,0-15,0 32,0-17,15 1,32 0,-15 0,-1-16,0 15,16-30,1-1,-1-31,15 47,-15-47,0 0,0 0,0 0,16 0,0 0,15 0,-31-31,32-16,-32 15,15 1,-15-16,16-16,0-15,-16-1,0 1,-47 0,0 15,31-15,-31-1,0 16,0 16,-15-15,15-1,-32 16,32 16,-62-16,62 15,-47 32,15-47,1 47,-1-31,-15 31,0 0,-15 0,15 0,-16 0,0 0,16 0,0 0,16 15,-1-15,1 0,31 47,-47-47,47 48,-31-1,31-16,0-15,0 15,0 0</inkml:trace>
  <inkml:trace contextRef="#ctx0" brushRef="#br0" timeOffset="20159.503">17404 6883,'-16'-32,"16"111,-47-1,47 16,0-15,0-17,0-15,0-15,0-1,0-47,0-15,0-16,-31-16,31-15,0 15,0 0,0 32,0 0,0 15,15-31,17 47,-1-47,16 47,-16 0,1-31,-1 31,-31 15,31 32,-31-15,0-1,-31 0,0 1,-16 30,-16-14,16-1,16-47,31 31,-47-31,78 0,0 0,1 0,-1 47,0 0,-31-16,32-31,-32 32,31-32,0 0,1 0,-1 0,-31-16,0-15,32-1,-32-15,0 0,0 16,0 0,0 62,0 16,0 0,-16 16,16-16,0-16,0 0,0-46,31 15,1 0,30 0,-46 0,15 0,1 0,-1 0,-31-32,-16 32,16-31,-31 31,31-47,-31 16,31-16,0 78,0 0,0 16,0 0,0 0,0 16,0-47,0 47,0-32,0 0</inkml:trace>
  <inkml:trace contextRef="#ctx0" brushRef="#br0" timeOffset="25800.5267">13688 8592,'0'-16,"-47"32,15 46,32-30,-31-1,31 0,-31 1,-16 46,15-15,32-32,-31 32,31-16,-63 0,63 16,-47-16,47 0,-78 16,46-16,-15 15,16-15,-16 16,16-16,-32 0,16 16,-16-16,16 16,-16-16,1 31,-1 16,-15 16,-17-32,1 48,32-1,-1-15,0 0,1-16,15-16,15-15,-31 31,1-16,-1 1,0-1,1 16,-1-15,16-32,15 15,32-46,-31-16,31 31,-47 16,47-31,-16-16,16 31,-31-31,47 0</inkml:trace>
  <inkml:trace contextRef="#ctx0" brushRef="#br0" timeOffset="28470.5246">13719 8748,'-31'0,"31"16,0 16,0-1,0 16,0-16,0 1,0-1,0 0,0 1,0-1,0 0,15 1,-15-1,0 16,0-15,0 15,0 0,0 15,0-46,0 47,0-32,0 0,0-15,0 47,32-32,-32 1,0 15,0 0,0 0,0 0,0 15,0-30,0-1,0-15,0 15,0 1,0-1,0 0,0 16,0 16,0 0,0-16,0-16,31 0,-31 1,0-1,0 1,0-1,0 16,0-16,0 1,0-1,0 16,0-16,0 1,0-1,0 0</inkml:trace>
  <inkml:trace contextRef="#ctx0" brushRef="#br0" timeOffset="29753.2548">13845 8607,'0'16,"15"-16,-15 31,32-31,-32 32,47-32,-47 78,62-46,-62-1,47 0,-15 1,-1-1,16 0,-15 1,-1 15,0-16,1 0,-1 1,0-1,16 1,-47-1,47 0,-47 1,47 15,-47-16,63 0,-32 1,-31-1,48 0,-48 1,62-1,-62 0,47 1,-15 15,-1-16,-31 1,47-32,-47 47,63-47,-63 47,47-16,-47 0,47 1,-47-1,63 16,-63-16,31-31,-31 48,31-48,-31 31,47-31,-47 47,47-47,-47 31,32-31,-1 32,16-1,16 0,-16 16,-16-15,-31-1,47-31,0 47,-15-15,-1-32,0 62,1-62,-48 0</inkml:trace>
  <inkml:trace contextRef="#ctx0" brushRef="#br0" timeOffset="31095.3794">14142 8482,'16'16,"63"15,-48-31,0 63,1-63,30 47,-15-47,0 62,16-62,-16 47,0-47,16 32,0-32,15 47,-15-47,15 47,-31-47,16 63,-16-63,16 47,-16-47,31 47,-15-47,-16 47,16-47,-16 62,0-62,15 48,-15-17,16 16,-16-47,32 78,-17-78,48 63,-16-63,-16 47,17-47,-1 63,-32-63,17 62,-32-62,15 32,-14-32,-1 47,-16-47,0 31,1-31,-32 32,47-32,-47 31,31-31,-31 16,31-16,1 0,-32 31,0 32</inkml:trace>
  <inkml:trace contextRef="#ctx0" brushRef="#br0" timeOffset="32986.1607">11477 11822,'-31'0,"31"-16,-32 16,1 0,31-31,-47 31,-31 0,46 0,-15 0,16 0,-1 0,1 31,0-31,-1 63,1-16,-16 0,16 31,31 16,-63 47,63-15,-47 15,47-47,0 0,0 16,47-1,-16-30,16-32,0 0,32 0,-1-16,16-31,32 0,15 0,-47 0,-31 0,46-47,-30 16,-32-32,15 16,-15-31,0-1,1-30,-48 15,31-16,-31 16,0-204,-47 219,15 32,-15-15,-15 15,-17-16,1 16,0 16,15 31,-16 0,17 0,-32 0,0 0,15 15,16 32,32-15,0 15,31 0,-32 15,32 1,0 16,0-32</inkml:trace>
  <inkml:trace contextRef="#ctx0" brushRef="#br0" timeOffset="33832.1297">11116 12370,'0'0,"0"-31,-31 31,31 31,0 48,0-17,31 17,-31-1,0-15,0-16,0-16,0-62,-47-16,47-16,-62-15,62 15,-32-15,32 31,0 15,0-15,16 47,15-78,32 47,-16 31,0-32,0 32,-15 0,-32 16,31 15,-31 1,0 15,-16 0,-15 0,-16 15,-16 17,0-16,16-32,-15 16,109-47,0 0,0 0,-16 31,32 32,-32-16,1 16,-1-16,0-47</inkml:trace>
  <inkml:trace contextRef="#ctx0" brushRef="#br0" timeOffset="34224.2847">11352 12809,'-32'-31,"32"0,16 31,15-63,1 63,30 0,-46 0,-16 31,0 1,0-1,0 0,0 1,-31-1,-1 0,1 16,-32-15,79-32,15 0,1-16,30 16,-15-47,0 47,-15-31,31 31,-32-32,0 32,-31-47</inkml:trace>
  <inkml:trace contextRef="#ctx0" brushRef="#br0" timeOffset="34462.6439">11681 12558,'0'32,"0"31,16-16,-16 0,0 0,0-16,0 16,0-16,0 1,31-32</inkml:trace>
  <inkml:trace contextRef="#ctx0" brushRef="#br0" timeOffset="35676.4114">13735 11038,'0'0,"0"-32,-32 1,1 31,-32 0,1 0,30 31,1 1,0 15,-1 0,-15 31,47 16,-63 79,63-17,-47 33,47-33,0-30,16-16,31-32,0-47,0-31,47 0,16 0,31-78,0-32,0-15,1-1,-48 17,-32-1,-15 31,-47 17,0-17,0 17,0-33,-47 17,-47-16,-16 0,1 16,-1-17,32 48,-1 47,1-31,31 31,0 16,-16 46,32 17,31 15,-47 16,47-16,0 0,0-31,0-1,0-30</inkml:trace>
  <inkml:trace contextRef="#ctx0" brushRef="#br0" timeOffset="36481.63">13562 11383,'-31'0,"31"62,0 1,0 15,0-15,0 16,0-17,0 1,0-47,-31-32,31-31,0-16,-32-15,32-1,0 17,0-17,0 32,0 16,0-16,32 0,30 0,-15 47,-15 0,-32 47,0-16,31 1,-31 15,0-16,-47 0,47 1,-47-1,16 0,-1 1,48-32,-16 31,31-31,-31 63,32-63,-32 47,31-47,-31 31,16-31,31 32,-16-32</inkml:trace>
  <inkml:trace contextRef="#ctx0" brushRef="#br0" timeOffset="36849.5919">13735 11618,'0'0,"0"-32,31-15,32 47,-47 0,-16 16,0 15,0 1,0 15,-16-16,-15 16,31-15,-32-32,32 15,32-15,-1 0,32-15,-16 15,0-32,0 32,0-47</inkml:trace>
  <inkml:trace contextRef="#ctx0" brushRef="#br0" timeOffset="37234.1632">14017 11477,'0'0,"0"-32,31 1,16 31,-15 0,-32 31,0 1,0 15,-32-16,32 0,-47 1,-15 30,140-62,-15-15,0 15,15-47,16 47,0-79</inkml:trace>
  <inkml:trace contextRef="#ctx0" brushRef="#br0" timeOffset="38062.138">15052 10818,'0'-31,"0"-1,-32 32,1 0,31 16,-63 31,63-16,-47 17,47 30,0 0,0 63,0 16,79 172,-1-187,1-33,15-30,15-32,17-47,31 0,-1 0,-14-110,-33 16,-15-16,-47-156,0 109,-47-31,0 31,0 31,-31 17,0-1,-16 32,15-1,-30 32,15 0,0 47,-32-31,-15 31,-16 0,16 31,0 32,16 15,-16 63,0 0,31-31,16-31,47-32,0 15,0-15,0-15</inkml:trace>
  <inkml:trace contextRef="#ctx0" brushRef="#br0" timeOffset="38732.2723">15271 11100,'-31'0,"31"32,0 15,0 0,0 15,0-14,0-17,0 0,-31-78,31 16,-32-16,32 0,0-32,-47 1,47 62,0-15,16 31,15-47,1 47,15 0,-16 0,0 0,1 31,-32 32,0-16,-63 16,16-16,-16 15,32-30,0-1,46-31,17 0,-32-15,47 15,-16 0,-31 15,31-15,-31 47,32 0,-32-31,0 15,31-31,-31 32,0-1,31-31</inkml:trace>
  <inkml:trace contextRef="#ctx0" brushRef="#br0" timeOffset="39119.5256">15428 11430,'0'0,"0"-32,0 1,16 31,62-31,-46 31,-1 0,-31 15,0 32,0-15,0-1,-47 0,0 1,16 15,-1-16,48-31,15 0,1 0,15 0,0 0,-16-16,0 16,1 0,-1-47</inkml:trace>
  <inkml:trace contextRef="#ctx0" brushRef="#br0" timeOffset="39622.4155">15695 11304,'0'0,"0"-31,47 31,-16-32,0 32,16 0,-15 0,-32 16,0 15,0 1,-16-1,16 1,-47-1,16 0,46-31,17 0,-1 0,1 0,-1 0,0 0,1 0,-32 32,-16 30,-31-30,0-1,0-31,-16 63,32-63,15 0,16-63</inkml:trace>
  <inkml:trace contextRef="#ctx0" brushRef="#br0" timeOffset="40672.0752">17216 9893,'0'0,"0"-31,-32 31,-15-32,16 32,-1 0,-15 0,16 0,0 16,31 15,-79 32,48 0,-16 15,47 32,-63 0,63-16,0 0,0 31,79 173,-17-219,48-1,0-47,-16-31,16 47,15-47,0-31,17-16,-1-16,0-15,-63 31,-31-16,0-15,-47-16,0 0,0 0,0-48,-62 17,-1-16,0 31,-31 16,16 16,-1 15,-30 16,14 47,-14-31,15 31,15 0,1 62,31-15,-16 16,32-16,-1 0,32 16,-62-16,62 0,0-16</inkml:trace>
  <inkml:trace contextRef="#ctx0" brushRef="#br0" timeOffset="41376.7373">17090 10128,'0'0,"0"32,0 30,0 17,0-32,0 0,0 16,0-48,0 17,0-64,-31-15,31 0,0-16,0 16,0 0,0 0,0 16,0-16,0 16,31 31,16 0,-15 0,15 0,-47 15,62-15,-62 32,0-1,0-15,-31 31,-16-16,16 0,-1 1,1-32,31 31,0 0,15-31,17 0,-32 47,47-47,-16 32,1-1,-32 1,31-1,-31 0,31-31</inkml:trace>
  <inkml:trace contextRef="#ctx0" brushRef="#br0" timeOffset="42471.6632">17388 10442,'0'0,"0"-32,16 1,15 31,0-31,1 31,-1 0,0 0,-31 15,0 17,0-1,0 1,0 15,-62 0,30 0,-15-16,16 0,0 1,62-32,0 0,1-16,30 16,-30 0,-17 0,33-31,-1 31,-47-32,31 32,-31-31,0-16,0 16,0-1,0 1,-16-1,16 1,0 62,0 1,0 15,0-16,0 1,0-1,0 0,0 16,-31-47,31 32,16-48,31 16,0-31,-16 31,0 0,16 0,-47-32,-15 1,15 0,-32 31,32-32,0 48,0 15,32 16,-32 16,0 15,0 16,0 1,0-17,0-31,0-16,0 1</inkml:trace>
  <inkml:trace contextRef="#ctx0" brushRef="#br0" timeOffset="50160.1289">25275 6585,'0'0,"0"-16,-32 16,32-31,-31 31,-1 0,1 0,15 0,-46 0,62 15,-47-15,15 32,-15 15,0 0,47-16,0 1,-31-1,31 0,0 1,0 30,0-46,0 47,0-16,0 0,0-16,0 1,16-1,-16 0,31 1,-31-1,63 0,-32 1,-31-1,47-31,-47 47,47-47,-16 47,32-47,-63 31,47-31,0 0,-47 16,47-16,0 0,-15 0,-1 0,0 0,1 0,-1-16,0 16,1 0,-1-31,1 31,-1-31,32-1,-32 1,16-32,0 16,-47-31,31 47,-31-1,0 1,0-1,0 17,0-17,0 1,0 0,0-1,0-15,0-15,0 46,-15 16,15-63,-47 16,47 0,-16 47,16-47,-31 47,31-63,-32 63,32-31,-31 31,0-31,-1 31,1 0,0 0,-17 0,-14 0,46 0,-47 0,32 0,15 0,-15 0,0 0,-48 0,48 15,-1-15,1 0,0 47,-1-47,1 32,31-1,0 0</inkml:trace>
  <inkml:trace contextRef="#ctx0" brushRef="#br0" timeOffset="51471.5362">25322 6757,'-32'-31,"32"94,0-16,0 15,0 17,0-17,0-14,0-17,0 0,0-46,0-17,0 17,-31 15,31-32,0 1,0-16,0 15,0-30,0 30,0-15,0 0,0 0,0 16,16 31,15-31,16 31,-16 0,1 0,-1 0,0 0,1 0,-32 31,0 16,-32 16,1-63,0 47,-1-47,1 31,0-31,31 31,-47-31,15 0,32 32,16-32,-16 31,31-31,-31 47,32-47,-32 47,47-47,-47 47,31-47,-31 63,31-63,-31 31,32-31,-32 32,31-32</inkml:trace>
  <inkml:trace contextRef="#ctx0" brushRef="#br0" timeOffset="52407.5514">25102 7494,'0'-31,"-78"62,-16 95,0-17,-1 32,1 1,0-1,16-63,15-15,32-32,31 1,-47-32,47 31,-32 0,1 16,0-15,31-1</inkml:trace>
  <inkml:trace contextRef="#ctx0" brushRef="#br0" timeOffset="53170.2175">24067 8701,'0'-31,"-15"31,15-31,-16 31,-15 0,-32 0,0 0,32 15,-1 17,32-1,-62 16,62 32,-63 15,63 15,-31-15,31 1,0-17,0-15,15-1,17-15,-1-15,32 15,-1-47,17 0,-16 0,31 0,0 0,15-63,1 0,-16 1,-47 15,16-32,-32 17,16-17,-47 16,32 16,-32-15,0 15,-16 0,-31-16,16 16,-48 15,1-15,31 16,0 31,-16-31,0 31,-15 0,31 0,0 0,16 0,-16 15,15 17,-15-1,47 0,-47 1,47-1,-31 1,31-1,0 0,0 1</inkml:trace>
  <inkml:trace contextRef="#ctx0" brushRef="#br0" timeOffset="53984.4529">23973 8937,'0'0,"0"47,0 31,0-31,0 0,0 0,0-15,0-1,0 0,0-62,0 0,-31-32,31 16,-47 0,47 0,0 15,0 1,0-16,31-16,1 32,15 0,-16 31,0-32,1 32,-1 0,0 0,-31 32,0-1,0 0,0 1,-31-1,-16 16,16 0,-1-16,1 1,0-32,31 31,-48-31,64 0,16 0,-1 0,-31 31,31-31,-31 32,16-32,-16 16,47 31,-16-47,16 0</inkml:trace>
  <inkml:trace contextRef="#ctx0" brushRef="#br0" timeOffset="54239.4632">24302 8999,'0'32,"0"-1,0 0,0 1,0-1,0 16,-15-15</inkml:trace>
  <inkml:trace contextRef="#ctx0" brushRef="#br0" timeOffset="55889.5094">25290 7682,'0'-31,"0"0,0 15,0-15,79 140,-32 48,0 16,-47 15,78 0,-78-16,47 16,-47-62,32-48,-32-31,0 0,0 16,0-79,-16 16,0 0,-15 0,-32 0,63 16,-47 15,47 1,-47 15,47 16,-47-16,47 47,0-16,0-31,0 0,47 16,-16-32,1 1,15-32,15 31,1-31,16 0,15-47,15 16,-30-16,-1 15,-46-15,-1 16,-31-16,31 0,-31-32,0 17,0-32,-47-16,0 0,-16 32,16-1,-15 16,15 32,0 31,0-31,15 31,-15 0,0 0,0 31,-16 0,32 17,0-17,31 0,-47-31,47 47,0 0,0 0</inkml:trace>
  <inkml:trace contextRef="#ctx0" brushRef="#br0" timeOffset="56624.3032">25494 8999,'0'0,"0"79,0-1,0-15,0 15,0-15,0-16,31-16,-31 1,0-79,0 0,0-16,0 0,-15-15,15 15,0-15,0 31,0 15,0 1,15 0,17 31,-17 0,33-32,-17 32,16 0,-47 16,0 15,0 16,0-15,-63 30,32-30,-1-1,-15 0,0 1,63-1,47 16,-48-47,33 47,-17-47,-31 47,47-47,-47 32,31-1</inkml:trace>
  <inkml:trace contextRef="#ctx0" brushRef="#br0" timeOffset="57023.9217">25823 9344,'0'-31,"0"0,32 31,-1-32,0 32,1 0,-32 16,0 31,0-16,0 1,-63-1,32 16,-1-16,32 1,-47-32,47 31,32-31,15 0,31 0,0-31,-15 31,16 0,-17-32,1 32</inkml:trace>
  <inkml:trace contextRef="#ctx0" brushRef="#br0" timeOffset="58552.4398">25917 7478,'0'0,"-31"0,31-31,-31 0,31-1,-32 32,32-31,16 31,31 0,31 63,32 31,47 31,47 32,31 16,-31 30,31 17,-31-48,-32-15,-15-16,-47-15,-32-64,-46-15,-32-15,31-32,-31 31,0-47,-31 16,31-31,-32 31,1 0,0 0,-17 0,17 31,0 32,-16 0,15 47,32-32,-47-15,47 15,0-15,16 0,31-16,0-16,16-31,15 0,16 0,-31 0,47-16,0-46,-1-32,-30 31,-17-16,-15-30,-47-17,0-31,0 32,0 0,-78-32,-16 78,16 1,-32 0,0 46,47 32,-15-47,-32 47,63 47,0-15,0 15,47 15,-47-15,47-15,0 30,0-30,16-32</inkml:trace>
  <inkml:trace contextRef="#ctx0" brushRef="#br0" timeOffset="59356.5519">27720 8748,'0'0,"0"-31,0 78,0 16,0 62,0 1,0-32,0 0,0-16,0-31,0-15,32-32,-32-79,0 32,0 0,0-31,0 15,0-15,0-16,0 47,0-32,-16 48,16-1,0 1,0 0,0-1,47 32,0 0,16 0,-32 0,16 16,-47 15,0 1,0-1,0 1,0-1,-31 16,-16-16,16 1,-1 15,1-47,31 31,-31-31,46 31,32 1,0 15,-47-16,47-31,-47 47,32-47,-32 32,47-32,-47 31,31-31,-31-16</inkml:trace>
  <inkml:trace contextRef="#ctx0" brushRef="#br0" timeOffset="59885.6006">28081 9031,'0'0,"0"-32,16 1,31 31,0-31,-31 31,46 0,-62 15,0 32,0-15,0 30,-15-30,-32-1,0 16,62-47,17-15,15 15,-16 0,0 0,1-48,-1 48,0 0,-31 16,0 16,-15-32,-17 78,-30-47,-1 16,-47-47,0 63,48-63,30 0,1 0,31-16,0-31</inkml:trace>
  <inkml:trace contextRef="#ctx0" brushRef="#br0" timeOffset="61476.5873">26106 7055,'0'0,"0"-31,-32 31,48 0,15 0,16 0,-15 0,15 0,31 15,47-15,17 48,-17-48,0 47,32-47,-16 62,0-15,1 0,46 0,-31 0,15 0,16 0,47 16,-15-16,-16 0,-16 0,0 0,31-47,17 79,-17-79,32 47,-31-47,-17 78,-14-78,-17 63,-47-16,1-47,46 78,-78-78,-15 32,-1-32,-78 31,32-31</inkml:trace>
  <inkml:trace contextRef="#ctx0" brushRef="#br0" timeOffset="62204.2339">31342 8435,'0'-31,"0"-1,-15 32,-17 0,1 0,0 0,-1 0,1 32,0 30,-1-15,-15 47,0 16,16 31,-16 0,47-15,0-32,0 0,62-16,1-15,16 0,15-63,62 0,1 0,-16-79,0 1,1 15,-64 1,-15 15,-32-16,0-16,-31 17,0-17,0-15,0 0,0 31,-47-15,16 0,-32-1,16 17,-31 30,-1-15,32 47,-15 0,15 0,0 0,0 0,-1 0,1 47,16-15,0 15,-1 15,32-15,-62 0,62-15</inkml:trace>
  <inkml:trace contextRef="#ctx0" brushRef="#br0" timeOffset="63542.6266">31389 8607,'-31'16,"31"15,0 16,-31 16,31-16,0 0,0-15,0-1,-32-31,32 31,0-46,0-17,0-15,-31-15,31 14,0 1,0 0,0 16,16 0,31-16,0 47,15-32,-15 32,0 0,-15 0,-32 16,0 15,0 1,-32-1,-30 0,15 16,0-15,-16-1,32 1,-1-32,32 31,-31-31,31 31,16-31,-16 32,31-32,-31 47,47-47,-16 31,16-31,16 0,-16 0,0 0,-15 0,-32-16,31 16,-31-62,0 30,0 1,0 0,-16-1,16 48,0 31,0 0,-31 16,31-48,0 17,0-1,-32-31,32 31,0-46,0-17,16 32,0 0,-16-31,78 31,-46 0,-1 0,0 0,16 0,-47-16,-15 16,15-31,-32-32,32 32,0 47,0 31,0 15,0 1,0-16,0 16,0 0,0-1,-31 1,31-32,0 1,0-1,-47 0,47 1</inkml:trace>
  <inkml:trace contextRef="#ctx0" brushRef="#br0" timeOffset="65466.1649">25635 10128,'-31'0,"31"32,-47-1,15 0,-15 32,16 0,-32 31,1 16,-1-1,-16 17,-15 31,32-32,-17 16,17 0,-17 32,-15-1,31-15,-15 15,15-30,-15-33,15-30,16-1,0 0,16-15,-1-31,1-1,31-47</inkml:trace>
  <inkml:trace contextRef="#ctx0" brushRef="#br0" timeOffset="66221.6393">24020 12856,'0'0,"0"-31,-31 31,0 0,15 0,-47 0,32 16,-1-16,1 47,0 0,-32 0,32 0,-1 31,-15 1,16-1,31 0,-47 17,47-33,0 32,0-15,31-32,1 15,15-15,15-15,1 15,47-47,-48 0,17 0,-16-31,15-1,0-31,-15 32,-16-16,16 0,-32 0,-31-16,32 16,-32 0,0 0,0-16,0 1,0-17,-47 1,15 15,1-15,-16 15,15 32,1-1,0 32,-1-31,-15 31,0 0,-15-31,15 31,-1 0,17 0,0 15,-1-15,32 47,-62-15,62-1,-32 0,32 1,0-1,0 1,16-32</inkml:trace>
  <inkml:trace contextRef="#ctx0" brushRef="#br0" timeOffset="67049.0062">23848 13107,'-32'0,"32"32,0 15,0 31,0-15,0 15,0-15,0 0,0-32,0-15,0-63,-31 15,31-15,0-16,0 1,0-17,0 17,0 15,0 15,0 1,31 0,1 31,-1-63,0 63,1-32,15 32,-16 0,-31 16,0 31,0-15,0-1,0 0,-31 1,0-1,-1 16,-31 0,16-47,16 0,31 31,16 1,31 15,-47-16,31 1,-31-1,31-31,-31 31,32-31,-16 0</inkml:trace>
  <inkml:trace contextRef="#ctx0" brushRef="#br0" timeOffset="68265.8583">24067 13327,'0'-16,"16"-15,15 31,1 0,-32 15,0 32,0 0,-32-15,1-1,0 16,-32 0,32-47,31 32,15-32,32 0,0 0,-15 0,15-16,-32 16</inkml:trace>
  <inkml:trace contextRef="#ctx0" brushRef="#br0" timeOffset="68572.171">24271 13342,'0'0,"0"-31,0 62,0 1,0-1,0 1,0-1,0 0,0-15,-31 31,31 0,0-16</inkml:trace>
  <inkml:trace contextRef="#ctx0" brushRef="#br0" timeOffset="70317.7466">25761 10238,'0'16,"0"31,0-16,0 0,0 1,0-1,15 16,-15 16,0-16,47 0,-47 0,32 63,-32-48,31 17,-31-1,0 16,47-15,-47 15,0 63,0-32,0 0,0 1,0 31,0-32,0-15,0-16,31-16,-31-15,0 15,32 1,-32-32,0 0,0 0,47 16,-47-1,0 17,0-32,0 16,0-16,0 15,0-15,0 0,0-15,0-1</inkml:trace>
  <inkml:trace contextRef="#ctx0" brushRef="#br0" timeOffset="71107.0724">25808 13233,'0'-32,"0"1,-32 31,-15 0,47-31,-31 31,0 0,31 15,-63 32,63 32,-47 15,47 31,0 1,0-1,0 16,0-47,31-15,16-32,0 15,32-30,15-32,15 47,-14-47,-1 0,31-79,-47 48,1-32,-32 1,0-17,-16-15,-31-16,47-15,-47 0,0-1,0-15,-47 31,47 63,-78 0,46-16,-15 16,-15 0,-17 16,17 31,-17-31,32 31,-31 0,15 15,-15 32,15 0,16-15,16 31,31-32,-63 16,63 0,0 0,0 16,0-32</inkml:trace>
  <inkml:trace contextRef="#ctx0" brushRef="#br0" timeOffset="71834.1296">25776 13217,'0'0,"0"31,0 32,0 15,0 17,0-1,0 0,0-16,0-31,0-16,-15-93,15 15,0-32,0-15,0 32,0-17,0 16,0 16,0 16,0-16,15 47,-15-31,47 31,-15 0,-1 0,0 0,1 0,15 0,-47 31,0 0,0 16,0 0,-47-15,15 15,1-16,0-31,31 32,-32-32,32 31,16-31,-16 47,63-16,-63 1,47-1,-16 32,0-32,1-31</inkml:trace>
  <inkml:trace contextRef="#ctx0" brushRef="#br0" timeOffset="72307.3276">26106 13640,'0'0,"0"-31,0 0,31 31,-31-47,63 47,-48 0,-15 31,0 0,0 1,0-1,-31 16,0-16,-1 32,-30-16,30-15,32-1,-31-31,78 31,16-31,-32 0,0 0,1 0,15-31,-16 31</inkml:trace>
  <inkml:trace contextRef="#ctx0" brushRef="#br0" timeOffset="72768.7867">26231 13578,'0'0,"0"-32,16 32,15-31,0 31,1 0,-1 0,0 16,-31 31,0-16,-15 0,15 1,-63-1,32 0,-1 16,1-47,31 47,-47-47,63 0,15 0,32 0,15 0,-31 0,-16 0,1-15,-1 15,1-47</inkml:trace>
  <inkml:trace contextRef="#ctx0" brushRef="#br0" timeOffset="74265.7011">26027 10348,'0'-32,"16"32,-16 16,47-16,0 63,-16-32,1 1,-1-1,16 16,0 16,0-32,0 16,16 16,15-1,1 1,-17-16,-15 16,16-16,-16 16,16-16,15 47,1-47,15 47,-32-16,1 1,-16-1,16 16,31-31,-16 0,1-16,-1 15,-15 1,-16-16,16 16,-16-16,15 16,-15-16,63 94,-47-94,-32-16,1-31,-32 63,31-63,-31 31,0 1</inkml:trace>
  <inkml:trace contextRef="#ctx0" brushRef="#br0" timeOffset="75127.8807">28097 12856,'0'0,"0"-31,-32 31,32-31,-15 31,-48 0,32 0,-1 15,1 17,0-1,-1 32,1-16,31 31,-63 16,63 63,0-31,0-1,141 110,-62-156,109 46,-110-125,1 47,-17-47,17 0,-17-47,17 0,15-16,-47 16,-16 0,16-31,-47-1,63-15,-63-31,0-32,0 16,-31 47,-16-16,15 32,-30-1,-1 17,16 30,0 1,-16 31,0 0,-31 0,0 0,-31 0,-16 0,62 47,48-16,0-31,31 63,-32-32,32 1,0 30,16-15,47-15</inkml:trace>
  <inkml:trace contextRef="#ctx0" brushRef="#br0" timeOffset="75898.7524">28034 13029,'0'0,"-31"16,31 31,0 31,0-31,0 16,0-16,0 15,0-30,0-64,-47-15,47-15,0-1,-32-15,32 31,0 15,0 1,0-16,63 47,-16 0,0-32,-16 32,1 0,-32 32,0-1,0 32,0-32,-32 32,-15-16,16-16,-16 32,47-32,31-31,16 47,16-15,-16-1,-15 16,-1-15,-31-1</inkml:trace>
  <inkml:trace contextRef="#ctx0" brushRef="#br0" timeOffset="76520.6148">28301 13468,'0'-31,"0"-1,15 32,-15-31,47 31,-15 0,-1 0,-31 31,0 32,0 0,-31-32,-1 16,1-16,-32 16,32-15,31-1,63-31,-32 0,-15 0,15 0,0-16,1 16,-1 0,32 0</inkml:trace>
  <inkml:trace contextRef="#ctx0" brushRef="#br0" timeOffset="77172.7789">28551 13389,'0'0,"16"-31,16 31,-1 0,0 0,-31 16,0 15,0 16,-15-15,-32-1,47 0,-32-31,48 0,47 0,-48 0,-15 32,32-32,-32 31,0 0,0 1,0 15,-32-47,32 31,-47-31,47 31,-63-31,32 0,0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33:07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15695 1724,'31'0,"-31"-31,31 0,-31-1,0 1,32 0,-32-1,-16-46,-31 78,47-32,-63 32,48 0,-32 32,0-1,15 0,1 1,0-1,-17 1,48-1,-31 32,31-1,16-30,47-1,-32-31,16 31,0-31,63 63,-63-63,-16 47,16 0,-47-15,-47 15,16-47,-1 31,-15-31,16 0,0 0,-16-31,47-32,0 32,0-17,0 17,31 0,-31-1,63-15,-63 32,47 15,-47-63,31 63</inkml:trace>
  <inkml:trace contextRef="#ctx0" brushRef="#br0" timeOffset="346.6674">16118 1787,'0'16,"47"15,-16 0,1 1,15 15,16-16,-32 1,0-32,-31 47,47-47,-15 0,-1 0,0-32</inkml:trace>
  <inkml:trace contextRef="#ctx0" brushRef="#br0" timeOffset="615.4583">16494 1771,'0'0,"0"-31,-31 31,0 31,-1 32,1-16,-48 79,79-48,-62-15,62-1,-32-30,32-1,0 0,16-46</inkml:trace>
  <inkml:trace contextRef="#ctx0" brushRef="#br0" timeOffset="1366.4455">16918 1959,'0'0,"15"0,32-15,16-64,-63 48,31-32,1 32,-32 0,0-1,0 1,-16 0,-31 31,16 0,-1 0,1 15,0-15,-1 47,1-15,0-32,31 78,-32-47,32 1,0 15,0-16,16 0,15-31,1 0,-1 32,0-32,16 0,-47 31,47-31,0 63,0-16,-47 31,0-62,0 15,-47 48,16-48,0-31,-1 31,1-31,0 0,-1 0,-30-109,62 77,0 1,0 0,0-1,31 1,0 0,79-48,-63 79,-16-47,1 47,-1 0,-31-31</inkml:trace>
  <inkml:trace contextRef="#ctx0" brushRef="#br0" timeOffset="2408.359">18062 1850,'0'31,"0"32,0-16,0 16,0-16,0-16,0 16,0-78</inkml:trace>
  <inkml:trace contextRef="#ctx0" brushRef="#br0" timeOffset="2746.0632">17968 1536,'0'-31,"32"31,-1 0,0 15,-31 17,0-1,-31 1,0-32,-1 0,1 0,-1 0,48-47,15 47,48 0</inkml:trace>
  <inkml:trace contextRef="#ctx0" brushRef="#br0" timeOffset="3510.4188">18266 1881,'-31'0,"31"-16,15 16,48 32,-63-17,31 32,-31-31,0 16,0-1,0 0,0-46,0-17,0-46,32 15,-1 63,-31-31,32 31,-1 0,16 0,-47 47,31-47,-31 62,47-30,-47-1,32 1,-32-1,0 0,0 1,0-48,-16-62,16 31,0-16,16 63,-16-32,62 32,-30-31,-1 31,0 0,1 0,-1 16,1-16,-32 78,31-15,-47 0,-47-1,63-30,-47-32,47 31</inkml:trace>
  <inkml:trace contextRef="#ctx0" brushRef="#br0" timeOffset="4142.243">19160 2069,'15'0,"-15"-15,0-32,0-1,0-14,-15 46,-32 16,-32 16,48 46,-16 33,47-33,0-30,47-1,-16-31,1 0,-1-16,16-31,-16-15,-31 30,32 32,-32-47,0 16,0 94,0-32,0 0,0 1,47 30,-47-30,16-32,62 15,-31-15,0 0,31-31,-15-16</inkml:trace>
  <inkml:trace contextRef="#ctx0" brushRef="#br0" timeOffset="4801.5891">19646 2022,'0'0,"0"-47,0 0,-16 0,-47 0,16 47,0 0,16 0,0 94,-16-63,47 1,0-1,0 1,31-1,16 0,0-31,31-15,-31-48,-47 16,63 47,-63-47,0 78,0 1,0-1,0 16,0 16,0 31,0 15,0-14,0-33,0-15,0 16,0-32,0 1,0-17,-16-15,16 32,-31-32,0 0,-32-32,32-15,-1-31,32 0,-31 31,31 15,0 1,0-1,47-15,-16 16,16-16,16 16,-16 31,0-32,-15 32</inkml:trace>
  <inkml:trace contextRef="#ctx0" brushRef="#br0" timeOffset="5371.6957">19912 2179,'0'0,"16"0,15-47,1 47,-1-47,0 47,-31-47,32 47,-32-47,0 15,0-30,0 30,-32 32,-30 0,15 0,15 0,32 16,-31-16,31 31,0 1,0-1,0 1,0 15,0-16,0 16,0 16,16-63,-16 31,31-31,32 0,-32 0,16 0,79 0,-79-47,-16 47,0-47,16 16,-47-1</inkml:trace>
  <inkml:trace contextRef="#ctx0" brushRef="#br0" timeOffset="10616.9127">16667 3104,'0'-16,"0"-15,0-16,0 16,-32 31,-15 0,16 0,0 0,-1 62,1-30,0 15,-16 31,15 1,32-32,0-16,0 0,0 1,47-32,0 0,16 0,-16-16,-16 16,1 0,-1 16,0 31,-31-16,0 0,0 1,0 30,-31-30,-32-1,1 16,-17-47,32 0,0 0,16 0,-32-15,63-64,31 32,-31 16</inkml:trace>
  <inkml:trace contextRef="#ctx0" brushRef="#br0" timeOffset="10951.5308">16714 3465,'0'0,"0"78,0 16,0 32,0-1,0 0,16-15,-16-63,0-15,0-111,0 16</inkml:trace>
  <inkml:trace contextRef="#ctx0" brushRef="#br0" timeOffset="11751.4548">16761 3559,'0'0,"47"-63,31 63,-31 0,-15 0,-1 0,-31 31,0 1,0 30,-31 1,-16-16,-47 47,62-94,32 32,-31-32,94-47,-16 15,0-15,15 0,-15-16,16 16,-32-31,17-32,-48-15,47 15,-47 16,0 0,0 16,0 62,-16 16,-31 31,47 16,0 32,0-17,0 32,0 32,31 15,16 31,-47-125,32-15,-1-32,-31 31,31-31,1 0,-1-31,0-1,1 1,-32-32,31 16,-31 0,0 0,0 16,0 109,0-31,0 0,0-15,47-1,-47 0,31-31,-31 32,16-32,47-16,-63-15</inkml:trace>
  <inkml:trace contextRef="#ctx0" brushRef="#br0" timeOffset="12037.2061">17576 3214,'32'0,"-1"0,-31 31,-31-31,-17 0,17 0</inkml:trace>
  <inkml:trace contextRef="#ctx0" brushRef="#br0" timeOffset="12439.9882">17858 2994,'0'-15,"0"62,0 31,0-15,0 31,32 16,-32 15,0 0,0-46,0-16,31-16,-31-16,47 0,-15 16,15-47,0 0,-16-31,32-32,-63 32</inkml:trace>
  <inkml:trace contextRef="#ctx0" brushRef="#br0" timeOffset="12660.5142">17952 3496,'32'0,"15"-16,0 16,0-31,-16 31,-15 0,31-31,-16 31</inkml:trace>
  <inkml:trace contextRef="#ctx0" brushRef="#br0" timeOffset="14805.3593">16369 4562,'0'79,"0"15,0-32,0 17,0-17,0 1,0-47,0-47,0-32,0 16,-47 0,47 0,0-32,-32 1,32 15,0 16,-31 16,62 62,32 16,0 47,-16-47,16 16,-32-32,0-31,16 0,0 0,-47-62,63 15,-63 0,0-16,32 16,-32 15,0-15,0 79,0 46,0-15,0 31,47 16,-47-48,0 80,0-64,0-47,31-31,-31 32,47-32</inkml:trace>
  <inkml:trace contextRef="#ctx0" brushRef="#br0" timeOffset="15213.1051">17043 4844,'0'32,"0"-64,0 95,0-32,31-31,32-15,-63-32,32 47,-32-47,0 15,0 1,-16 0,-47-32,16 63,16 0,-1 31,32 1,-62 30,62-15,0 0,0 0,0 32,0-32,47-16,-16-31,47 47,-15-47,0-31,47-47,-79 15</inkml:trace>
  <inkml:trace contextRef="#ctx0" brushRef="#br0" timeOffset="15637.5622">17294 4672,'0'0,"0"-31,31-1,1 32,-1 0,32 0,-16 0,-47 32,31-32,-31 78,0-47,0 1,0-1,0-15,0 15,-16 16,16-94,-31 16,31-1,0 1,16-16,15 0,16 0,0 16,-15 31,-1-32,0 32,1 0,-1 0</inkml:trace>
  <inkml:trace contextRef="#ctx0" brushRef="#br0" timeOffset="16390.6477">18109 4797,'0'-62,"0"30,0 1,-31 0,0-16,-1 47,1 0,-1 0,17 0,-17 0,32 31,-62 0,62 1,-32-1,32 0,0 1,0-1,32-31,15 63,0-63,0 0,0-47,0 0,-47 15,0 1,0 0,31 31,-31-47,0 94,0 15,0-15,0 47,0 32,0-1,0 1,0-32,0-16,0-31,0-15,0-1,0 0,-15-31,-48 0,63-62,-47-17,47 17,-63-48,63 16,0 31,0 16,0 16,0-1,16 1,15-16,1 47,-1-32,32 1</inkml:trace>
  <inkml:trace contextRef="#ctx0" brushRef="#br0" timeOffset="16891.5384">18219 4782,'-31'0,"46"0,17 0,-1 0,0-63,1 63,-32-47,62 16,-62-16,0-16,-31 31,0 32,15 0,-62 32,31-32,47 47,-32-47,32 31,-31 1,31-1,0 16,0-16,0 1,0 15,63-47,-63 47,78-16,-47-31,16 0,63 0,-94 0,31-16,16-31,-63 16</inkml:trace>
  <inkml:trace contextRef="#ctx0" brushRef="#br0" timeOffset="24570.1142">14723 5628,'0'0,"0"47,0 16,0 31,31 47,-31-15,0-32,0 16,0-48,0-15,0-15,0-64,-16-15</inkml:trace>
  <inkml:trace contextRef="#ctx0" brushRef="#br0" timeOffset="25229.8977">14331 5801,'78'0,"-15"0,31 0,47-63,16 16,-16 0,-31 0,-16 47,-16-63,-31 63,0-31</inkml:trace>
  <inkml:trace contextRef="#ctx0" brushRef="#br0" timeOffset="26047.1349">15146 5801,'0'47,"0"31,0 1,0 30,0-15,16 16,-16-47,0 15,0-46,47-1,-47-78,0 31,0-15,0-32,0 48,-32-32,32 15,0-15,32 16,15-1,-16 32,16 0,-16 0,1 63,-32-16,47 0,-47 0,0 16,0-32,0-15,0 15,-32 16</inkml:trace>
  <inkml:trace contextRef="#ctx0" brushRef="#br0" timeOffset="26521.819">15554 6365,'0'32,"31"-32,0 0,16-47,0-32,-47 48,0-32,0 32,0-1,-15 32,-17 0,-15 0,47 32,-47-32,47 78,-31-31,31 0,0 0,0 32,0-32,0 0,16-16,31 16,-16-47,16 0,16 0,-1-31,17 31,-32-47,-16 15</inkml:trace>
  <inkml:trace contextRef="#ctx0" brushRef="#br0" timeOffset="28590.7392">15538 6334,'47'-16,"-16"-15,1 0,-1-17,0 48,-31-47,32 47,-32-31,0 0,0-1,-16 32,-31 32,16-1,31 0,0 1,0-1,15-31,-15 32,16-32,31 47,-47-16,31 0,-31 16,0 0,0 32,0-32,0-16,0 1,47-32,0 0,16-48,-16 17,-15 0</inkml:trace>
  <inkml:trace contextRef="#ctx0" brushRef="#br0" timeOffset="28997.2363">15914 6428,'32'0,"-32"-31,62 31,-62-63,32 32,-32-16,0-16,0 0,-16 63,-31 0,47 16,-63 31,63 0,-31 0,31 0,0 16,0-16,0 0,0-16,16-31,15 31,0-31,48 0,-1-62,-31-17</inkml:trace>
  <inkml:trace contextRef="#ctx0" brushRef="#br0" timeOffset="30593.8473">16416 6083,'-16'0,"32"0,-47 0,-32 0,31 16,1 15,0 32,31-32,31-31,16 0,0 0,-15 0,-1 0,0 0,16 0,-47 32,0 15,-62 31,30-78,-30 47,14-47,17 0,0 0,78-31,0 31,0-47,47 15,-63 32,-31-47,47 47,-47-47,0 16,0-16,0 0,0-16,0 16,0 0,0-31,0 46,0 79,0 32,0 62,0-47,0 0,32-16,-32-31,0-15,0 15,0-79,0 1,0-16,47 16,-47-1,31 1,16 0,-15 31,-32 31,31 16,-31-31,0 15,0 0,0 1,31-32,-31 31,32-31,15-31,-47-1,31 1,-31 0,0-1,0 1,0 0,0-1,0 48,0 15,0 16,0 0,0-15,0-1,63 0,-32-31,0 32,1-32,-1 0,0-16,-31-15,48-16,-48 0,0 0,0-32,0 16,0 1,-16 30,-16 1,1 31,-16-31,16 31,-1 0,1 0,0 15,31 17,0-1,78-31,-31 0,16 0,15-78,-46 46,-32 1,47-32,-47 32,0 0,-16 31,-15 0,-1 0,32 15,-31-15,31 32,0-1,31 0,1 1,15 15,-47 15,0-30,31 30,-31 1,0-31,0-1,31 0,16-31,0 0</inkml:trace>
  <inkml:trace contextRef="#ctx0" brushRef="#br0" timeOffset="31405.9116">17796 6130,'-16'0,"32"0,-32-47,-15 47,31-63,-63 63,63-31,-47 31,-16 0,32 0,-1 0,1 31,0 1,31-1,-63 0,63 1,0-1,0 0,47 17,-16-48,1 0,15 0,0 0,0-16,0-16,-16 1,-31-32,32 16,-32-31,0 15,0 1,0-33,0 17,-16 31,16 16,-31 31,31-32,-32 32,1 0,31 32,0-1,0 0,16 16,-16 32,0-16,47 46,-47 17,0-1,0-62,0 15,0-31,0 0,31-15,-31-1,31-31,-31-16,0-31,32 16</inkml:trace>
  <inkml:trace contextRef="#ctx0" brushRef="#br0" timeOffset="31906.1525">18329 6005,'0'0,"0"15,31 32,0 16,-31-16,63 0,-31 47,-32-62,0-48,31-47,-31 16,0-16,47-15,-47 0,31 46,-31 1,32 31</inkml:trace>
  <inkml:trace contextRef="#ctx0" brushRef="#br0" timeOffset="33104.948">18956 6114,'0'-15,"-16"15,16-16,-31 16,-16-47,0 47,-32 47,48 16,31-1,0-46,47-16,-16 63,16-63,-15 0,15-47,0 0,-47 15,31 1,-31 0,32-1,-32 1,0 47,0 15,0 0,0 1,0-1,31 0,16 1,-16-32,32-16,0-78,-63 63,0-16,31-47,-31 15,0 17,-15-17,-17-15,32 78,-31 16,31 32,0 15,0 0,0 31,0 16,0 0,31 16,-31-16,47-47,-47-15,47-1,-15 16,-1-47,32-47,-32-16,-31 32,31-16,-31-63,32 110,-32-31,0 46,0 17,0-1,0 0,0 1,0-1,0 16,47-47,-16 0,16 0,-15 0,-1 0,-31-31,31-32,-31 16,0-31,0 109,0 0,0 32,0-47,0 15,0 1,47 30,-15-62,-32 32,78-32,16-32,-31-46</inkml:trace>
  <inkml:trace contextRef="#ctx0" brushRef="#br0" timeOffset="33581.2218">20163 6020,'0'0,"0"32,0-17,0 17,16-32,15 0,16 0,-47-16,32 16,-32-16,0-46,0 15,0 15,-16 32,-15 0,-16 0,-16 0,16 16,0 47,47-32,-47 0,47 1,0-1,0 16,31-16,0 1,1-1,-1-31,-31 32,63-32,0 0,62-16,-78 16,16-79</inkml:trace>
  <inkml:trace contextRef="#ctx0" brushRef="#br0" timeOffset="34155.6225">21778 5754,'0'0,"-47"-32,47 64,0 62,0 125,0-125,0-15,0-32,31-16,-31 1,0-64,0-15</inkml:trace>
  <inkml:trace contextRef="#ctx0" brushRef="#br0" timeOffset="34480.7603">21261 5911,'0'-32,"0"64,31-126,47 94,48-79,93 32,79-16,-78 16,-32 47,-78-47,-63 47,-63 0,-15 0,-16 0,47 16</inkml:trace>
  <inkml:trace contextRef="#ctx0" brushRef="#br0" timeOffset="34929.5633">22688 5864,'0'0,"47"0,0 0,15 0,-15 0,-15 0,30 0</inkml:trace>
  <inkml:trace contextRef="#ctx0" brushRef="#br0" timeOffset="35176.9003">22656 6005,'0'0,"16"0,31 0,0 0,0 0,0 0,16 0,-16 0,-16 0</inkml:trace>
  <inkml:trace contextRef="#ctx0" brushRef="#br0" timeOffset="42495.7824">23550 5644,'0'-31,"16"31,-16-32,47 32,0 0,-16 0,0 0,-31 16,0 31,-15-16,15 1,-47-1,-16 16,47-47,48 0,-1 0,0 32,32-1,-63 0,0 1,0 15,-63-16,32-31,0 47,-1-47,1 0,0 0,-1 0,32-63,-47 32,16-32</inkml:trace>
  <inkml:trace contextRef="#ctx0" brushRef="#br0" timeOffset="47955.0249">13798 7918,'31'-48,"-31"1,31 47,-31-47,0 16,-31 0,0 31,15 0,-16 0,-15 15,16 17,31-1,-47 32,47-32,0-15,0 15,0 1,16-32,-16 47,47-47,-16 47,16-47,16 31,-16-31,-16 31,-31 1,-15-32,-32 47,-32-47,1 47,31-47,0 0,15 0,48 0,31-16</inkml:trace>
  <inkml:trace contextRef="#ctx0" brushRef="#br0" timeOffset="48262.255">14017 7980,'0'-31,"-31"31,31 63,0-1,0 17,15 15,-15-32,0 17,0-32,0-16,0 1,32-32,-32-32,0-30</inkml:trace>
  <inkml:trace contextRef="#ctx0" brushRef="#br0" timeOffset="49029.2908">14064 8043,'0'0,"0"-31,0-16,47 47,0-32,-15 32,-1 0,0 0,-31 32,0-1,0 0,0 1,-31-1,0 0,-32 1,16 15,15-47,32 31,-47-31,79-31,30-1,1 1,16-16,-1 16,-15-1,-32-30,0 15,-31-1,0-14,0 15,0-16,0 16,-15-16,-17 32,32 62,-31 1,31 30,0 1,0 15,0-15,16 16,-16-17,31 17,-31-32,0-16,31-31,-31 31,47-31,-47-15,63 15,-63-63,31 32,-31-1,32 1,-32 0,0-1,0 48,0 15,0-15,0 15,31 32,1-32,30-31,-46 0,15 0,32-47</inkml:trace>
  <inkml:trace contextRef="#ctx0" brushRef="#br0" timeOffset="49311.6872">14691 7823,'0'0,"0"-31,16 31,15 0,-78 0,0 0,16 0</inkml:trace>
  <inkml:trace contextRef="#ctx0" brushRef="#br0" timeOffset="49664.9495">14817 7604,'0'0,"0"-31,0 46,0 32,15 32,-15 15,63-16,-63 16,31-15,-31-1,0-31,0-16,47 1,-31-32,63 0,-48-16,0-15,-31-1,32 1</inkml:trace>
  <inkml:trace contextRef="#ctx0" brushRef="#br0" timeOffset="49845.9597">14864 7949,'0'0,"15"0,48 0,15-16,1 16,-32 0,0-31</inkml:trace>
  <inkml:trace contextRef="#ctx0" brushRef="#br0" timeOffset="50136.0102">13703 8670,'16'0,"47"-16,0 16,46-94,-15 94,-15-31,-32 31,0-31,0 31,0-32</inkml:trace>
  <inkml:trace contextRef="#ctx0" brushRef="#br0" timeOffset="50355.4302">13907 8592,'0'0,"-47"47,16-47,31 31,-31-31,31 31,47-31,31 0,16-47,16 16,0-16,15 0,-15 47,-16-47,-63 47,-31-16</inkml:trace>
  <inkml:trace contextRef="#ctx0" brushRef="#br0" timeOffset="56938.9775">15177 9078,'-31'-16,"31"47,0 16,0 1,0-17,0 0,0 1,-31-64,31 1,0 0,0-1,0 1,0-1,0 1,15 31,17 0,-1 0,0 47,1 0,-32 0,31-47,-31 32,0-1,0-47,0-15,0 0,0-1,0 1,0-1,31 32,-31-15,32 15,-1 0,16 47,-47-16,32 1,-32-1,0 0,0 16,0 0,0-15</inkml:trace>
  <inkml:trace contextRef="#ctx0" brushRef="#br0" timeOffset="57577.245">15836 9219,'0'-31,"15"31,-15-48,0 1,0-15,-15 62,15-47,-32 47,-15 0,16 0,-16 47,16-16,-1 0,32 1,0-1,0 1,0-1,0 0,32-31,-1 32,0-32,1 0,-1-16,0-31,1 16,-32-1,47 1,-47-1,47-15,-47 16,0 0,0-1,-16 32,16 32,-31-1,31 32,0-16,0 0,0-16,0 1,31-32,1 47,-1-47,0 0,1 0,15 0,0 0,0-63,-47 16</inkml:trace>
  <inkml:trace contextRef="#ctx0" brushRef="#br0" timeOffset="58514.5262">16071 8952,'16'0,"-16"-15,62 15,-15 0,-15 0,-32 15,0 32,0 0,0 0,0-15,-16-1,16 1,-47-32,47 31,-31-31,31-31,0-1,0 1,0-1,31 1,32-32,-16 16,-16 16,1 0,15-1,-16-15,-31 63,-47 31,47-16,-47 16,47-15,0-1,0 0,0 32,63-32,-32-31,0 0,-15 0,15 0,1 0,-32-15,-16 15,32 0,46-47</inkml:trace>
  <inkml:trace contextRef="#ctx0" brushRef="#br0" timeOffset="58986.327">16980 8843,'-15'0,"30"0,-30-32,15 48,0 47,0 31,0 47,0-16,0 95,0-173,0-16,0-62,0-32,0-15</inkml:trace>
  <inkml:trace contextRef="#ctx0" brushRef="#br0" timeOffset="59212.727">16918 8874,'0'0,"47"-31,0 31,0 0,0 0,0 15,-16 48,-31-32,0 1,-78 46,-1-15,1-32,31 16,16-15</inkml:trace>
  <inkml:trace contextRef="#ctx0" brushRef="#br0" timeOffset="59444.114">17341 8843,'0'62,"0"-30,0-1,0 0,0 16</inkml:trace>
  <inkml:trace contextRef="#ctx0" brushRef="#br0" timeOffset="59743.3097">17310 8701,'0'0,"0"-47,15 47,1 0,15 0,-31 16,-15-16,-17 31,1-31,-16 32,16-32,31-16,31-15,0 31,1 0</inkml:trace>
  <inkml:trace contextRef="#ctx0" brushRef="#br0" timeOffset="60293.3968">17466 8858,'0'0,"0"-31,32 0,-1 31,0 0,1 0,-1 0,-31 15,0 17,0-1,0-15,0 15,-15 16,15-31,-48-16,48 31,0-78,0 0,32-16,-1 16,16 0,-15 0,-1 16,0-16,-31 94,0 15,0-14,-31 46,31-63,0 0,0 1,16-32,31 0,47-16,0 16,-31-63</inkml:trace>
  <inkml:trace contextRef="#ctx0" brushRef="#br0" timeOffset="60707.4689">18078 8733,'0'31,"0"-62,0 94,16-63,31 0,-16 0,16-16,-47-31,31 47,-31-47,0 15,-15 32,-32 0,0 0,47 16,-47-16,47 63,-47-16,47-31,0 46,0-30,31-1,-15-31,31 31,0-31,0 0,0-15,15-17,-15-15,-15-15,15 14</inkml:trace>
  <inkml:trace contextRef="#ctx0" brushRef="#br0" timeOffset="60992.3683">18454 8262,'0'0,"0"-31,0 78,0 0,0 16,32 47,-32-16,0 0,0-16,0-31,0 0,0-15,-16-32,16 47,16-47,-16-16</inkml:trace>
  <inkml:trace contextRef="#ctx0" brushRef="#br0" timeOffset="61396.1699">18925 8466,'0'0,"31"47,0 0,48 63,-48-16,32 0,-48-94,-15-62,47 14,-47 1,48-78,-48 47,47 31,-47 15,0 48,31-16</inkml:trace>
  <inkml:trace contextRef="#ctx0" brushRef="#br0" timeOffset="62630.8831">19520 8623,'0'-16,"-15"-15,-17-16,1 47,0 0,-32 63,63-1,-31 32,31-31,0-31,31-32,-31 31,31-31,1 0,-32-16,31-15,16-48,-47 48,31 0,-31-1,0-15,32 16,-32 78,0-16,0 32,47 0,-16-32,0-31,1 0,15 0,16 0,-63-47,31-63,-31 63,0-31,0-16,0 0,0 31,0-15,0 46,0 1,-16 31,16 16,-31 15,31 32,0-1,0 17,0 15,0 0,0-31,0-1,0-46,0 15,16-31,-16 32,47-32,-16 0,0 0,1 0,-1 0,0-16,1-31,-32 0,0-16,0 16,0 63,0 15,0 32,0-32,0 1,0-1,31 1,0-1,17-31,-48-16,47-15,-47-1,31 1,-31 0,31-32,-31-15,32 46,-48 64,16 15,0-16,0 0,0 1,0 15,0-16,31-31,-31 32,47-32,0 0,-15 0</inkml:trace>
  <inkml:trace contextRef="#ctx0" brushRef="#br0" timeOffset="63113.5352">20477 8576,'0'0,"0"16,0 15,0 0,15-31,17 0,15 0,-16 0,1-31,-1-16,-31-16,0 32,0 0,0-1,-31 32,-32 0,16 32,-16 30,32-15,31-15,0-1,0 0,0 16,0 0,15-47,-15 32,47-32,-15 0,-1 0,16 0,16 0,-16 0,-16 0,1-32</inkml:trace>
  <inkml:trace contextRef="#ctx0" brushRef="#br0" timeOffset="63422.7338">21120 8529,'15'0,"79"0,-62 0,-1 0,0 0,16 0</inkml:trace>
  <inkml:trace contextRef="#ctx0" brushRef="#br0" timeOffset="63763.8656">21057 8623,'0'0,"63"0,-16 0,0 0,78 0,-78 0,-15 0</inkml:trace>
  <inkml:trace contextRef="#ctx0" brushRef="#br0" timeOffset="67715.0724">22029 8451,'-31'0,"31"-32,-32 32,32-31,16 31,31 0,0 0,16 0,-48 0,17 0,-1 0,1 0,-1 0,-31 78,-31 16,31-15,0-17,-48 1,48-16,0-15,-31-32,31 31,0-47</inkml:trace>
  <inkml:trace contextRef="#ctx0" brushRef="#br0" timeOffset="69666.1033">15428 10066,'0'0,"-31"0,31 31,0 16,0 0,0-16,0 1,0-1,0-47,0-15,0 0,0-1,15-15,-15 16,32-32,-1 63,-31-31,32 31,-1 0,0 15,-31 17,32 31,-32-16,0-16,0 0,0 1,0 15,0-63,0 0,0-15,0 0,0-16,0-16,0 32,31-1,32 1,-16 31,-16 0,0 15,-31 17,0 31,32-32,-32 0,0 1,0-1,0 0,31-31,16 0,-47-31,63-16,-63 16,31-1,-31 1,0-16,32 15,-32 80,-16 14,16-30,0-1,16 0,-16 1,31-32,0 47,16-47,32 0,-79-16,31-31</inkml:trace>
  <inkml:trace contextRef="#ctx0" brushRef="#br0" timeOffset="69996.5344">16071 9752,'0'0,"-31"0,62 0,0 0,-31 16,0 15,-31-31,0 0,-16 0,15 0,64-16,-1 16,0 0</inkml:trace>
  <inkml:trace contextRef="#ctx0" brushRef="#br0" timeOffset="70536.1976">16196 9971,'16'0,"15"0,-31 63,32-31,-32 15,0-16,0 0,0 1,0-1,0-62,-16-32,16 32,0-1,16 1,31-1,-31 32,62-62,-47 30,1 32,-1 47,-31-31,0 15,0 1,0-1,0 1,0 30,0-15</inkml:trace>
  <inkml:trace contextRef="#ctx0" brushRef="#br0" timeOffset="71642.4432">16871 9830,'0'0,"-32"0,32 16,0 62,32 111,-32 46,0-141,31-16,-31-31,0-78,0-47,0-17,47 17,-47 15,0-15,0 15,0 16,0-16,-16 1,16 30,0 17,47 15,16-47,-32 47,1 0,-32 47,31 15,-31-15,-16 16,-31-63,16 47,0-47,-1 32,1-32,47 0,15-16,16 16,16-47,-16 0,0 15,16 32,-32-47,16 16,-47 0,0-1,0 48,-16 15,16 32,0-16,32 16,30-63,1 0,-32 0,1-63,-32 32</inkml:trace>
  <inkml:trace contextRef="#ctx0" brushRef="#br0" timeOffset="71965.5717">17388 9627,'0'0,"0"-32,31 32,1 0,-32 16,-47-16,15 31,-15-31,47-15,16 15,31 0,-16 0</inkml:trace>
  <inkml:trace contextRef="#ctx0" brushRef="#br0" timeOffset="72502.1587">17529 9815,'-31'0,"62"0,-62-16,46-15,17 31,-1-47,1 47,-1 0,16 0,-16 0,-31 47,0 15,0-15,-31 16,-32-32,63-46,0-32,32 0,-32-16,62 32,-15-1,-15 1,-1 0,-31 46,-16 17,-15 30,31-30,0-1,0 16,16-16,15-31,16 0,16 0,15-47</inkml:trace>
  <inkml:trace contextRef="#ctx0" brushRef="#br0" timeOffset="72949.9802">18031 9658,'0'0,"0"31,47-31,-16 0,16 0,0-15,-15 15,-1-47,-31 15,0 16,-31 16,-1 0,1 0,0 0,-1 32,1-1,0 1,31-1,-63 0,63 32,0-47,0 15,0 0,47 16,0-47,31 32,-15-32,15 0,-15-16,16-31,-17 16,-30-1,-32-15</inkml:trace>
  <inkml:trace contextRef="#ctx0" brushRef="#br0" timeOffset="73203.0791">18533 9407,'0'0,"0"31,0 32,0 15,0 64,0-80,0 17,0-32,0 15,0-30</inkml:trace>
  <inkml:trace contextRef="#ctx0" brushRef="#br0" timeOffset="73767.2761">19003 9548,'-31'0,"62"0,-62-31,31 46,47 48,-16-16,0 0,32 63,-63-79,31-31,-31 32,32-95,-32 16,31-16,16-78,-15 47,-32 63,0 46</inkml:trace>
  <inkml:trace contextRef="#ctx0" brushRef="#br0" timeOffset="75278.8756">19552 9658,'0'-16,"-16"-31,-15 16,-16 31,15 0,1 0,0 0,31 15,-47 17,47-1,-32 16,32-31,0 15,0 1,0-1,63-31,-32 0,16-16,-15 16,-32-47,47 16,-47 0,31-16,-31 31,0-16,31 32,-46 32,15-1,0 1,0-1,15 0,-15 1,47-32,-15 31,-1-31,1 0,-32-16,62-15,-62 0,32-16,-32-16,0 16,0-16,0-15,0 15,0-15,0 46,-16 32,-15 0,31 16,-32 47,32-1,0 1,0 15,0-15,16 16,-16-32,63 0,-32-16,16 0,0-31,16-15,-16-48,-47 32,31-32,-31 16,0 0,0 15,31 1,-31 47,-15 15,15 0,0 1,0-1,0 1,0-1,0-15,15-16,-15 31,32-31,31-31,-63-1,47 1,-47-16,31-16,-31 32,0-1,31 1,-31 0,-15 31,15 47,0-32,0 17,-32 15,32-32,0 48,0-31,16-32,31 0,63 0,-79 0,-31-16,31 16,-31-63,0 47,0-15,0 0,0-1,-15 32,-17 0,1 0,0 32,31 46,-32-46,32-1,0 0,0 1,0 15,63-47,-16 31,-16-31,1 0,-1 0,1 0,-1 0,0-16</inkml:trace>
  <inkml:trace contextRef="#ctx0" brushRef="#br0" timeOffset="75583.6849">21041 9548,'0'16,"16"-16,31 0,-16 0,32 0,-32 0,16-32</inkml:trace>
  <inkml:trace contextRef="#ctx0" brushRef="#br0" timeOffset="75833.5684">20979 9627,'47'47,"-16"-47,16 0,0 0,31 0,-46-32,30 32,-30-31</inkml:trace>
  <inkml:trace contextRef="#ctx0" brushRef="#br0" timeOffset="77818.6797">21731 9454,'0'0,"-31"0,-32 0,47 0,16 16,-31-16,31 47,-47 0,47 0,0 16,31-16,16-16,16-31,0 0,0-16,-32 16,16-31,-47-16,31 47,-31-47,32 47,-32-47,0-16,0 47,0-15,0 0,-16-1,-31-30,0 62,16 0,-32 0,31 15,1-15,31 79,-47-48,47 47</inkml:trace>
  <inkml:trace contextRef="#ctx0" brushRef="#br0" timeOffset="87774.0212">14942 11022,'0'0,"0"-31,0 46,0 32,16 16,-16-16,0 0,0 31,0-46,0-64,0 1,31 0,-31-16,0-16,0 16,0 0,47 0,-47 16,16 31,15 0,1 0,-32 47,62 15,-62-15,47 0,-47 0,32 0,-32-31,0 15,-16-46,16-17,0 1,0-16,0 0,0 16,0-1,16 32,-16-47,31 47,16 0,-16 0,-31 16,0 31,0 0,0 16,0-48,0 17,0-1,0 0,0 1,32-32,-32 31</inkml:trace>
  <inkml:trace contextRef="#ctx0" brushRef="#br0" timeOffset="88257.7245">15789 11210,'0'-31,"-16"31,16-32,-31 32,31-47,-32 16,1 31,-16 0,-16 0,32 31,0 32,31-16,0 0,0 0,0 16,0-32,47-31,0 32,-16-32,-15 0,15 0,16-16,-16-31,-31 31,32-62,-32 62,0-15,0-1,0 1,0 47,0 15,0 16,0-16,31 17,0-17,17 0,-17-31,0 0,79 0,-79-31</inkml:trace>
  <inkml:trace contextRef="#ctx0" brushRef="#br0" timeOffset="89113.5278">16040 11147,'-32'0,"64"0,-64-31,48 0,62 31,-46-32,30 32,-15 0,-47 32,32-1,-32 0,0 1,0 15,0 15,-32-14,-30-1,62-16,0-62,0-1,15-31,-15 32,79-16,-48-16,1 16,-1 16,0 0,-31-1,-31 32,31 32,-31-32,31 62,-32-15,32-15,0 15,0-16,32 16,-1-47,0 32,1-32,15 0,-16 0,0 0,1 0,-32-48</inkml:trace>
  <inkml:trace contextRef="#ctx0" brushRef="#br0" timeOffset="89515.4455">16808 11179,'31'0,"48"0,15 0,0 0,0 0,-16 0,-31 0,-15-32</inkml:trace>
  <inkml:trace contextRef="#ctx0" brushRef="#br0" timeOffset="90497.9406">17717 10834,'0'0,"0"47,0 0,0 16,0-16,0-16,0 0,0 1,0 15,0-110,0 32,0-16,0 0,0 0,0 15,16 1,15-1,32 32,-16 0,16 16,-63 16,47-1,-47 0,31 1,-31-1,0 16,0-16,-15-31,15-15,0-17,0-15,0 16,0-47,31 46,32-15,-32 47,0 0,16 0,0 63,-47-16,0 16,32-16,-32 0,0 0,0-16,0 16,31-47,0 0,1-47,-1 16,-31-1,47-15,-47 32,0-17,0 1,0 0,0 46,0 17,0-1,0 16,0-16,0 1,47-1,0 0,0-31,16 0,-32-31,-31 0</inkml:trace>
  <inkml:trace contextRef="#ctx0" brushRef="#br0" timeOffset="90845.9091">18454 10693,'0'0,"0"-32,16 32,15 0,-31 16,-31-16,0 47,-1-47,-31 0,48 0,15-16,15-31,17 47,-17 0,17 0,-32 16</inkml:trace>
  <inkml:trace contextRef="#ctx0" brushRef="#br0" timeOffset="91662.4536">18642 10912,'0'0,"0"-31,0 47,63 15,-63 0,31 1,-31-1,32 32,-32-16,-16-63,16-15,0-1,0-15,0 0,0 16,0 0,63-1,0-15,-16 47,0 0,0 0,-16 0,0 0,1 31,-1 17,-31-17,0 0,0 1,0-1,0-15,0 15,-16-31,16 31,16-31,62 0,-30-31</inkml:trace>
  <inkml:trace contextRef="#ctx0" brushRef="#br0" timeOffset="92095.8102">20022 10583,'0'0,"-31"0,-16 78,-16 1,0-1,16-15,16 15,0-78,31 32,47-32,15 0,1 0,0 0,31 0,16 0,-32-16,-31 16,-16 0,-46 0,-32 0</inkml:trace>
  <inkml:trace contextRef="#ctx0" brushRef="#br0" timeOffset="92474.9528">19850 11147,'0'0,"62"0,32 0,0 0,1 0,14-47,-30 47,-32-31,-16 31,0 0,-31-31,0-1</inkml:trace>
  <inkml:trace contextRef="#ctx0" brushRef="#br0" timeOffset="92830.5008">21057 10505,'0'-32,"0"64,0-95,0 141,0 1,0-17,0 17,0-32,0 0,0-16,0 1</inkml:trace>
  <inkml:trace contextRef="#ctx0" brushRef="#br0" timeOffset="93246.3263">20634 10536,'0'0,"0"-16,15 16,64 0,15-62,172-33,-156 95,15-78,-46 78,-32 0,-47-16,31 16,-46 0,15 32</inkml:trace>
  <inkml:trace contextRef="#ctx0" brushRef="#br0" timeOffset="96284.9123">15930 12010,'0'0,"47"0,-16-32,1 32,30 0,-30 0,15-47,-16 47,-31 63,0 0,47 47,-47-48,0 17,0-32,0-16,0 0,0-46</inkml:trace>
  <inkml:trace contextRef="#ctx0" brushRef="#br0" timeOffset="96881.9672">16635 12104,'-31'0,"31"31,31-31,1 0,15 0,16 0,-32 0,16 0,-16-16</inkml:trace>
  <inkml:trace contextRef="#ctx0" brushRef="#br0" timeOffset="97632.3566">17278 11869,'0'-32,"-31"32,0 0,-1 0,-15 16,47 31,-31-47,31 78,0-15,0-32,15 1,-15-1,32-31,-32 32,31-32,1 31,15-31,15 0,-46 0,47-16,-32-15,-31-16,31 15,-31 1,0-16,0 16,0-32,-15 63,15-16,-32 16,32-31,-31 31,0 0,31-31,-32 31,-15 0,0 0,0 15,16 17,31-1,0 0,0 1,31-32</inkml:trace>
  <inkml:trace contextRef="#ctx0" brushRef="#br0" timeOffset="99073.5362">18360 11680,'-16'0,"-62"0,47 16,-16 16,0-32,-16 62,32-30,-1-32,32 31,-31-31,31 31,16-31,-16 32,31-32,32 0,-1 31,-15-31,47 0,-31-16,-32 16,1 0,-32-31,0 62,-16-31</inkml:trace>
  <inkml:trace contextRef="#ctx0" brushRef="#br0" timeOffset="99519.7055">18031 12167,'0'0,"-31"0,46 0,64 0,-17 0,32 0,-15 0,62-16,-94-31,-16 47,1 0,-48 0</inkml:trace>
  <inkml:trace contextRef="#ctx0" brushRef="#br0" timeOffset="100637.3766">18815 11790,'0'-31,"-32"31,32-31,0-1,32 1,15 31,0-32,0 32,0-31,-31 31,15 0,0 0,-31 16,0 31,-31 0,0-16,-48 48,17-32,46-47,47 0,32-16,-16 16,0 0,-16 0,1 0,-1 0,-31 16,0 15,31-31,-31 47,0-16,-15 1,15-1,-79 0,48 1,0-32,-1 47,1-47,0 0,-1 0,32-16,16-15</inkml:trace>
  <inkml:trace contextRef="#ctx0" brushRef="#br0" timeOffset="101126.4917">19411 11931,'0'0,"15"0,32 0,94 0,-46 0,14-47,-46 47,15 0,-31-31,-62 31</inkml:trace>
  <inkml:trace contextRef="#ctx0" brushRef="#br0" timeOffset="101605.9702">19865 11680,'-31'0,"47"0,15 32,32 15,-32-47,16 31,0-31,-16 0,1 32,-1-32,1 0,-32 31,0 0,-16-31,-15 47,-1-47,1 63,-1-32,-30 1,30-32,32 31</inkml:trace>
  <inkml:trace contextRef="#ctx0" brushRef="#br0" timeOffset="102491.3089">21010 11524,'0'0,"0"-47,0 15,0 1,0 15,-31 16,-32-47,31 47,-15 0,16 0,-16 0,47 16,0 31,0-16,31 79,32-47,-63-1,47 17,-47-16,0-1,0-30,0-17,0 17,31-32</inkml:trace>
  <inkml:trace contextRef="#ctx0" brushRef="#br0" timeOffset="102754.1226">20712 11822,'0'0,"47"-32,31 32,-15 0,16-47,-1 47,-31 0,-16 0,1 0,-1 0</inkml:trace>
  <inkml:trace contextRef="#ctx0" brushRef="#br0" timeOffset="105069.9438">21480 11728,'-15'0,"-17"-16,1 16,31-32,-47 32,-16 0,16 0,47 32,-47-1,47 1,0-1,0 0,0 16,31-47,1 0,-1 0,32 0,-32 0,1-31,15-16,-47-31,31 46,-31 1,0-1,0 48,0 47,0-32,0 1,16-1,31 32,-16-63,0 0,1 0,-32-16,31-15,-31-16,0-16,0 16,0 0,0 0,-16-32,16 17,-62-17,62 16,-32 32,32 47,0 31,0 16,0-16,0 15,47 17,-47 15,63 16,-16 46,-16-124,1-1,15-47,-47-15,47-94,16 46,-63 32,31 0,-31 16,0 46,0 17,0-1,31-31,-31 47,47-47,-15 32,15-32,15 47,-30-16,-32 0,-63 32,16-63,16 0,-1 0,64-16,-1 16,0-31,1 31,-1-31,32 31,-32-79,1 79,-32-47,31 47,-31-63,0 16,-16 0,-31 16,0 31,0 0,47 31,-31 1,31-1,0 0,0 32,0-31,47 15,-16-47,1 0,15 0,-16 0,0 0,16 0,-15 0,-1 0,0 0,1 0,-1 0,0 0,1-16</inkml:trace>
  <inkml:trace contextRef="#ctx0" brushRef="#br0" timeOffset="105603.4773">22970 11649,'31'0,"16"0,32 0,15 0,0 0,-32 0,1 0,-63-31,16 31,-16-32</inkml:trace>
  <inkml:trace contextRef="#ctx0" brushRef="#br0" timeOffset="105895.5236">23330 11477,'16'0,"47"0,-16 15,0-15,-16 32,1-32,-32 47,0 0,0 15,-63 1,-31-31,62-1</inkml:trace>
  <inkml:trace contextRef="#ctx0" brushRef="#br0" timeOffset="106346.1363">24412 11147,'0'0,"0"-62,0 46,0-15,0-1,-15 32,-17 0,-31 0,16 16,-31 47,15-16,32 15,31-46,-31 31,31 0,15-47,17 32,15-32,0 0,31 0,-15 0,15 31,-15-31,0 0,-63 31,31 1,-62-1,15-31,-47 63,1-63,-95 31,94-31,16 0,16 0,31-16</inkml:trace>
  <inkml:trace contextRef="#ctx0" brushRef="#br0" timeOffset="106691.7516">24616 11351,'0'0,"-31"0,31 47,0 47,0 0,0 32,0-16,0-16,0-32,0 17,15-48,-15 0,0-62,47-47,-15-48</inkml:trace>
  <inkml:trace contextRef="#ctx0" brushRef="#br0" timeOffset="107510.6967">24616 11508,'0'0,"0"-31,63-1,-16 32,0-47,0 47,-16 0,1 0,-1 47,-31 0,0 0,-31-47,-1 47,1-47,0 63,-1-63,1 0,-16 0,78-16,48-31,-1 16,0-16,1 16,-32-1,-16-15,-31 0,47 0,-47 0,0-16,0 1,-31-17,31-15,-63 16,63 46,-31 95,31-16,0 0,0 0,0 32,0-17,0 32,0 1,31 14,-31-30,31-32,-31-16,32 0,-1-31,0 0,1 0,-1-31,1 31,-1-63,0 1,-31-1,0 47,0 48,0 15,0-16,0 0,0 1,32-1,-32 0,31-31,0 0,32-47,-63 16</inkml:trace>
  <inkml:trace contextRef="#ctx0" brushRef="#br0" timeOffset="107812.8885">25322 11257,'0'0,"0"-16,31 16,0 0,1 0,-32 16,-16 15,-15-31,31 32,-63-32,32 0,31-32,47 32</inkml:trace>
  <inkml:trace contextRef="#ctx0" brushRef="#br0" timeOffset="108229.3429">25572 10881,'0'0,"0"-32,0 64,0 46,0-15,0 15,32 1,-32-17,0 17,31 62,-31-94,0 0,0-16,0 1,32-32,-32 31,31-31,16 0,-16 0,1 0,-1-31,-31-1,63 1,-63 0,0-32</inkml:trace>
  <inkml:trace contextRef="#ctx0" brushRef="#br0" timeOffset="108425.3229">25651 11336,'0'0,"16"0,46 0,64-32,-95 32,0-31,1 31</inkml:trace>
  <inkml:trace contextRef="#ctx0" brushRef="#br0" timeOffset="109287.1532">26121 11383,'32'0,"30"0,32 0,0 0,48 0,-80 0,-15 0,-15 0</inkml:trace>
  <inkml:trace contextRef="#ctx0" brushRef="#br0" timeOffset="109652.4719">26592 11194,'0'0,"15"0,17 0,15 0,-47 16,31-16,-31 31,31-31,-31 47,0 32,0-48,-31 16,-32-15,16 15,0-47,0 47,16-47,31 31</inkml:trace>
  <inkml:trace contextRef="#ctx0" brushRef="#br0" timeOffset="110329.302">27250 10944,'0'0,"-31"0,31-32,0 79,-47 47,47-31,-32 15,32-31,-47 16,47-31,0-1,0-15,63-32,-32 16,16 0,16 0,-16 0,0 0,-15 0,-1 0,-31 16,31-16</inkml:trace>
  <inkml:trace contextRef="#ctx0" brushRef="#br0" timeOffset="110620.1464">27344 11210,'0'0,"0"63,0-16,0 0,0 94,0-78,0 15,0-31,0-15,0-1,0 0</inkml:trace>
  <inkml:trace contextRef="#ctx0" brushRef="#br0" timeOffset="111988.8701">28018 11069,'0'0,"0"-31,-62 31,62-32,-16 32,-15 0,-1 0,-30 0,30 79,-15 30,47-30,0-16,0-1,0 1,47-16,-15-16,15-31,-16 32,16-32,31 0,1-32,-1-30,-31-1,0 16,-47-32,32-15,-32-31,0 0,0 46,-16 48,-31-16,16 47,-16 0,-32 0,1 15,31 17,0 15,0 0,47 0,0 0,0-16,0 32,15-63,-15 31,32-31,15 0,15 0,-15 0,-47 16,32-16,-32 31,31 32,-31-32,0 1,32-1,-32 16,31-47,-31 32,31-32,1 0,-1 0,0 0,1 0,15-16,-16-47,-31 32,0-16,0 15,31 32,-31-31,0 62,-15 16,15 32,0-16,15-32,17 0,-1-31,48-31,-17-32,-30 32,15-16,-47-16,47 16,-47 0,0 16,0 46,-16-15,16 47,0-15,0-1,0 0,0 17,16-17,31-31,-16 0,32 0,-16 0</inkml:trace>
  <inkml:trace contextRef="#ctx0" brushRef="#br0" timeOffset="112545.1229">29147 11336,'0'-16,"32"-16,-32-30,-32 15,1 15,0 32,-32 0,31 32,-15-1,47 0,-47 16,47-15,0-16,0 15,47 32,-31-63,15 0,32 0,-31-16,15-47,-47 16,0 16,31-1,-31 1,0 0,0 46,-16-15,16 79,0-64,0 17,0-1,32 32,30-63,48 0,-63 0</inkml:trace>
  <inkml:trace contextRef="#ctx0" brushRef="#br0" timeOffset="114612.5533">29539 11304,'-15'-125,"30"250,-30-282,-17 157,-15 0,16 0,-1 0,1 16,0 15,31 16,-32 16,32-16,0 0,16-15,15-1,1-31,15 0,31-16,-46-15,-32-16,47-16,-47-31,0 16,0-1,47-30,-47-48,0 16,0 78,-16 32,-15 62,31 0,0 48,0 15,0 31,15-15,-15 78,47-62,-47-95,0 0,32-31,15 0,-16 0,16-47,16 16,-32-16,1-16,-32 16,31 16,-31-1,-16 32,-62 0,46 16,1 15,31 1,0-1,0 0,31-31,1 0,-32 32,31 15,-31 0,0 16,0-32,0-15,126-16,-79 0,15-32,-15 32,-15-47,-1 16,-31 0,0-32,31 16,-31 15,0 1,-31 0,0 31,-16 0,0 0,15 15,32 17,-47-1,47 0,0 1,0-1,16-31,-16 32,31-32,1 0,15 0,-47-16,62-31,-30-32,-1 48,-31 0,0-1,0 64,0 30,0 32,0-46,32-17,-1 16,0-47,1 0,15 0,0-31,-47-16,47-1,-47-77,0 62,0 1,0 30,-16 32,-15 0,31 47,0-15,0 15,0 0,0 0,15 47,-15-78,0-48,0 1,0-63,0 47,0 15,32 32,-32-31,31 31,16 0,-16 0,1 31,-32 16,31 16,-31-16,0 0,47 16,-47-47,32 31,15-94,-47 15,62-46,-62-1,0-15,0-94,0 63,-31-16,31 47,0 31,0 32,-31-17,31 33,0 46,0 1,0-1,0-15,0 46,0 1,0 31,0-16,0 17,0-33,0 17,0-17,0-15,0 0,0-15,15 30,32-62,-15 0,30 0,-30 0,-1-47,-31 16,47 0</inkml:trace>
  <inkml:trace contextRef="#ctx0" brushRef="#br0" timeOffset="115205.0555">30809 10897,'79'0,"-17"0,-15 0,0 0,0 0,1 0,14 0,-30 0,-32-32,-47 32,47 16,-47 31,15 16,32-48,16 32,15-47,79 0,-63 0,-16 0,1 0,-1 0,-31 32,0-17,0 17,-63-32,32 62,-16-62,16 0,-1 32,-30-32,46 0,16-16</inkml:trace>
  <inkml:trace contextRef="#ctx0" brushRef="#br0" timeOffset="119933.0236">27234 16227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38:04.9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8388 3512,'-15'0</inkml:trace>
  <inkml:trace contextRef="#ctx0" brushRef="#br0" timeOffset="7483.4232">7871 3590,'-16'0,"16"31,0 1,0-1,0 1,0-1,0-15,0 15,0 0,0 1,0-1,0 0,0 1,0-1,0 16,0-16,0 1,0 15,0 0,0 16,0-48,0 17,16 15,-16-32,0 17,0-1,0 0,0 1,0-1,0 16,0-15,0-1,0 0,0 1,0-1,0 0,0 1,0-1,0 0,0-15,0 15,0 1,0-1,0 1,0-1,0 0,0 1,0-1,0 0,0 1,0-1,0-15,0 15,0 0,0 1,0-1,0 1,0-1,0 0,0 1,0-1,0 0,0 1,0-17,0 17,0-1,0 0,0 1,0-1,0 0,0 1,0-1,0 1,0-1,0 0,0 1,0-17,0 17,0-1,0 0,0 1,0-1,0 0,0 1,0-1,0 1,0-1,0 0,0-15,0 15,0 1,0-1,0 0,0 1,0-1,0 0,0 1,0-1,0 1,0 15,0 0,0-16,0 16,0 0,0 16,0-32,0-15,0 15,0 0,0 1,0-1,0 1,0-1,0 0,0 1,0-1,0 0,0 1,0-1,0 16,0-16,0 1,-16-32,16 15,0 17,0-1,0 1,0-1,0 0,0 1,0-1,0 16,0-16,0 1,0-1,0 0,0 1,0-1,0 16,0-15,-31-1,31 0,0 1,0-17,0 17,0-1,0 0,0 1,0-1,0 0,0 1,0-1,0 1,0-1,0 0,0 16,0 0,0 0,0 0,0-15,0-1,0 0,0 1,0 15,0-16,0 1,0-1,0 0,0 1,0-1,0 0,0 1,0-1,0-15,0 15,0 1,0-1,0 0,0 1,0-1,0 0,0 1,0-1,0 16,0 0,0 0,0 16,0-16,0-16,0 16,0 0,0 0,0 0,0 16,0-16,0 0,0 0,0 0,0 16,0-16,0 0,0 0,-32 16,32-16,0 0,0 0,0 0,0 16,0-16,0-16,0 16,0-16,0 1,0-1,-31 1,31-17,0 17,0-1,0 0,0 1,0-1,0 0,0 1,0-1,0 0,0 1,0-1,0-15,0 47,0-32,0 16,0 0,0 0,0 0,0-16,0 1,0-1,0 0,0 1,0-1,0 1,0-1,0 0,0 1,0-1,0-15,0 15,0 0,0 1,0-1,0 16,0 16,0 31,0-63,0 16,0-15,0-1,0 16,0 0,0 16,0-16,0 0,0 0,0 0,0 16,0-16,0 0,0-16,0 16,0 0,0 0,0-15,0-1,0 0,0 16,0-15,0-1,0 16,0 16,0-16,0 0,0 0,0 16,0-16,0 0,0 0,0 0,0-16,0 16,0 32,0-17,0 1,0-16,0 16,0-1,0-30,0-1,0 1,0-1,0 0,0 16,0 0,0 0,0 16,0-16,0 0,0 0,0 0,0 16,0-16,0 0,0 0,0 0,0 31,0-15,0 0,0-16,0 0,0-16,0 1,-31-1,31 0,0 1,0-1,0 1</inkml:trace>
  <inkml:trace contextRef="#ctx0" brushRef="#br0" timeOffset="18056.648">862 9172,'16'0,"0"0,-16 31,31-31,0 0,1 0,-1 0,0 0,1 0,-1 0,1 0,15 0,-16 0,0 0,1 32,-1-32,0 0,1 0,-1 0,0 0,-15 0,16 0,-1 0,0 0,1 0,-1 0,0 0,1 0,-1 0,16 0,-16 0,1 0,-1 0,0 0,1 0,-1 0,-15 0,31-16,-16 16,-15 0,15 0,1 0,-1 0,0 0,1 0,-1 0,0 0,1 0,15 0,-16 0,1 0,-1 0,0 0,16 0,0 0,0 0,-15 0,15 0,16 0,-32 0,16 0,-16 0,1 0,-1 0,-15 0,15 0,0 0,1 0,-1 0,0 0,16 0,1 0,14 0,-30 0,-1 0,0 0,1 0,-1 0,0 0,16 0,0 0,32 0,-48 0,1 0,-17 0,17 0,-1 0,0 0,32 0,-16 0,-16-31,1 31,-1 0,1 0,-1 0,16 0,0 0,-16 0,1 0,-1 0,0 0,1 0,-1 0,0 0,16 0,1 0,14 0,-46 0,47 0,-16 0,0 0,-16 0,32 0,-32 0,0 0,1 0,-1 0,-15 0,15 0,1 0,-1 0,16 0,-16 0,1 0,-1 0,0 0,1 0,15 0,-16 0,1 0,-1 0,0 0,1 0,-1 0,0 15,1-15,-1 0,0 0,16 0,16 0,-16 0,-15 0,15 0,-16 0,0 0,32 0,0 0,-16 0,-16 0,32 0,-32 0,1-15,-1 15,0 0,1 0,-1 0,16 0,0 0,0 0,-16 0,32 0,0 0,-32 0,1 0,-1 0,16 0,-16 15,1-15,-1 0,0 0,1 0,31 0,-32 0,0 0,16 0,-15 0,-1 0,16 0,-16 0,32 0,-16 0,0 0,0 0,0 0,16 0,-16 0,0 0,-47 32,78-32,-46 0,-1 0,16 0,0 0,-47 31,63-31,-47 0,78 0,-63 0,0 0,32 0,-16 0,32 0,-64 0,17 0,-1 0,0 0,1 0,-1 0,0 0,1 0,-1 0,16 0,0 0,0 0,16 0,-16 31,0-31,0 0,16 0,-16 0,0 0,0 0,-16 0,48 0,-48 0,32 0,-32 0,0 0,1 0,-1 0,0 0,1 0,-1 0,-15 0,15 0,1 0,-1 0,0 0,1 0,-1 0,0 0,1 0,-1 0,0 0,32 0,-31 0,-1 0,0 0,1 0,-1 0,0 0,1 0,-17 0,17 0,30 0,-30 0,15 0,-16 0,16 0,47 0,-47 0,16 0,-16 0,0 0,0 0,0 0,16 0,31 0,-47 0,63 0,-16 0,-16 0,1 0,-17 0,-15 0,0 0,0 0,1 0,-17 0,32 0,-16 0,15 0,32-15,16 15,-63 0,0 0,0 0,0 0,16 0,-16-32,0 32,0 0,0 0,16 0,-16-47,0 47,31 0,-31 0,47 0,-31-31,-16 31,0 0,0 0,16 0,-16 0,0-32,0 32,16 0,31 0,-47 0,0-31,16 31,-16 0,-16 0,16 0,0 0,63 0,-63-47,0 47,-16 0,1 0,-1 0,0 0,1-31,-1 31,16 0,63-32,-16 32,16 0,-63 0,16 0,78-31,-79 31,-15 0,0 0,63 0,-47 0,0 0,78 0,-63-47,1 47,-17 0,17 0,-17 0,64 0,-32 0,16 0,-63 0,47 0,-32 0,1 0,0 0,0 0,-32-31,0 31,1 0,-1 0,0 0,-31-32</inkml:trace>
  <inkml:trace contextRef="#ctx0" brushRef="#br0" timeOffset="66996.6262">1176 6303,'-31'0,"31"31,0 16,0 31,-32 1,32-17,0 17,-31-32,31-16,0 1,0-48,0-15,0-1,16-15,-16 0,0-16,0 16,0 16,0 0,31 31,-31-47,0 0,0 15,0 1,0 0,31 31,-31-32,32 32,-1 0,16 47,16 32,-32-48,-31 0,31 16,-31 16,0-47,0 46,0-30,0-1,0-15,-15 31</inkml:trace>
  <inkml:trace contextRef="#ctx0" brushRef="#br0" timeOffset="67495.5718">1145 6600,'31'-47,"0"47,1 0,-1-31,0 31,1 0,-1 0,-31-31</inkml:trace>
  <inkml:trace contextRef="#ctx0" brushRef="#br0" timeOffset="70298.7241">13703 6632,'0'47,"0"0,0 0,0 0,0 0,0 16,0-48,0 17,0-48,0-31,0 16,0-1,0 17,-31-32,31 15,0-15,0 16,0 0,0 15,16 16,15-47,0 47,1 0,-32-32,47 32,-16 0,-31 16,32-16,-32 63,0-16,0 0,0 0,-16-47,-15 63,-1-63,1 47,-32-16,47-31,32-16,31 16,-47-31,47 31,0 0,16 0,-16 0,0 16,-16 15,-31 32,0-32,-15 16,-17-15,1-1,-16-31,0 63,16-63,-16 0,15 0,32-16,0-15,16-1</inkml:trace>
  <inkml:trace contextRef="#ctx0" brushRef="#br0" timeOffset="71643.6263">1254 12323,'0'-31,"0"0,0-1,-31 32,0 0,-1 0,1 0,31 16,-31-16,31 31,-32-31,32 47,-31 32,31-48,0 47,0-62,15 63,-15-64,32 32,-1-15,16-32,32 0,-48 0,0 0,16 0,-47-16,47 16,-15-31,-32-1,-16 32</inkml:trace>
  <inkml:trace contextRef="#ctx0" brushRef="#br0" timeOffset="74189.8337">13939 11963,'0'0,"0"-16,0 47,0 16,0 0,0 0,0 16,0-16,-32-15,32-1,0-62,0-1,16 32,-16-47,31 47,-31-31,32 31,-1 16,-31 15,31-31,1 31,-1-31,0 0,-31-15,32 15,-32-47,31 15,-31 1,0-1,0 1,0 0,0-1,0 1,0 0,0-1,-15 1,-33-16,-14 0,15 47,47-31,-32 31,-15 0,0 31,16-31,31 31,-31-31,31 32,-32-32,32 15,-31 32,31-31,0 15,0 1,0-1,16-31,-16 31,15-31,48 0,-32 0,1 0,15 0,-16 0,16 0,0-15,-16 15,17 0,-48-32</inkml:trace>
  <inkml:trace contextRef="#ctx0" brushRef="#br0" timeOffset="81135.7932">16510 3935,'0'78,"-47"1,47 31,0-48,0 17,0-17,0-15,0-15,0-1,0-47,0-31,16 16,-16 0</inkml:trace>
  <inkml:trace contextRef="#ctx0" brushRef="#br0" timeOffset="81639.5051">16479 4249,'0'-47,"0"15,-16 1,16 0,0-1,0-15,0 16,0-1,31-30,32 30,-32 32,1 0,30 16,-62 15,48 1,-48 30,0-15,0-15,0-1,0 1,-32-32,-15 62,16-62,-1 63,-15-63,47 31,0-46,16-17,15 32,-31 32,0-1,32 0,-32 1,0-1,31 0,-31 1,31-32,-31 31,32-31,-1 0,1 0,-1 0,-31-47</inkml:trace>
  <inkml:trace contextRef="#ctx0" brushRef="#br0" timeOffset="82057.4261">16792 4327,'-31'16,"31"15,0 0,16-31,46 0,-30 0,-1 0,0-31,16-32,-47 16,0 0,-15 16,-17 31,1 0,0 0,-1 16,-46 62,78-47,-63 1,63-1,0 16,0-16,0 1,47 31,-15-63,15 0,15 0,17 0,-17 0,111-32</inkml:trace>
  <inkml:trace contextRef="#ctx0" brushRef="#br0" timeOffset="82807.1486">17372 4343,'0'0,"-15"-32,-17 1,1 0,0 31,-1 0,1 0,31 31,-47 0,47 1,0-1,0 16,31-47,1 0,-1 0,16-31,-16-16,-31 15,0 48,0 15,0 16,0 0,0 16,47 47,-47 15,0 1,0-1,47-15,-47-63,0-16,-15 1,-17-32,32-16,-62-62,62-95,0 79,0 0,31-16,0 32,16 31,-15 0,-32 15,31 32,-31-62,31 30,-31 64,0-1,0 32,0-32,0-15,32 31,-32-31,47-16,16 0,-1-63,-62 31</inkml:trace>
  <inkml:trace contextRef="#ctx0" brushRef="#br0" timeOffset="83100.6873">17592 4170,'0'0,"47"-31,0 31,-47 16,-16-16,-15 0,0 31,-1-31,64 0</inkml:trace>
  <inkml:trace contextRef="#ctx0" brushRef="#br0" timeOffset="83511.193">17890 4311,'0'0,"-32"0,-15 0,47 32,-47-1,47 0,0 1,0 46,47-46,-15 15,-1-47,0 0,-31-47,32 15,-32 1,0-1,0 1,0 0,0 15,-16-31,-47 47,1 0,30 0,1 16,31 15,0 0,16-31</inkml:trace>
  <inkml:trace contextRef="#ctx0" brushRef="#br0" timeOffset="83977.0404">17984 4358,'0'-31,"0"62,0 1,31-1,-31 0,32 16,-32-31,0 47,0-110,0 31,0-15,0-1,0 1,0-16,31 0,47 47,-46 0,-1 0,16 0,-47 16,31 15,-31 0,0 1,0-1,0 0,-15 32,-17-31</inkml:trace>
  <inkml:trace contextRef="#ctx0" brushRef="#br0" timeOffset="84541.7797">18783 4249,'0'0,"0"-32,-62 95,62 0,-32-16,32 0,0 0,0-16,-31 1,31-64,0 1,0-16,0 0,16-32,-16 17,0-1,31 32,-31-1,0 1,31 31,1 0,-1 0,0 31,-31 16,32 0,-32 0,47 16,-47-16,0-16,0 1,0-1,0 0,-16-31,-15 0</inkml:trace>
  <inkml:trace contextRef="#ctx0" brushRef="#br0" timeOffset="84768.1819">18658 4343,'16'0,"31"0,31 0,-31-16,0 16,16 0,-32 0,1 0</inkml:trace>
  <inkml:trace contextRef="#ctx0" brushRef="#br0" timeOffset="85156.2393">17623 4954,'-31'32,"62"-64,-31 64,63-32,15 0,32 0,63-32,-17 32,-62 0,-15-47,-32 47,-16 0,-78 0</inkml:trace>
  <inkml:trace contextRef="#ctx0" brushRef="#br0" timeOffset="85457.5229">17686 5033,'0'0,"16"0,46 0,1 0,31-16,47 16,16-47,-32 47,-46 0,-32-32,0 32,-16 0,-46 0,-17 0</inkml:trace>
  <inkml:trace contextRef="#ctx0" brushRef="#br0" timeOffset="86873.448">17043 5785,'0'0,"-31"-31,31 46,0 17,0-1,0 1,0-1,0-15,15-16,-15-32,0 1,32-63,-32 78,47-31,-16 16,1 31,30 0,-62 15,47-15,-47 47,32-15,-32-1,31-31,-31 63,0-32,0-15,-16-16,16-31,0-1,0 1,32-1,-32 1,47-16,-16 16,0 31,1-32,15 32,0 47,-47-31,0 15,31 16,-31-31,0 16,0-1,-15 0,-33 32</inkml:trace>
  <inkml:trace contextRef="#ctx0" brushRef="#br0" timeOffset="87454.4296">17952 5801,'0'-16,"16"16,-16-31,0-1,0 1,-16 31,-31 0,-15 0,30 0,-15 47,47-16,-47 17,47-17,0 0,0 1,0-1,32 0,15-31,15 0,-62-15,47-17,-47 1,47 0,-47-1,48 1,-48-16,0 15,0 48,0 0,0 15,0 1,31-1,0 32,16-63,-15 31,-1-31,16 0,16-16</inkml:trace>
  <inkml:trace contextRef="#ctx0" brushRef="#br0" timeOffset="88097.6588">18188 5722,'0'0,"31"-47,0 47,1-31,46 31,-31 0,-15 47,-32 16,0-32,0 1,0 15,-16-16,16 0,-47-31,15 0,32-31,0 0,0-32,16 31,47-15,-16-15,-16 62,-31-32,32 32,-32-31,-16 31,16 16,-31 31,31-32,0 17,0-1,0 0,0 1,15 15,17-47,-1 31,16-31,-16 0,32-31,-32 31</inkml:trace>
  <inkml:trace contextRef="#ctx0" brushRef="#br0" timeOffset="88395.3077">18972 5691,'62'0,"-46"0,15 0,1 0,-1-16,0 16</inkml:trace>
  <inkml:trace contextRef="#ctx0" brushRef="#br0" timeOffset="88815.6011">19003 5785,'16'0,"15"0,0 0,1 0,-1 0,0 0,16 0,-47-16,32 16,-48 0</inkml:trace>
  <inkml:trace contextRef="#ctx0" brushRef="#br0" timeOffset="90308.5492">19661 5283,'32'0,"15"0,0 0,0 0,-16 0,1 0,-1-47,32 47,-63-31,31 31,-31 16,-31 46,31-30,0-1,0 16,0 0,0 0,0 0,0 16,0-16,-32-47</inkml:trace>
  <inkml:trace contextRef="#ctx0" brushRef="#br0" timeOffset="92122.3797">17498 6616,'0'0,"-32"0,32 47,0 0,0 16,0-32,16 1,-16-1,0 0,0-78,0 16,0 15,0-15,0-32,0 48,0-17,0 1,31 31,-31-32,32 32,-1 0,16 16,-47 16,32 15,-32 15,31-30,-31 15,0-79,0 1,0 0,0-1,0 17,31-48,16 31,-15 32,-32 16,31-16,-31 47,0-15,31-1,-31 0,0 1,0-1,0 0,0 1,32-32,-32-47,62 15,-62 1,48-16,-17-16,-31 16,31 16,-31 46,0 17,0-1,-15 1,15-1,0 0,0 1,15-1,48 0,0-31,-32 0,47-47,-78 16</inkml:trace>
  <inkml:trace contextRef="#ctx0" brushRef="#br0" timeOffset="92461.127">18094 6365,'0'0,"0"-31,15 31,17 0,-32 16,0 31,-32-47,1 31,0-31,-16 0,15 0,32-16,0-15,16 31,47-31,-1 31</inkml:trace>
  <inkml:trace contextRef="#ctx0" brushRef="#br0" timeOffset="93014.6149">18313 6600,'0'0,"0"-15,16 15,15 0,0 63,-31-32,0 0,0 63,0-31,0-32,0-46,0-17,0 1,0 0,0-1,0 1,32 0,31-1,-32 32,0-31,1 31,-1 0,0 16,-31 15,32 32,-32-32,0-15,0 15,-16 32,16-32,-31-31</inkml:trace>
  <inkml:trace contextRef="#ctx0" brushRef="#br0" timeOffset="93345.9889">19097 6679,'63'0,"-32"0,0-31,1 31,15 0,-47-32</inkml:trace>
  <inkml:trace contextRef="#ctx0" brushRef="#br0" timeOffset="93690.0175">19019 6773,'0'0,"62"31,-30-31,15 0,0 0,0 0,16-15,-32 15</inkml:trace>
  <inkml:trace contextRef="#ctx0" brushRef="#br0" timeOffset="95400.0341">19881 6381,'0'47,"0"16,0 15,0-31,0 0,-16-15,16 15,16-47,31 0,0 0,16 0,-16 0,-16 0,1 0,-48 0</inkml:trace>
  <inkml:trace contextRef="#ctx0" brushRef="#br0" timeOffset="96277.495">20100 6616,'0'16,"0"31,0 0,0 0,0 16,0-16,0 15,0-30,0-1,0 0,0 1,-31-32</inkml:trace>
  <inkml:trace contextRef="#ctx0" brushRef="#br0" timeOffset="98729.5422">17984 7682,'-32'-15,"48"15,31 0,16 0,-16 0,-16 0,1 0,15 0,-47 47,0-16,0 0,0 16,0-15,0-1,0 16</inkml:trace>
  <inkml:trace contextRef="#ctx0" brushRef="#br0" timeOffset="99068.892">18470 7776,'63'0,"-16"0,0 0,-16 0,0 0,32-15,-79 15</inkml:trace>
  <inkml:trace contextRef="#ctx0" brushRef="#br0" timeOffset="99555.8687">19175 7557,'-31'16,"31"15,-31 0,31 32,-63-32,63 1,-31-32,31 31,15-31,48 0,-16 0,-16 0,1 0,-1-16,16 16,-15 0,-32-31</inkml:trace>
  <inkml:trace contextRef="#ctx0" brushRef="#br0" timeOffset="99847.8995">19301 7620,'-31'0,"31"15,0 17,0-1,0 16,0 0,0-16,0 1,0-1,0 1,31-80</inkml:trace>
  <inkml:trace contextRef="#ctx0" brushRef="#br0" timeOffset="100319.3791">19834 7463,'0'0,"-63"78,32-46,0-1,31 0,-32 1,32-1,16-31,-16-16,47 16,-16 0,1 0,-17 0,17 0,30 0</inkml:trace>
  <inkml:trace contextRef="#ctx0" brushRef="#br0" timeOffset="100702.8535">19614 7839,'0'0,"0"31,47-31,32 0,-16 0,15 0,-15 0,-16-31,-16 31,0 0,-46 0</inkml:trace>
  <inkml:trace contextRef="#ctx0" brushRef="#br0" timeOffset="102508.7577">20289 7478,'-32'0,"32"-31,0 0,16 31,15 0,1-32,-1 32,0 0,1 0,15 0,-16 0,-31 16,-16 31,16-16,-62-31,62 48,-32-48,32 31,-31-31,31 31,-16-31,16 32,-31-32,47 0,15-16,0 16,16 0,-15 0,-1 0,-31 16,32-16,-32 31,15-31,-15 31,0 1,0-17,0 17,-47 15,0-47,47 15,-31-15,-16 0,15 0,1 0,0 0</inkml:trace>
  <inkml:trace contextRef="#ctx0" brushRef="#br0" timeOffset="105568.7395">18815 8357,'0'0,"0"78,31 0,-31-15,0 15,0-31,0 32,0-32,0-16,32-31,15 0,-16-15,16 15,16 0,-1 0,1 0,0 0,-32 0,-31-32,32 32</inkml:trace>
  <inkml:trace contextRef="#ctx0" brushRef="#br0" timeOffset="105929.4145">19270 8670,'-32'0,"48"0,31 16,0-16,-16 31,1-31,-32 31,0 1,0-1,-16 16,-15-15,-1-1,1 16,-32-16,63-62,47-16</inkml:trace>
  <inkml:trace contextRef="#ctx0" brushRef="#br0" timeOffset="106343.9558">19865 8482,'0'47,"0"-16,0-15,0 15,0 1,0-1,0 16,0-16,-31-31</inkml:trace>
  <inkml:trace contextRef="#ctx0" brushRef="#br0" timeOffset="106913.4587">19630 8466,'-16'0,"16"-31,79 0,-32 31,0-32,16 32,-16 0,15 0,-62-31,32 31,-1 0</inkml:trace>
  <inkml:trace contextRef="#ctx0" brushRef="#br0" timeOffset="109665.8073">17404 10003,'0'0,"-32"0,32 15,0 80,0-33,0 17,0-17,0-15,0-15,0-1,0-47,0-15,0 0</inkml:trace>
  <inkml:trace contextRef="#ctx0" brushRef="#br0" timeOffset="110132.9755">17372 10050,'-31'0,"62"0,-62-32,31 1,0 0,16 31,46-63,-15 63,0-31,16 31,-16 0,-15 0,-32 31,31 0,-31 1,0-1,0 0,-63 32,-47 47,63-79,0 1,32-32,15 31,0-47,31 16,16 47,-47-15,0-17,0 17,31 31,1-32,15-31,-16 0,1 0,-1-16</inkml:trace>
  <inkml:trace contextRef="#ctx0" brushRef="#br0" timeOffset="110549.6645">17733 10332,'-16'0,"16"16,0 15,0 0,63-31,-63-31,47 31,-47-47,31 47,-31-78,0 15,-15 63,-17 0,-15 0,-15 31,30 16,32-15,0 15,0 0,32-47,30 31,-15-31,16 0,15 0,64-16,-95 16</inkml:trace>
  <inkml:trace contextRef="#ctx0" brushRef="#br0" timeOffset="111294.9001">18250 10254,'0'0,"0"-32,0 1,-15 31,-17 0,1 0,0 0,31 16,-47 15,47 0,0 1,0 30,0-46,31-16,0 0,16-31,0-16,-47-16,32 16,-32 78,0 16,0 16,31 0,-31 141,0-110,0 0,0 31,0-93,-16-32,-15 0,-16-63,47 16,-63-16,63 0,0-31,0 16,63 0,-32 30,48-14,-48 15,16 47,-15-47,-1 47,-31-32,31 32,-31 16,0 15,-15 1,15-1,0 16,15-16,17-31,15 0,-47-15,47 15</inkml:trace>
  <inkml:trace contextRef="#ctx0" brushRef="#br0" timeOffset="111599.1593">18564 10050,'-31'0,"46"0,17 0,-32 16,-16-16,16 31,-47-31,16 0,31-16,15 16</inkml:trace>
  <inkml:trace contextRef="#ctx0" brushRef="#br0" timeOffset="112009.4309">18799 10222,'-31'0,"-1"63,32-32,0-15,0 15,0 1,16-1,15-31,1 0,-1-16,1-31,-32 16,0 0,0-1,0 1,0 0,-16 31,-47 0,32 0,-1 0,32 47,-47-47,47 47,0-16</inkml:trace>
  <inkml:trace contextRef="#ctx0" brushRef="#br0" timeOffset="112545.7278">19066 10207,'0'31,"0"0,0 1,15-1,-15 0,0 1,-15-48,15-31,0 16,0-1,0 1,0 0,15 31,48-32,-47 32,15 0,0 0,1 0,15 0,-47 16,47 15,-47 1,0-1,0 0,-47 16,0-15,15-32</inkml:trace>
  <inkml:trace contextRef="#ctx0" brushRef="#br0" timeOffset="113359.3702">19583 10097,'0'0,"0"-31,0 46,0 32,0 16,47 15,-47 1,0-32,0-16,0 1,0-95,0 31,0-15,0-15,0-17,0 17,0 15,0 15,0 1,0-1,31 1,32 31,-31 0,-1 0,0 0,1 0,-32 16,0-1,0 17,0-1,0 1,-32-1,1 16,0-16,-1-31,32 47,-63-47,111 0,-17 0,-15 0,15 0,32 0,-32 0,-31 32,0-1,0 0,-47 16,0-47,-16 63,0-63,-15 32,47-32,-1 0,32-16</inkml:trace>
  <inkml:trace contextRef="#ctx0" brushRef="#br0" timeOffset="113979.83">18533 10724,'0'0,"15"0,32 0,47 0,0 0,-15-31,-1 31,-31 0,0-32,-15 32,-48 0,-15 0,-1 0,-15 32,-15-32,-48 62,16-62,15 47,32-47,16 0,31 32,16-32,15 0,16 0,16 0,46-32,-14 32,-17-31,-15 31,15-47,-31 47,-16 0,-31-31,32 31</inkml:trace>
  <inkml:trace contextRef="#ctx0" brushRef="#br0" timeOffset="115575.8609">17733 11383,'0'31,"0"0,0 1,0-1,0 0,0 1,0-1,0-47,0-15,0 0,0-1,0 1,16 0,-16-1,31 32,-31-31,31 31,16 0,-15 0,-1 0,-31 16,31 31,1 15,-32-15,0-15,0-64,0 1,0 0,0-1,0-15,31 47,1 0,-1 16,-31 15,47 1,-47-1,0 0,0 1,0-1,0 16,0-16,-16-31</inkml:trace>
  <inkml:trace contextRef="#ctx0" brushRef="#br0" timeOffset="116207.919">18454 11555,'0'0,"0"31,0-46,0-48,0 47,0-15,0 0,-31 31,-32 0,0 31,63 0,-47 1,47 15,0-16,0 0,0 1,32-1,-1-31,16 0,16-31,-16-32,-47 16,31 16,-31-1,0-15,0 79,0-1,0 0,0 1,0-1,0 16,63-47,-32 0,1 31,-1-31,16 0,-16 0,1-31</inkml:trace>
  <inkml:trace contextRef="#ctx0" brushRef="#br0" timeOffset="116814.8921">18736 11461,'-31'0,"78"-47,-31 47,46 0,-30 0,-32 16,31-16,-31 109,-15-62,-17 0,-15 16,16-31,31-48,0-16,0-15,47-15,-47 15,47 15,-47 1,31 31,-31-31,0-1,32 32,-32 16,0 15,-16 48,16-17,0-15,0 16,16-31,46-32,-30 0,62-32,-79 32,32-47</inkml:trace>
  <inkml:trace contextRef="#ctx0" brushRef="#br0" timeOffset="117406.1786">19364 11492,'47'0,"15"0,-15 0,-15 0,-1 0,0 0,-31-31,-15 31</inkml:trace>
  <inkml:trace contextRef="#ctx0" brushRef="#br0" timeOffset="121389.3741">19991 11241,'0'0,"-32"0,1 0,31-31,31 31,16 0,0 0,16 0,-16 0,0 0,0 0,-15 0,-32-16,47 16,-47 32,0-1,0 16,0 0,-16 0,16 16,0-16,-31-16,31 16,0-15</inkml:trace>
  <inkml:trace contextRef="#ctx0" brushRef="#br0" timeOffset="122843.4142">18000 12339,'0'0,"0"-31,0 46,0 32,0 0,0-15,0 15,0-79,0-30,0 30,15 1,-15 0,32 31,30 0,-15 0,-15 0,-1 31,-31 0,31 32,-31-32,0 1,0-1,0 0,-15-46,15-32,-32 15,32 1,0 0,16-1,15-30,1 62,-1 0,0 0,1 0,-32 15,31 64,-31-1,0-31,0-16,32-31,-1 0,0 0,16-78,-47 47,47-1,-47-15,47 0,-47 16,0 78,0 0,0-16,0 1,0 30,32-30,15-32,-16 0,0-16,1 16,-32-63</inkml:trace>
  <inkml:trace contextRef="#ctx0" brushRef="#br0" timeOffset="123204.2745">18674 12151,'0'0,"15"0,-15 16,0 15,-15-31,-17 0,1 0,31-16,0-15,16 31,62 0</inkml:trace>
  <inkml:trace contextRef="#ctx0" brushRef="#br0" timeOffset="123735.4429">18893 12355,'0'0,"16"0,15 31,-31 0,0 1,0-1,0 16,0-16,0-62,0 0,0-1,0 1,0 0,0-1,32 32,-1-31,0 31,16 0,0 0,-15 0,-1 0,-31 16,47 15,-47 0,0 1,0-1,0 0,0 1,-16-32,16 47,-15-47,15 31,0-46</inkml:trace>
  <inkml:trace contextRef="#ctx0" brushRef="#br0" timeOffset="124051.6773">19818 12480,'16'0,"15"0,32 0,-32 0,16 0,16-31,16 31</inkml:trace>
  <inkml:trace contextRef="#ctx0" brushRef="#br0" timeOffset="124650.3933">20351 12339,'-31'0,"31"-31,-31 31,31-32,0 1,15 31,-15-47,63 47,-32 0,1-31,30 31,-46 0,-16 78,0-47,0 1,0-1,-31 0,31 1,-32-1,-30 0,62 16,-32-47,48 0,31 0,0 0,16 0,0 0,-16-15,-16 15,0 0</inkml:trace>
  <inkml:trace contextRef="#ctx0" brushRef="#br0" timeOffset="129437.3869">17482 13327,'47'0,"0"0,47 0,-47 0,0-32,-31 32,-16 32,0 15,0 16,0-16,0 0,0-16,0 0,0 1,0-1,31-31,16-47</inkml:trace>
  <inkml:trace contextRef="#ctx0" brushRef="#br0" timeOffset="129870.8278">18094 13468,'0'0,"-32"0,32 16,16-16,31 0,-16 0,1 0,-1 0,16 0,-47-16</inkml:trace>
  <inkml:trace contextRef="#ctx0" brushRef="#br0" timeOffset="130649.9024">18533 13374,'0'0,"0"-16,-32 16,32-31,16-16,15 47,1 0,-1-32,0 32,16 0,-15 16,-32 15,0 1,0-1,0 0,0 1,-47 31,15-32,1 0,0-31,31 47,-32-47,32 32,-31-32,47 0,15 0,47 0,-31 0,0 0,-47-16,63 16,-63-31</inkml:trace>
  <inkml:trace contextRef="#ctx0" brushRef="#br0" timeOffset="131160.3732">19332 13233,'0'0,"0"15,-78 48,15-16,16 16,-16-32,32 1,0-1,46-31,17 0,-1 0,0 0,1 0,-1-16,0 16,1 0,-1 0,16 0,-15 0</inkml:trace>
  <inkml:trace contextRef="#ctx0" brushRef="#br0" timeOffset="131512.4343">19019 13640,'0'32,"0"-64,15 64,32-32,16 0,0 0,15 0,95-47,-17 47,-124 0,-48 0,-15-32</inkml:trace>
  <inkml:trace contextRef="#ctx0" brushRef="#br0" timeOffset="132178.9498">19740 13280,'-31'0,"62"0,-62-32,31 1,15 0,17 31,15-32,0 32,15 0,-30 0,-1 0,-31 16,0 31,-78 0,15 0,32-16,-1-31,64 0,30 0,1 0,-32 0,1 0,-32 32,31-32,-31 31,0 1,0-1,-47-31,-16 31,32 1,-16-32,-31 0,-17 31,33-31,15 0</inkml:trace>
  <inkml:trace contextRef="#ctx0" brushRef="#br0" timeOffset="133183.4704">18674 14095,'0'0,"0"-31,0-1,0 79,0 32,0-17,0 48,0-63,0 47,0-47,0-15,15-48,17-15,-1 31,63-32,-47 32,32-47,-17 47,17 0,30 0,-77 0,-48-31</inkml:trace>
  <inkml:trace contextRef="#ctx0" brushRef="#br0" timeOffset="133493.8534">19066 14252,'62'0,"48"16,-63 15,32 0,-48 16,-31-31,-141 109,15-93,95 15,47-94</inkml:trace>
  <inkml:trace contextRef="#ctx0" brushRef="#br0" timeOffset="134046.7359">19975 14095,'0'-16,"31"16,1-47,-32 16,31 31,-31-16,0-46,0 15,-47 15,-16 32,16 0,-15 16,30 15,32 1,0 77,16-77,-16-1,31 0,-31 48,0-32,0-16,0 32,0-32</inkml:trace>
  <inkml:trace contextRef="#ctx0" brushRef="#br0" timeOffset="134833.8575">19724 14252,'-31'0,"47"-32,46 32,17 0,109-47,-63 47,-93 0</inkml:trace>
  <inkml:trace contextRef="#ctx0" brushRef="#br0" timeOffset="141481.7334">23127 4186,'0'0,"0"47,0-16,0 16</inkml:trace>
  <inkml:trace contextRef="#ctx0" brushRef="#br0" timeOffset="142297.3042">23127 4311,'0'-15,"0"-17,0-15,0 16,-32 0,32-16,0-1,-47-14,47 15,0 15,0 1,0-16,0 16,0-1,47 32,16-47,-32 16,1 31,15 0,15 31,-62 16,0 16,0-16,0 0,0 0,-47 16,16-32,0 1,-1-32,1 47,0-47,62 0,0 62,-31-15,32-47,-32 47,0-15,31-32,-31 47,47-16,16-31</inkml:trace>
  <inkml:trace contextRef="#ctx0" brushRef="#br0" timeOffset="143401.0631">23471 4217,'0'0,"0"47,0-15,16-32,-16 31,32-31,-1 0,-31-16,31-31,-31 0,0 16,0 0,-31 31,-16 0,0 0,47 31,0 0,-47 1,47-1,0 0,0 1,47-32,-16 47,16-47,63 47,-63-47,0-32,-16 32,1-47,15 16,-16 0,0-1,1 1,-48-16,-31 47,-16-31,32 31,0 15,31 64,0-48,0 0,0 1,47-1,-32-31,17 0,-1-16,-31-15,47 0,-47-1,0 64,0 15,0 0,0 31,0 16,0 32,47 30,-47 33,0-17,0-109,0-32,-15-31,-64 0,48-63,-16-46,47-17,0 1,0 31,0 0,31 15,0 17,1 30,-1 1,32-1,-32-15,1 47,15-62,-16 30,-47 48,16 15,0 1,0-1,0 0,0 16,16-47,0 0,15 0,16-31</inkml:trace>
  <inkml:trace contextRef="#ctx0" brushRef="#br0" timeOffset="143706.2471">24193 4029,'0'0,"-16"0,47 0,1 0,-32 16,0 15,0 1,-47-32,31 0,-31 31,16-31,15 0,16-16,31 16</inkml:trace>
  <inkml:trace contextRef="#ctx0" brushRef="#br0" timeOffset="144093.2238">24350 4233,'0'0,"-32"0,32 31,-47 16,47-31,0 15,0 1,0-1,0 0,31-31,1 32,-1-32,1 0,-1 0,0-16,16-62,-47 46,0-15,-31 0,31 32,-47 15,16-47,-1 47,1 0,-1 47,-15 0,47 0,16 0,15-47</inkml:trace>
  <inkml:trace contextRef="#ctx0" brushRef="#br0" timeOffset="144571.9333">24694 4264,'0'-31,"0"47,0-1,0 17,16 15,-16-32,0 17,0-1,0 16,0-78,-16-1,16 1,0-32,0 16,0 16,32 31,-32-47,78 47,-31-31,-15 31,-1 0,0 0,1 0,-32 31,47 0,-47 1,0-1,0 0,0 1,-32 30,1-62,31 47,-31-47</inkml:trace>
  <inkml:trace contextRef="#ctx0" brushRef="#br0" timeOffset="144902.0554">25682 4108,'0'-32,"0"64,-15-64,-17 32,1 0,-1 16,-46 47,47-1,31-30,0-1,0 0,15-31,17 47,15-47,0 0,16 0,-16 0,-16 0,32 0,-63-31</inkml:trace>
  <inkml:trace contextRef="#ctx0" brushRef="#br0" timeOffset="145223.3749">24067 4672,'0'0,"32"0,62 0,31 0,32 0,15-47,-15 47,-63 0,-15-31,-32 31,-16 0,-62 0,-1 0,1 0</inkml:trace>
  <inkml:trace contextRef="#ctx0" brushRef="#br0" timeOffset="146737.4843">23001 5628,'0'0,"0"-31,-31 31,31 16,0 46,0-15,0-15,0-1,0 1,0-17,0-46,0-1,15 1,-15 0,0-1,47 1,1-16,-17 47,0 0,1 63,-32-16,47 15,-47-30,31-1,-31 1,0 15,-16-63,16-15,0-1,0-31,0 16,47 16,-15 31,15 0,-16 0,0 0,16 0,-47 47,0-16,0 1,0-1,0 32,0-32,-15 1,15-1</inkml:trace>
  <inkml:trace contextRef="#ctx0" brushRef="#br0" timeOffset="147226.8043">23801 5848,'0'-63,"-16"32,16-16,-31 47,-1-32,-46 32,47 0,-1 16,32 15,-47 1,47-1,0 1,0-1,16 16,15-47,1 0,15 0,-16 0,0 0,-31-31,47 31,-47-47,0 15,32 1,-32-1,0 64,-16-32,16 78,0-46,0-1,16 16,46-16,-30-31,46 0,-31 0,-15-15,-32-17</inkml:trace>
  <inkml:trace contextRef="#ctx0" brushRef="#br0" timeOffset="147856.1034">24020 5707,'0'0,"32"-32,-17 32,79-31,-47 31,-15 0,-1 0,-31 31,0 1,0 15,0 0,-47 16,0-16,-16 15,32-30,0-32,31 31,0-94,31 32,0 0,1-1,-1 1,0 0,16-32,-47 16,32 47,-32-32,0 1,-16 78,16-31,-47 31,47-16,0 1,0-17,0 17,0 30,16-30,31-32,-16 0,32 0,0 0,-32-16</inkml:trace>
  <inkml:trace contextRef="#ctx0" brushRef="#br0" timeOffset="148343.6757">24506 5801,'16'0,"15"0,1 0,-17 0,48 0,-32 0,1 0</inkml:trace>
  <inkml:trace contextRef="#ctx0" brushRef="#br0" timeOffset="148641.4852">24506 5879,'0'0,"-31"0,47 47,46-47,1 0,31 0,-63-31,1 31</inkml:trace>
  <inkml:trace contextRef="#ctx0" brushRef="#br0" timeOffset="150320.8592">25212 5566,'0'0,"0"-32,16 1,31 31,-16-47,0 47,32 0,-32 31,-31 16,0 0,0-15,-47 15,16-47,0 31,-1-31,1 0,78 0,0 0,16 0,-32 0,0 0,1 0,-32 31,31-31,-31 32,0-1,0 1,-31-32,-32 31,16-31,0 0,16 0,-1 0,-15 0</inkml:trace>
  <inkml:trace contextRef="#ctx0" brushRef="#br0" timeOffset="151815.2064">23315 6632,'0'0,"-32"-32,32 1,0 47,0 31,16 31,-16-46,0-1,0 0,0 1,0-64,0 1,0 0,0-16,0-16,0 16,0 15,47 32,-47-31,31 31,1 0,30 63,-62 0,48-16,-48-16,31 0,-31 1,0-1,0 16,0-16,-16-62,16 0,0-1,0 1,0 0,32-1,30-30,-15 62,-15 0,-32 15,0 32,31 32,-31-48,0 0,0 1,0-1,0 0,31-31,16 0,0-15,0-64,-47 48,0-16,48-16,-48 32,0 0,0 46,0 17,0 15,0-16,0 0,0 1,0 15,31 0,0-47,16 0,-15-32,-32 1</inkml:trace>
  <inkml:trace contextRef="#ctx0" brushRef="#br0" timeOffset="152137.8876">23926 6475,'0'-31,"0"62,16-62,15 46,-31 17,-15-1,-33-31,1 0,47-16,16 16,15 0</inkml:trace>
  <inkml:trace contextRef="#ctx0" brushRef="#br0" timeOffset="152700.5131">24130 6679,'0'0,"0"-16,47-15,16 31,-63-32,78 32,-46 0,-1 32,-31-1,0 32,0-32,0 1,0-1,0 0,0-15,-16-16,16-31,0-1,0-30,0 15,0 0,16 15,15 1,32-1,-16 32,0-47,0 47,-16 0,1 16,-32 15,47 32,-47-16,0 47,-47-15,0-79,47 47</inkml:trace>
  <inkml:trace contextRef="#ctx0" brushRef="#br0" timeOffset="152962.8743">24945 6726,'0'0,"63"-47,-32 47,1 0,-1 0,16 0,-16 0</inkml:trace>
  <inkml:trace contextRef="#ctx0" brushRef="#br0" timeOffset="153159.8765">24883 6804,'0'0,"15"0,32 0,0 0,0 0,16 0,-16 0,0 0,0 0</inkml:trace>
  <inkml:trace contextRef="#ctx0" brushRef="#br0" timeOffset="154522.385">25525 6569,'0'0,"0"-31,-31 31,0 0,31 31,-47-31,47 47,-32 16,32-32,0 32,32-63,-32 31,62-31,-30 0,-1 0,16 0,63-78,-16 0,-94 46,31 1,-31-32,-15 0,-48 32,32 31,-1 0,17 0,-17 0,1 0,-1 0,32 16,-47-16,47 31,-31-31,31 47,-31-47,31 31,-32-31,32 32</inkml:trace>
  <inkml:trace contextRef="#ctx0" brushRef="#br0" timeOffset="155975.8766">23879 7604,'0'-16,"0"-15,47 31,-15-31,15 31,-16 0,0 0,-31 31,0 16,0 16,-31-63,0 47,-1-47,1 47,-1-47,32 31,32-31,-1 0,1 0,-1 31,16 16,-47-31,0 16,-31-32,-16 62,-16-62,16 0,15 0,-15 0,47-31,16 0,15 31</inkml:trace>
  <inkml:trace contextRef="#ctx0" brushRef="#br0" timeOffset="156242.1763">24224 7855,'0'0,"47"0,0 0,32 0,-32 0,-16 0,0 0,1 0</inkml:trace>
  <inkml:trace contextRef="#ctx0" brushRef="#br0" timeOffset="156742.898">24789 7682,'0'0,"-32"-31,1 31,-1 0,32 16,-31-16,31 62,0-30,0 15,0-16,16 0,46 32,-14-63,-1 0,-16 0,0-15,1-48,-32 0,0 32,0-1,0-15,-32 16,1 31,0 0,-1 0,1 0,15 0,-31 31,47 16,0 0</inkml:trace>
  <inkml:trace contextRef="#ctx0" brushRef="#br0" timeOffset="157117.1657">25682 7604,'0'-31,"0"62,-47-15,16 15,-1 0,1 1,-32-1,48-31,15 47,-63-47,79 0,-16 31,109-31,-62 0,1 0,-1 0,15 0,-46 0,15 0,-31-15</inkml:trace>
  <inkml:trace contextRef="#ctx0" brushRef="#br0" timeOffset="157389.1383">25431 7933,'0'0,"47"0,16 0,-16 0,16 0,0 0,-48 0,17 0</inkml:trace>
  <inkml:trace contextRef="#ctx0" brushRef="#br0" timeOffset="158093.6373">25902 7714,'0'-32,"0"1,0 15,31 16,16 0,0 0,-15 0,-1 0,16 0,-47 63,-16-16,-15-16,0-31,-1 63,-31-63,63 16,16-16,15 0,1 0,-1 0,1 0,-1 47,-31-16,0 16,-31-15,-32-1,16-31,-79 47,79-47,16-31,31 15,0-15,47 31,0-47</inkml:trace>
  <inkml:trace contextRef="#ctx0" brushRef="#br0" timeOffset="158379.3869">26309 7902,'47'0,"32"0,-16 0,15 0,-31 0,0 0,0 0,-16 0,1 0,-32-32</inkml:trace>
  <inkml:trace contextRef="#ctx0" brushRef="#br0" timeOffset="158683.2035">26545 7714,'0'0,"31"0,16 0,-16 0,16 15,-15-15,-1 32,0-32,-31 47,32-47,-32 62,0-14,-63-1,16-47,-31 62,-1-62,48 0</inkml:trace>
  <inkml:trace contextRef="#ctx0" brushRef="#br0" timeOffset="159034.8479">27234 7667,'0'15,"0"32,0 47,0-47,0 16,0-31</inkml:trace>
  <inkml:trace contextRef="#ctx0" brushRef="#br0" timeOffset="159426.349">26968 7667,'0'0,"31"0,16-32,32 32,-17 0,32 0,-15-47,-1 47,-31 0,-15 0</inkml:trace>
  <inkml:trace contextRef="#ctx0" brushRef="#br0" timeOffset="161437.2753">23111 9423,'0'15,"0"32,0 32,0-32,0 0,0-16,0 1,0-95,0 32,0 15</inkml:trace>
  <inkml:trace contextRef="#ctx0" brushRef="#br0" timeOffset="161915.7608">23111 9438,'0'0,"-31"-47,31 32,0-17,15 1,32 31,0-47,32 47,-17 0,1 0,-32 0,-15 0,-16 16,31-16,-31 78,0-47,0 1,-47-1,-15 0,15 1,-16 15,16-16,16-31,-1 0,32-16,32 16,-32-31,31 31,32 0,-32 31,-31 1,31-1,-31 1,32 15,-32 0,31-47,-31 31,31-31,16 0,1 0,-1-16</inkml:trace>
  <inkml:trace contextRef="#ctx0" brushRef="#br0" timeOffset="162361.5867">23597 9627,'-31'0,"62"0,-62 31,31 0,31-31,0 0,1 0,-1 0,0-47,32 16,-63-16,0 0,0 15,-16 32,-31 0,16 16,0-16,-16 47,15 0,32-31,-47 31,47-16,0 1,0 15,16-16,15-31,48 0,-32 0,0 0,15-16,-30 16</inkml:trace>
  <inkml:trace contextRef="#ctx0" brushRef="#br0" timeOffset="163214.639">24083 9705,'0'0,"0"-16,0-15,16 31,-16-31,0-1,-16 1,-15-1,-1 32,1 0,0 16,-32 63,63-48,0 0,0 16,15-15,33-32,-17 0,16-16,-47-15,31 31,-31-32,0 48,47 15,-47 16,0 32,0 15,32 0,-32 16,0-16,-16-16,16-31,-31-16,-16 1,31-32,16-47,0 0,0-94,0 62,63-15,-32 16,16 15,-16 16,1 16,-1-1,16-15,0 16,-31 31,-16-47,31 47,-46 16,15 31,-32-47,32 62,0-15,0-15,16-32,31 0,-16 0,16-47</inkml:trace>
  <inkml:trace contextRef="#ctx0" brushRef="#br0" timeOffset="163552.7996">24397 9532,'-32'-31,"32"0,32 31,-1 0,-31 15,0 17,-16-32,-15 31,-16-31,15 0,95 0</inkml:trace>
  <inkml:trace contextRef="#ctx0" brushRef="#br0" timeOffset="164016.0779">24679 9658,'-63'31,"63"1,-31-1,31 0,0 1,0-1,15 16,32-47,-15 0,-1 0,16-31,-31 31,-16-47,47 0,-47 31,0-15,0-1,0 1,0 0,-16 31,-15 0,-16 0,-16 15,16-15,16 47,31-15,-32-32,32 62,16-30,31-32</inkml:trace>
  <inkml:trace contextRef="#ctx0" brushRef="#br0" timeOffset="164579.5764">24977 9689,'0'0,"0"63,0-32,0 1,15-32,-15 47,0 0,0-79,-15 1,15 0,0-1,15-30,17 30,15 32,-16 0,32-31,-48 31,17 0,-1 0,-31 16,0 15,0 0,0 1,0-1,-15 32,15-32,-32-31,1 0,31-47</inkml:trace>
  <inkml:trace contextRef="#ctx0" brushRef="#br0" timeOffset="165023.0845">25463 9768,'0'15,"0"-30,47 30,0-15,94 0,-78 0,31 0,-16 0</inkml:trace>
  <inkml:trace contextRef="#ctx0" brushRef="#br0" timeOffset="165734.4933">26011 9579,'0'0,"0"16,0 31,0 32,0-48,0 0,0 1,0-1,-31 0,31-46,16-17,-16 1,47 0,-16-1,16 1,-31 31,-16 31,0 1,47 15,-16-47,1 0,-1-63,-31 32,0 15,0-47,0 16,0 0,0-63,0 95,-16 15,16-63,-47 63,0 0,-15 0,15 0,15 0,1 31,-1-31,1 47,0 0,31-15,0 15,0 16,31-32,0-31,16 0,1 0,14 0,-15 0,0 0,-15 0</inkml:trace>
  <inkml:trace contextRef="#ctx0" brushRef="#br0" timeOffset="166282.4658">24679 10285,'0'0,"78"0,48 0,93 0,32 0,282 0,-345 0,-31 0,-47 0,-63 0,-16 0,-78 0,31 0</inkml:trace>
  <inkml:trace contextRef="#ctx0" brushRef="#br0" timeOffset="168998.6172">23048 11194,'0'0,"0"-15,0 62,0-16,16 0,-16 17,0-80,0 1,0-1,0 1,31-32,16 32,-15 31,-1 0,16 0,-47 16,31 15,-31 0,63 32,-63-47,0 15,31 1,-31-1,0 0,-15-46,15-48,0 31,0-15,0 16,15-32,17 63,46-31,-31 31,-47 16,32 15,-32 0,0 16,0 0,31 16,-31-16,0-15,0-1,0 0</inkml:trace>
  <inkml:trace contextRef="#ctx0" brushRef="#br0" timeOffset="169616.5899">23910 11351,'0'0,"16"-31,-16-16,0-16,0 16,-16 47,16-47,-47 47,0 0,-15 31,15 48,47-64,0 17,0 31,15-32,32-31,-15 0,-1 0,0-31,16-17,-47 17,0 0,48-1,-48 1,0 0,0 46,0 48,0-32,0 32,15-31,-15 15,63-47,-16 0,-16 0,16-16,-47-15</inkml:trace>
  <inkml:trace contextRef="#ctx0" brushRef="#br0" timeOffset="169985.146">24146 11163,'0'0,"0"-31,47 31,-16-32,32 32,-32 0,-31 16,32 15,-32 1,0-1,0 16,0-16,-48 1,17-1,0-31,-1 47,32-78,16 31,15-47,1 15,62-46,-47 47,-47-1,63 1</inkml:trace>
  <inkml:trace contextRef="#ctx0" brushRef="#br0" timeOffset="170196.6661">24491 11069,'0'0,"-32"31,32 1,-31 30,31-30,0-1,0 0,0 17,16-48,-16 31,78-31,-31 0,0 0,0 0,16-16</inkml:trace>
  <inkml:trace contextRef="#ctx0" brushRef="#br0" timeOffset="170432.1684">24883 11163,'31'0,"16"0,-16 0,1 0,15 0,-16 0</inkml:trace>
  <inkml:trace contextRef="#ctx0" brushRef="#br0" timeOffset="170854.9244">24820 11210,'0'31,"16"-31,-1 0,17 0,30 0,1 0,-32 0</inkml:trace>
  <inkml:trace contextRef="#ctx0" brushRef="#br0" timeOffset="172294.6838">25337 10944,'0'0,"16"0,15 0,16 15,32-15,-32 0,0 0,16 0,-48 0,-15 47,0 16,-15-16,15 0,-32 47,32-63,0 17,-31-48</inkml:trace>
  <inkml:trace contextRef="#ctx0" brushRef="#br0" timeOffset="174074.2563">23080 11916,'0'15,"0"17,0-1,0 0,-48 1,48 15,0-79,0 1,0-47,0 46,0 1,16 31,16 0,-1 0,16 0,0 47,-47-16,0 32,0-32,0 1,0 15,0-16,0-46,-31-17,31 1,0-1,31 1,0 0,1 31,-1-32,0 32,16 0,-47 16,0 31,0-16,0 1,0-1,0 1,0-1,32-31,15 0,-16-47,1 15,15 1,-47 0,31-1,-31 1,0 0,0 62,0 0,0 1,0-1,0 0,0 17,31-48,16 0,-15 0,-32-32,31 1</inkml:trace>
  <inkml:trace contextRef="#ctx0" brushRef="#br0" timeOffset="174406.7525">23597 11759,'0'-31,"16"31,15 0,-31 47,0-32,-47 32,0-47,16 0,31-15,31 15,0 0</inkml:trace>
  <inkml:trace contextRef="#ctx0" brushRef="#br0" timeOffset="174935.5446">23707 11978,'0'0,"15"-15,48 15,-32 0,16 0,-15 0,-32 15,0 32,0-15,0-1,0 0,0 1,-16-32,16 31,0-46,0-64,0 48,0-1,16 32,-16-47,47 47,-16 0,48 0,-32 0,-16 0,0 16,-31 15,0 1,0-1,0 0,-31 32,-32-31</inkml:trace>
  <inkml:trace contextRef="#ctx0" brushRef="#br0" timeOffset="175187.9283">24538 12025,'47'0,"-16"0,16 0,16 0,-32 0</inkml:trace>
  <inkml:trace contextRef="#ctx0" brushRef="#br0" timeOffset="175411.3315">24475 12104,'0'0,"47"31,-16-31,16 0,0 0,0 0,-15 0,-1 0</inkml:trace>
  <inkml:trace contextRef="#ctx0" brushRef="#br0" timeOffset="177012.4371">25228 11884,'-32'-31,"1"31,-1 16,1 31,31 0,-63 0,63 0,0 0,0-16,0 16,16-47,15 0,1 32,-1-32,0 0,1-16,-1 16,16-47,-15-16,-32 47,0-46,0 30,0 1,0 0,-16 31,16-32,-47 32,16 0,-1 0,-46 0,78 32,-47-32,47 78,-47-47,47 1</inkml:trace>
  <inkml:trace contextRef="#ctx0" brushRef="#br0" timeOffset="180372.4549">23550 12966,'-16'0,"63"0,-15 0,15 0,0 0,-16 0,0 0,1 0,-32 16,0 47,0-16,0-16,-16 0,16 1,0-1,-31-31,31 31</inkml:trace>
  <inkml:trace contextRef="#ctx0" brushRef="#br0" timeOffset="180627.9521">24099 13154,'62'0,"-30"0,-1 0,0 0,16 0,1 0,-1 0</inkml:trace>
  <inkml:trace contextRef="#ctx0" brushRef="#br0" timeOffset="181056.2255">24647 13013,'0'-31,"-31"31,0 0,-1 0,32 16,-31 15,31 0,0 1,0-1,0 0,0 1,0-1,47-31,0 31,0-31,-16 0,1 0,-1 0,-31-31,32 31,-32-63,0 32,0 0,0-1,-16 1,-31-32,0 63,15 0,1 0,31 47,-31-47,31 47,0 0</inkml:trace>
  <inkml:trace contextRef="#ctx0" brushRef="#br0" timeOffset="181420.7853">25400 12919,'0'0,"0"16,-63 15,32 32,0-16,-16-16,15 1,32-1,-31-31,31 31,15-31,17 0,-1 0,16 0,16 0,-16 0,-16 0,1 0,-17 0</inkml:trace>
  <inkml:trace contextRef="#ctx0" brushRef="#br0" timeOffset="181657.7725">25196 13374,'47'0,"0"0,16 0,-16 0,0 0,47 0,0 0,0 0,-15 0,-32 0</inkml:trace>
  <inkml:trace contextRef="#ctx0" brushRef="#br0" timeOffset="182165.9729">25761 13107,'0'0,"-32"0,32-31,32 0,30 31,-15 0,0 0,0 0,-15 0,-1 0,-31 31,-16 16,-15-47,0 63,-1-63,1 47,0-47,46 0,1 0,15 0,32 31,-32-31,17 31,-17 1,-31-1,-47 16,15-47,-62 32,47-32,-15 0,62-16</inkml:trace>
  <inkml:trace contextRef="#ctx0" brushRef="#br0" timeOffset="182451.7294">26450 13264,'0'0,"48"0,-1 0,0 0,0 0,0 0,15 0,-30 0,-17 0,-15-31</inkml:trace>
  <inkml:trace contextRef="#ctx0" brushRef="#br0" timeOffset="182735.0093">26592 13029,'47'47,"0"-47,0 47,-16-47,16 47,-16 16,-31-32,0 32,-47-32,0-31,0 47,-31-47,0 47,31-47,15 0</inkml:trace>
  <inkml:trace contextRef="#ctx0" brushRef="#br0" timeOffset="183545.7896">27250 12982,'31'0,"-31"-32,16 32,-16-31,0 0,0-1,0-15,-31 47,31-31,-47 31,15 0,-15 0,47 16,-47-16,47 47,0-16,-31 16,31 0,0 0,0 0,0 0,16 16,-16-16,0 0,0-16,0 16,0-15,-16-32</inkml:trace>
  <inkml:trace contextRef="#ctx0" brushRef="#br0" timeOffset="183861.8165">26999 13248,'0'0,"32"0,46 0,-15 0,15 0,-15 0,0-31,-32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1-03-25T13:41:25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7855 3574,'-31'0,"31"32,0-1,-32-31,32 16,0 15,0 1,0-1,0 16,0 16,0-16,0-16,0 0,0 1,0-1,0-15,0 15,0 1,0-1,0 0,0 1,0-1,0 0,0 1,0 15,0-16,0 0,0 1,0-1,0 0,0 1,0-16,0 15,0 32,0-32,0-15,0 15,0 0,0 1,0-1,0 0,0 16,0-15,0-1,0 1,0-1,0 0,0 1,0-1,0 0,0 1,0 15,0 0,0-16,0 0,-31 17,31-1,0-16,0 47,0-15,0-32,0 1,0 30,0-30,0-1,0 1,-31-32,31 47,0 0,0 0,0-16,-32 32,32-48,0 17,0-1,0 32,0-16,0 0,0-16,0 1,0-1,0 0,0 1,0 30,0-30,0 15,0 0,0 16,0-16,0-16,0 0,0-15,0 15,0 1,0-1,0 0,16 32,-16-47,0 15,0 1,0-1,0 0,0 1,0-1,0 0,0 1,0-1,0 0,0 32,0-32,0 1,0-1,31 1,-31 46,0-62,0 46,0-30,0 15,0 0,0 0,0 0,0 16,0-16,0 0,0 0,0 0,0 15,0-15,0 0,0 1,0-1,0 15,0-30,0 15,0 0,0 0,0-16,0 16,-15-47,15 47,0 16,0-16,0 0,0-16,0 16,0-15,0 15,0-16,0 16,0 16,0-16,0 0,0 0,0 0,0 16,0-16,0 0,0 0,0 16,0-32,0 47,31-46,-31-1,0 16,0 0,0 0,0 0,0 16,0-16,0 0,0 0,0 0,0-16,0 1,0-1,0 16,0 16,0-32,0 16,0 16,0-47,0 15,0 0,0 1,0 15,0-16,0 0,0 32,0 0,0 0,0-1,0-15,0-15,-31 15,31-32,0 17,0-1,0 32,0 0,0-32,0 0,-32 48,32-48,0-15,0 15,0 0,0 1,0-1,0 1,0-1,0 0,0 1,0-1,0 0,-31 32,31-32,0 1,0-17,0 17,0-1,0 1,0-1,0 0,0 1,0-1,0 16,0 0,0-16,0 1,0 30,0-30,0-1,0 32,0-32,0-15,0 47,0-32,0 0,0 1,0-1,0 0,0 1,0-1,0 1,0-1,0 0,0-15,0 15,0 32,0-47,0 46,0 1,0-16,16-16,-16 48,0-16,0-32,0 0,0 1,31-1,-31 0,0 1,0-1,0 16,0 0,0-15,31 30,-31 17,0-32,0 0,0 0,0 15,0 17,32-48,-32 1,0-1,0 0,0 1,0-17,0-93</inkml:trace>
  <inkml:trace contextRef="#ctx0" brushRef="#br0" timeOffset="5754.6165">815 9313,'32'0,"15"0,-47-16,47 16,-16 0,47 0,-78-31,48 31,-17 0,-31-31,31 31,1 0,-1-32,0 32,1 0,15 0,-47-31,31 31,0 0,1 0,-17 0,17 0,-1 0,1-47,-1 47,32 0,-16 0,-16 0,0 0,1 0,-17 0,17 0,-1 0,32 0,-47 0,15 0,0 0,1 0,15 0,-16 0,0 0,1 0,15 0,15 0,-15 0,1 0,-1 0,0 0,-16 0,0 0,1 0,-1 0,0 0,1 0,-1 0,16 0,-15 0,-1-32,32 32,-32 0,0 0,1 0,-1 0,0 0,16 0,-15 0,-1 0,-15 0,15 0,1 0,-1 0,0 0,1 0,-1 0,0 0,1 0,-1 0,0 0,1 16,-1-16,0 0,32 0,-31 0,15 0,0 0,-47 31,62-31,-30 0,15 0,-16 0,0 0,16 0,1 0,-1 0,0 0,15 48,-15-48,0 0,0 0,16 0,-16 0,16 0,15 0,-15 0,0 31,31-31,-47 0,0 0,47 31,-47-31,0 0,-16 0,1 0,-1 0,0 0,1 0,-1 0,1 0,-1 0,16 0,-16 0,1 0,30 0,1 0,15 0,-15 0,-31 0,-1 0,0 0,1 0,-17 0,48 0,-32 0,48 0,-32 0,-16 0,0 0,1 0,-1 0,1 32,15-32,0 0,-16 0,16 0,-16 0,1 0,30 0,-30 0,-1 0,32 0,-32 0,1 31,15-31,15 0,1 0,31 0,-62 0,15 0,-16 0,0 0,1 0,30 0,1 0,-16 0,16 0,-32 0,1 0,-1 0,0 0,1 0,-1 0,0 0,1 0,15 0,0 0,47 0,-31 0,46 0,32 0,-31 0,-63 0,16 0,0 0,-16 0,15 0,-15 0,0 0,0 0,1 0,14 0,-15 0,0 0,47 0,-62 0,-1 0,0 0,1 0,-1 0,1 0,46 0,-31 0,-16 0,1 0,-1 0,0 0,1 0,15 47,-16-47,1 0,46 0,-31 0,16 0,-16 0,0 0,0 0,0 0,16 0,-16 0,0 0,0 0,0 0,15 0,-15 0,0 0,1 0,-17 31,0-31,1 0,-1 0,47 0,-46 0,-1 0,0 0,1 0,-1 0,0 0,1 0,-1 0,1 0,-17 0,17 0,77 0,-15 0,-47 0,-15 0,-1 0,16 0,16 0,-16 0,0 0,0 0,0 0,-16 0,1 0,31 0,-32 0,16 0,63 0,-63 0,0 0,0 0,0 0,16 0,-16 0,47-15,-63 15,32 0,-16 0,0 0,0 0,0 0,16 0,-16 0,-16 0,47 0,16 0,16 0,-78 0,15 0,-16 0,0 0,16 0,0 0,0 0,63 0,-63 0,-15 0,-1 0,16 0,-16 15,1-15,-1 0,0 0,16 0,0 0,16 32,-16-32,0 0,0 0,0 0,63 0,-63 31,0-31,63 0,-47 0,15 0,-15 0,15 0,-31 0,0 31,0-31,16 0,-16 0,47 0,-63 0,16 0,0 47,-31-47,16 0,30 0,-15 0,0 0,0 0,-15 0,-32-15</inkml:trace>
  <inkml:trace contextRef="#ctx0" brushRef="#br0" timeOffset="11156.6883">10489 3386,'-31'0,"62"0,-62-31,31 47,0 15,0 0,0 1,0-1,0 0,0 1,0 15,0 0,16-47,-16 47,0-16,0 1,0-1,31-31,-31 31,0 1,0-1,31-31,-31 31,0 1,0-1,0 0,0 1,32-1,-32 16,0-15,0-1,31 0,-31 1,0-1,0 0,0 1,0-17,0 17,0 30,0-46,0 15,0 1,0-1,0 1,0-1,0 0,0 1,0-1,0 0,0 1,0-1,0 0,0-15,0 15,0 1,0-1,0 1,0-1,0 16,0-16,0 1,0-1,0 0,0 1,-16-32,16 31,0 16,0-16,0 1,0-1,0 16,0-15,0-1,0 0,0 16,0-15,0-1,0 0,0 1,0 15,0-16,0 1,0-1,0-15,0 15,0 0,0 1,0-1,0 0,0 1,0-1,0 0,-31 1,31 15,0-16,0 1,0-1,0 0,-31 1,31-1,0 0,0 1,0-1,0 0,0-15,0 15,0 1,0-1,0 1,0-1,0 0,0 1,0-1,0 0,0 1,0-1,0 0,0-15,0 15,0 1,0-1,0 0,0 1,0-1,0 1,0-1,0 0,0 1,15-1,-15 16,0-16,0 1,0-1,0 0,0 1,0-17,0 17,0-1,0 1,0-1,0 0,0 1,0-1,0 0,0 1,0-1,0 0,0 1,0-17,0 17,0 31,0-48,0 17,0-1,0 0,0 1,0-1,0 16,0-16,0 16,0 16,0-31,0-17,0 17,0-1,0 0,0 1,0-1,0 0,0 1,32-1,-32 0,0 1,0-1,0 0,0 1,0-1,0-15,0 15,0 1,0-1,0 0,0 1,0-1,0 0,0 1,0-1,0 0,0 1,0-16,0 15,0 0,0-46,-16-17</inkml:trace>
  <inkml:trace contextRef="#ctx0" brushRef="#br0" timeOffset="11901.899">8279 6914,'0'31,"0"-62,0 94,0-1,0-14,0-1,0-16</inkml:trace>
  <inkml:trace contextRef="#ctx0" brushRef="#br0" timeOffset="14619.121">7777 7134,'0'31,"47"-31,-16 0,1 0,-17 0,17 0,30 0,-15 0,-15 0,-1 0,0 0,-15 0,15 0,1 0,-1 0,1 0,-1 0,0 0,1 0,-1 0,0 0,1 0,-1 0,-15 0,15 0,0 0,32 0,-16 0,0 0,0 0,-15 0,30 0,1 0,-32 0,1 0,15 0,-16 0,1 0,-1 0,-15 0,15 0,0 0,1 0,-1 0,16 0,16 0,-48 0,17 0,-1 0,32 0,-16 0,-16 0,1 0,-17 0,17 0,-1 0,0 0,1 0,-1 0,0-16,1 16,-1 0,0 0,1 0,-1 0,1 0,-1 0,0-47,1 47,-1 0,16 0,-16 0,1 0,-32-31,47 31,16 0,-32 0,0 0,1 0,-1 0,0 0,1 0,-1 0,0-32,1 32,-1 0,0 0,32 0,-31 0,30 0,-30 0,-1 0,0 0,16 0,-47-31,47 31,-15 0,-1 0,0 0,1 0,-1 0,1 0,-1 0,-15 0,15 0,0 0,1 0,-1 0,0 0,1 0,-1 0,0 0,1 0,15 0,0 0,0 0,16 0,-16 0,0 0,-47 16,47-16,0 0,-16 0,-31 31,47-31,16 0,-32 0,16 0,0 0,-15 0,15 0,0 0,15 0,-15 0,1 0,-1 0,0 0,-16 0,0 0,1 32,30-32,-15 0,0 0,-15 0,-1 0,16 0,0 0,-15 0,-1 0,16 0,0 0,0 47,-31-47,15 0,0 0,1 0,-1 0,1 0,-1 0,0 0,1 0,-1 0,-47 0,-15 0,0 0</inkml:trace>
  <inkml:trace contextRef="#ctx0" brushRef="#br0" timeOffset="18273.0527">10724 9219,'0'-31,"-31"31,0-32,31 48,0 0,0 15,0 0,0 32,0-47,0 15,0 0,0 1,0-1,0 0,0 1,0-1,15 0,-15 17,0-17,0 0,0 1,0-1,0 0,0 1,0-1,0 0,32 1,-32-1,0 0,0-15,0 15,0 32,0-31,0-17,0 17,0-1,0 0,0 1,0-1,0 0,0 1,0-1,0 16,0 0,-16-15,16-1,0 0,0 16,0 16,-31-63,31 47,0 0,0-16,0 1,0-1,0 1,-32-32,32 31,0 0,0-15,0 15,0 1,0 15,0 15,0-30,0 15,0 0,-31-47,31 31,0 16,0 0,0-15,0-1,0 0,0 1,0-1,0 0,0 1,0-1,0 16,0-15,-16-32,16 31,0 0,0 1,0-1,0-15,0 15,0 0,-31-31,31 32,0-1,0 16,0-16,0 16,0 16,0-16,0 0,0 0,0-15,0-1,0 0,0 1,0-1,0 0,0 1,0-1,0 1,16-32,-16 15,0 17,0-1,0 0,0 1,15-32,-15 47,0-16,0 0,0 1,32-32,-32 31,0 0,0 1,0-1,0 1,0-1,31-31,-31 47,0 16,0-32,31 32,16-1,-47-77,0-17,0 1,0-16</inkml:trace>
  <inkml:trace contextRef="#ctx0" brushRef="#br0" timeOffset="21618.2934">7934 11336,'0'-16,"0"-16,15 32,17 0,-1 0,0 0,-15 0,15 0,1 0,-1 0,16 0,32 0,-48 0,0-31,16 31,0 0,16 0,-32 0,1 0,-1 0,0-47,1 47,-1 0,1 0,-1 0,0 0,1 0,-1 0,16 0,-16 0,32 0,0 0,-32 0,1 0,-1 0,0 0,1 0,-1 0,-15 0,15 0,16-31,-31 31,15 0,0 0,1 0,-1 0,0 0,1 0,-1 0,1 0,-1 0,0 0,1 0,15 0,-16 0,0 0,1 0,-17 0,17 0,-1 0,32 0,-32 0,1 15,-1-15,0 0,1 0,-1 0,0 0,1 0,-1 0,0 0,-31 32,47-32,1 0,-17 0,0 0,16 0,16 0,-32 0,1 0,-1 0,0 0,1 0,15 0,-16 0,1 0,15 0,-16 0,16 0,-16 0,1 0,-1 0,0 0,1 0,-1 0,16 0,-16 0,17 0,-17 0,0 0,16 0,32 0,-48 0,0 0,1 0,-17 0,17 0,31 0,-32 0,-15 0,15 0,0 0,1 0,-1 31,0-31,1 0,-1 0,16 0,16 0,-16 0,0 0,-16 0,-31 31,32-31,15 0,0 0,-16 0,32 0,-32 0,0 48,16-48,1 0,14 0,-15 31,0-31,0 0,16 0,-16 0,-16 0,1 0,-1 0,-31 31,63-31,-16 0,0 0,-16 0,32 0,-16 0,0 0,-16 0,1 0,15 0,-16 0,1 0,-1 0,0-15,16 15,32 0,-32-47,-16 47,0 0,-31-32,-15 32</inkml:trace>
  <inkml:trace contextRef="#ctx0" brushRef="#br0" timeOffset="40251.727">5707 4233,'0'-31,"0"-1,-47 64,47 46,-63 0,63-15,-31-16,31 16,0-32,-31 1,31-64,31-15,-31 16,47-16,-47 0,31-16,-31 47,0-15,32-16,-32 0,31 0,-31 0,32 47,-32-32,31 32,-31-31,31 31,-31 16,32 15,-32 16,31 0,-31 32,47-32,-47 15,0-15,0 0,0-15,0-1,0 1,0-1</inkml:trace>
  <inkml:trace contextRef="#ctx0" brushRef="#br0" timeOffset="40578.9577">5597 4421,'32'0,"-1"-31,0 31,1 0,-32-32,31 32</inkml:trace>
  <inkml:trace contextRef="#ctx0" brushRef="#br0" timeOffset="43010.0101">8592 4233,'0'-31,"-16"31,16-32,0 64,0 15,0 31,0-31,0 0,0 0,0-16,0 1,0-64,0 1,0 0,-31-1,31 1,-31-16,31 16,0-1,-32 1,32 0,16 31,15-63,1 63,-1-47,0 47,1-32,-1 32,1 0,-32 16,0 47,0-32,0 1,0-1,-32 0,32 1,-63-1,32 32,47-79,31 16,-16 0,1 0,-1 0,0 0,1 0,15 16,-47 15,0 0,-47-31,15 32,-15-32,-16 0,32 31,0-31,62 0,0 0</inkml:trace>
  <inkml:trace contextRef="#ctx0" brushRef="#br0" timeOffset="43271.185">8953 4405,'0'-31,"0"47,0 15,0 16,0 0,31 0,-31 16,0-47,0 15,0 0,0 1,31-32</inkml:trace>
  <inkml:trace contextRef="#ctx0" brushRef="#br0" timeOffset="44549.1974">11712 4249,'0'0,"0"-32,-31 32,31 16,0 31,0 16,0-1,0-15,0-15,0-1,0-47,0-31,0 16,0-32,0 16,-31 0,31 0,0 16,0 0,0-1,47 32,-16 0,0-31,1 31,-1 0,0 0,1 0,-32 31,0 1,0-1,0 0,-47 1,47-1,-63 0,16 1,31-32,16 31,-31-31,47-16,31 16,-16 0,0 0,1 0,-1 0,0 0,1 16,-32 15,31 1,-31 30,-16-62,-15 48,0-48,-1 31,1-31,0 0,-1 0,32-16,32-15,-1 31</inkml:trace>
  <inkml:trace contextRef="#ctx0" brushRef="#br0" timeOffset="45079.3493">12089 4578,'0'-16,"0"-15,31-1,-15 32,31-31,-16 31,-31 16,16-16,-16 47,0 0,0 0,-32 0,1-16,0-31,31 47,-47-47,47 32,-32-32,48 0,15 0,1 0,15 0,31-16,-15 16,-16 0,-16 0,0-47,-46 47</inkml:trace>
  <inkml:trace contextRef="#ctx0" brushRef="#br0" timeOffset="46910.7289">9000 7698,'0'0,"-32"0,32-31,0-1,0 79,-31 16,31-16,0 0,0-16,-31 1,31-64,0 1,0 0,0-1,0 1,0-16,0 16,15 31,-15-47,32 47,-32-47,31 47,0 0,1 0,-32 15,31 17,-31-1,0 0,-16 1,-46 15,30-16,1-31,47 0,31 0,-16 0,0 0,17 0,-17 16,-31 15,0 16,-31-15,-1-32,1 47,-1-47,1 0,0 0,31-32,15 1,17 31</inkml:trace>
  <inkml:trace contextRef="#ctx0" brushRef="#br0" timeOffset="47465.5469">9266 7839,'0'0,"0"-16,32 16,-1 0,-31-31,31 31,1 0,-32 16,0 31,0-16,-16 1,16-1,-63 0,32 1,78-48,0 16,-16 0,1 0,-32 31,0 16,-32 16,-30-32,30-31,-30 0,15 32,0-32,15 0</inkml:trace>
  <inkml:trace contextRef="#ctx0" brushRef="#br0" timeOffset="48892.8277">11587 7776,'0'47,"0"32,0-16,0-16,0 15,0-15,0-15,0-48,0-15,0-1,0-15,0 0,15-15,-15 14,0 17,0 0,0-1,32 32,-32-31,47 31,-16 0,1 0,-1 0,0 0,-31 16,0 31,0-16,0 0,-47 32,-15 16,15-48,15-31,32 47,-31-47,46-16,17 16,-1-47,1 47,-1-31,0 31,1 0,-1 0,0 0,-31 31,0 16,0-15,-62-1,15 16,0-16,-32-31,32 47,-16-47,48 0,15-15,0-1,31-31,0 47</inkml:trace>
  <inkml:trace contextRef="#ctx0" brushRef="#br0" timeOffset="49572.48">11900 8043,'0'0,"-31"31,31 1,0-1,-47 0,47 1,0-1,-31 0,62-31,0 0,1-15,15 15,-16 0,0 0,16 0,-47-32,32 32,-32-47,0 16,-16 0,16-1,0 95,0-32,0-15,0 94,0-63,0 0,0 31,0-46,0-1,0 0</inkml:trace>
  <inkml:trace contextRef="#ctx0" brushRef="#br0" timeOffset="51657.2722">2023 11398,'0'-31,"0"0,-16 31,16-32,-31 32,31-31,-32 31,1 0,-1 0,1 0,15 0,-31 15,47 17,0-1,-31 16,31 0,0 16,0-32,0-15,0 15,0 1,16-32,-16 62,47-62,-16 0,0 0,1 0,-1 0,16 0,-15 0</inkml:trace>
  <inkml:trace contextRef="#ctx0" brushRef="#br0" timeOffset="53518.3324">9015 9971,'0'-31,"-31"31,31-31,0-1,0 79,0 16,0-16,0 16,0-47,0 15,0 0,0 1</inkml:trace>
  <inkml:trace contextRef="#ctx0" brushRef="#br0" timeOffset="53899.5821">8890 9956,'0'0,"0"-32,0 1,0-16,47 47,-16-31,1 31,-1 0,-15 0,15 0,16 62,-15-30,-1-1,-31 0,31 32,-31-31,-15-1,-17 0,-15 1,0 15,16-47,-1 31,1-31,78 0</inkml:trace>
  <inkml:trace contextRef="#ctx0" brushRef="#br0" timeOffset="54207.9742">9345 10097,'0'0,"0"31,0 32,0-32,0 1,0-1,0 0,0 16,0-15</inkml:trace>
  <inkml:trace contextRef="#ctx0" brushRef="#br0" timeOffset="55197.217">11602 9987,'0'-16,"0"48,0 15,0 0,0 0,0-16,0 1,0-1</inkml:trace>
  <inkml:trace contextRef="#ctx0" brushRef="#br0" timeOffset="55533.4698">11555 10034,'0'0,"0"-16,16-31,15 47,1-31,-1 31,1 0,30 0,-30 16,-1 31,0 0,-31 0,32-16,-32 1,-16-1,-15 0,-16 16,-32-15,1-32,15 31,0-31,16 0,47-31</inkml:trace>
  <inkml:trace contextRef="#ctx0" brushRef="#br0" timeOffset="56027.1588">11822 10269,'0'0,"0"-15,0-17,0-15,16 47,15-47,16 47,-47 47,0 16,0-32,0 1,-16-1,-15 16,0 0,62-47,16 0,16 0,-16-31,0 31,0 0,31 0,-15 0,0-32</inkml:trace>
  <inkml:trace contextRef="#ctx0" brushRef="#br0" timeOffset="57267.5869">8953 13609,'0'-31,"0"62,0 0,0 1,0 46,-16-78,16 31,0 1,-31-32</inkml:trace>
  <inkml:trace contextRef="#ctx0" brushRef="#br0" timeOffset="57581.059">8874 13546,'0'0,"0"-31,0 0,63 31,-32 0,16 0,0 0,1 0,-1 47,-16-47,-31 62,31-30,-31-1,0 0,-15 1,-48 15,16-16,-16 0,16 1,0-32,16 47,-1-47</inkml:trace>
  <inkml:trace contextRef="#ctx0" brushRef="#br0" timeOffset="58121.7956">9172 13860,'0'-16,"32"-15,30-1,-15 32,-15 0,-32 16,31-16,-31 47,-31 0,-16 16,15-32,48-31,-16-15,47 15,-16 0,1 0,-1 0,16 15,-16 17,-31-1,-31 0,0-31,-1 63,1-63,-32 31,32-31,15 0,-15 0,-32-31</inkml:trace>
  <inkml:trace contextRef="#ctx0" brushRef="#br0" timeOffset="59200.782">11838 13876,'0'0,"0"-32,0 64,62 30,-62-15,0 0,0-15,0 15,0-63,0 0,0-15,0 0,0-32,0 16,0 16,0-1,0 16,0-15,0 0,0-1,32 32,-32-31,62 31,-15 0,16 0,-31 16,-1 15,0 16,1 16,-32-16,62-16,-62 1,0-1,0 0,-62 1,15 15,-16-47,16 31,0-31,15 0,1 0,62-16,1 16</inkml:trace>
  <inkml:trace contextRef="#ctx0" brushRef="#br0" timeOffset="59622.2235">12402 13985,'0'32,"0"-1,0 0,0 1,0 15,-31-16,-1 32,32-32,0-46,32 15,46 0,-47 0,1-32,-1 32,1 0</inkml:trace>
  <inkml:trace contextRef="#ctx0" brushRef="#br0" timeOffset="59899.3305">12559 14126,'0'32,"0"-1,0 0,0 17,0-1,0-16,0 0,0 16,0-15,0 15</inkml:trace>
  <inkml:trace contextRef="#ctx0" brushRef="#br0" timeOffset="115591.4537">16526 5393,'0'-47,"0"16,0 46,0 48,0 31,0 16,0-16,0 0,0-47,15-15,-15-48,0-31,0-16,0-31,0-31,0 15,-31-94,31 141,0 32,0 94,31-1,1 48,15-31,-16-32,16 15,0-77,-47-17,32-30,-32 15,0-1,31-30,-31 94,0 31,31 31,-31-15,0 15,47 16,-47 0,0-15,0-32,0 31,0-46,0-1,32-31</inkml:trace>
  <inkml:trace contextRef="#ctx0" brushRef="#br0" timeOffset="115993.4529">17153 5801,'-32'31,"64"-62,-64 94,48-63,31 0,-15 0,-32-16,62-15,-62-1,0 1,32-1,-32 1,0 0,-16-1,-15 32,-1 0,1 16,-16 31,47 0,-32 0,32 0,0 16,0-16,16-16,16 1,-1-32,32 31,-16-31,0 0,0 0,15 0,-30-31</inkml:trace>
  <inkml:trace contextRef="#ctx0" brushRef="#br0" timeOffset="116376.3489">17513 5801,'0'0,"0"-32,16 32,15-31,17 31,-17 0,-31 31,47 1,-47-1,0 1,0-1,0 0,0 1,-16-32,16 15,-31-15,31-31,0 0,47-63,31-1,-31 64,-15 31,-32 31</inkml:trace>
  <inkml:trace contextRef="#ctx0" brushRef="#br0" timeOffset="116972.305">18203 5942,'0'-31,"0"-48,0 48,0-1,-15 32,15-47,-32 47,1 0,-32 0,16 16,16 15,31 17,-47 14,47-15,0-15,0-1,31 0,16-31,-15 0,46-47,-78 16,47 0,-47-1,0 1,31 0,-31-1,0 64,0 15,0 31,0 16,47 31,-47 48,47-48,-47 95,0-79,-15-141,-64 0,79-78,-31-32,31-16,0 1,47-16,0 0,16 31,-1 32,1 15,-16 16</inkml:trace>
  <inkml:trace contextRef="#ctx0" brushRef="#br0" timeOffset="117163.8472">18533 5738,'0'0,"0"31,-16 17,16 14,0-15,0-15,0-1,31 0,1-31,-1 0,63-78,-94 31</inkml:trace>
  <inkml:trace contextRef="#ctx0" brushRef="#br0" timeOffset="117478.667">18595 5534,'0'0,"0"-31,16 31,15 0,-31 16,0 15,-31-31,0 0,-16 0,15 0,32-16,32 16,-1 0,-31 16</inkml:trace>
  <inkml:trace contextRef="#ctx0" brushRef="#br0" timeOffset="118575.5926">18689 5848,'0'0,"0"-16,16 16,-16-31,47 31,16 0,-16 0,0 31,-16 32,-31-32,0-15,0 15,-62-31,30 0,32-15,0-1,0-47,47 32,-15 0,30-1,-15-31,47 32,-62 31,-1 0,-31 16,0 31,0-16,0 1,0-1,0 0,-31 1,31 15,47-47,0 0,16 0,15-16,0-15,-31-16,0 15,-47 1,32-1,-32-15,-16 16,-31 0,0 31,16 0,-1 0,17 0,-48 78,63-47,0 1,0 15,31-47,1 0,15 0,-47-16,62-31,-30 16,-32 46,0 33,0 14,0 1,0 31,0 31,0 1,0 46,0 111,0-221,0-15,0-15,0-1,-16-31,-47 0,32-16,0-31,31-31,-32-16,32-94,0 31,0 63,32 0,15 47,15 15,-30-15,46 0,-47 47,1 0</inkml:trace>
  <inkml:trace contextRef="#ctx0" brushRef="#br0" timeOffset="125806.2102">17576 6961,'0'0,"32"0,-1 0,16 0,31 0,48 0,31-31,31 31,16-63,-48 63,-93 0,-16 0</inkml:trace>
  <inkml:trace contextRef="#ctx0" brushRef="#br0" timeOffset="136845.7338">16918 7776,'0'-31,"-32"109,32-31,-47 32,47-32,0 16,-31-16,31-16,0 32,0-79,0-31,0 16,16-32,-16 0,0 16,47 0,-47 0,0 16,31-1,-31 1,0-32,31 16,-31 16,32 31,-32 16,31 15,0 32,16-1,-47-30,0-1,32 32,-32-16,31 31,-31-31,0 0,32 0,-32-15,0 15,0-79</inkml:trace>
  <inkml:trace contextRef="#ctx0" brushRef="#br0" timeOffset="137557.2355">16886 8043,'0'0,"16"0,31 0,-16 0,32 0,-16-16,-16 16,1 0,-1 0,-31-31</inkml:trace>
  <inkml:trace contextRef="#ctx0" brushRef="#br0" timeOffset="143347.1553">18266 7745,'0'-31,"0"15,0-15,0 78,0 0,0 15,31-15,-31 1,0-1,0-16,32 0,-32-46,-16-17,16 1,0 0,0-17,-47 1,47 0,0-15,-31 15,31 15,0 1,0 0,0-1,15-15,17 47,-1-31,0 31,1-32,-1 32,1 0,15 0,-47 32,47-1,-47 1,0-1,0 0,-32 1,32 15,-47-16,16 16,-1-16,1-31,0 47,-1-47,1 0,31-15,31 15,1 0,-1 0,16-32,32 32,-32 0,0 0,-16 16,0-16,-31 47,0-16,0 48,0-48,-15 1,-17-32,1 31,0-31,-1 31,1-31,-16 0,47-15</inkml:trace>
  <inkml:trace contextRef="#ctx0" brushRef="#br0" timeOffset="143901.9157">18878 7902,'0'-32,"0"80,0-1,31 0,-31 62,0-62,0 0,0-15,0-1,0 0,0-62,0-32</inkml:trace>
  <inkml:trace contextRef="#ctx0" brushRef="#br0" timeOffset="155917.997">16918 9140,'0'0,"0"16,0 16,0 30,0-15,0 0,0 0,0-15,0-1,0 0,0-93,0 30,0 17,0-17,0 1,0-16,0 16,15-16,-15 31,47 16,-15 0,-1 16,32 62,-63-47,31 1,-31-1,32-31,-32 63,0-32,0 0,0-46,0-17,0 1,0-16,0 0,0 0,0 16,31-1,0-15,16 47,-47 47,32 0,-32 0,47 16,-47-16,0-16,0 1,0-17,0 48</inkml:trace>
  <inkml:trace contextRef="#ctx0" brushRef="#br0" timeOffset="156560.0056">17686 9407,'0'-16,"16"16,-16-31,0 0,0-16,-32-16,-15 63,16-31,-48 31,48 31,0 47,31-46,0 15,0 15,0-15,31-15,0-1,1-31,-1 63,16-63,-47-16,47-31,-47 31,32-31,-32 32,0-48,0 32,0-1,0 17,0-17,0 48,0 0,0 15,0 63,0-78,47 31,-16-16,47 32,-46-63,30 0,1 0,-63-63</inkml:trace>
  <inkml:trace contextRef="#ctx0" brushRef="#br0" timeOffset="157538.1248">17905 9250,'-31'0,"31"-31,31 0,1 31,-1 0,1 0,15 0,-47 15,31 48,-31-16,0-16,0 1,0-1,-16 0,-15 16,31-62,0-32,0 15,0 1,16 0,-16-16,47-16,0 16,-16 15,0 1,-46 31,15 16,-32-16,32 47,-31-16,31 1,0 15,0-16,0 0,0 1,0-1,31-31,32 47,-16-47,16 0,-32 0,-31-16,16 16,-16-31,0-16</inkml:trace>
  <inkml:trace contextRef="#ctx0" brushRef="#br0" timeOffset="158775.6235">18752 8858,'0'0,"-31"0,31-31,-16 31,-31 16,47 15,-47 16,47 0,-63 31,63 1,0 15,-31 16,31-1,16-46,-16-32,47 1,-16-32,0 31,32-31,-32 0,1 0,-1 0,0 0,-31-16,48 16</inkml:trace>
  <inkml:trace contextRef="#ctx0" brushRef="#br0" timeOffset="159391.3036">19175 9078,'0'0,"0"-32,0 48,-31 47,31 0,-63 15,63 0,-47-31,47 0,-31-15,31-1,0-62,0-1,0-15,16-78,-16 62,31 0,-31 16,0 16,0 0,0-1,0 48,47-16,-47 78,63-46,-63-1,47 16,-47-15,31-1,-31 0,0 1,0-1,0 0,32 1,-32-1,0 0,-16-31,16-15</inkml:trace>
  <inkml:trace contextRef="#ctx0" brushRef="#br0" timeOffset="159626.9612">19066 9266,'0'0,"15"0,17 0,-1 0,0 0,1-16,15 16,-16 0</inkml:trace>
  <inkml:trace contextRef="#ctx0" brushRef="#br0" timeOffset="160468.2281">19238 8890,'0'0,"79"0,-32 0,0 0,15 0,1 31,15 0,-15 1,-31 30,-1-15,-31 0,47 16,-47-16,0 0,-31 32,-1-48,1 0,-1 1,1-1,-32 16,32-47,31 31,0-78,0 16,16 0</inkml:trace>
  <inkml:trace contextRef="#ctx0" brushRef="#br0" timeOffset="161341.2297">20053 9235,'-31'0,"47"0,15 0,16 0,32 0,-48 0</inkml:trace>
  <inkml:trace contextRef="#ctx0" brushRef="#br0" timeOffset="162268.1091">20398 9062,'-15'0,"30"31,-15 16,0 16,0-16,0 0,0-15,0-1,0 0,-15-46,15-64,0 32,0 0,0-31,15 31,17 15,-1 32,32-31,0 31,-32 0,0 31,1 1,-32-1,47 0,-47 1,0-1,-47-46,47-17,0 1,0-16,0 15,31 1,-15 31,62-31,-31 31,-16 0,1 0,-1 47,-31-16,0 32,0-48,0 17,0-1,0 32,47-63,-15 0,-32-47,31-16,-31 32,0-16,0 15,-16 79,16 0,0 48,16-1,-16-79,31-15,1 0,15 0,31-78,-78 31</inkml:trace>
  <inkml:trace contextRef="#ctx0" brushRef="#br0" timeOffset="162570.3947">21088 8764,'-15'0,"30"-31,17 31,-1 0,-15 0,-16 15,-32-15,-46 32,31-32,110 0,-32 0</inkml:trace>
  <inkml:trace contextRef="#ctx0" brushRef="#br0" timeOffset="163063.3552">21167 8968,'0'-16,"0"32,15-32,17 16,15 0,-47 16,62 47,-30 46,-32-77,0-1,0 1,0-1,-16-78,16 16,0-1,0-15,0 0,16 0,-16 16,47-1,-16 32,1-62,-1 62,0 0,16 0,-47 15,47 95,-47-63,0 0,0 0,0-15,-15-1,15 0</inkml:trace>
  <inkml:trace contextRef="#ctx0" brushRef="#br0" timeOffset="163353.8434">22107 8670,'0'0,"-47"-31,16 31,-47 31,31 47,15 79,32-63,0 0,0-31,16 16,-16-32,63 0,-32-47,-31 31,63-31,46-31,-30-16</inkml:trace>
  <inkml:trace contextRef="#ctx0" brushRef="#br0" timeOffset="164002.5706">22311 8827,'0'47,"0"0,0 0,0 0,0 0,0-16,0 1,0-1,0-62,-31-1,31-15,0-15,0-1,0-15,0 31,0-1,0 17,0-16,63 47,-16 0,15 0,-30 16,-1-16,-31 47,47 16,-47-16,-47-47,-31 109,15-109,63 47,-47-47,110 0,-16-15,31 15,-15 0,-16 0,0 0,0 15,-47 32,0-15,0-1,-47 0,-47 1,31 31,16-63,16 0,-1 0,32-16</inkml:trace>
  <inkml:trace contextRef="#ctx0" brushRef="#br0" timeOffset="164261.2578">22891 9078,'0'0,"0"31,0 16,0 47,0-62,-31-1,31 0,0-46</inkml:trace>
  <inkml:trace contextRef="#ctx0" brushRef="#br0" timeOffset="164549.9494">22907 8513,'0'0,"0"-15,31 15,63 0,1 0,-1 0,15 47,-46 0,0 31,-63 0,31 1,-31-16,0 15,-63-31,-46 47,62-63,15-31,32 32,-47-32</inkml:trace>
  <inkml:trace contextRef="#ctx0" brushRef="#br0" timeOffset="164912.3601">23973 8654,'0'0,"-31"16,-16 47,15-16,-30 63,15-79,15 16,48-47,15 0,1 0,62 0,-31 0,-16 0,-16 0,0 0,1 0</inkml:trace>
  <inkml:trace contextRef="#ctx0" brushRef="#br0" timeOffset="165391.3699">23675 9188,'0'0,"0"31,63-31,78 0,-78 0,0 0,-1 0,-30 0,-1 0,-15 0,15 0</inkml:trace>
  <inkml:trace contextRef="#ctx0" brushRef="#br0" timeOffset="165679.1786">24600 8686,'0'-47,"0"94,0-47,16 78,-16-31,0 0,0 16,0-16,0-16,0 1,-16-32,16 31,-15-31</inkml:trace>
  <inkml:trace contextRef="#ctx0" brushRef="#br0" timeOffset="166073.0542">24334 8701,'0'-15,"0"30,-32-30,48 15,63-47,46 47,47-63,-15 63,-16-78,32 46,-142 32,1 0</inkml:trace>
  <inkml:trace contextRef="#ctx0" brushRef="#br0" timeOffset="167533.0425">25510 8717,'0'0,"0"-31,0 46,0 80,0-1,0 31,0 16,0-47,0-47,0 0,0-15,0-64,0 1,-32-94,-30-17,-17 64,32 0,47-1,-31 32,31 16,0-16,0 15,16 32,15-62,0 62,1 0,-32-32,47 32,15 32,-62-1,0 16,0-16,0 1,-31 15,0-16,-16 1,-16 15,32-16,-1-31,32 47,-15-47,15 31,0 1,31-32,0 0,16 0,16 0,15 0,-31 0,-15 0,15-16</inkml:trace>
  <inkml:trace contextRef="#ctx0" brushRef="#br0" timeOffset="169169.3718">25792 8717,'0'0,"0"-47,0 78,31 32,-31-16,0-15,0-1,0 16,0-63,0-15,0 0,0-16,0-1,0 17,0-16,32 47,15 0,0 0,-47 31,47 1,-47-1,47 1,-47-1,31 0,-31 1,-15-32,15-32,0 1,0-16,0 15,0 1,0 0,15-1,17 32,-1-31,0 31,1 0,-1 0,-31 16,0 15,0 63,0-62,0-1,0 0,31 1,1-32,-1 0,-31-32,47-15,-47 32,31-33,-31 1,0 16,0 0,0 78,0-16,0-15,0 47,0-32,0 0,47-31,16 0,-31 0,-17 0,32-31,-47 0</inkml:trace>
  <inkml:trace contextRef="#ctx0" brushRef="#br0" timeOffset="169527.0156">26419 8341,'-31'0,"31"-32,15 32,-15-31,32 31,-1 16,-31 15,0 1,-31-32,-1 47,1-47,0 0,-16 0,47-32,15 32,1 0,15 0</inkml:trace>
  <inkml:trace contextRef="#ctx0" brushRef="#br0" timeOffset="170138.4371">26529 8529,'0'0,"16"0,-1 0,-15 31,47 48,-47-32,0 15,0-14,0-17,0 0,-15-31,15-47,0 16,0-16,0-16,15 16,-15 16,47-1,16 1,-32 31,32-31,-16 31,-15 15,-1 48,-31 0,0-32,0 16,0-16,-16 17,16-33,16-15</inkml:trace>
  <inkml:trace contextRef="#ctx0" brushRef="#br0" timeOffset="171218.161">27485 8106,'0'-32,"0"64,-15-64,-1 32,-47 0,-15 110,15 0,0 31,63-31,0-16,0-32,0 17,0-32,32 0,-1-16,16 16,-15-47,-17 0,48 0,-32 0</inkml:trace>
  <inkml:trace contextRef="#ctx0" brushRef="#br0" timeOffset="172290.0719">27736 8419,'0'0,"-16"0,-46 79,30 30,32-15,-47-15,47-32,0-16,-31-31,31 32,0-64,0 1,0-16,0 0,16-16,-16-15,31 78,-31-47,31 47,-31-32,32 32,15 0,31 63,-78-16,63 16,-63-16,0 0,0-16,0 1,0 15,0-16,-16-31</inkml:trace>
  <inkml:trace contextRef="#ctx0" brushRef="#br0" timeOffset="172499.1122">27564 8811,'0'0,"47"0,0-31,0 31,63-47,-63 47,-16-32</inkml:trace>
  <inkml:trace contextRef="#ctx0" brushRef="#br0" timeOffset="172867.5801">27846 8168,'0'0,"-31"0,93 0,-15 0,-15 0,15 16,-16 15,32 1,-32 46,16 32,-15 0,-32-16,0-32,0 17,0-16,-16-1,-15-30,-1-1,1-31,31 31,-32-31</inkml:trace>
  <inkml:trace contextRef="#ctx0" brushRef="#br0" timeOffset="177381.9231">26027 8827,'16'0,"62"0,16 0,47-63,16 63,-31-47,30 47,17-47,-79 47,-47 0,-78 31,-1-31</inkml:trace>
  <inkml:trace contextRef="#ctx0" brushRef="#br0" timeOffset="178342.2629">26011 9407,'-31'-31,"31"-1,-31 1,31 47,0 31,31 15,-31-15,0 0,0-15,0-1,0 1,0-64,0 1,0-16,0 0,0-16,0 16,31 47,-31-47,48 47,-48-31,62 31,-30 15,15 17,-47-1,31 0,-31 1,0-1,0 16,-16-63,16-15,0 0,0-16,0 15,0 1,32 31,-1 0,-31-31,47 31,-16 15,-31 17,0-1,32 0,-32 1,0-1,0 0,-16 1,16-1,-31 0,31 1,0-1,15-31</inkml:trace>
  <inkml:trace contextRef="#ctx0" brushRef="#br0" timeOffset="178788.3794">26686 9454,'0'-31,"0"62,0-94,-47 16,15 47,-15 0,16 0,0 0,-1 32,32-1,-47 16,47 16,0-16,0-16,31-31,1 32,-1-32,1 0,-1-16,0-16,1 1,-32 0,31-16,-31 31,0-15,0-32,0 110,0-16,-16 1,16 15,0 0,0-16,16 1,47 30,-1-62,-30 0,-1-47</inkml:trace>
  <inkml:trace contextRef="#ctx0" brushRef="#br0" timeOffset="179376.5443">26795 9360,'0'0,"0"-16,0-15,47 0,-15 31,15 0,0 47,-47-16,31 0,-31 1,0-1,0 16,-47 16,16-63,31 47,-31-47,31-16,0-15,0 15,47-62,-16 46,16 1,0 0,0-1,-16-15,1 16,-64 31,32 16,-62 46,30-15,32 0,0-15,0-1,0 16,16-47,15 31,1-31,15 0,31-47,-15 16</inkml:trace>
  <inkml:trace contextRef="#ctx0" brushRef="#br0" timeOffset="180049.3065">27532 8780,'0'0,"0"-32,0 1,0 62,0 48,0 15,0 0,0-31,0-16,0 16,-15-16,15-63,15-31,-15-16</inkml:trace>
  <inkml:trace contextRef="#ctx0" brushRef="#br0" timeOffset="181204.9717">27564 8811,'-32'0,"32"-31,0-1,0-15,47 47,-15-62,62 30,-63 32,1 0,15 0,-16 0,-31 32,0-1,0 0,0 1,0-1,-16 1,-31-1,16 0,-16-31,0 63,15-63,-30 31,62-46,15 15,17 0,46 0,-15 0,-16 0,-16 0,16 0,-47 15,0 17,0 15,-47 15,16-30,0-32,-1 47,1-47,-1 31,-15-31,16 0,-16 32</inkml:trace>
  <inkml:trace contextRef="#ctx0" brushRef="#br0" timeOffset="182939.6599">28097 9203,'0'-31,"-32"31,32-32,-31 32,31 16,0 63,0-17,0-15,0 32,0-48,-31 0,31-62</inkml:trace>
  <inkml:trace contextRef="#ctx0" brushRef="#br0" timeOffset="183637.4252">28520 8701,'0'16,"31"-16,48 0,-16 0,15 0,-15 0,-16 0,-16-16,-31-15</inkml:trace>
  <inkml:trace contextRef="#ctx0" brushRef="#br0" timeOffset="184561.5671">29147 8482,'0'0,"-31"0,31 47,0 16,16 15,-16-31,0 0,0-15,0-1,0 0,0-46,0-17,-16-46,16 31,0-32,0 32,0 16,16 31,-16-31,31 31,32 0,-32 0,0 62,48-15,-79-15,31-1,-31 0,0 1,0-1,-16-31,-15-31,31 15,0-15,0-32,0 32,0 15,47-31,0 16,0 31,-15 0,-32 31,0 16,31 63,-31-79,0 0,47 1,-31-32,31-32,-47 1,47-63,15 47,-62 0,0-16,0 16,0 16,0 47,0 31,0 15,0-15,0 0,32-15,-32-1,31-31,1 0,15 0,-47-31,47-32,-47 16</inkml:trace>
  <inkml:trace contextRef="#ctx0" brushRef="#br0" timeOffset="184881.7071">29774 8090,'-31'-31,"62"62,-46-62,30 31,-15 15,-15 17,-32-1,0-31,15 0,32-16,63-46,-16 62,0 0,-16 0</inkml:trace>
  <inkml:trace contextRef="#ctx0" brushRef="#br0" timeOffset="185409.8953">29931 8325,'0'0,"0"-31,-31 31,31-32,16 32,15 0,-31 47,63-15,-63-1,0 1,31-1,-31 0,-16-46,16-64,0 48,0-1,16-15,62-15,-31 62,0-32,-15 32,31 32,-63-1,31 32,-31-16,0 0,0 16,-16-1,-15-30,31-1,-32-31</inkml:trace>
  <inkml:trace contextRef="#ctx0" brushRef="#br0" timeOffset="186030.0108">30919 7886,'0'0,"-31"-63,-1 63,32-15,-31 15,-32 0,16 47,16 16,-1 31,32 31,-47-15,47-48,0 17,0-32,16 0,-16 16,63-32,-32 0,1-31,15 0,-16 0,0 0,16-15</inkml:trace>
  <inkml:trace contextRef="#ctx0" brushRef="#br0" timeOffset="186547.6253">31139 8231,'0'-31,"0"62,0-47,0 79,-63 47,63-47,-47-16,47 15,0-30,0-48,0-47,0 16,0 0,0-15,0-17,0 16,0 1,0 30,15 32,48 0,-31 32,-1-1,0 16,-31 0,63 16,-63-16,0-16,31 1,-31 15,0-16,-15-31</inkml:trace>
  <inkml:trace contextRef="#ctx0" brushRef="#br0" timeOffset="186764.0478">31029 8435,'0'0,"62"0,-14 0,-17 0,47-31,-46 31,-1 0,-31-32</inkml:trace>
  <inkml:trace contextRef="#ctx0" brushRef="#br0" timeOffset="187164.8818">31264 7886,'-16'0,"16"-31,32 31,77 0,1 47,-79 0,17 0,-17 31,-31 1,31-17,-31 48,0-16,-15-15,-32-1,-16 16,63-63,-47 16,15-47,1 0</inkml:trace>
  <inkml:trace contextRef="#ctx0" brushRef="#br0" timeOffset="187806.0152">32142 8137,'0'0,"-63"47,-15 16,15-16,16 16,-31 15,78-47,15-31,17 0,15 0,16 0,-16 0,0-15,0 15,-16 0,32 0</inkml:trace>
  <inkml:trace contextRef="#ctx0" brushRef="#br0" timeOffset="188129.1478">31813 8670,'0'0,"0"31,15-31,32 0,32 0,-16 0,15 0,16-31,-16 31,-31-31,-15 31,-48 0</inkml:trace>
  <inkml:trace contextRef="#ctx0" brushRef="#br0" timeOffset="188460.348">32722 8153,'0'-32,"0"95,0 0,0 78,0-63,0-46,0-17,0 17</inkml:trace>
  <inkml:trace contextRef="#ctx0" brushRef="#br0" timeOffset="188813.0283">32440 8231,'0'0,"-31"0,62-63,79 63,-1-62,17 62,-1-47,-15 47,-47-32,-32 32,-47 0</inkml:trace>
  <inkml:trace contextRef="#ctx0" brushRef="#br0" timeOffset="205560.1359">18313 10599,'0'0,"-31"0,31 31,15-31,32 0,0 0,32 0,15 0,-31 0,-1-16,-30 16,-17 0,-15 32,0 15,0 15,-47-15,47 48,0 30,-31-15,31-16,0-47,0-16,0-62,16-16,-16 15</inkml:trace>
  <inkml:trace contextRef="#ctx0" brushRef="#br0" timeOffset="206557.5733">19034 11038,'0'0,"32"0,-1 0,16 0,0 0,-16 0,1 0,-1-32,16 32</inkml:trace>
  <inkml:trace contextRef="#ctx0" brushRef="#br0" timeOffset="209129.9682">19865 10661,'0'0,"0"-47,0 16,0 109,0-31,0 0,0 16,0-16,0-15,0-1,0-78,0 15,16 32,31 0,-16 0,1 0,-1 0,0 0,1 0,-32 48,31-48,-31 47,0-16,0 0,-31 1,-16-1,0 0,-16 16,16-47,16 47,-1-47,32-15</inkml:trace>
  <inkml:trace contextRef="#ctx0" brushRef="#br0" timeOffset="209459.1205">19865 10630,'0'0,"16"0,15-31,16 31,32 0,-17-32,1 32,-31 0,-17 0</inkml:trace>
  <inkml:trace contextRef="#ctx0" brushRef="#br0" timeOffset="209956.9229">20681 10567,'0'-31,"-47"78,15-16,1 16,0 16,-1-32,1 1,-16 15,62-47,17 0,-1 0,1 0,15 0,0 0,15 0,-15 0,-15 0,-1 0</inkml:trace>
  <inkml:trace contextRef="#ctx0" brushRef="#br0" timeOffset="210308.956">20414 11069,'0'0,"78"0,-15 0,31-16,16 16,-32-47,-31 47,-15 0,-32-31,-16 31</inkml:trace>
  <inkml:trace contextRef="#ctx0" brushRef="#br0" timeOffset="211245.2698">21167 10552,'0'-47,"-32"47,32-32,0 1,16 31,15-32,16 32,0 0,16 0,-32 0,-15 0,16 0,-32 16,0 16,0 15,-16-16,-16 0,-15 16,-15-15,30-32,32 31,-15-31,46 0,16-16,-31 16,15 0,0 0,32 0,-47 0,15 0,1 0,-32 32,31-32,-31 31,0 16,-16 0,-15-47,0 63,-1-32,1-31,-1 32,1-32</inkml:trace>
  <inkml:trace contextRef="#ctx0" brushRef="#br0" timeOffset="212956.2344">22092 10536,'0'0,"0"31,47 48,-47 15,78 47,-78-16,32-15,-32-16,0 0,47-47,-47-15,0-1,0-47,-32-15,32-16,0-32,-31 17,31-17,0 17,-32-17,32 32,-47-47,16 63,31-16,0 0,0 15,0 1,47 0,0 31,-15 0,-1 0,-31 15,0 32,0-15,0-1,-47 0,0 1,0-1,-16 16,16-47,0 47,16-47,31 32,15-32,32 0,32 0,-1 0,16-47,47 47,-47 0,-47 0,-47-32</inkml:trace>
  <inkml:trace contextRef="#ctx0" brushRef="#br0" timeOffset="216210.1624">23377 10191,'0'-31,"16"31,15 0,1 0,-1 0,1 0,15 0,-16-32,16 32,16 0,-16 0,-16 0,0 0,-15 0,-16 16,-16 15,16 16,0 0,-31 16,31-16,0 0,-31-15,31-1,0 0,0-46</inkml:trace>
  <inkml:trace contextRef="#ctx0" brushRef="#br0" timeOffset="217786.0693">23989 10395,'0'0,"0"15,31-15,1 0,46 0,-31 0,0 0</inkml:trace>
  <inkml:trace contextRef="#ctx0" brushRef="#br0" timeOffset="219171.3487">24726 10144,'0'0,"0"-31,-32 31,32 31,0 16,-31 16,31-32,0 0,-47 1,16 15,31-16,31-31,32 0,-16 0,0 0,0 0,-16 0,1 0,-32-16</inkml:trace>
  <inkml:trace contextRef="#ctx0" brushRef="#br0" timeOffset="219510.2885">24851 10285,'0'-31,"0"78,0 0,0 15,0 1,0-16,-31 0,31 0,0-15,-31-1,31 0,0-46</inkml:trace>
  <inkml:trace contextRef="#ctx0" brushRef="#br0" timeOffset="220200.1362">25431 10285,'0'-31,"0"46,0 17,-31 15,-32 15,16-30,16-1,0-31,31 47,-32-47,48 0,15 0,1 0,15 0,0 0,15 0,1 0,-16 0,-16 0,1 0,15 0</inkml:trace>
  <inkml:trace contextRef="#ctx0" brushRef="#br0" timeOffset="220552.0738">25228 10677,'0'31,"78"-31,-15 0,31 0,15 0,-46 0,-16 0,-15 0,-1-15,-47 15,16-32,-15 32</inkml:trace>
  <inkml:trace contextRef="#ctx0" brushRef="#br0" timeOffset="221249.769">25933 10379,'0'-31,"0"62,0-94,63 32,-16 31,0 0,-16 0,1 0,-1 0,-31 16,0 31,-16-16,16 0,-47-31,47 48,-47-48,47 31,-31-31,31 31,-32-31,64 0,-1 0,1 0,-1 0,0 0,1 0,-1 0,-31 32,16-32,-16 31,0 16,-32 16,1-63,-16 47,-16-47,0 62,1-62,30 0,1 0,31-15</inkml:trace>
  <inkml:trace contextRef="#ctx0" brushRef="#br0" timeOffset="223289.504">26999 10552,'-31'0,"62"0,16 0,32 0,-17 0,1 0,-47 0,15 0,-31 15,32-15,-1 0</inkml:trace>
  <inkml:trace contextRef="#ctx0" brushRef="#br0" timeOffset="223619.8593">27234 10458,'0'0,"0"-16,16 16,0 0,31 16,-31-16,31 31,-16-31,-31 47,16-47,-16 47,0-16,0 16,-32 0,1-15,0-32,-1 31,1-31</inkml:trace>
  <inkml:trace contextRef="#ctx0" brushRef="#br0" timeOffset="223966.047">27909 10363,'0'0,"0"32,0 15,0 0,0 0,47 16,-47-32,0 0,0-15</inkml:trace>
  <inkml:trace contextRef="#ctx0" brushRef="#br0" timeOffset="224281.262">27626 10379,'-31'-31,"47"-32,78 32,78-16,-15 47,-16-47,-47 47,-31 0,0 0,-32 0</inkml:trace>
  <inkml:trace contextRef="#ctx0" brushRef="#br0" timeOffset="228328.7516">16824 11931,'0'0,"0"-31,0 0,-16-1,16 111,-47 15,47 0,0-16,-31 1,31-32,0-16,15-94,-15 16,0 0,32-16,-32 16,0-15,0-1,0 47,0-15,31-16,16 47,0 47,-16 0,1 16,-1-16,16 0,-47 0,31 0,-31-16,0-15,0 47,0-16</inkml:trace>
  <inkml:trace contextRef="#ctx0" brushRef="#br0" timeOffset="228525.3503">16902 12182,'0'0,"-31"0,46 0,32 0,0 0,0 0,16-31,0 31,15 0</inkml:trace>
  <inkml:trace contextRef="#ctx0" brushRef="#br0" timeOffset="228842.2715">17482 11994,'0'-31,"0"46,0 48,0 0,47 15,-47 1,0-17,31 17,-31-48,0 0,0 1,0-48,0-15,0-32,0 0,0 1,0-17</inkml:trace>
  <inkml:trace contextRef="#ctx0" brushRef="#br0" timeOffset="229141.2264">17466 11994,'-31'-63,"62"126,1-126,-1 63,0 0,1 16,-32 31,0-16,-32 32,-15-16,-31 16,0 0,-32-32,110 0,47-31,0 0,-16 0,32-15,-32 15,1 0,-17 0</inkml:trace>
  <inkml:trace contextRef="#ctx0" brushRef="#br0" timeOffset="229861.2547">17858 11775,'0'0,"0"15,0 32,0 47,0-47,0 16,0 15,0-46,0-79,0 0,-31 0,31 0,0-16,0 16,0 16,0-16,31 15,1 32,15 0,-16 0,1 0,-1 0,-31 16,31-16,-31 47,0 16,0-16,-62-16,30 32,1-32,-1-31,32 31,32-78,31 47,-16-31,0 31,0 0,-16 0,0 0,1 16,-32 15,0 0,-32-31,-30 47,-1-47,-15 48,30-48,1 0,16 0,78 0,-16-16</inkml:trace>
  <inkml:trace contextRef="#ctx0" brushRef="#br0" timeOffset="230122.5381">18391 11884,'0'63,"0"-16,0 0,32 63,-32-16,0-63,0 1,-16 15,-62 0</inkml:trace>
  <inkml:trace contextRef="#ctx0" brushRef="#br0" timeOffset="230414.3431">16557 12809,'31'0,"63"0,79-62,250-32,-203 47,46-1,-109 48,-31-47,-48 47,-47 0,-93 0,-17 16,-15-16</inkml:trace>
  <inkml:trace contextRef="#ctx0" brushRef="#br0" timeOffset="230661.6813">16604 12919,'0'0,"0"31,78-31,17 0,30 0,32 0,78-62,-47 15,47 0,126-47,-267 94,-47-63,-16 63,-46 0</inkml:trace>
  <inkml:trace contextRef="#ctx0" brushRef="#br0" timeOffset="235830.0073">19019 12198,'0'0,"-32"0,1 0,0 0,46 16,64-16,15 0,63 0,31-63,0 63,-16-47,-78 47,-15 0,-64 0,-15-32</inkml:trace>
  <inkml:trace contextRef="#ctx0" brushRef="#br0" timeOffset="236219.5065">19818 11963,'0'0,"16"15,15-15,1 47,15-47,15 63,-15-63,0 47,-15-47,-32 32,31-32,-31 31,0 16,-31-16,-32 16,16-15,0-1,0 0,31-31,16 32</inkml:trace>
  <inkml:trace contextRef="#ctx0" brushRef="#br0" timeOffset="237450.3483">21496 11931,'0'0,"0"-47,-16 47,-31 47,47 32,-78 15,31 16,-16-1,32-30,31-1,-63-47,94-62,-31-32,47 16,-47-31,94-63,-94 62,79 1,-32 0,-47 31,31 15,-31 1,0 0,0 46,32-15,-32 63,31-32,-31 1,31 30,-31-15,63 32,-63-16,47-1,-47-15,63 0,-63-15,31-1,-31 0,0 1,-16-48</inkml:trace>
  <inkml:trace contextRef="#ctx0" brushRef="#br0" timeOffset="237759.5253">21433 12261,'0'0,"16"0,31 0,31-47,-15 47,0-47,-48 47,-15 15</inkml:trace>
  <inkml:trace contextRef="#ctx0" brushRef="#br0" timeOffset="239421.4777">22374 12261,'-31'0,"-1"-47,48 47,31 0,31 0,16 0,32 0,-16-32,-48 32,-15 0,-47-47</inkml:trace>
  <inkml:trace contextRef="#ctx0" brushRef="#br0" timeOffset="239850.3445">22766 12010,'0'15,"16"-15,-16 32,62-32,-62 31,47-31,-15 31,15 17,-47-17,0 16,0-16,-63 1,16-1,0 16,-16-47,32 31,78-31</inkml:trace>
  <inkml:trace contextRef="#ctx0" brushRef="#br0" timeOffset="242701.5843">23503 11712,'-16'-47,"16"94,0 47,0 47,0-16,0-30,0-33,0 1,0-47,0-79,0 0,0-15,0-16,0 0,0 47,0 0,0 15,0-15,47 0,16 47,0 0,15 0,-47 0,-15 16,31 15,-47 1,0-1,-31 0,31 1,-63 15,0-16,32 0,0-31,31 32,62-48,-15 16,-15 0,-1 0,0 0,16 16,-47 31,0 0,-15-16,-79 48,15-48,1-31,31 31,16-31,-1 0,32-15,16-17,62 1,-15 31</inkml:trace>
  <inkml:trace contextRef="#ctx0" brushRef="#br0" timeOffset="243262.0397">24036 12151,'0'0,"0"-32,0 1,0 0,31 31,-31-32,94 32,-31 0,-47 0,-16 16,0 15,0 1,0-1,0-15,0 15,-32 16,1-15,0-1,-1-31,32 31,-31-31,94 0,-1 0,32 0,1 0,-17-31,-31 31,-16 0</inkml:trace>
  <inkml:trace contextRef="#ctx0" brushRef="#br0" timeOffset="247889.415">16024 11194,'-31'0,"31"-15,0 30,0 17,0 15,15 31,17-46,-32-1,47-31,-16 0,47-47,64-63,93-109,172-48,111-109,78-48,-32 32,-62 110,-142 94,-140 188,-126 0,-63 31,-31 48,-47 46</inkml:trace>
  <inkml:trace contextRef="#ctx0" brushRef="#br0" timeOffset="253846.3727">21245 13468,'-47'31,"47"48,-31 62,31-79,0 17,0-48,0-109,0-16,0-16,0 16,31 0,-31-16,0 47,47 1,-47 30,31 32,32 47,-63 0,79 32,-48-1,16 32,-16-32,-31-15,47 15,-47-31,0 16,0-47,0 47,-15-63,15 31,-32-31</inkml:trace>
  <inkml:trace contextRef="#ctx0" brushRef="#br0" timeOffset="254048.821">21308 13750,'-32'0,"48"0,15-16,64 16,-48-31,0 31,0-31</inkml:trace>
  <inkml:trace contextRef="#ctx0" brushRef="#br0" timeOffset="254779.4798">21762 13468,'0'0,"-31"-47,31 15,0 64,0 15,0 31,31-15,-31 0,0-16,0-16,0 0,0-93,0 15,0 0,0-32,0 17,0-17,0 16,0-15,0 47,32-1,31-15,-1 47,-15 0,-47 47,32-15,-32 15,0 0,0-16,-16 0,-15 32,-16-31,15-1,1 0,0-31,31-15,47 15,-16-63,16 63,0 0,16 0,-48 0,17 0,-32 16,31-16,-31 78,0-47,0 1,-63-1,16 32,-31-16,0 0,-1-47,48 0,15 0,16-63,110-15,-32 31</inkml:trace>
  <inkml:trace contextRef="#ctx0" brushRef="#br0" timeOffset="255172.6184">22264 13750,'-31'0,"62"0,-62-16,31-15,31-16,1 47,62-63,-63 63,16 0,-47 16,0 15,0 16,0 16,-47-16,0 16,-16-16,16 16,16-32,-1 0,64-31,15-47,16 16,-16 31,31 0,16-31,16 31,-47-47</inkml:trace>
  <inkml:trace contextRef="#ctx0" brushRef="#br0" timeOffset="255435.5181">22703 13389,'-31'0,"78"0,47 0,31 0,-15-47,-47 47,0 0,-32 0,0 0,-62-31</inkml:trace>
  <inkml:trace contextRef="#ctx0" brushRef="#br0" timeOffset="255751.7325">23064 13092,'141'109,"-314"-218,205 109,15 0,31 0,16 0,0 47,-31-47,-16 31,0 16,-47-16,0 1,-15-1,-33 16,-14-16,15 1,0-32,15 47,32-16</inkml:trace>
  <inkml:trace contextRef="#ctx0" brushRef="#br0" timeOffset="256406.5589">24271 12919,'0'0,"-16"0,16 16,-47 62,47 1,-47-1,47-15,-62 62,30-94,32 1,0-48,0-31,32-94,30 63,-62-16,47 15,-47 16,32 16,-32 16,31-16,0 78,-31 16,63 16,-63-16,47 0,0 16,-47-32,47 32,-15-16,-32-16,-16-31,16-15</inkml:trace>
  <inkml:trace contextRef="#ctx0" brushRef="#br0" timeOffset="256683.9183">24052 13139,'62'0,"1"0,15 0,48-63,-95 63,-31-31,32 31,-32 15,-47-15</inkml:trace>
  <inkml:trace contextRef="#ctx0" brushRef="#br0" timeOffset="261771.4817">25243 12998,'0'0,"-31"-32,31 1,-32 31,32-32,0 1,-31 31,31 47,31 63,-31 15,0-31,0 0,0-47,0-15,0-64,0 1,0-16,-31 0,31-31,0 15,0-15,0 15,0-16,0 32,16 16,31 0,16 31,-32-32,16 32,-16 0,1 0,-1 32,-31-1,63 47,-63-31,0-15,-63 15,-78 63,63-63,30-47,17 31,0-31,46-16,64-46,-32 62,16-32,-16 32,0 0,0 0,-16 0,-31 16,47 15,-47 1,0-17,0 17,0-1,-47-31,16 63,-16-63,-16 47,0-47,16 0,16 0,-1 0,32-32,32 32,-1-31</inkml:trace>
  <inkml:trace contextRef="#ctx0" brushRef="#br0" timeOffset="263047.1796">25698 13389,'0'0,"0"-15,0-17,0 1,47 31,-16-31,1 31,-1 0,0 0,-15 0,-16 31,0 32,-16-32,-15 16,31-15,-47-1,16 16,62-47,0 0,1 0,15 31,0-31,-47 32,47-32,-47 31,0 0,0 1,-32-32,1 47,-16-47,-16 47,16-47,0 0,16 0,0 0,-1-16,32-15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07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94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4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16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7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421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5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4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4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1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38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4A830-761A-4D61-B4EA-A4EFCBEF52FB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9B00B-299D-405D-BD0D-5C20556D8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74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Overview of SIFT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5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SIFT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96" t="24967" r="44252" b="43027"/>
          <a:stretch/>
        </p:blipFill>
        <p:spPr>
          <a:xfrm>
            <a:off x="1019908" y="1477108"/>
            <a:ext cx="9973993" cy="43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0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88" t="18016" r="60525" b="38016"/>
          <a:stretch/>
        </p:blipFill>
        <p:spPr>
          <a:xfrm>
            <a:off x="1019908" y="365126"/>
            <a:ext cx="10333892" cy="58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7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966" t="40000" r="46516" b="41896"/>
          <a:stretch/>
        </p:blipFill>
        <p:spPr>
          <a:xfrm>
            <a:off x="2672862" y="1849900"/>
            <a:ext cx="5718516" cy="410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6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 localization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810" t="23027" r="44252" b="42219"/>
          <a:stretch/>
        </p:blipFill>
        <p:spPr>
          <a:xfrm>
            <a:off x="1695156" y="1849900"/>
            <a:ext cx="7815775" cy="446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0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12" t="17046" r="40696" b="52888"/>
          <a:stretch/>
        </p:blipFill>
        <p:spPr>
          <a:xfrm>
            <a:off x="1301261" y="2025747"/>
            <a:ext cx="8419514" cy="31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3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49" t="17046" r="41235" b="49332"/>
          <a:stretch/>
        </p:blipFill>
        <p:spPr>
          <a:xfrm>
            <a:off x="1181687" y="548640"/>
            <a:ext cx="9228406" cy="54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9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SIFT Pipeline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96" t="23027" r="68500" b="39632"/>
          <a:stretch/>
        </p:blipFill>
        <p:spPr>
          <a:xfrm>
            <a:off x="3103098" y="1392701"/>
            <a:ext cx="5985803" cy="53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Speeded Up Robust Features</a:t>
            </a:r>
          </a:p>
          <a:p>
            <a:r>
              <a:rPr lang="en-US" dirty="0" smtClean="0"/>
              <a:t>Uses Box filters</a:t>
            </a:r>
          </a:p>
          <a:p>
            <a:r>
              <a:rPr lang="en-US" dirty="0" smtClean="0"/>
              <a:t>Use </a:t>
            </a:r>
            <a:r>
              <a:rPr lang="en-US" dirty="0" err="1" smtClean="0"/>
              <a:t>haar</a:t>
            </a:r>
            <a:r>
              <a:rPr lang="en-US" dirty="0" smtClean="0"/>
              <a:t> wavelets to get </a:t>
            </a:r>
            <a:r>
              <a:rPr lang="en-US" dirty="0" err="1" smtClean="0"/>
              <a:t>keypoint</a:t>
            </a:r>
            <a:r>
              <a:rPr lang="en-US" dirty="0" smtClean="0"/>
              <a:t> orientations</a:t>
            </a:r>
          </a:p>
          <a:p>
            <a:r>
              <a:rPr lang="en-US" dirty="0" smtClean="0"/>
              <a:t>Simple filters – used to find gradients in x and y direction</a:t>
            </a:r>
          </a:p>
          <a:p>
            <a:r>
              <a:rPr lang="en-US" dirty="0" smtClean="0"/>
              <a:t>Good in handling blur and rotational variations</a:t>
            </a:r>
          </a:p>
          <a:p>
            <a:r>
              <a:rPr lang="en-US" dirty="0" smtClean="0"/>
              <a:t>3 times faster than SIFT</a:t>
            </a:r>
          </a:p>
          <a:p>
            <a:r>
              <a:rPr lang="en-US" dirty="0" smtClean="0"/>
              <a:t>Considering I </a:t>
            </a:r>
            <a:r>
              <a:rPr lang="en-US" dirty="0" err="1" smtClean="0"/>
              <a:t>llumination</a:t>
            </a:r>
            <a:r>
              <a:rPr lang="en-US" dirty="0" smtClean="0"/>
              <a:t> and viewpoint changes  - SURF not good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Haar</a:t>
            </a:r>
            <a:r>
              <a:rPr lang="en-US" dirty="0" smtClean="0"/>
              <a:t> filters – computations can be made faster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65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Box filter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931" t="22864" r="41127" b="43189"/>
          <a:stretch/>
        </p:blipFill>
        <p:spPr>
          <a:xfrm>
            <a:off x="2180492" y="1202789"/>
            <a:ext cx="7821637" cy="502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0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Gradient Location orientation histogram</a:t>
            </a:r>
          </a:p>
          <a:p>
            <a:r>
              <a:rPr lang="en-US" dirty="0" smtClean="0"/>
              <a:t>Variant of SIFT</a:t>
            </a:r>
          </a:p>
          <a:p>
            <a:r>
              <a:rPr lang="en-US" dirty="0" smtClean="0"/>
              <a:t>Uses log polar binning structure</a:t>
            </a:r>
          </a:p>
          <a:p>
            <a:r>
              <a:rPr lang="en-US" dirty="0" smtClean="0"/>
              <a:t>Uses 17 spatial bin &amp; 16 orientation bins</a:t>
            </a:r>
          </a:p>
          <a:p>
            <a:r>
              <a:rPr lang="en-US" dirty="0" smtClean="0"/>
              <a:t>Representation – 272D histogram</a:t>
            </a:r>
          </a:p>
          <a:p>
            <a:r>
              <a:rPr lang="en-US" dirty="0" smtClean="0"/>
              <a:t>Efficient – use PCA</a:t>
            </a:r>
          </a:p>
          <a:p>
            <a:r>
              <a:rPr lang="en-US" dirty="0" smtClean="0"/>
              <a:t>Reduces 272D to 128D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88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4" t="35959" r="49856" b="42218"/>
          <a:stretch/>
        </p:blipFill>
        <p:spPr>
          <a:xfrm>
            <a:off x="2201593" y="2314135"/>
            <a:ext cx="7462911" cy="364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9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Image segmentation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16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Gestalt theory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perspective of human vision</a:t>
            </a:r>
          </a:p>
          <a:p>
            <a:r>
              <a:rPr lang="en-US" dirty="0" smtClean="0"/>
              <a:t>“The whole is greater then the sum of its parts”</a:t>
            </a:r>
          </a:p>
          <a:p>
            <a:r>
              <a:rPr lang="en-US" dirty="0" smtClean="0"/>
              <a:t>Idea of grouping – understand human vision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27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Muller – </a:t>
            </a:r>
            <a:r>
              <a:rPr lang="en-US" dirty="0" err="1" smtClean="0"/>
              <a:t>Lyer</a:t>
            </a:r>
            <a:r>
              <a:rPr lang="en-US" dirty="0" smtClean="0"/>
              <a:t> illusion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275" t="34827" r="46840" b="49978"/>
          <a:stretch/>
        </p:blipFill>
        <p:spPr>
          <a:xfrm>
            <a:off x="2117188" y="2736166"/>
            <a:ext cx="6604782" cy="22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3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Factors – results in grouping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12" t="28523" r="42959" b="44320"/>
          <a:stretch/>
        </p:blipFill>
        <p:spPr>
          <a:xfrm>
            <a:off x="838200" y="1690688"/>
            <a:ext cx="9727810" cy="454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6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81" t="23027" r="43498" b="48523"/>
          <a:stretch/>
        </p:blipFill>
        <p:spPr>
          <a:xfrm>
            <a:off x="780757" y="1892105"/>
            <a:ext cx="10234246" cy="43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0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Gestalt theory – fairly descriptive</a:t>
            </a:r>
          </a:p>
          <a:p>
            <a:r>
              <a:rPr lang="en-US" dirty="0" smtClean="0"/>
              <a:t>Rules are insufficiently defined</a:t>
            </a:r>
          </a:p>
          <a:p>
            <a:r>
              <a:rPr lang="en-US" dirty="0" smtClean="0"/>
              <a:t>Clustering – Group similar pixels in to different groups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39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Region growing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Groups pixels or sub-regions to larger regions</a:t>
            </a:r>
          </a:p>
          <a:p>
            <a:r>
              <a:rPr lang="en-US" dirty="0" smtClean="0"/>
              <a:t>Principle of similarity</a:t>
            </a:r>
          </a:p>
          <a:p>
            <a:r>
              <a:rPr lang="en-US" dirty="0" smtClean="0"/>
              <a:t>Main segmentation criteria – homogeneity</a:t>
            </a:r>
          </a:p>
          <a:p>
            <a:r>
              <a:rPr lang="en-US" dirty="0" smtClean="0"/>
              <a:t>Important characteristics – gray level, color, texture, shape,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9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Selection of initial seed</a:t>
            </a:r>
          </a:p>
          <a:p>
            <a:r>
              <a:rPr lang="en-US" dirty="0" smtClean="0"/>
              <a:t>Seed growing criteria</a:t>
            </a:r>
          </a:p>
          <a:p>
            <a:r>
              <a:rPr lang="en-US" dirty="0" smtClean="0"/>
              <a:t>Termination of segmentation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51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048894"/>
              </p:ext>
            </p:extLst>
          </p:nvPr>
        </p:nvGraphicFramePr>
        <p:xfrm>
          <a:off x="838200" y="1825625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348920" y="807120"/>
              <a:ext cx="6728760" cy="26589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560" y="797760"/>
                <a:ext cx="6747480" cy="26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432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048894"/>
              </p:ext>
            </p:extLst>
          </p:nvPr>
        </p:nvGraphicFramePr>
        <p:xfrm>
          <a:off x="838200" y="1825625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439624"/>
              </p:ext>
            </p:extLst>
          </p:nvPr>
        </p:nvGraphicFramePr>
        <p:xfrm>
          <a:off x="4648200" y="1837349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5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048894"/>
              </p:ext>
            </p:extLst>
          </p:nvPr>
        </p:nvGraphicFramePr>
        <p:xfrm>
          <a:off x="838200" y="1825625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439624"/>
              </p:ext>
            </p:extLst>
          </p:nvPr>
        </p:nvGraphicFramePr>
        <p:xfrm>
          <a:off x="4648200" y="1837349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98874" y="4775982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Threshold value = 4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17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139562"/>
              </p:ext>
            </p:extLst>
          </p:nvPr>
        </p:nvGraphicFramePr>
        <p:xfrm>
          <a:off x="927295" y="1928141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200" y="3875650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Threshold value = 4 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409071" y="1819422"/>
            <a:ext cx="4754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|f(</a:t>
            </a:r>
            <a:r>
              <a:rPr lang="en-US" sz="3200" dirty="0" err="1" smtClean="0"/>
              <a:t>x,y</a:t>
            </a:r>
            <a:r>
              <a:rPr lang="en-US" sz="3200" dirty="0" smtClean="0"/>
              <a:t>) – f(</a:t>
            </a:r>
            <a:r>
              <a:rPr lang="en-US" sz="3200" dirty="0" err="1" smtClean="0"/>
              <a:t>x’,y</a:t>
            </a:r>
            <a:r>
              <a:rPr lang="en-US" sz="3200" dirty="0" smtClean="0"/>
              <a:t>’)|&lt;=T</a:t>
            </a:r>
            <a:endParaRPr lang="en-IN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533400" y="1427760"/>
              <a:ext cx="4803840" cy="4115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4040" y="1418400"/>
                <a:ext cx="4822560" cy="41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277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295038"/>
              </p:ext>
            </p:extLst>
          </p:nvPr>
        </p:nvGraphicFramePr>
        <p:xfrm>
          <a:off x="927295" y="1928141"/>
          <a:ext cx="2130085" cy="1867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017"/>
                <a:gridCol w="426017"/>
                <a:gridCol w="426017"/>
                <a:gridCol w="426017"/>
                <a:gridCol w="426017"/>
              </a:tblGrid>
              <a:tr h="373429"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</a:tr>
              <a:tr h="373429"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6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 and Merge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Alternate method </a:t>
            </a:r>
          </a:p>
          <a:p>
            <a:r>
              <a:rPr lang="en-US" dirty="0" smtClean="0"/>
              <a:t>Image – subdivided in to arbitrary disjoined region</a:t>
            </a:r>
          </a:p>
          <a:p>
            <a:r>
              <a:rPr lang="en-US" dirty="0" smtClean="0"/>
              <a:t>Consider different characteristics</a:t>
            </a:r>
          </a:p>
          <a:p>
            <a:r>
              <a:rPr lang="en-US" dirty="0" smtClean="0"/>
              <a:t>Observe the discontinuity – start subdivision</a:t>
            </a:r>
          </a:p>
          <a:p>
            <a:r>
              <a:rPr lang="en-US" dirty="0" smtClean="0"/>
              <a:t>Two phases </a:t>
            </a:r>
          </a:p>
          <a:p>
            <a:r>
              <a:rPr lang="en-US" dirty="0" smtClean="0"/>
              <a:t>Split</a:t>
            </a:r>
          </a:p>
          <a:p>
            <a:r>
              <a:rPr lang="en-US" dirty="0" smtClean="0"/>
              <a:t>Merge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81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 &amp; Merge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Entire image – single region</a:t>
            </a:r>
          </a:p>
          <a:p>
            <a:r>
              <a:rPr lang="en-US" dirty="0" smtClean="0"/>
              <a:t>Observe the homogeneity</a:t>
            </a:r>
          </a:p>
          <a:p>
            <a:r>
              <a:rPr lang="en-US" dirty="0" smtClean="0"/>
              <a:t>If not met , split into 4 quadrants equally</a:t>
            </a:r>
          </a:p>
          <a:p>
            <a:r>
              <a:rPr lang="en-US" dirty="0" smtClean="0"/>
              <a:t>Repeat the process unless the condition is met</a:t>
            </a:r>
          </a:p>
          <a:p>
            <a:r>
              <a:rPr lang="en-US" dirty="0" smtClean="0"/>
              <a:t>Regions are merged – common properties are shared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971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Phases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Phase I : Split and continue subdivision until stopping criteria is fulfilled</a:t>
            </a:r>
          </a:p>
          <a:p>
            <a:r>
              <a:rPr lang="en-US" dirty="0"/>
              <a:t>S</a:t>
            </a:r>
            <a:r>
              <a:rPr lang="en-US" dirty="0" smtClean="0"/>
              <a:t>top when no further splitting is not possible</a:t>
            </a:r>
          </a:p>
          <a:p>
            <a:r>
              <a:rPr lang="en-US" dirty="0" smtClean="0"/>
              <a:t>Otherwise continue Phase I</a:t>
            </a:r>
          </a:p>
          <a:p>
            <a:r>
              <a:rPr lang="en-US" dirty="0" smtClean="0"/>
              <a:t>Phase II : Merge adjacent regions if the regions share any common criteria</a:t>
            </a:r>
          </a:p>
          <a:p>
            <a:r>
              <a:rPr lang="en-US" dirty="0" smtClean="0"/>
              <a:t>Stop when no further merging can be done</a:t>
            </a:r>
          </a:p>
          <a:p>
            <a:r>
              <a:rPr lang="en-US" dirty="0" smtClean="0"/>
              <a:t>Otherwise Phase II is continued</a:t>
            </a:r>
          </a:p>
          <a:p>
            <a:r>
              <a:rPr lang="en-US" dirty="0" smtClean="0"/>
              <a:t>Also known as “ Divide and Conquer” or “Top Down Approach”.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84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65495" y="1955409"/>
            <a:ext cx="2743200" cy="24970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869723" y="1955409"/>
            <a:ext cx="2743200" cy="24970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Connector 6"/>
          <p:cNvCxnSpPr>
            <a:stCxn id="5" idx="0"/>
            <a:endCxn id="5" idx="0"/>
          </p:cNvCxnSpPr>
          <p:nvPr/>
        </p:nvCxnSpPr>
        <p:spPr>
          <a:xfrm>
            <a:off x="8241323" y="19554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0"/>
          </p:cNvCxnSpPr>
          <p:nvPr/>
        </p:nvCxnSpPr>
        <p:spPr>
          <a:xfrm>
            <a:off x="8241323" y="1955409"/>
            <a:ext cx="0" cy="249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1"/>
            <a:endCxn id="5" idx="3"/>
          </p:cNvCxnSpPr>
          <p:nvPr/>
        </p:nvCxnSpPr>
        <p:spPr>
          <a:xfrm>
            <a:off x="6869723" y="3203917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87065" y="2440745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8696179" y="2452999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7287065" y="3696855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R3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8696179" y="3696855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07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38200" y="2103119"/>
            <a:ext cx="2743200" cy="24970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cxnSp>
        <p:nvCxnSpPr>
          <p:cNvPr id="4" name="Straight Connector 3"/>
          <p:cNvCxnSpPr/>
          <p:nvPr/>
        </p:nvCxnSpPr>
        <p:spPr>
          <a:xfrm>
            <a:off x="2209800" y="2096086"/>
            <a:ext cx="0" cy="249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38200" y="3365697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542" y="258142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664656" y="2593676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255542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R3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664656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R4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5105400" y="2117189"/>
            <a:ext cx="2743200" cy="24970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6484034" y="2096086"/>
            <a:ext cx="0" cy="249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12434" y="3365697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29776" y="258142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5529776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R3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6938890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R4</a:t>
            </a:r>
            <a:endParaRPr lang="en-IN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6484034" y="2746720"/>
            <a:ext cx="1330569" cy="3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7149906" y="2117189"/>
            <a:ext cx="6449" cy="12344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52028" y="229559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R21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246035" y="291672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R24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6539134" y="291672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R23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7280616" y="229559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05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476" y="300774"/>
            <a:ext cx="10515600" cy="1325563"/>
          </a:xfrm>
        </p:spPr>
        <p:txBody>
          <a:bodyPr/>
          <a:lstStyle/>
          <a:p>
            <a:r>
              <a:rPr lang="en-US" dirty="0" smtClean="0"/>
              <a:t>R23 and R24 share common characteristic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merging can be done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05400" y="2117189"/>
            <a:ext cx="2743200" cy="24970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529776" y="258142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529776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R3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938890" y="3837532"/>
            <a:ext cx="49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R4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484034" y="2746720"/>
            <a:ext cx="1330569" cy="3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7146388" y="2117189"/>
            <a:ext cx="9968" cy="6295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52028" y="229559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R21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837485" y="2925128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R23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280616" y="2295597"/>
            <a:ext cx="6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R22</a:t>
            </a:r>
            <a:endParaRPr lang="en-IN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484034" y="2096086"/>
            <a:ext cx="0" cy="249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112434" y="3365697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46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Quadtree</a:t>
            </a:r>
            <a:r>
              <a:rPr lang="en-US" dirty="0" smtClean="0"/>
              <a:t> of splitting and merging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832560" y="1648080"/>
              <a:ext cx="7750080" cy="3483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200" y="1638720"/>
                <a:ext cx="7768800" cy="350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588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41253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4882320" y="513360"/>
              <a:ext cx="6423840" cy="53287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2960" y="504000"/>
                <a:ext cx="6442560" cy="534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294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41253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10320" y="1264320"/>
              <a:ext cx="9596160" cy="43297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960" y="1254960"/>
                <a:ext cx="9614880" cy="434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18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41253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93400" y="1207800"/>
              <a:ext cx="11628000" cy="40136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040" y="1198440"/>
                <a:ext cx="11646720" cy="40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74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- Merging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41253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9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- Merging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41253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94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- Merging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818647"/>
              </p:ext>
            </p:extLst>
          </p:nvPr>
        </p:nvGraphicFramePr>
        <p:xfrm>
          <a:off x="838200" y="1825625"/>
          <a:ext cx="396592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  <a:gridCol w="4957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27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957</Words>
  <Application>Microsoft Office PowerPoint</Application>
  <PresentationFormat>Widescreen</PresentationFormat>
  <Paragraphs>656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Overview of SIFT</vt:lpstr>
      <vt:lpstr>SIFT</vt:lpstr>
      <vt:lpstr>PowerPoint Presentation</vt:lpstr>
      <vt:lpstr>PowerPoint Presentation</vt:lpstr>
      <vt:lpstr>Key point localization</vt:lpstr>
      <vt:lpstr>PowerPoint Presentation</vt:lpstr>
      <vt:lpstr>PowerPoint Presentation</vt:lpstr>
      <vt:lpstr>SIFT Pipeline</vt:lpstr>
      <vt:lpstr>SURF</vt:lpstr>
      <vt:lpstr>Box filter</vt:lpstr>
      <vt:lpstr>GLOH</vt:lpstr>
      <vt:lpstr>PowerPoint Presentation</vt:lpstr>
      <vt:lpstr>Image segmentation</vt:lpstr>
      <vt:lpstr>Gestalt theory</vt:lpstr>
      <vt:lpstr>Muller – Lyer illusion</vt:lpstr>
      <vt:lpstr>Factors – results in grouping</vt:lpstr>
      <vt:lpstr>PowerPoint Presentation</vt:lpstr>
      <vt:lpstr>PowerPoint Presentation</vt:lpstr>
      <vt:lpstr>Region growing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Split and Merge algorithm</vt:lpstr>
      <vt:lpstr>Split &amp; Merge Algorithm</vt:lpstr>
      <vt:lpstr>Two Phases</vt:lpstr>
      <vt:lpstr>PowerPoint Presentation</vt:lpstr>
      <vt:lpstr>PowerPoint Presentation</vt:lpstr>
      <vt:lpstr>R23 and R24 share common characteristic</vt:lpstr>
      <vt:lpstr>Quadtree of splitting and merging</vt:lpstr>
      <vt:lpstr>Example</vt:lpstr>
      <vt:lpstr>Example</vt:lpstr>
      <vt:lpstr>Example</vt:lpstr>
      <vt:lpstr>Example - Merging</vt:lpstr>
      <vt:lpstr>Example - Merging</vt:lpstr>
      <vt:lpstr>Example - Merging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segmentation</dc:title>
  <dc:creator>Microsoft account</dc:creator>
  <cp:lastModifiedBy>Microsoft account</cp:lastModifiedBy>
  <cp:revision>12</cp:revision>
  <dcterms:created xsi:type="dcterms:W3CDTF">2021-03-25T09:14:57Z</dcterms:created>
  <dcterms:modified xsi:type="dcterms:W3CDTF">2021-03-25T14:05:10Z</dcterms:modified>
</cp:coreProperties>
</file>
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4"/>
  </p:sldMasterIdLst>
  <p:sldIdLst>
    <p:sldId id="257" r:id="rId5"/>
    <p:sldId id="286" r:id="rId6"/>
    <p:sldId id="258" r:id="rId7"/>
    <p:sldId id="259" r:id="rId8"/>
    <p:sldId id="260" r:id="rId9"/>
    <p:sldId id="261" r:id="rId10"/>
    <p:sldId id="287" r:id="rId11"/>
    <p:sldId id="262" r:id="rId12"/>
    <p:sldId id="263" r:id="rId13"/>
    <p:sldId id="264" r:id="rId14"/>
    <p:sldId id="288" r:id="rId15"/>
    <p:sldId id="265" r:id="rId16"/>
    <p:sldId id="266" r:id="rId17"/>
    <p:sldId id="267" r:id="rId18"/>
    <p:sldId id="268" r:id="rId19"/>
    <p:sldId id="269" r:id="rId20"/>
    <p:sldId id="270" r:id="rId21"/>
    <p:sldId id="272" r:id="rId22"/>
    <p:sldId id="273" r:id="rId23"/>
    <p:sldId id="274" r:id="rId24"/>
    <p:sldId id="275" r:id="rId25"/>
    <p:sldId id="290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18FB5-5DD1-4480-8E72-6A8390DBAEE9}" v="2" dt="2021-02-16T08:51:45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9BCG10080" userId="S::laavart.2019@vitbhopal.ac.in::015dcc8a-968e-4e52-94dd-599dd794b218" providerId="AD" clId="Web-{3C218FB5-5DD1-4480-8E72-6A8390DBAEE9}"/>
    <pc:docChg chg="modSld">
      <pc:chgData name="19BCG10080" userId="S::laavart.2019@vitbhopal.ac.in::015dcc8a-968e-4e52-94dd-599dd794b218" providerId="AD" clId="Web-{3C218FB5-5DD1-4480-8E72-6A8390DBAEE9}" dt="2021-02-16T08:51:45.321" v="1" actId="14100"/>
      <pc:docMkLst>
        <pc:docMk/>
      </pc:docMkLst>
      <pc:sldChg chg="modSp">
        <pc:chgData name="19BCG10080" userId="S::laavart.2019@vitbhopal.ac.in::015dcc8a-968e-4e52-94dd-599dd794b218" providerId="AD" clId="Web-{3C218FB5-5DD1-4480-8E72-6A8390DBAEE9}" dt="2021-02-16T08:51:45.321" v="1" actId="14100"/>
        <pc:sldMkLst>
          <pc:docMk/>
          <pc:sldMk cId="172016615" sldId="269"/>
        </pc:sldMkLst>
        <pc:picChg chg="mod">
          <ac:chgData name="19BCG10080" userId="S::laavart.2019@vitbhopal.ac.in::015dcc8a-968e-4e52-94dd-599dd794b218" providerId="AD" clId="Web-{3C218FB5-5DD1-4480-8E72-6A8390DBAEE9}" dt="2021-02-16T08:51:45.321" v="1" actId="14100"/>
          <ac:picMkLst>
            <pc:docMk/>
            <pc:sldMk cId="172016615" sldId="269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4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1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2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6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0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2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9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0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6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6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99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14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WspVHOy2-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QXE52mswI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_2DnjUz0YY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5294" y="453813"/>
            <a:ext cx="8825658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/>
              <a:t>CSG2005 </a:t>
            </a:r>
            <a:br>
              <a:rPr lang="en-US" sz="6600" dirty="0"/>
            </a:br>
            <a:r>
              <a:rPr lang="en-US" sz="6600" dirty="0"/>
              <a:t>Computer Vision &amp; Robotics</a:t>
            </a:r>
            <a:endParaRPr lang="en-IN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63053" y="4003655"/>
            <a:ext cx="8825658" cy="86142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Algerian" panose="04020705040A02060702" pitchFamily="82" charset="0"/>
              </a:rPr>
              <a:t>Dr Mayuri A v r</a:t>
            </a:r>
          </a:p>
          <a:p>
            <a:pPr algn="l"/>
            <a:r>
              <a:rPr lang="en-US" sz="2800" dirty="0">
                <a:latin typeface="Algerian" panose="04020705040A02060702" pitchFamily="82" charset="0"/>
              </a:rPr>
              <a:t>Senior assistant professor</a:t>
            </a:r>
          </a:p>
          <a:p>
            <a:pPr algn="l"/>
            <a:r>
              <a:rPr lang="en-US" sz="2800" dirty="0" err="1">
                <a:latin typeface="Algerian" panose="04020705040A02060702" pitchFamily="82" charset="0"/>
              </a:rPr>
              <a:t>ViT</a:t>
            </a:r>
            <a:r>
              <a:rPr lang="en-US" sz="2800" dirty="0">
                <a:latin typeface="Algerian" panose="04020705040A02060702" pitchFamily="82" charset="0"/>
              </a:rPr>
              <a:t> </a:t>
            </a:r>
            <a:r>
              <a:rPr lang="en-US" sz="2800" dirty="0" err="1">
                <a:latin typeface="Algerian" panose="04020705040A02060702" pitchFamily="82" charset="0"/>
              </a:rPr>
              <a:t>bhopal</a:t>
            </a:r>
            <a:endParaRPr lang="en-IN" sz="2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Formation  - Radiometry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Measurement of light</a:t>
            </a:r>
          </a:p>
          <a:p>
            <a:r>
              <a:rPr lang="en-US" dirty="0"/>
              <a:t>Image – pixel intensity depends upon amount of light reflected by surface</a:t>
            </a:r>
          </a:p>
          <a:p>
            <a:r>
              <a:rPr lang="en-US" dirty="0"/>
              <a:t>Photometry – measure sensitivity of camera / eyes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77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0567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0559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08763"/>
          </a:xfrm>
        </p:spPr>
      </p:pic>
    </p:spTree>
    <p:extLst>
      <p:ext uri="{BB962C8B-B14F-4D97-AF65-F5344CB8AC3E}">
        <p14:creationId xmlns:p14="http://schemas.microsoft.com/office/powerpoint/2010/main" val="3756889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271846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this!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https://youtu.be/aWspVHOy2-4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45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7284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191995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894223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Foreshortening – watch this!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https://youtu.be/UH48lUQP5XQ</a:t>
            </a:r>
          </a:p>
        </p:txBody>
      </p:sp>
    </p:spTree>
    <p:extLst>
      <p:ext uri="{BB962C8B-B14F-4D97-AF65-F5344CB8AC3E}">
        <p14:creationId xmlns:p14="http://schemas.microsoft.com/office/powerpoint/2010/main" val="313814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6291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03947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196788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2388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2016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6492875"/>
          </a:xfrm>
        </p:spPr>
      </p:pic>
    </p:spTree>
    <p:extLst>
      <p:ext uri="{BB962C8B-B14F-4D97-AF65-F5344CB8AC3E}">
        <p14:creationId xmlns:p14="http://schemas.microsoft.com/office/powerpoint/2010/main" val="3193039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77" y="126609"/>
            <a:ext cx="11422967" cy="6576646"/>
          </a:xfrm>
        </p:spPr>
      </p:pic>
    </p:spTree>
    <p:extLst>
      <p:ext uri="{BB962C8B-B14F-4D97-AF65-F5344CB8AC3E}">
        <p14:creationId xmlns:p14="http://schemas.microsoft.com/office/powerpoint/2010/main" val="3184326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7027" cy="6801729"/>
          </a:xfrm>
        </p:spPr>
      </p:pic>
    </p:spTree>
    <p:extLst>
      <p:ext uri="{BB962C8B-B14F-4D97-AF65-F5344CB8AC3E}">
        <p14:creationId xmlns:p14="http://schemas.microsoft.com/office/powerpoint/2010/main" val="1640318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42"/>
            <a:ext cx="12084148" cy="6724357"/>
          </a:xfrm>
        </p:spPr>
      </p:pic>
    </p:spTree>
    <p:extLst>
      <p:ext uri="{BB962C8B-B14F-4D97-AF65-F5344CB8AC3E}">
        <p14:creationId xmlns:p14="http://schemas.microsoft.com/office/powerpoint/2010/main" val="3883121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72821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https://youtu.be/4QXE52mswIE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851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36606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5926" cy="6858000"/>
          </a:xfrm>
        </p:spPr>
      </p:pic>
    </p:spTree>
    <p:extLst>
      <p:ext uri="{BB962C8B-B14F-4D97-AF65-F5344CB8AC3E}">
        <p14:creationId xmlns:p14="http://schemas.microsoft.com/office/powerpoint/2010/main" val="1171255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1729"/>
          </a:xfrm>
        </p:spPr>
      </p:pic>
    </p:spTree>
    <p:extLst>
      <p:ext uri="{BB962C8B-B14F-4D97-AF65-F5344CB8AC3E}">
        <p14:creationId xmlns:p14="http://schemas.microsoft.com/office/powerpoint/2010/main" val="249251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83190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0282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944379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1719867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500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49068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7237"/>
          </a:xfrm>
        </p:spPr>
      </p:pic>
    </p:spTree>
    <p:extLst>
      <p:ext uri="{BB962C8B-B14F-4D97-AF65-F5344CB8AC3E}">
        <p14:creationId xmlns:p14="http://schemas.microsoft.com/office/powerpoint/2010/main" val="400535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 This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https://youtu.be/_2DnjUz0YYE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39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68FA30C5010E488E831E4BE5D93A37" ma:contentTypeVersion="3" ma:contentTypeDescription="Create a new document." ma:contentTypeScope="" ma:versionID="5591e4d89575f61b0c6af3e757ef33b1">
  <xsd:schema xmlns:xsd="http://www.w3.org/2001/XMLSchema" xmlns:xs="http://www.w3.org/2001/XMLSchema" xmlns:p="http://schemas.microsoft.com/office/2006/metadata/properties" xmlns:ns2="e2f553f4-6436-432d-9236-78e6978d63b7" targetNamespace="http://schemas.microsoft.com/office/2006/metadata/properties" ma:root="true" ma:fieldsID="5f6a52558c385b1a7dd2a960f6c4e850" ns2:_="">
    <xsd:import namespace="e2f553f4-6436-432d-9236-78e6978d63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553f4-6436-432d-9236-78e6978d63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AB092C-135E-4ADC-88B9-9B545A3B29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2E98DB8-1637-41EC-9A0D-37F0F66A71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E7E437-D518-44ED-A98A-A4E08DB03D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f553f4-6436-432d-9236-78e6978d63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64</Words>
  <Application>Microsoft Office PowerPoint</Application>
  <PresentationFormat>Widescreen</PresentationFormat>
  <Paragraphs>16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CSG2005  Computer Vision &amp; Robotics</vt:lpstr>
      <vt:lpstr>Image Formation  - Radiometry</vt:lpstr>
      <vt:lpstr>PowerPoint Presentation</vt:lpstr>
      <vt:lpstr>PowerPoint Presentation</vt:lpstr>
      <vt:lpstr>PowerPoint Presentation</vt:lpstr>
      <vt:lpstr>PowerPoint Presentation</vt:lpstr>
      <vt:lpstr>Watch this!</vt:lpstr>
      <vt:lpstr>PowerPoint Presentation</vt:lpstr>
      <vt:lpstr>PowerPoint Presentation</vt:lpstr>
      <vt:lpstr>PowerPoint Presentation</vt:lpstr>
      <vt:lpstr>Foreshortening – watch this!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Watch this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Watch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CSG2005  Computer Vision &amp; Robotics</dc:title>
  <dc:creator>Microsoft account</dc:creator>
  <cp:lastModifiedBy>Microsoft account</cp:lastModifiedBy>
  <cp:revision>32</cp:revision>
  <dcterms:created xsi:type="dcterms:W3CDTF">2021-02-04T09:38:22Z</dcterms:created>
  <dcterms:modified xsi:type="dcterms:W3CDTF">2021-02-16T08:51:53Z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0x0101004268FA30C5010E488E831E4BE5D93A37</vt:lpwstr>
  </property>
</Properties>
</file>
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4"/>
  </p:sldMasterIdLst>
  <p:sldIdLst>
    <p:sldId id="256" r:id="rId5"/>
    <p:sldId id="257" r:id="rId6"/>
    <p:sldId id="259" r:id="rId7"/>
    <p:sldId id="261" r:id="rId8"/>
    <p:sldId id="260" r:id="rId9"/>
    <p:sldId id="258" r:id="rId10"/>
    <p:sldId id="266" r:id="rId11"/>
    <p:sldId id="267" r:id="rId12"/>
    <p:sldId id="268" r:id="rId13"/>
    <p:sldId id="269" r:id="rId14"/>
    <p:sldId id="270" r:id="rId15"/>
    <p:sldId id="271" r:id="rId16"/>
    <p:sldId id="272" r:id="rId17"/>
    <p:sldId id="262" r:id="rId18"/>
    <p:sldId id="263" r:id="rId19"/>
    <p:sldId id="264" r:id="rId20"/>
    <p:sldId id="274" r:id="rId21"/>
    <p:sldId id="275" r:id="rId22"/>
    <p:sldId id="276" r:id="rId23"/>
    <p:sldId id="277" r:id="rId24"/>
    <p:sldId id="278" r:id="rId25"/>
    <p:sldId id="279" r:id="rId26"/>
    <p:sldId id="280" r:id="rId27"/>
    <p:sldId id="291" r:id="rId28"/>
    <p:sldId id="292" r:id="rId29"/>
    <p:sldId id="293" r:id="rId30"/>
    <p:sldId id="302" r:id="rId31"/>
    <p:sldId id="294" r:id="rId32"/>
    <p:sldId id="295" r:id="rId33"/>
    <p:sldId id="297" r:id="rId34"/>
    <p:sldId id="301" r:id="rId35"/>
    <p:sldId id="284" r:id="rId36"/>
    <p:sldId id="285" r:id="rId37"/>
    <p:sldId id="286" r:id="rId38"/>
    <p:sldId id="287" r:id="rId39"/>
    <p:sldId id="299" r:id="rId40"/>
    <p:sldId id="300" r:id="rId41"/>
    <p:sldId id="303" r:id="rId42"/>
    <p:sldId id="288" r:id="rId43"/>
    <p:sldId id="304" r:id="rId44"/>
    <p:sldId id="289" r:id="rId45"/>
    <p:sldId id="305" r:id="rId46"/>
    <p:sldId id="306" r:id="rId47"/>
    <p:sldId id="296" r:id="rId48"/>
    <p:sldId id="298"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4" r:id="rId66"/>
    <p:sldId id="325" r:id="rId67"/>
    <p:sldId id="327" r:id="rId68"/>
    <p:sldId id="328" r:id="rId69"/>
    <p:sldId id="326"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07F24-43D4-417B-A3B5-DC34A0855DDF}" v="3" dt="2023-04-20T15:31:13.445"/>
    <p1510:client id="{1A3EA89B-B898-470B-B168-A91B36CE78FC}" v="8" dt="2023-05-29T10:55:16.630"/>
    <p1510:client id="{1DB66E6C-6AA1-45FA-B764-18FE2208FBFB}" v="1" dt="2023-04-22T08:21:49.222"/>
    <p1510:client id="{20F708B3-5FCB-40D2-9B67-D65B378B461F}" v="6" dt="2023-04-19T17:11:08.283"/>
    <p1510:client id="{378AEBB8-A1C8-4CEC-A372-C48F5358C0D0}" v="1" dt="2023-04-23T06:40:36.201"/>
    <p1510:client id="{3C8901D1-8E40-457D-BF0F-B06DC2991389}" v="5" dt="2023-04-23T05:56:17.629"/>
    <p1510:client id="{47CA86CC-B96B-4AE4-8405-EBA1CADC04FF}" v="15" dt="2023-04-20T16:09:43.999"/>
    <p1510:client id="{48A13B2A-DA82-4BB4-9B00-D112F2A31CE2}" v="5" dt="2023-04-19T18:59:30.814"/>
    <p1510:client id="{6318D1DB-1BCE-4150-97C4-A2D692E92A49}" v="8" dt="2023-04-23T16:03:55.161"/>
    <p1510:client id="{6717B07E-B6DB-4A7F-9ADA-D9118D279934}" v="2" dt="2023-04-23T21:47:39.009"/>
    <p1510:client id="{67CA0D77-BC8F-4882-8089-B3B367E5263D}" v="23" dt="2023-04-23T10:52:25.269"/>
    <p1510:client id="{69A5F090-F259-446F-9045-B19C23834E55}" v="28" dt="2023-05-28T06:41:21.696"/>
    <p1510:client id="{6CA21E42-BB00-4496-A037-1C398340C66E}" v="34" dt="2023-04-23T09:46:48.475"/>
    <p1510:client id="{753D6663-58BF-417A-872F-228CD238312B}" v="2" dt="2023-05-28T17:21:36.381"/>
    <p1510:client id="{8B8F4483-4F97-4869-8C88-82089A6F5E60}" v="1" dt="2023-04-20T16:16:07.922"/>
    <p1510:client id="{94BAD00D-A70E-4BC1-B7A7-E506DB1DF1AD}" v="4" dt="2023-04-23T23:40:49.249"/>
    <p1510:client id="{95F226B6-A434-46FA-8C4D-6FAF05A36CE5}" v="6" dt="2023-04-22T06:37:00.281"/>
    <p1510:client id="{99EC3AC5-AD2F-4079-BD24-CB9ECFF8F8E0}" v="8" dt="2023-04-22T13:21:48.502"/>
    <p1510:client id="{A051B41E-B703-4C38-B53F-25F54F79D316}" v="2" dt="2023-04-24T03:31:37.070"/>
    <p1510:client id="{A377078F-CB43-4213-A1EC-52E249657221}" v="14" dt="2023-04-23T21:01:08.125"/>
    <p1510:client id="{B69A926A-D385-4B9A-A755-1CC5BBADA033}" v="2" dt="2023-04-22T05:22:48.416"/>
    <p1510:client id="{BAD4AF80-71C5-4BCF-90CE-F38C85FF7B0E}" v="14" dt="2023-04-23T13:33:04.311"/>
    <p1510:client id="{BC0C8719-8919-4C95-99F6-3100E0DF83CD}" v="1" dt="2023-05-30T00:25:58.348"/>
    <p1510:client id="{CBB3E007-F23B-44C7-9263-AE3E4E2475CA}" v="1" dt="2023-04-23T12:40:27.919"/>
    <p1510:client id="{D1A9739D-5843-4D06-8331-7DFE868DC1C0}" v="1" dt="2023-05-29T21:29:14.396"/>
    <p1510:client id="{D96195B9-D776-44A2-BAF6-F049CF86D8AE}" v="1" dt="2023-04-23T17:21:31.343"/>
    <p1510:client id="{F058C8C1-8FE6-484A-B10B-E5F1D97630E9}" v="5" dt="2023-05-29T23:23:04.245"/>
    <p1510:client id="{F174A3CD-4351-4FFD-895B-900EAC1371EF}" v="21" dt="2023-04-23T13:02:14.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1BCE10840" userId="S::aadi.grover2021@vitbhopal.ac.in::db6e0e0a-be46-485b-8bed-08fe852435a1" providerId="AD" clId="Web-{BC0C8719-8919-4C95-99F6-3100E0DF83CD}"/>
    <pc:docChg chg="modSld">
      <pc:chgData name="21BCE10840" userId="S::aadi.grover2021@vitbhopal.ac.in::db6e0e0a-be46-485b-8bed-08fe852435a1" providerId="AD" clId="Web-{BC0C8719-8919-4C95-99F6-3100E0DF83CD}" dt="2023-05-30T00:25:58.348" v="0" actId="1076"/>
      <pc:docMkLst>
        <pc:docMk/>
      </pc:docMkLst>
      <pc:sldChg chg="modSp">
        <pc:chgData name="21BCE10840" userId="S::aadi.grover2021@vitbhopal.ac.in::db6e0e0a-be46-485b-8bed-08fe852435a1" providerId="AD" clId="Web-{BC0C8719-8919-4C95-99F6-3100E0DF83CD}" dt="2023-05-30T00:25:58.348" v="0" actId="1076"/>
        <pc:sldMkLst>
          <pc:docMk/>
          <pc:sldMk cId="2116202641" sldId="325"/>
        </pc:sldMkLst>
        <pc:picChg chg="mod">
          <ac:chgData name="21BCE10840" userId="S::aadi.grover2021@vitbhopal.ac.in::db6e0e0a-be46-485b-8bed-08fe852435a1" providerId="AD" clId="Web-{BC0C8719-8919-4C95-99F6-3100E0DF83CD}" dt="2023-05-30T00:25:58.348" v="0" actId="1076"/>
          <ac:picMkLst>
            <pc:docMk/>
            <pc:sldMk cId="2116202641" sldId="325"/>
            <ac:picMk id="3" creationId="{A50D58FB-2FA6-F23A-6FC4-E6AD8A7DDFFE}"/>
          </ac:picMkLst>
        </pc:picChg>
      </pc:sldChg>
    </pc:docChg>
  </pc:docChgLst>
  <pc:docChgLst>
    <pc:chgData name="21BCE11063" userId="S::dev.chaudhary2021@vitbhopal.ac.in::790bbcc8-6fd7-4b47-8c33-504db089c82b" providerId="AD" clId="Web-{F174A3CD-4351-4FFD-895B-900EAC1371EF}"/>
    <pc:docChg chg="modSld">
      <pc:chgData name="21BCE11063" userId="S::dev.chaudhary2021@vitbhopal.ac.in::790bbcc8-6fd7-4b47-8c33-504db089c82b" providerId="AD" clId="Web-{F174A3CD-4351-4FFD-895B-900EAC1371EF}" dt="2023-04-23T13:02:14.889" v="9" actId="1076"/>
      <pc:docMkLst>
        <pc:docMk/>
      </pc:docMkLst>
      <pc:sldChg chg="modSp">
        <pc:chgData name="21BCE11063" userId="S::dev.chaudhary2021@vitbhopal.ac.in::790bbcc8-6fd7-4b47-8c33-504db089c82b" providerId="AD" clId="Web-{F174A3CD-4351-4FFD-895B-900EAC1371EF}" dt="2023-04-23T12:28:06.142" v="1" actId="20577"/>
        <pc:sldMkLst>
          <pc:docMk/>
          <pc:sldMk cId="387663641" sldId="258"/>
        </pc:sldMkLst>
        <pc:spChg chg="mod">
          <ac:chgData name="21BCE11063" userId="S::dev.chaudhary2021@vitbhopal.ac.in::790bbcc8-6fd7-4b47-8c33-504db089c82b" providerId="AD" clId="Web-{F174A3CD-4351-4FFD-895B-900EAC1371EF}" dt="2023-04-23T12:28:06.142" v="1" actId="20577"/>
          <ac:spMkLst>
            <pc:docMk/>
            <pc:sldMk cId="387663641" sldId="258"/>
            <ac:spMk id="7" creationId="{F0BBB57F-1A09-9783-1BF8-98D9F31969A6}"/>
          </ac:spMkLst>
        </pc:spChg>
      </pc:sldChg>
      <pc:sldChg chg="modSp">
        <pc:chgData name="21BCE11063" userId="S::dev.chaudhary2021@vitbhopal.ac.in::790bbcc8-6fd7-4b47-8c33-504db089c82b" providerId="AD" clId="Web-{F174A3CD-4351-4FFD-895B-900EAC1371EF}" dt="2023-04-23T12:29:53.681" v="7" actId="20577"/>
        <pc:sldMkLst>
          <pc:docMk/>
          <pc:sldMk cId="4155010566" sldId="267"/>
        </pc:sldMkLst>
        <pc:spChg chg="mod">
          <ac:chgData name="21BCE11063" userId="S::dev.chaudhary2021@vitbhopal.ac.in::790bbcc8-6fd7-4b47-8c33-504db089c82b" providerId="AD" clId="Web-{F174A3CD-4351-4FFD-895B-900EAC1371EF}" dt="2023-04-23T12:29:53.681" v="7" actId="20577"/>
          <ac:spMkLst>
            <pc:docMk/>
            <pc:sldMk cId="4155010566" sldId="267"/>
            <ac:spMk id="5" creationId="{F5A6C7F8-3348-BFDE-1E61-5C309192B89B}"/>
          </ac:spMkLst>
        </pc:spChg>
      </pc:sldChg>
      <pc:sldChg chg="modSp">
        <pc:chgData name="21BCE11063" userId="S::dev.chaudhary2021@vitbhopal.ac.in::790bbcc8-6fd7-4b47-8c33-504db089c82b" providerId="AD" clId="Web-{F174A3CD-4351-4FFD-895B-900EAC1371EF}" dt="2023-04-23T12:31:16.529" v="8" actId="20577"/>
        <pc:sldMkLst>
          <pc:docMk/>
          <pc:sldMk cId="2103854490" sldId="269"/>
        </pc:sldMkLst>
        <pc:spChg chg="mod">
          <ac:chgData name="21BCE11063" userId="S::dev.chaudhary2021@vitbhopal.ac.in::790bbcc8-6fd7-4b47-8c33-504db089c82b" providerId="AD" clId="Web-{F174A3CD-4351-4FFD-895B-900EAC1371EF}" dt="2023-04-23T12:31:16.529" v="8" actId="20577"/>
          <ac:spMkLst>
            <pc:docMk/>
            <pc:sldMk cId="2103854490" sldId="269"/>
            <ac:spMk id="3" creationId="{963C7DBF-AE92-607D-8F37-0D3A37A36785}"/>
          </ac:spMkLst>
        </pc:spChg>
      </pc:sldChg>
      <pc:sldChg chg="modSp">
        <pc:chgData name="21BCE11063" userId="S::dev.chaudhary2021@vitbhopal.ac.in::790bbcc8-6fd7-4b47-8c33-504db089c82b" providerId="AD" clId="Web-{F174A3CD-4351-4FFD-895B-900EAC1371EF}" dt="2023-04-23T13:02:14.889" v="9" actId="1076"/>
        <pc:sldMkLst>
          <pc:docMk/>
          <pc:sldMk cId="3059788298" sldId="284"/>
        </pc:sldMkLst>
        <pc:picChg chg="mod">
          <ac:chgData name="21BCE11063" userId="S::dev.chaudhary2021@vitbhopal.ac.in::790bbcc8-6fd7-4b47-8c33-504db089c82b" providerId="AD" clId="Web-{F174A3CD-4351-4FFD-895B-900EAC1371EF}" dt="2023-04-23T13:02:14.889" v="9" actId="1076"/>
          <ac:picMkLst>
            <pc:docMk/>
            <pc:sldMk cId="3059788298" sldId="284"/>
            <ac:picMk id="5" creationId="{2EBCE574-1518-21CC-4AFD-0793B2E42090}"/>
          </ac:picMkLst>
        </pc:picChg>
      </pc:sldChg>
    </pc:docChg>
  </pc:docChgLst>
  <pc:docChgLst>
    <pc:chgData name="21BCE11518" userId="S::aditya.kushwaha2021@vitbhopal.ac.in::6cdd5729-69aa-496e-829e-6b39101a45c9" providerId="AD" clId="Web-{3C8901D1-8E40-457D-BF0F-B06DC2991389}"/>
    <pc:docChg chg="modSld">
      <pc:chgData name="21BCE11518" userId="S::aditya.kushwaha2021@vitbhopal.ac.in::6cdd5729-69aa-496e-829e-6b39101a45c9" providerId="AD" clId="Web-{3C8901D1-8E40-457D-BF0F-B06DC2991389}" dt="2023-04-23T05:56:17.629" v="4" actId="1076"/>
      <pc:docMkLst>
        <pc:docMk/>
      </pc:docMkLst>
      <pc:sldChg chg="modSp">
        <pc:chgData name="21BCE11518" userId="S::aditya.kushwaha2021@vitbhopal.ac.in::6cdd5729-69aa-496e-829e-6b39101a45c9" providerId="AD" clId="Web-{3C8901D1-8E40-457D-BF0F-B06DC2991389}" dt="2023-04-23T05:56:17.629" v="4" actId="1076"/>
        <pc:sldMkLst>
          <pc:docMk/>
          <pc:sldMk cId="4166013797" sldId="324"/>
        </pc:sldMkLst>
        <pc:picChg chg="mod">
          <ac:chgData name="21BCE11518" userId="S::aditya.kushwaha2021@vitbhopal.ac.in::6cdd5729-69aa-496e-829e-6b39101a45c9" providerId="AD" clId="Web-{3C8901D1-8E40-457D-BF0F-B06DC2991389}" dt="2023-04-23T05:56:17.629" v="4" actId="1076"/>
          <ac:picMkLst>
            <pc:docMk/>
            <pc:sldMk cId="4166013797" sldId="324"/>
            <ac:picMk id="3" creationId="{92B34E8A-E094-B568-6D2E-563D48C47145}"/>
          </ac:picMkLst>
        </pc:picChg>
      </pc:sldChg>
    </pc:docChg>
  </pc:docChgLst>
  <pc:docChgLst>
    <pc:chgData name="21BCE10840" userId="S::aadi.grover2021@vitbhopal.ac.in::db6e0e0a-be46-485b-8bed-08fe852435a1" providerId="AD" clId="Web-{BAD4AF80-71C5-4BCF-90CE-F38C85FF7B0E}"/>
    <pc:docChg chg="addSld delSld modSld">
      <pc:chgData name="21BCE10840" userId="S::aadi.grover2021@vitbhopal.ac.in::db6e0e0a-be46-485b-8bed-08fe852435a1" providerId="AD" clId="Web-{BAD4AF80-71C5-4BCF-90CE-F38C85FF7B0E}" dt="2023-04-23T13:33:04.311" v="5" actId="1076"/>
      <pc:docMkLst>
        <pc:docMk/>
      </pc:docMkLst>
      <pc:sldChg chg="add del">
        <pc:chgData name="21BCE10840" userId="S::aadi.grover2021@vitbhopal.ac.in::db6e0e0a-be46-485b-8bed-08fe852435a1" providerId="AD" clId="Web-{BAD4AF80-71C5-4BCF-90CE-F38C85FF7B0E}" dt="2023-04-23T13:08:44.858" v="1"/>
        <pc:sldMkLst>
          <pc:docMk/>
          <pc:sldMk cId="693288056" sldId="279"/>
        </pc:sldMkLst>
      </pc:sldChg>
      <pc:sldChg chg="modSp">
        <pc:chgData name="21BCE10840" userId="S::aadi.grover2021@vitbhopal.ac.in::db6e0e0a-be46-485b-8bed-08fe852435a1" providerId="AD" clId="Web-{BAD4AF80-71C5-4BCF-90CE-F38C85FF7B0E}" dt="2023-04-23T13:33:04.311" v="5" actId="1076"/>
        <pc:sldMkLst>
          <pc:docMk/>
          <pc:sldMk cId="782139245" sldId="288"/>
        </pc:sldMkLst>
        <pc:picChg chg="mod">
          <ac:chgData name="21BCE10840" userId="S::aadi.grover2021@vitbhopal.ac.in::db6e0e0a-be46-485b-8bed-08fe852435a1" providerId="AD" clId="Web-{BAD4AF80-71C5-4BCF-90CE-F38C85FF7B0E}" dt="2023-04-23T13:33:04.311" v="5" actId="1076"/>
          <ac:picMkLst>
            <pc:docMk/>
            <pc:sldMk cId="782139245" sldId="288"/>
            <ac:picMk id="3" creationId="{B37AFC1F-CA94-1999-0E85-352B966AFFAA}"/>
          </ac:picMkLst>
        </pc:picChg>
      </pc:sldChg>
    </pc:docChg>
  </pc:docChgLst>
  <pc:docChgLst>
    <pc:chgData name="21BCE10051" userId="S::varenyam.singh2021@vitbhopal.ac.in::b008d9a7-6567-46c5-be94-0f3bbdd6377a" providerId="AD" clId="Web-{48A13B2A-DA82-4BB4-9B00-D112F2A31CE2}"/>
    <pc:docChg chg="modSld">
      <pc:chgData name="21BCE10051" userId="S::varenyam.singh2021@vitbhopal.ac.in::b008d9a7-6567-46c5-be94-0f3bbdd6377a" providerId="AD" clId="Web-{48A13B2A-DA82-4BB4-9B00-D112F2A31CE2}" dt="2023-04-19T18:59:30.814" v="3" actId="1076"/>
      <pc:docMkLst>
        <pc:docMk/>
      </pc:docMkLst>
      <pc:sldChg chg="modSp">
        <pc:chgData name="21BCE10051" userId="S::varenyam.singh2021@vitbhopal.ac.in::b008d9a7-6567-46c5-be94-0f3bbdd6377a" providerId="AD" clId="Web-{48A13B2A-DA82-4BB4-9B00-D112F2A31CE2}" dt="2023-04-19T18:44:50.877" v="2" actId="20577"/>
        <pc:sldMkLst>
          <pc:docMk/>
          <pc:sldMk cId="3352245446" sldId="259"/>
        </pc:sldMkLst>
        <pc:spChg chg="mod">
          <ac:chgData name="21BCE10051" userId="S::varenyam.singh2021@vitbhopal.ac.in::b008d9a7-6567-46c5-be94-0f3bbdd6377a" providerId="AD" clId="Web-{48A13B2A-DA82-4BB4-9B00-D112F2A31CE2}" dt="2023-04-19T18:44:50.877" v="2" actId="20577"/>
          <ac:spMkLst>
            <pc:docMk/>
            <pc:sldMk cId="3352245446" sldId="259"/>
            <ac:spMk id="4" creationId="{C20C839F-E768-EAFA-5C7F-129FF329BEB3}"/>
          </ac:spMkLst>
        </pc:spChg>
      </pc:sldChg>
      <pc:sldChg chg="modSp">
        <pc:chgData name="21BCE10051" userId="S::varenyam.singh2021@vitbhopal.ac.in::b008d9a7-6567-46c5-be94-0f3bbdd6377a" providerId="AD" clId="Web-{48A13B2A-DA82-4BB4-9B00-D112F2A31CE2}" dt="2023-04-19T18:59:30.814" v="3" actId="1076"/>
        <pc:sldMkLst>
          <pc:docMk/>
          <pc:sldMk cId="1961495550" sldId="261"/>
        </pc:sldMkLst>
        <pc:spChg chg="mod">
          <ac:chgData name="21BCE10051" userId="S::varenyam.singh2021@vitbhopal.ac.in::b008d9a7-6567-46c5-be94-0f3bbdd6377a" providerId="AD" clId="Web-{48A13B2A-DA82-4BB4-9B00-D112F2A31CE2}" dt="2023-04-19T18:59:30.814" v="3" actId="1076"/>
          <ac:spMkLst>
            <pc:docMk/>
            <pc:sldMk cId="1961495550" sldId="261"/>
            <ac:spMk id="5" creationId="{E7D0BAA9-A771-9D6D-A24A-DE73FD6AA3E9}"/>
          </ac:spMkLst>
        </pc:spChg>
      </pc:sldChg>
    </pc:docChg>
  </pc:docChgLst>
  <pc:docChgLst>
    <pc:chgData name="21BCE10545" userId="S::arush.saraf2021@vitbhopal.ac.in::de4925e1-512f-459e-8ace-f61a7fd2c7ee" providerId="AD" clId="Web-{D1A9739D-5843-4D06-8331-7DFE868DC1C0}"/>
    <pc:docChg chg="sldOrd">
      <pc:chgData name="21BCE10545" userId="S::arush.saraf2021@vitbhopal.ac.in::de4925e1-512f-459e-8ace-f61a7fd2c7ee" providerId="AD" clId="Web-{D1A9739D-5843-4D06-8331-7DFE868DC1C0}" dt="2023-05-29T21:29:14.396" v="0"/>
      <pc:docMkLst>
        <pc:docMk/>
      </pc:docMkLst>
      <pc:sldChg chg="ord">
        <pc:chgData name="21BCE10545" userId="S::arush.saraf2021@vitbhopal.ac.in::de4925e1-512f-459e-8ace-f61a7fd2c7ee" providerId="AD" clId="Web-{D1A9739D-5843-4D06-8331-7DFE868DC1C0}" dt="2023-05-29T21:29:14.396" v="0"/>
        <pc:sldMkLst>
          <pc:docMk/>
          <pc:sldMk cId="2264962302" sldId="328"/>
        </pc:sldMkLst>
      </pc:sldChg>
    </pc:docChg>
  </pc:docChgLst>
  <pc:docChgLst>
    <pc:chgData name="21BCE11063" userId="S::dev.chaudhary2021@vitbhopal.ac.in::790bbcc8-6fd7-4b47-8c33-504db089c82b" providerId="AD" clId="Web-{6318D1DB-1BCE-4150-97C4-A2D692E92A49}"/>
    <pc:docChg chg="modSld">
      <pc:chgData name="21BCE11063" userId="S::dev.chaudhary2021@vitbhopal.ac.in::790bbcc8-6fd7-4b47-8c33-504db089c82b" providerId="AD" clId="Web-{6318D1DB-1BCE-4150-97C4-A2D692E92A49}" dt="2023-04-23T16:03:55.161" v="3" actId="20577"/>
      <pc:docMkLst>
        <pc:docMk/>
      </pc:docMkLst>
      <pc:sldChg chg="modSp">
        <pc:chgData name="21BCE11063" userId="S::dev.chaudhary2021@vitbhopal.ac.in::790bbcc8-6fd7-4b47-8c33-504db089c82b" providerId="AD" clId="Web-{6318D1DB-1BCE-4150-97C4-A2D692E92A49}" dt="2023-04-23T15:29:12.441" v="0" actId="20577"/>
        <pc:sldMkLst>
          <pc:docMk/>
          <pc:sldMk cId="139018306" sldId="266"/>
        </pc:sldMkLst>
        <pc:spChg chg="mod">
          <ac:chgData name="21BCE11063" userId="S::dev.chaudhary2021@vitbhopal.ac.in::790bbcc8-6fd7-4b47-8c33-504db089c82b" providerId="AD" clId="Web-{6318D1DB-1BCE-4150-97C4-A2D692E92A49}" dt="2023-04-23T15:29:12.441" v="0" actId="20577"/>
          <ac:spMkLst>
            <pc:docMk/>
            <pc:sldMk cId="139018306" sldId="266"/>
            <ac:spMk id="7" creationId="{1F537356-FCF4-81BD-3741-97EFD1B068DF}"/>
          </ac:spMkLst>
        </pc:spChg>
      </pc:sldChg>
      <pc:sldChg chg="modSp">
        <pc:chgData name="21BCE11063" userId="S::dev.chaudhary2021@vitbhopal.ac.in::790bbcc8-6fd7-4b47-8c33-504db089c82b" providerId="AD" clId="Web-{6318D1DB-1BCE-4150-97C4-A2D692E92A49}" dt="2023-04-23T15:31:36.243" v="1" actId="1076"/>
        <pc:sldMkLst>
          <pc:docMk/>
          <pc:sldMk cId="3832180592" sldId="287"/>
        </pc:sldMkLst>
        <pc:picChg chg="mod">
          <ac:chgData name="21BCE11063" userId="S::dev.chaudhary2021@vitbhopal.ac.in::790bbcc8-6fd7-4b47-8c33-504db089c82b" providerId="AD" clId="Web-{6318D1DB-1BCE-4150-97C4-A2D692E92A49}" dt="2023-04-23T15:31:36.243" v="1" actId="1076"/>
          <ac:picMkLst>
            <pc:docMk/>
            <pc:sldMk cId="3832180592" sldId="287"/>
            <ac:picMk id="3" creationId="{A933273A-CFA7-C9BD-9E92-6E2BC1BEEAC3}"/>
          </ac:picMkLst>
        </pc:picChg>
      </pc:sldChg>
      <pc:sldChg chg="modSp">
        <pc:chgData name="21BCE11063" userId="S::dev.chaudhary2021@vitbhopal.ac.in::790bbcc8-6fd7-4b47-8c33-504db089c82b" providerId="AD" clId="Web-{6318D1DB-1BCE-4150-97C4-A2D692E92A49}" dt="2023-04-23T16:03:55.161" v="3" actId="20577"/>
        <pc:sldMkLst>
          <pc:docMk/>
          <pc:sldMk cId="1903336444" sldId="310"/>
        </pc:sldMkLst>
        <pc:spChg chg="mod">
          <ac:chgData name="21BCE11063" userId="S::dev.chaudhary2021@vitbhopal.ac.in::790bbcc8-6fd7-4b47-8c33-504db089c82b" providerId="AD" clId="Web-{6318D1DB-1BCE-4150-97C4-A2D692E92A49}" dt="2023-04-23T16:03:55.161" v="3" actId="20577"/>
          <ac:spMkLst>
            <pc:docMk/>
            <pc:sldMk cId="1903336444" sldId="310"/>
            <ac:spMk id="7" creationId="{A564B15F-6C55-6D63-334C-018E9C3E4149}"/>
          </ac:spMkLst>
        </pc:spChg>
      </pc:sldChg>
    </pc:docChg>
  </pc:docChgLst>
  <pc:docChgLst>
    <pc:chgData name="21BCE10466" userId="S::aayush2021@vitbhopal.ac.in::deb48255-5839-49b9-8d84-393add804ac3" providerId="AD" clId="Web-{6717B07E-B6DB-4A7F-9ADA-D9118D279934}"/>
    <pc:docChg chg="modSld">
      <pc:chgData name="21BCE10466" userId="S::aayush2021@vitbhopal.ac.in::deb48255-5839-49b9-8d84-393add804ac3" providerId="AD" clId="Web-{6717B07E-B6DB-4A7F-9ADA-D9118D279934}" dt="2023-04-23T21:47:39.009" v="1" actId="1076"/>
      <pc:docMkLst>
        <pc:docMk/>
      </pc:docMkLst>
      <pc:sldChg chg="modSp">
        <pc:chgData name="21BCE10466" userId="S::aayush2021@vitbhopal.ac.in::deb48255-5839-49b9-8d84-393add804ac3" providerId="AD" clId="Web-{6717B07E-B6DB-4A7F-9ADA-D9118D279934}" dt="2023-04-23T21:47:39.009" v="1" actId="1076"/>
        <pc:sldMkLst>
          <pc:docMk/>
          <pc:sldMk cId="1961495550" sldId="261"/>
        </pc:sldMkLst>
        <pc:spChg chg="mod">
          <ac:chgData name="21BCE10466" userId="S::aayush2021@vitbhopal.ac.in::deb48255-5839-49b9-8d84-393add804ac3" providerId="AD" clId="Web-{6717B07E-B6DB-4A7F-9ADA-D9118D279934}" dt="2023-04-23T21:47:39.009" v="1" actId="1076"/>
          <ac:spMkLst>
            <pc:docMk/>
            <pc:sldMk cId="1961495550" sldId="261"/>
            <ac:spMk id="5" creationId="{E7D0BAA9-A771-9D6D-A24A-DE73FD6AA3E9}"/>
          </ac:spMkLst>
        </pc:spChg>
      </pc:sldChg>
      <pc:sldChg chg="modSp">
        <pc:chgData name="21BCE10466" userId="S::aayush2021@vitbhopal.ac.in::deb48255-5839-49b9-8d84-393add804ac3" providerId="AD" clId="Web-{6717B07E-B6DB-4A7F-9ADA-D9118D279934}" dt="2023-04-23T19:22:19.047" v="0" actId="1076"/>
        <pc:sldMkLst>
          <pc:docMk/>
          <pc:sldMk cId="3283119131" sldId="299"/>
        </pc:sldMkLst>
        <pc:picChg chg="mod">
          <ac:chgData name="21BCE10466" userId="S::aayush2021@vitbhopal.ac.in::deb48255-5839-49b9-8d84-393add804ac3" providerId="AD" clId="Web-{6717B07E-B6DB-4A7F-9ADA-D9118D279934}" dt="2023-04-23T19:22:19.047" v="0" actId="1076"/>
          <ac:picMkLst>
            <pc:docMk/>
            <pc:sldMk cId="3283119131" sldId="299"/>
            <ac:picMk id="3" creationId="{DE62668C-C7BC-DCB4-0EBC-C85C296C9987}"/>
          </ac:picMkLst>
        </pc:picChg>
      </pc:sldChg>
    </pc:docChg>
  </pc:docChgLst>
  <pc:docChgLst>
    <pc:chgData name="21BCE10207" userId="S::arin.jain2021@vitbhopal.ac.in::fbc4df26-0c35-4eda-ba09-00418d39a39f" providerId="AD" clId="Web-{1A3EA89B-B898-470B-B168-A91B36CE78FC}"/>
    <pc:docChg chg="modSld">
      <pc:chgData name="21BCE10207" userId="S::arin.jain2021@vitbhopal.ac.in::fbc4df26-0c35-4eda-ba09-00418d39a39f" providerId="AD" clId="Web-{1A3EA89B-B898-470B-B168-A91B36CE78FC}" dt="2023-05-29T10:55:16.630" v="5" actId="1076"/>
      <pc:docMkLst>
        <pc:docMk/>
      </pc:docMkLst>
      <pc:sldChg chg="modSp">
        <pc:chgData name="21BCE10207" userId="S::arin.jain2021@vitbhopal.ac.in::fbc4df26-0c35-4eda-ba09-00418d39a39f" providerId="AD" clId="Web-{1A3EA89B-B898-470B-B168-A91B36CE78FC}" dt="2023-05-29T09:33:34.110" v="1" actId="20577"/>
        <pc:sldMkLst>
          <pc:docMk/>
          <pc:sldMk cId="387663641" sldId="258"/>
        </pc:sldMkLst>
        <pc:spChg chg="mod">
          <ac:chgData name="21BCE10207" userId="S::arin.jain2021@vitbhopal.ac.in::fbc4df26-0c35-4eda-ba09-00418d39a39f" providerId="AD" clId="Web-{1A3EA89B-B898-470B-B168-A91B36CE78FC}" dt="2023-05-29T09:33:34.110" v="1" actId="20577"/>
          <ac:spMkLst>
            <pc:docMk/>
            <pc:sldMk cId="387663641" sldId="258"/>
            <ac:spMk id="7" creationId="{F0BBB57F-1A09-9783-1BF8-98D9F31969A6}"/>
          </ac:spMkLst>
        </pc:spChg>
      </pc:sldChg>
      <pc:sldChg chg="modSp">
        <pc:chgData name="21BCE10207" userId="S::arin.jain2021@vitbhopal.ac.in::fbc4df26-0c35-4eda-ba09-00418d39a39f" providerId="AD" clId="Web-{1A3EA89B-B898-470B-B168-A91B36CE78FC}" dt="2023-05-29T10:51:43.559" v="4" actId="1076"/>
        <pc:sldMkLst>
          <pc:docMk/>
          <pc:sldMk cId="782139245" sldId="288"/>
        </pc:sldMkLst>
        <pc:picChg chg="mod">
          <ac:chgData name="21BCE10207" userId="S::arin.jain2021@vitbhopal.ac.in::fbc4df26-0c35-4eda-ba09-00418d39a39f" providerId="AD" clId="Web-{1A3EA89B-B898-470B-B168-A91B36CE78FC}" dt="2023-05-29T10:51:43.559" v="4" actId="1076"/>
          <ac:picMkLst>
            <pc:docMk/>
            <pc:sldMk cId="782139245" sldId="288"/>
            <ac:picMk id="3" creationId="{B37AFC1F-CA94-1999-0E85-352B966AFFAA}"/>
          </ac:picMkLst>
        </pc:picChg>
      </pc:sldChg>
      <pc:sldChg chg="modSp">
        <pc:chgData name="21BCE10207" userId="S::arin.jain2021@vitbhopal.ac.in::fbc4df26-0c35-4eda-ba09-00418d39a39f" providerId="AD" clId="Web-{1A3EA89B-B898-470B-B168-A91B36CE78FC}" dt="2023-05-29T10:55:16.630" v="5" actId="1076"/>
        <pc:sldMkLst>
          <pc:docMk/>
          <pc:sldMk cId="2080751062" sldId="305"/>
        </pc:sldMkLst>
        <pc:spChg chg="mod">
          <ac:chgData name="21BCE10207" userId="S::arin.jain2021@vitbhopal.ac.in::fbc4df26-0c35-4eda-ba09-00418d39a39f" providerId="AD" clId="Web-{1A3EA89B-B898-470B-B168-A91B36CE78FC}" dt="2023-05-29T10:55:16.630" v="5" actId="1076"/>
          <ac:spMkLst>
            <pc:docMk/>
            <pc:sldMk cId="2080751062" sldId="305"/>
            <ac:spMk id="4" creationId="{DBEEC66B-08C2-5A46-0F3F-61EB159745CA}"/>
          </ac:spMkLst>
        </pc:spChg>
      </pc:sldChg>
    </pc:docChg>
  </pc:docChgLst>
  <pc:docChgLst>
    <pc:chgData name="21BCE11039" userId="S::nihal.sanjay2021@vitbhopal.ac.in::174709c6-5b86-4655-b317-b0f1a119ecb9" providerId="AD" clId="Web-{CBB3E007-F23B-44C7-9263-AE3E4E2475CA}"/>
    <pc:docChg chg="modSld">
      <pc:chgData name="21BCE11039" userId="S::nihal.sanjay2021@vitbhopal.ac.in::174709c6-5b86-4655-b317-b0f1a119ecb9" providerId="AD" clId="Web-{CBB3E007-F23B-44C7-9263-AE3E4E2475CA}" dt="2023-04-23T12:40:27.919" v="0" actId="1076"/>
      <pc:docMkLst>
        <pc:docMk/>
      </pc:docMkLst>
      <pc:sldChg chg="modSp">
        <pc:chgData name="21BCE11039" userId="S::nihal.sanjay2021@vitbhopal.ac.in::174709c6-5b86-4655-b317-b0f1a119ecb9" providerId="AD" clId="Web-{CBB3E007-F23B-44C7-9263-AE3E4E2475CA}" dt="2023-04-23T12:40:27.919" v="0" actId="1076"/>
        <pc:sldMkLst>
          <pc:docMk/>
          <pc:sldMk cId="3979752961" sldId="316"/>
        </pc:sldMkLst>
        <pc:picChg chg="mod">
          <ac:chgData name="21BCE11039" userId="S::nihal.sanjay2021@vitbhopal.ac.in::174709c6-5b86-4655-b317-b0f1a119ecb9" providerId="AD" clId="Web-{CBB3E007-F23B-44C7-9263-AE3E4E2475CA}" dt="2023-04-23T12:40:27.919" v="0" actId="1076"/>
          <ac:picMkLst>
            <pc:docMk/>
            <pc:sldMk cId="3979752961" sldId="316"/>
            <ac:picMk id="7" creationId="{1A268549-F8C3-8178-95BF-C5E0ECFDD128}"/>
          </ac:picMkLst>
        </pc:picChg>
      </pc:sldChg>
    </pc:docChg>
  </pc:docChgLst>
  <pc:docChgLst>
    <pc:chgData name="21BCE10097" userId="S::mayank.singh2021@vitbhopal.ac.in::ae033ced-f455-49c4-8814-4596c2405d5a" providerId="AD" clId="Web-{95F226B6-A434-46FA-8C4D-6FAF05A36CE5}"/>
    <pc:docChg chg="modSld">
      <pc:chgData name="21BCE10097" userId="S::mayank.singh2021@vitbhopal.ac.in::ae033ced-f455-49c4-8814-4596c2405d5a" providerId="AD" clId="Web-{95F226B6-A434-46FA-8C4D-6FAF05A36CE5}" dt="2023-04-22T06:37:00.281" v="5" actId="1076"/>
      <pc:docMkLst>
        <pc:docMk/>
      </pc:docMkLst>
      <pc:sldChg chg="modSp">
        <pc:chgData name="21BCE10097" userId="S::mayank.singh2021@vitbhopal.ac.in::ae033ced-f455-49c4-8814-4596c2405d5a" providerId="AD" clId="Web-{95F226B6-A434-46FA-8C4D-6FAF05A36CE5}" dt="2023-04-22T06:37:00.281" v="5" actId="1076"/>
        <pc:sldMkLst>
          <pc:docMk/>
          <pc:sldMk cId="782139245" sldId="288"/>
        </pc:sldMkLst>
        <pc:picChg chg="mod">
          <ac:chgData name="21BCE10097" userId="S::mayank.singh2021@vitbhopal.ac.in::ae033ced-f455-49c4-8814-4596c2405d5a" providerId="AD" clId="Web-{95F226B6-A434-46FA-8C4D-6FAF05A36CE5}" dt="2023-04-22T06:37:00.281" v="5" actId="1076"/>
          <ac:picMkLst>
            <pc:docMk/>
            <pc:sldMk cId="782139245" sldId="288"/>
            <ac:picMk id="3" creationId="{B37AFC1F-CA94-1999-0E85-352B966AFFAA}"/>
          </ac:picMkLst>
        </pc:picChg>
      </pc:sldChg>
    </pc:docChg>
  </pc:docChgLst>
  <pc:docChgLst>
    <pc:chgData name="21BCE10097" userId="S::mayank.singh2021@vitbhopal.ac.in::ae033ced-f455-49c4-8814-4596c2405d5a" providerId="AD" clId="Web-{1DB66E6C-6AA1-45FA-B764-18FE2208FBFB}"/>
    <pc:docChg chg="modSld">
      <pc:chgData name="21BCE10097" userId="S::mayank.singh2021@vitbhopal.ac.in::ae033ced-f455-49c4-8814-4596c2405d5a" providerId="AD" clId="Web-{1DB66E6C-6AA1-45FA-B764-18FE2208FBFB}" dt="2023-04-22T08:21:49.222" v="0" actId="1076"/>
      <pc:docMkLst>
        <pc:docMk/>
      </pc:docMkLst>
      <pc:sldChg chg="modSp">
        <pc:chgData name="21BCE10097" userId="S::mayank.singh2021@vitbhopal.ac.in::ae033ced-f455-49c4-8814-4596c2405d5a" providerId="AD" clId="Web-{1DB66E6C-6AA1-45FA-B764-18FE2208FBFB}" dt="2023-04-22T08:21:49.222" v="0" actId="1076"/>
        <pc:sldMkLst>
          <pc:docMk/>
          <pc:sldMk cId="1464770666" sldId="311"/>
        </pc:sldMkLst>
        <pc:spChg chg="mod">
          <ac:chgData name="21BCE10097" userId="S::mayank.singh2021@vitbhopal.ac.in::ae033ced-f455-49c4-8814-4596c2405d5a" providerId="AD" clId="Web-{1DB66E6C-6AA1-45FA-B764-18FE2208FBFB}" dt="2023-04-22T08:21:49.222" v="0" actId="1076"/>
          <ac:spMkLst>
            <pc:docMk/>
            <pc:sldMk cId="1464770666" sldId="311"/>
            <ac:spMk id="18" creationId="{BAF1EB52-AE01-894C-0FB8-E91D348E4D54}"/>
          </ac:spMkLst>
        </pc:spChg>
      </pc:sldChg>
    </pc:docChg>
  </pc:docChgLst>
  <pc:docChgLst>
    <pc:chgData name="21BCE11518" userId="S::aditya.kushwaha2021@vitbhopal.ac.in::6cdd5729-69aa-496e-829e-6b39101a45c9" providerId="AD" clId="Web-{D96195B9-D776-44A2-BAF6-F049CF86D8AE}"/>
    <pc:docChg chg="modSld">
      <pc:chgData name="21BCE11518" userId="S::aditya.kushwaha2021@vitbhopal.ac.in::6cdd5729-69aa-496e-829e-6b39101a45c9" providerId="AD" clId="Web-{D96195B9-D776-44A2-BAF6-F049CF86D8AE}" dt="2023-04-23T17:21:31.343" v="0" actId="1076"/>
      <pc:docMkLst>
        <pc:docMk/>
      </pc:docMkLst>
      <pc:sldChg chg="modSp">
        <pc:chgData name="21BCE11518" userId="S::aditya.kushwaha2021@vitbhopal.ac.in::6cdd5729-69aa-496e-829e-6b39101a45c9" providerId="AD" clId="Web-{D96195B9-D776-44A2-BAF6-F049CF86D8AE}" dt="2023-04-23T17:21:31.343" v="0" actId="1076"/>
        <pc:sldMkLst>
          <pc:docMk/>
          <pc:sldMk cId="2408651689" sldId="318"/>
        </pc:sldMkLst>
        <pc:picChg chg="mod">
          <ac:chgData name="21BCE11518" userId="S::aditya.kushwaha2021@vitbhopal.ac.in::6cdd5729-69aa-496e-829e-6b39101a45c9" providerId="AD" clId="Web-{D96195B9-D776-44A2-BAF6-F049CF86D8AE}" dt="2023-04-23T17:21:31.343" v="0" actId="1076"/>
          <ac:picMkLst>
            <pc:docMk/>
            <pc:sldMk cId="2408651689" sldId="318"/>
            <ac:picMk id="3" creationId="{EF949CD6-1DB5-2AEA-8895-BEC8CF504DF9}"/>
          </ac:picMkLst>
        </pc:picChg>
      </pc:sldChg>
    </pc:docChg>
  </pc:docChgLst>
  <pc:docChgLst>
    <pc:chgData name="21BCE10097" userId="S::mayank.singh2021@vitbhopal.ac.in::ae033ced-f455-49c4-8814-4596c2405d5a" providerId="AD" clId="Web-{69A5F090-F259-446F-9045-B19C23834E55}"/>
    <pc:docChg chg="delSld modSld">
      <pc:chgData name="21BCE10097" userId="S::mayank.singh2021@vitbhopal.ac.in::ae033ced-f455-49c4-8814-4596c2405d5a" providerId="AD" clId="Web-{69A5F090-F259-446F-9045-B19C23834E55}" dt="2023-05-28T06:41:21.696" v="24"/>
      <pc:docMkLst>
        <pc:docMk/>
      </pc:docMkLst>
      <pc:sldChg chg="modSp">
        <pc:chgData name="21BCE10097" userId="S::mayank.singh2021@vitbhopal.ac.in::ae033ced-f455-49c4-8814-4596c2405d5a" providerId="AD" clId="Web-{69A5F090-F259-446F-9045-B19C23834E55}" dt="2023-05-28T06:10:04.896" v="2" actId="20577"/>
        <pc:sldMkLst>
          <pc:docMk/>
          <pc:sldMk cId="387663641" sldId="258"/>
        </pc:sldMkLst>
        <pc:spChg chg="mod">
          <ac:chgData name="21BCE10097" userId="S::mayank.singh2021@vitbhopal.ac.in::ae033ced-f455-49c4-8814-4596c2405d5a" providerId="AD" clId="Web-{69A5F090-F259-446F-9045-B19C23834E55}" dt="2023-05-28T06:10:04.896" v="2" actId="20577"/>
          <ac:spMkLst>
            <pc:docMk/>
            <pc:sldMk cId="387663641" sldId="258"/>
            <ac:spMk id="7" creationId="{F0BBB57F-1A09-9783-1BF8-98D9F31969A6}"/>
          </ac:spMkLst>
        </pc:spChg>
      </pc:sldChg>
      <pc:sldChg chg="modSp">
        <pc:chgData name="21BCE10097" userId="S::mayank.singh2021@vitbhopal.ac.in::ae033ced-f455-49c4-8814-4596c2405d5a" providerId="AD" clId="Web-{69A5F090-F259-446F-9045-B19C23834E55}" dt="2023-05-28T06:10:09.396" v="3" actId="1076"/>
        <pc:sldMkLst>
          <pc:docMk/>
          <pc:sldMk cId="139018306" sldId="266"/>
        </pc:sldMkLst>
        <pc:spChg chg="mod">
          <ac:chgData name="21BCE10097" userId="S::mayank.singh2021@vitbhopal.ac.in::ae033ced-f455-49c4-8814-4596c2405d5a" providerId="AD" clId="Web-{69A5F090-F259-446F-9045-B19C23834E55}" dt="2023-05-28T06:10:09.396" v="3" actId="1076"/>
          <ac:spMkLst>
            <pc:docMk/>
            <pc:sldMk cId="139018306" sldId="266"/>
            <ac:spMk id="3" creationId="{0BF358FE-6662-2CB3-8DF0-214B369B7958}"/>
          </ac:spMkLst>
        </pc:spChg>
      </pc:sldChg>
      <pc:sldChg chg="addSp delSp modSp">
        <pc:chgData name="21BCE10097" userId="S::mayank.singh2021@vitbhopal.ac.in::ae033ced-f455-49c4-8814-4596c2405d5a" providerId="AD" clId="Web-{69A5F090-F259-446F-9045-B19C23834E55}" dt="2023-05-28T06:41:21.696" v="24"/>
        <pc:sldMkLst>
          <pc:docMk/>
          <pc:sldMk cId="3678847704" sldId="326"/>
        </pc:sldMkLst>
        <pc:picChg chg="mod">
          <ac:chgData name="21BCE10097" userId="S::mayank.singh2021@vitbhopal.ac.in::ae033ced-f455-49c4-8814-4596c2405d5a" providerId="AD" clId="Web-{69A5F090-F259-446F-9045-B19C23834E55}" dt="2023-05-28T06:40:49.430" v="7" actId="1076"/>
          <ac:picMkLst>
            <pc:docMk/>
            <pc:sldMk cId="3678847704" sldId="326"/>
            <ac:picMk id="3" creationId="{4AA62DAC-FAD3-9189-BA64-CAB24583C06C}"/>
          </ac:picMkLst>
        </pc:picChg>
        <pc:inkChg chg="add">
          <ac:chgData name="21BCE10097" userId="S::mayank.singh2021@vitbhopal.ac.in::ae033ced-f455-49c4-8814-4596c2405d5a" providerId="AD" clId="Web-{69A5F090-F259-446F-9045-B19C23834E55}" dt="2023-05-28T06:40:51.851" v="8"/>
          <ac:inkMkLst>
            <pc:docMk/>
            <pc:sldMk cId="3678847704" sldId="326"/>
            <ac:inkMk id="2" creationId="{913E8FC4-0B6B-9B2D-16F4-497407920E96}"/>
          </ac:inkMkLst>
        </pc:inkChg>
        <pc:inkChg chg="add">
          <ac:chgData name="21BCE10097" userId="S::mayank.singh2021@vitbhopal.ac.in::ae033ced-f455-49c4-8814-4596c2405d5a" providerId="AD" clId="Web-{69A5F090-F259-446F-9045-B19C23834E55}" dt="2023-05-28T06:40:53.352" v="9"/>
          <ac:inkMkLst>
            <pc:docMk/>
            <pc:sldMk cId="3678847704" sldId="326"/>
            <ac:inkMk id="4" creationId="{EBBC90A3-F1CA-8438-CA7C-A7186273B9C1}"/>
          </ac:inkMkLst>
        </pc:inkChg>
        <pc:inkChg chg="add">
          <ac:chgData name="21BCE10097" userId="S::mayank.singh2021@vitbhopal.ac.in::ae033ced-f455-49c4-8814-4596c2405d5a" providerId="AD" clId="Web-{69A5F090-F259-446F-9045-B19C23834E55}" dt="2023-05-28T06:40:54.758" v="10"/>
          <ac:inkMkLst>
            <pc:docMk/>
            <pc:sldMk cId="3678847704" sldId="326"/>
            <ac:inkMk id="5" creationId="{E522782A-5FF7-7397-C0F3-CFAAC88320CC}"/>
          </ac:inkMkLst>
        </pc:inkChg>
        <pc:inkChg chg="add del">
          <ac:chgData name="21BCE10097" userId="S::mayank.singh2021@vitbhopal.ac.in::ae033ced-f455-49c4-8814-4596c2405d5a" providerId="AD" clId="Web-{69A5F090-F259-446F-9045-B19C23834E55}" dt="2023-05-28T06:41:21.696" v="24"/>
          <ac:inkMkLst>
            <pc:docMk/>
            <pc:sldMk cId="3678847704" sldId="326"/>
            <ac:inkMk id="6" creationId="{F2C550F5-23BF-E17C-4464-55EB5F9FEEBE}"/>
          </ac:inkMkLst>
        </pc:inkChg>
        <pc:inkChg chg="add del">
          <ac:chgData name="21BCE10097" userId="S::mayank.singh2021@vitbhopal.ac.in::ae033ced-f455-49c4-8814-4596c2405d5a" providerId="AD" clId="Web-{69A5F090-F259-446F-9045-B19C23834E55}" dt="2023-05-28T06:41:19.352" v="23"/>
          <ac:inkMkLst>
            <pc:docMk/>
            <pc:sldMk cId="3678847704" sldId="326"/>
            <ac:inkMk id="7" creationId="{5D161539-8A3E-D70B-2242-167786B92B64}"/>
          </ac:inkMkLst>
        </pc:inkChg>
        <pc:inkChg chg="add del">
          <ac:chgData name="21BCE10097" userId="S::mayank.singh2021@vitbhopal.ac.in::ae033ced-f455-49c4-8814-4596c2405d5a" providerId="AD" clId="Web-{69A5F090-F259-446F-9045-B19C23834E55}" dt="2023-05-28T06:41:16.946" v="22"/>
          <ac:inkMkLst>
            <pc:docMk/>
            <pc:sldMk cId="3678847704" sldId="326"/>
            <ac:inkMk id="8" creationId="{3466FC2E-1A90-05FA-E2EF-0391573655C4}"/>
          </ac:inkMkLst>
        </pc:inkChg>
        <pc:inkChg chg="add del">
          <ac:chgData name="21BCE10097" userId="S::mayank.singh2021@vitbhopal.ac.in::ae033ced-f455-49c4-8814-4596c2405d5a" providerId="AD" clId="Web-{69A5F090-F259-446F-9045-B19C23834E55}" dt="2023-05-28T06:41:14.555" v="21"/>
          <ac:inkMkLst>
            <pc:docMk/>
            <pc:sldMk cId="3678847704" sldId="326"/>
            <ac:inkMk id="9" creationId="{BCB4132F-9691-0D09-A4DF-6484AB148B6B}"/>
          </ac:inkMkLst>
        </pc:inkChg>
        <pc:inkChg chg="add del">
          <ac:chgData name="21BCE10097" userId="S::mayank.singh2021@vitbhopal.ac.in::ae033ced-f455-49c4-8814-4596c2405d5a" providerId="AD" clId="Web-{69A5F090-F259-446F-9045-B19C23834E55}" dt="2023-05-28T06:41:12.305" v="20"/>
          <ac:inkMkLst>
            <pc:docMk/>
            <pc:sldMk cId="3678847704" sldId="326"/>
            <ac:inkMk id="10" creationId="{E191946D-C055-B78F-BD5A-65326977AF22}"/>
          </ac:inkMkLst>
        </pc:inkChg>
        <pc:inkChg chg="add del">
          <ac:chgData name="21BCE10097" userId="S::mayank.singh2021@vitbhopal.ac.in::ae033ced-f455-49c4-8814-4596c2405d5a" providerId="AD" clId="Web-{69A5F090-F259-446F-9045-B19C23834E55}" dt="2023-05-28T06:41:11.883" v="19"/>
          <ac:inkMkLst>
            <pc:docMk/>
            <pc:sldMk cId="3678847704" sldId="326"/>
            <ac:inkMk id="11" creationId="{514826C3-6DA9-043E-4D1B-E7321BCC93F7}"/>
          </ac:inkMkLst>
        </pc:inkChg>
        <pc:inkChg chg="add del">
          <ac:chgData name="21BCE10097" userId="S::mayank.singh2021@vitbhopal.ac.in::ae033ced-f455-49c4-8814-4596c2405d5a" providerId="AD" clId="Web-{69A5F090-F259-446F-9045-B19C23834E55}" dt="2023-05-28T06:41:09.602" v="18"/>
          <ac:inkMkLst>
            <pc:docMk/>
            <pc:sldMk cId="3678847704" sldId="326"/>
            <ac:inkMk id="12" creationId="{D738A696-884C-998C-5E1F-9C88578FF574}"/>
          </ac:inkMkLst>
        </pc:inkChg>
      </pc:sldChg>
      <pc:sldChg chg="del">
        <pc:chgData name="21BCE10097" userId="S::mayank.singh2021@vitbhopal.ac.in::ae033ced-f455-49c4-8814-4596c2405d5a" providerId="AD" clId="Web-{69A5F090-F259-446F-9045-B19C23834E55}" dt="2023-05-28T06:40:19.956" v="4"/>
        <pc:sldMkLst>
          <pc:docMk/>
          <pc:sldMk cId="3527139897" sldId="329"/>
        </pc:sldMkLst>
      </pc:sldChg>
      <pc:sldChg chg="del">
        <pc:chgData name="21BCE10097" userId="S::mayank.singh2021@vitbhopal.ac.in::ae033ced-f455-49c4-8814-4596c2405d5a" providerId="AD" clId="Web-{69A5F090-F259-446F-9045-B19C23834E55}" dt="2023-05-28T06:40:23.222" v="5"/>
        <pc:sldMkLst>
          <pc:docMk/>
          <pc:sldMk cId="2564547053" sldId="330"/>
        </pc:sldMkLst>
      </pc:sldChg>
    </pc:docChg>
  </pc:docChgLst>
  <pc:docChgLst>
    <pc:chgData name="21BCE11278" userId="S::smriti.jha2021@vitbhopal.ac.in::e8ef899f-6854-4f24-bc99-bf2d5c922856" providerId="AD" clId="Web-{8B8F4483-4F97-4869-8C88-82089A6F5E60}"/>
    <pc:docChg chg="sldOrd">
      <pc:chgData name="21BCE11278" userId="S::smriti.jha2021@vitbhopal.ac.in::e8ef899f-6854-4f24-bc99-bf2d5c922856" providerId="AD" clId="Web-{8B8F4483-4F97-4869-8C88-82089A6F5E60}" dt="2023-04-20T16:16:07.922" v="0"/>
      <pc:docMkLst>
        <pc:docMk/>
      </pc:docMkLst>
      <pc:sldChg chg="ord">
        <pc:chgData name="21BCE11278" userId="S::smriti.jha2021@vitbhopal.ac.in::e8ef899f-6854-4f24-bc99-bf2d5c922856" providerId="AD" clId="Web-{8B8F4483-4F97-4869-8C88-82089A6F5E60}" dt="2023-04-20T16:16:07.922" v="0"/>
        <pc:sldMkLst>
          <pc:docMk/>
          <pc:sldMk cId="2264962302" sldId="328"/>
        </pc:sldMkLst>
      </pc:sldChg>
    </pc:docChg>
  </pc:docChgLst>
  <pc:docChgLst>
    <pc:chgData name="21BCE10840" userId="S::aadi.grover2021@vitbhopal.ac.in::db6e0e0a-be46-485b-8bed-08fe852435a1" providerId="AD" clId="Web-{99EC3AC5-AD2F-4079-BD24-CB9ECFF8F8E0}"/>
    <pc:docChg chg="modSld">
      <pc:chgData name="21BCE10840" userId="S::aadi.grover2021@vitbhopal.ac.in::db6e0e0a-be46-485b-8bed-08fe852435a1" providerId="AD" clId="Web-{99EC3AC5-AD2F-4079-BD24-CB9ECFF8F8E0}" dt="2023-04-22T13:21:48.111" v="4" actId="20577"/>
      <pc:docMkLst>
        <pc:docMk/>
      </pc:docMkLst>
      <pc:sldChg chg="modSp">
        <pc:chgData name="21BCE10840" userId="S::aadi.grover2021@vitbhopal.ac.in::db6e0e0a-be46-485b-8bed-08fe852435a1" providerId="AD" clId="Web-{99EC3AC5-AD2F-4079-BD24-CB9ECFF8F8E0}" dt="2023-04-22T13:21:48.111" v="4" actId="20577"/>
        <pc:sldMkLst>
          <pc:docMk/>
          <pc:sldMk cId="768725343" sldId="274"/>
        </pc:sldMkLst>
        <pc:spChg chg="mod">
          <ac:chgData name="21BCE10840" userId="S::aadi.grover2021@vitbhopal.ac.in::db6e0e0a-be46-485b-8bed-08fe852435a1" providerId="AD" clId="Web-{99EC3AC5-AD2F-4079-BD24-CB9ECFF8F8E0}" dt="2023-04-22T13:21:48.111" v="4" actId="20577"/>
          <ac:spMkLst>
            <pc:docMk/>
            <pc:sldMk cId="768725343" sldId="274"/>
            <ac:spMk id="5" creationId="{26024742-124A-D78D-104B-267CD8851498}"/>
          </ac:spMkLst>
        </pc:spChg>
      </pc:sldChg>
      <pc:sldChg chg="modSp">
        <pc:chgData name="21BCE10840" userId="S::aadi.grover2021@vitbhopal.ac.in::db6e0e0a-be46-485b-8bed-08fe852435a1" providerId="AD" clId="Web-{99EC3AC5-AD2F-4079-BD24-CB9ECFF8F8E0}" dt="2023-04-22T13:19:38.528" v="0" actId="1076"/>
        <pc:sldMkLst>
          <pc:docMk/>
          <pc:sldMk cId="4166013797" sldId="324"/>
        </pc:sldMkLst>
        <pc:picChg chg="mod">
          <ac:chgData name="21BCE10840" userId="S::aadi.grover2021@vitbhopal.ac.in::db6e0e0a-be46-485b-8bed-08fe852435a1" providerId="AD" clId="Web-{99EC3AC5-AD2F-4079-BD24-CB9ECFF8F8E0}" dt="2023-04-22T13:19:38.528" v="0" actId="1076"/>
          <ac:picMkLst>
            <pc:docMk/>
            <pc:sldMk cId="4166013797" sldId="324"/>
            <ac:picMk id="3" creationId="{92B34E8A-E094-B568-6D2E-563D48C47145}"/>
          </ac:picMkLst>
        </pc:picChg>
      </pc:sldChg>
      <pc:sldChg chg="modSp">
        <pc:chgData name="21BCE10840" userId="S::aadi.grover2021@vitbhopal.ac.in::db6e0e0a-be46-485b-8bed-08fe852435a1" providerId="AD" clId="Web-{99EC3AC5-AD2F-4079-BD24-CB9ECFF8F8E0}" dt="2023-04-22T13:21:24.548" v="2" actId="1076"/>
        <pc:sldMkLst>
          <pc:docMk/>
          <pc:sldMk cId="2116202641" sldId="325"/>
        </pc:sldMkLst>
        <pc:picChg chg="mod">
          <ac:chgData name="21BCE10840" userId="S::aadi.grover2021@vitbhopal.ac.in::db6e0e0a-be46-485b-8bed-08fe852435a1" providerId="AD" clId="Web-{99EC3AC5-AD2F-4079-BD24-CB9ECFF8F8E0}" dt="2023-04-22T13:21:24.548" v="2" actId="1076"/>
          <ac:picMkLst>
            <pc:docMk/>
            <pc:sldMk cId="2116202641" sldId="325"/>
            <ac:picMk id="3" creationId="{A50D58FB-2FA6-F23A-6FC4-E6AD8A7DDFFE}"/>
          </ac:picMkLst>
        </pc:picChg>
      </pc:sldChg>
    </pc:docChg>
  </pc:docChgLst>
  <pc:docChgLst>
    <pc:chgData name="21BCE10840" userId="S::aadi.grover2021@vitbhopal.ac.in::db6e0e0a-be46-485b-8bed-08fe852435a1" providerId="AD" clId="Web-{A051B41E-B703-4C38-B53F-25F54F79D316}"/>
    <pc:docChg chg="sldOrd">
      <pc:chgData name="21BCE10840" userId="S::aadi.grover2021@vitbhopal.ac.in::db6e0e0a-be46-485b-8bed-08fe852435a1" providerId="AD" clId="Web-{A051B41E-B703-4C38-B53F-25F54F79D316}" dt="2023-04-24T03:31:37.070" v="1"/>
      <pc:docMkLst>
        <pc:docMk/>
      </pc:docMkLst>
      <pc:sldChg chg="ord">
        <pc:chgData name="21BCE10840" userId="S::aadi.grover2021@vitbhopal.ac.in::db6e0e0a-be46-485b-8bed-08fe852435a1" providerId="AD" clId="Web-{A051B41E-B703-4C38-B53F-25F54F79D316}" dt="2023-04-24T03:31:37.070" v="1"/>
        <pc:sldMkLst>
          <pc:docMk/>
          <pc:sldMk cId="4166013797" sldId="324"/>
        </pc:sldMkLst>
      </pc:sldChg>
    </pc:docChg>
  </pc:docChgLst>
  <pc:docChgLst>
    <pc:chgData name="21BCE10077" userId="S::rajiv.ranjan2021@vitbhopal.ac.in::270d3a33-9c80-47f6-822c-1c7b3a42d8e7" providerId="AD" clId="Web-{378AEBB8-A1C8-4CEC-A372-C48F5358C0D0}"/>
    <pc:docChg chg="modSld">
      <pc:chgData name="21BCE10077" userId="S::rajiv.ranjan2021@vitbhopal.ac.in::270d3a33-9c80-47f6-822c-1c7b3a42d8e7" providerId="AD" clId="Web-{378AEBB8-A1C8-4CEC-A372-C48F5358C0D0}" dt="2023-04-23T06:40:36.201" v="0" actId="1076"/>
      <pc:docMkLst>
        <pc:docMk/>
      </pc:docMkLst>
      <pc:sldChg chg="modSp">
        <pc:chgData name="21BCE10077" userId="S::rajiv.ranjan2021@vitbhopal.ac.in::270d3a33-9c80-47f6-822c-1c7b3a42d8e7" providerId="AD" clId="Web-{378AEBB8-A1C8-4CEC-A372-C48F5358C0D0}" dt="2023-04-23T06:40:36.201" v="0" actId="1076"/>
        <pc:sldMkLst>
          <pc:docMk/>
          <pc:sldMk cId="3483957005" sldId="307"/>
        </pc:sldMkLst>
        <pc:spChg chg="mod">
          <ac:chgData name="21BCE10077" userId="S::rajiv.ranjan2021@vitbhopal.ac.in::270d3a33-9c80-47f6-822c-1c7b3a42d8e7" providerId="AD" clId="Web-{378AEBB8-A1C8-4CEC-A372-C48F5358C0D0}" dt="2023-04-23T06:40:36.201" v="0" actId="1076"/>
          <ac:spMkLst>
            <pc:docMk/>
            <pc:sldMk cId="3483957005" sldId="307"/>
            <ac:spMk id="11" creationId="{71BFACFA-82C6-5C12-345B-5DF8E62E8E64}"/>
          </ac:spMkLst>
        </pc:spChg>
      </pc:sldChg>
    </pc:docChg>
  </pc:docChgLst>
  <pc:docChgLst>
    <pc:chgData name="21BCE11063" userId="S::dev.chaudhary2021@vitbhopal.ac.in::790bbcc8-6fd7-4b47-8c33-504db089c82b" providerId="AD" clId="Web-{94BAD00D-A70E-4BC1-B7A7-E506DB1DF1AD}"/>
    <pc:docChg chg="modSld">
      <pc:chgData name="21BCE11063" userId="S::dev.chaudhary2021@vitbhopal.ac.in::790bbcc8-6fd7-4b47-8c33-504db089c82b" providerId="AD" clId="Web-{94BAD00D-A70E-4BC1-B7A7-E506DB1DF1AD}" dt="2023-04-23T23:40:49.249" v="1" actId="20577"/>
      <pc:docMkLst>
        <pc:docMk/>
      </pc:docMkLst>
      <pc:sldChg chg="modSp">
        <pc:chgData name="21BCE11063" userId="S::dev.chaudhary2021@vitbhopal.ac.in::790bbcc8-6fd7-4b47-8c33-504db089c82b" providerId="AD" clId="Web-{94BAD00D-A70E-4BC1-B7A7-E506DB1DF1AD}" dt="2023-04-23T23:40:49.249" v="1" actId="20577"/>
        <pc:sldMkLst>
          <pc:docMk/>
          <pc:sldMk cId="3741877142" sldId="304"/>
        </pc:sldMkLst>
        <pc:spChg chg="mod">
          <ac:chgData name="21BCE11063" userId="S::dev.chaudhary2021@vitbhopal.ac.in::790bbcc8-6fd7-4b47-8c33-504db089c82b" providerId="AD" clId="Web-{94BAD00D-A70E-4BC1-B7A7-E506DB1DF1AD}" dt="2023-04-23T23:40:49.249" v="1" actId="20577"/>
          <ac:spMkLst>
            <pc:docMk/>
            <pc:sldMk cId="3741877142" sldId="304"/>
            <ac:spMk id="5" creationId="{70C8C53F-9FBD-AA2D-C675-9D7B67184811}"/>
          </ac:spMkLst>
        </pc:spChg>
      </pc:sldChg>
    </pc:docChg>
  </pc:docChgLst>
  <pc:docChgLst>
    <pc:chgData name="21BCE11039" userId="S::nihal.sanjay2021@vitbhopal.ac.in::174709c6-5b86-4655-b317-b0f1a119ecb9" providerId="AD" clId="Web-{B69A926A-D385-4B9A-A755-1CC5BBADA033}"/>
    <pc:docChg chg="sldOrd">
      <pc:chgData name="21BCE11039" userId="S::nihal.sanjay2021@vitbhopal.ac.in::174709c6-5b86-4655-b317-b0f1a119ecb9" providerId="AD" clId="Web-{B69A926A-D385-4B9A-A755-1CC5BBADA033}" dt="2023-04-22T05:22:48.416" v="1"/>
      <pc:docMkLst>
        <pc:docMk/>
      </pc:docMkLst>
      <pc:sldChg chg="ord">
        <pc:chgData name="21BCE11039" userId="S::nihal.sanjay2021@vitbhopal.ac.in::174709c6-5b86-4655-b317-b0f1a119ecb9" providerId="AD" clId="Web-{B69A926A-D385-4B9A-A755-1CC5BBADA033}" dt="2023-04-22T05:22:48.416" v="1"/>
        <pc:sldMkLst>
          <pc:docMk/>
          <pc:sldMk cId="4155010566" sldId="267"/>
        </pc:sldMkLst>
      </pc:sldChg>
    </pc:docChg>
  </pc:docChgLst>
  <pc:docChgLst>
    <pc:chgData name="21BCE11278" userId="S::smriti.jha2021@vitbhopal.ac.in::e8ef899f-6854-4f24-bc99-bf2d5c922856" providerId="AD" clId="Web-{20F708B3-5FCB-40D2-9B67-D65B378B461F}"/>
    <pc:docChg chg="modSld">
      <pc:chgData name="21BCE11278" userId="S::smriti.jha2021@vitbhopal.ac.in::e8ef899f-6854-4f24-bc99-bf2d5c922856" providerId="AD" clId="Web-{20F708B3-5FCB-40D2-9B67-D65B378B461F}" dt="2023-04-19T17:11:04.439" v="1" actId="20577"/>
      <pc:docMkLst>
        <pc:docMk/>
      </pc:docMkLst>
      <pc:sldChg chg="modSp">
        <pc:chgData name="21BCE11278" userId="S::smriti.jha2021@vitbhopal.ac.in::e8ef899f-6854-4f24-bc99-bf2d5c922856" providerId="AD" clId="Web-{20F708B3-5FCB-40D2-9B67-D65B378B461F}" dt="2023-04-19T17:11:04.439" v="1" actId="20577"/>
        <pc:sldMkLst>
          <pc:docMk/>
          <pc:sldMk cId="1041598326" sldId="257"/>
        </pc:sldMkLst>
        <pc:spChg chg="mod">
          <ac:chgData name="21BCE11278" userId="S::smriti.jha2021@vitbhopal.ac.in::e8ef899f-6854-4f24-bc99-bf2d5c922856" providerId="AD" clId="Web-{20F708B3-5FCB-40D2-9B67-D65B378B461F}" dt="2023-04-19T17:11:04.439" v="1" actId="20577"/>
          <ac:spMkLst>
            <pc:docMk/>
            <pc:sldMk cId="1041598326" sldId="257"/>
            <ac:spMk id="6" creationId="{E2EC2722-D1B3-9F9C-C38F-770E9357C2F9}"/>
          </ac:spMkLst>
        </pc:spChg>
      </pc:sldChg>
    </pc:docChg>
  </pc:docChgLst>
  <pc:docChgLst>
    <pc:chgData name="21BCE10840" userId="S::aadi.grover2021@vitbhopal.ac.in::db6e0e0a-be46-485b-8bed-08fe852435a1" providerId="AD" clId="Web-{A377078F-CB43-4213-A1EC-52E249657221}"/>
    <pc:docChg chg="modSld">
      <pc:chgData name="21BCE10840" userId="S::aadi.grover2021@vitbhopal.ac.in::db6e0e0a-be46-485b-8bed-08fe852435a1" providerId="AD" clId="Web-{A377078F-CB43-4213-A1EC-52E249657221}" dt="2023-04-23T21:01:08.125" v="13" actId="1076"/>
      <pc:docMkLst>
        <pc:docMk/>
      </pc:docMkLst>
      <pc:sldChg chg="modSp">
        <pc:chgData name="21BCE10840" userId="S::aadi.grover2021@vitbhopal.ac.in::db6e0e0a-be46-485b-8bed-08fe852435a1" providerId="AD" clId="Web-{A377078F-CB43-4213-A1EC-52E249657221}" dt="2023-04-23T19:27:05.477" v="5" actId="1076"/>
        <pc:sldMkLst>
          <pc:docMk/>
          <pc:sldMk cId="3713139574" sldId="317"/>
        </pc:sldMkLst>
        <pc:picChg chg="mod">
          <ac:chgData name="21BCE10840" userId="S::aadi.grover2021@vitbhopal.ac.in::db6e0e0a-be46-485b-8bed-08fe852435a1" providerId="AD" clId="Web-{A377078F-CB43-4213-A1EC-52E249657221}" dt="2023-04-23T19:27:05.477" v="5" actId="1076"/>
          <ac:picMkLst>
            <pc:docMk/>
            <pc:sldMk cId="3713139574" sldId="317"/>
            <ac:picMk id="3" creationId="{F1D40A70-C116-33EE-A021-685949B03C14}"/>
          </ac:picMkLst>
        </pc:picChg>
      </pc:sldChg>
      <pc:sldChg chg="modSp">
        <pc:chgData name="21BCE10840" userId="S::aadi.grover2021@vitbhopal.ac.in::db6e0e0a-be46-485b-8bed-08fe852435a1" providerId="AD" clId="Web-{A377078F-CB43-4213-A1EC-52E249657221}" dt="2023-04-23T19:27:46.056" v="9" actId="14100"/>
        <pc:sldMkLst>
          <pc:docMk/>
          <pc:sldMk cId="2408651689" sldId="318"/>
        </pc:sldMkLst>
        <pc:picChg chg="mod">
          <ac:chgData name="21BCE10840" userId="S::aadi.grover2021@vitbhopal.ac.in::db6e0e0a-be46-485b-8bed-08fe852435a1" providerId="AD" clId="Web-{A377078F-CB43-4213-A1EC-52E249657221}" dt="2023-04-23T19:27:46.056" v="9" actId="14100"/>
          <ac:picMkLst>
            <pc:docMk/>
            <pc:sldMk cId="2408651689" sldId="318"/>
            <ac:picMk id="3" creationId="{EF949CD6-1DB5-2AEA-8895-BEC8CF504DF9}"/>
          </ac:picMkLst>
        </pc:picChg>
      </pc:sldChg>
      <pc:sldChg chg="modSp">
        <pc:chgData name="21BCE10840" userId="S::aadi.grover2021@vitbhopal.ac.in::db6e0e0a-be46-485b-8bed-08fe852435a1" providerId="AD" clId="Web-{A377078F-CB43-4213-A1EC-52E249657221}" dt="2023-04-23T20:20:59.397" v="12" actId="14100"/>
        <pc:sldMkLst>
          <pc:docMk/>
          <pc:sldMk cId="4166013797" sldId="324"/>
        </pc:sldMkLst>
        <pc:picChg chg="mod">
          <ac:chgData name="21BCE10840" userId="S::aadi.grover2021@vitbhopal.ac.in::db6e0e0a-be46-485b-8bed-08fe852435a1" providerId="AD" clId="Web-{A377078F-CB43-4213-A1EC-52E249657221}" dt="2023-04-23T20:20:59.397" v="12" actId="14100"/>
          <ac:picMkLst>
            <pc:docMk/>
            <pc:sldMk cId="4166013797" sldId="324"/>
            <ac:picMk id="3" creationId="{92B34E8A-E094-B568-6D2E-563D48C47145}"/>
          </ac:picMkLst>
        </pc:picChg>
      </pc:sldChg>
      <pc:sldChg chg="modSp">
        <pc:chgData name="21BCE10840" userId="S::aadi.grover2021@vitbhopal.ac.in::db6e0e0a-be46-485b-8bed-08fe852435a1" providerId="AD" clId="Web-{A377078F-CB43-4213-A1EC-52E249657221}" dt="2023-04-23T21:01:08.125" v="13" actId="1076"/>
        <pc:sldMkLst>
          <pc:docMk/>
          <pc:sldMk cId="2116202641" sldId="325"/>
        </pc:sldMkLst>
        <pc:picChg chg="mod">
          <ac:chgData name="21BCE10840" userId="S::aadi.grover2021@vitbhopal.ac.in::db6e0e0a-be46-485b-8bed-08fe852435a1" providerId="AD" clId="Web-{A377078F-CB43-4213-A1EC-52E249657221}" dt="2023-04-23T21:01:08.125" v="13" actId="1076"/>
          <ac:picMkLst>
            <pc:docMk/>
            <pc:sldMk cId="2116202641" sldId="325"/>
            <ac:picMk id="3" creationId="{A50D58FB-2FA6-F23A-6FC4-E6AD8A7DDFFE}"/>
          </ac:picMkLst>
        </pc:picChg>
      </pc:sldChg>
    </pc:docChg>
  </pc:docChgLst>
  <pc:docChgLst>
    <pc:chgData name="21BCE11278" userId="S::smriti.jha2021@vitbhopal.ac.in::e8ef899f-6854-4f24-bc99-bf2d5c922856" providerId="AD" clId="Web-{0AE07F24-43D4-417B-A3B5-DC34A0855DDF}"/>
    <pc:docChg chg="modSld">
      <pc:chgData name="21BCE11278" userId="S::smriti.jha2021@vitbhopal.ac.in::e8ef899f-6854-4f24-bc99-bf2d5c922856" providerId="AD" clId="Web-{0AE07F24-43D4-417B-A3B5-DC34A0855DDF}" dt="2023-04-20T15:31:13.445" v="2" actId="14100"/>
      <pc:docMkLst>
        <pc:docMk/>
      </pc:docMkLst>
      <pc:sldChg chg="modSp">
        <pc:chgData name="21BCE11278" userId="S::smriti.jha2021@vitbhopal.ac.in::e8ef899f-6854-4f24-bc99-bf2d5c922856" providerId="AD" clId="Web-{0AE07F24-43D4-417B-A3B5-DC34A0855DDF}" dt="2023-04-20T15:31:13.445" v="2" actId="14100"/>
        <pc:sldMkLst>
          <pc:docMk/>
          <pc:sldMk cId="1523690548" sldId="321"/>
        </pc:sldMkLst>
        <pc:picChg chg="mod">
          <ac:chgData name="21BCE11278" userId="S::smriti.jha2021@vitbhopal.ac.in::e8ef899f-6854-4f24-bc99-bf2d5c922856" providerId="AD" clId="Web-{0AE07F24-43D4-417B-A3B5-DC34A0855DDF}" dt="2023-04-20T15:31:13.445" v="2" actId="14100"/>
          <ac:picMkLst>
            <pc:docMk/>
            <pc:sldMk cId="1523690548" sldId="321"/>
            <ac:picMk id="3" creationId="{5DC8DB49-4D2C-2E7B-E76C-D4784362E81E}"/>
          </ac:picMkLst>
        </pc:picChg>
      </pc:sldChg>
    </pc:docChg>
  </pc:docChgLst>
  <pc:docChgLst>
    <pc:chgData name="21BCE10077" userId="S::rajiv.ranjan2021@vitbhopal.ac.in::270d3a33-9c80-47f6-822c-1c7b3a42d8e7" providerId="AD" clId="Web-{753D6663-58BF-417A-872F-228CD238312B}"/>
    <pc:docChg chg="modSld">
      <pc:chgData name="21BCE10077" userId="S::rajiv.ranjan2021@vitbhopal.ac.in::270d3a33-9c80-47f6-822c-1c7b3a42d8e7" providerId="AD" clId="Web-{753D6663-58BF-417A-872F-228CD238312B}" dt="2023-05-28T17:21:36.381" v="1" actId="1076"/>
      <pc:docMkLst>
        <pc:docMk/>
      </pc:docMkLst>
      <pc:sldChg chg="modSp">
        <pc:chgData name="21BCE10077" userId="S::rajiv.ranjan2021@vitbhopal.ac.in::270d3a33-9c80-47f6-822c-1c7b3a42d8e7" providerId="AD" clId="Web-{753D6663-58BF-417A-872F-228CD238312B}" dt="2023-05-28T17:21:36.381" v="1" actId="1076"/>
        <pc:sldMkLst>
          <pc:docMk/>
          <pc:sldMk cId="1968462888" sldId="322"/>
        </pc:sldMkLst>
        <pc:picChg chg="mod">
          <ac:chgData name="21BCE10077" userId="S::rajiv.ranjan2021@vitbhopal.ac.in::270d3a33-9c80-47f6-822c-1c7b3a42d8e7" providerId="AD" clId="Web-{753D6663-58BF-417A-872F-228CD238312B}" dt="2023-05-28T17:21:36.381" v="1" actId="1076"/>
          <ac:picMkLst>
            <pc:docMk/>
            <pc:sldMk cId="1968462888" sldId="322"/>
            <ac:picMk id="3" creationId="{99C32B1E-F7A8-BE21-50AD-D3E0CF6CB0C1}"/>
          </ac:picMkLst>
        </pc:picChg>
      </pc:sldChg>
    </pc:docChg>
  </pc:docChgLst>
  <pc:docChgLst>
    <pc:chgData name="21BCE10853" userId="S::aadya.varma2021@vitbhopal.ac.in::7804e52a-a306-4ab4-962a-5bc1ddd61def" providerId="AD" clId="Web-{67CA0D77-BC8F-4882-8089-B3B367E5263D}"/>
    <pc:docChg chg="modSld">
      <pc:chgData name="21BCE10853" userId="S::aadya.varma2021@vitbhopal.ac.in::7804e52a-a306-4ab4-962a-5bc1ddd61def" providerId="AD" clId="Web-{67CA0D77-BC8F-4882-8089-B3B367E5263D}" dt="2023-04-23T10:52:25.269" v="12" actId="20577"/>
      <pc:docMkLst>
        <pc:docMk/>
      </pc:docMkLst>
      <pc:sldChg chg="modSp">
        <pc:chgData name="21BCE10853" userId="S::aadya.varma2021@vitbhopal.ac.in::7804e52a-a306-4ab4-962a-5bc1ddd61def" providerId="AD" clId="Web-{67CA0D77-BC8F-4882-8089-B3B367E5263D}" dt="2023-04-23T10:52:25.269" v="12" actId="20577"/>
        <pc:sldMkLst>
          <pc:docMk/>
          <pc:sldMk cId="693288056" sldId="279"/>
        </pc:sldMkLst>
        <pc:spChg chg="mod">
          <ac:chgData name="21BCE10853" userId="S::aadya.varma2021@vitbhopal.ac.in::7804e52a-a306-4ab4-962a-5bc1ddd61def" providerId="AD" clId="Web-{67CA0D77-BC8F-4882-8089-B3B367E5263D}" dt="2023-04-23T10:52:25.269" v="12" actId="20577"/>
          <ac:spMkLst>
            <pc:docMk/>
            <pc:sldMk cId="693288056" sldId="279"/>
            <ac:spMk id="5" creationId="{6AE41C8A-55D7-1DB3-BF6A-24B8E87FFF9A}"/>
          </ac:spMkLst>
        </pc:spChg>
      </pc:sldChg>
    </pc:docChg>
  </pc:docChgLst>
  <pc:docChgLst>
    <pc:chgData name="21BCE10466" userId="S::aayush2021@vitbhopal.ac.in::deb48255-5839-49b9-8d84-393add804ac3" providerId="AD" clId="Web-{6CA21E42-BB00-4496-A037-1C398340C66E}"/>
    <pc:docChg chg="modSld">
      <pc:chgData name="21BCE10466" userId="S::aayush2021@vitbhopal.ac.in::deb48255-5839-49b9-8d84-393add804ac3" providerId="AD" clId="Web-{6CA21E42-BB00-4496-A037-1C398340C66E}" dt="2023-04-23T09:46:47.960" v="23" actId="20577"/>
      <pc:docMkLst>
        <pc:docMk/>
      </pc:docMkLst>
      <pc:sldChg chg="modSp">
        <pc:chgData name="21BCE10466" userId="S::aayush2021@vitbhopal.ac.in::deb48255-5839-49b9-8d84-393add804ac3" providerId="AD" clId="Web-{6CA21E42-BB00-4496-A037-1C398340C66E}" dt="2023-04-23T09:15:59.151" v="3" actId="1076"/>
        <pc:sldMkLst>
          <pc:docMk/>
          <pc:sldMk cId="1041598326" sldId="257"/>
        </pc:sldMkLst>
        <pc:spChg chg="mod">
          <ac:chgData name="21BCE10466" userId="S::aayush2021@vitbhopal.ac.in::deb48255-5839-49b9-8d84-393add804ac3" providerId="AD" clId="Web-{6CA21E42-BB00-4496-A037-1C398340C66E}" dt="2023-04-23T09:15:59.151" v="3" actId="1076"/>
          <ac:spMkLst>
            <pc:docMk/>
            <pc:sldMk cId="1041598326" sldId="257"/>
            <ac:spMk id="6" creationId="{E2EC2722-D1B3-9F9C-C38F-770E9357C2F9}"/>
          </ac:spMkLst>
        </pc:spChg>
      </pc:sldChg>
      <pc:sldChg chg="modSp">
        <pc:chgData name="21BCE10466" userId="S::aayush2021@vitbhopal.ac.in::deb48255-5839-49b9-8d84-393add804ac3" providerId="AD" clId="Web-{6CA21E42-BB00-4496-A037-1C398340C66E}" dt="2023-04-23T09:17:02.402" v="4" actId="1076"/>
        <pc:sldMkLst>
          <pc:docMk/>
          <pc:sldMk cId="3352245446" sldId="259"/>
        </pc:sldMkLst>
        <pc:spChg chg="mod">
          <ac:chgData name="21BCE10466" userId="S::aayush2021@vitbhopal.ac.in::deb48255-5839-49b9-8d84-393add804ac3" providerId="AD" clId="Web-{6CA21E42-BB00-4496-A037-1C398340C66E}" dt="2023-04-23T09:17:02.402" v="4" actId="1076"/>
          <ac:spMkLst>
            <pc:docMk/>
            <pc:sldMk cId="3352245446" sldId="259"/>
            <ac:spMk id="4" creationId="{C20C839F-E768-EAFA-5C7F-129FF329BEB3}"/>
          </ac:spMkLst>
        </pc:spChg>
      </pc:sldChg>
      <pc:sldChg chg="modSp">
        <pc:chgData name="21BCE10466" userId="S::aayush2021@vitbhopal.ac.in::deb48255-5839-49b9-8d84-393add804ac3" providerId="AD" clId="Web-{6CA21E42-BB00-4496-A037-1C398340C66E}" dt="2023-04-23T09:21:05.066" v="5" actId="1076"/>
        <pc:sldMkLst>
          <pc:docMk/>
          <pc:sldMk cId="1961495550" sldId="261"/>
        </pc:sldMkLst>
        <pc:spChg chg="mod">
          <ac:chgData name="21BCE10466" userId="S::aayush2021@vitbhopal.ac.in::deb48255-5839-49b9-8d84-393add804ac3" providerId="AD" clId="Web-{6CA21E42-BB00-4496-A037-1C398340C66E}" dt="2023-04-23T09:21:05.066" v="5" actId="1076"/>
          <ac:spMkLst>
            <pc:docMk/>
            <pc:sldMk cId="1961495550" sldId="261"/>
            <ac:spMk id="5" creationId="{E7D0BAA9-A771-9D6D-A24A-DE73FD6AA3E9}"/>
          </ac:spMkLst>
        </pc:spChg>
      </pc:sldChg>
      <pc:sldChg chg="modSp">
        <pc:chgData name="21BCE10466" userId="S::aayush2021@vitbhopal.ac.in::deb48255-5839-49b9-8d84-393add804ac3" providerId="AD" clId="Web-{6CA21E42-BB00-4496-A037-1C398340C66E}" dt="2023-04-23T09:25:32.152" v="16" actId="20577"/>
        <pc:sldMkLst>
          <pc:docMk/>
          <pc:sldMk cId="4126767504" sldId="270"/>
        </pc:sldMkLst>
        <pc:spChg chg="mod">
          <ac:chgData name="21BCE10466" userId="S::aayush2021@vitbhopal.ac.in::deb48255-5839-49b9-8d84-393add804ac3" providerId="AD" clId="Web-{6CA21E42-BB00-4496-A037-1C398340C66E}" dt="2023-04-23T09:25:32.152" v="16" actId="20577"/>
          <ac:spMkLst>
            <pc:docMk/>
            <pc:sldMk cId="4126767504" sldId="270"/>
            <ac:spMk id="3" creationId="{987F10FC-70E5-1ACE-1315-55CC4F20CF9D}"/>
          </ac:spMkLst>
        </pc:spChg>
        <pc:spChg chg="mod">
          <ac:chgData name="21BCE10466" userId="S::aayush2021@vitbhopal.ac.in::deb48255-5839-49b9-8d84-393add804ac3" providerId="AD" clId="Web-{6CA21E42-BB00-4496-A037-1C398340C66E}" dt="2023-04-23T09:24:58.870" v="9" actId="20577"/>
          <ac:spMkLst>
            <pc:docMk/>
            <pc:sldMk cId="4126767504" sldId="270"/>
            <ac:spMk id="5" creationId="{95E90EEB-E41A-9376-9805-9A24ED78A845}"/>
          </ac:spMkLst>
        </pc:spChg>
        <pc:spChg chg="mod">
          <ac:chgData name="21BCE10466" userId="S::aayush2021@vitbhopal.ac.in::deb48255-5839-49b9-8d84-393add804ac3" providerId="AD" clId="Web-{6CA21E42-BB00-4496-A037-1C398340C66E}" dt="2023-04-23T09:25:16.792" v="12" actId="20577"/>
          <ac:spMkLst>
            <pc:docMk/>
            <pc:sldMk cId="4126767504" sldId="270"/>
            <ac:spMk id="6" creationId="{2743A9C7-68C1-3CB0-9C29-560A041E1628}"/>
          </ac:spMkLst>
        </pc:spChg>
        <pc:spChg chg="mod">
          <ac:chgData name="21BCE10466" userId="S::aayush2021@vitbhopal.ac.in::deb48255-5839-49b9-8d84-393add804ac3" providerId="AD" clId="Web-{6CA21E42-BB00-4496-A037-1C398340C66E}" dt="2023-04-23T09:25:25.714" v="14"/>
          <ac:spMkLst>
            <pc:docMk/>
            <pc:sldMk cId="4126767504" sldId="270"/>
            <ac:spMk id="7" creationId="{1C4D0CCF-12F9-EE36-7B80-5CFAE14E8FD1}"/>
          </ac:spMkLst>
        </pc:spChg>
      </pc:sldChg>
      <pc:sldChg chg="modSp">
        <pc:chgData name="21BCE10466" userId="S::aayush2021@vitbhopal.ac.in::deb48255-5839-49b9-8d84-393add804ac3" providerId="AD" clId="Web-{6CA21E42-BB00-4496-A037-1C398340C66E}" dt="2023-04-23T09:43:43.673" v="17" actId="1076"/>
        <pc:sldMkLst>
          <pc:docMk/>
          <pc:sldMk cId="3832180592" sldId="287"/>
        </pc:sldMkLst>
        <pc:picChg chg="mod">
          <ac:chgData name="21BCE10466" userId="S::aayush2021@vitbhopal.ac.in::deb48255-5839-49b9-8d84-393add804ac3" providerId="AD" clId="Web-{6CA21E42-BB00-4496-A037-1C398340C66E}" dt="2023-04-23T09:43:43.673" v="17" actId="1076"/>
          <ac:picMkLst>
            <pc:docMk/>
            <pc:sldMk cId="3832180592" sldId="287"/>
            <ac:picMk id="3" creationId="{A933273A-CFA7-C9BD-9E92-6E2BC1BEEAC3}"/>
          </ac:picMkLst>
        </pc:picChg>
      </pc:sldChg>
      <pc:sldChg chg="modSp">
        <pc:chgData name="21BCE10466" userId="S::aayush2021@vitbhopal.ac.in::deb48255-5839-49b9-8d84-393add804ac3" providerId="AD" clId="Web-{6CA21E42-BB00-4496-A037-1C398340C66E}" dt="2023-04-23T09:46:47.960" v="23" actId="20577"/>
        <pc:sldMkLst>
          <pc:docMk/>
          <pc:sldMk cId="3787020239" sldId="289"/>
        </pc:sldMkLst>
        <pc:spChg chg="mod">
          <ac:chgData name="21BCE10466" userId="S::aayush2021@vitbhopal.ac.in::deb48255-5839-49b9-8d84-393add804ac3" providerId="AD" clId="Web-{6CA21E42-BB00-4496-A037-1C398340C66E}" dt="2023-04-23T09:46:47.960" v="23" actId="20577"/>
          <ac:spMkLst>
            <pc:docMk/>
            <pc:sldMk cId="3787020239" sldId="289"/>
            <ac:spMk id="3" creationId="{F5773F09-607D-9E9E-0D11-F22F99512FAA}"/>
          </ac:spMkLst>
        </pc:spChg>
      </pc:sldChg>
    </pc:docChg>
  </pc:docChgLst>
  <pc:docChgLst>
    <pc:chgData name="21BCE10338" userId="S::aman.singh2021@vitbhopal.ac.in::2e1538af-192d-4647-811e-676d5d573ba7" providerId="AD" clId="Web-{F058C8C1-8FE6-484A-B10B-E5F1D97630E9}"/>
    <pc:docChg chg="modSld">
      <pc:chgData name="21BCE10338" userId="S::aman.singh2021@vitbhopal.ac.in::2e1538af-192d-4647-811e-676d5d573ba7" providerId="AD" clId="Web-{F058C8C1-8FE6-484A-B10B-E5F1D97630E9}" dt="2023-05-29T23:23:04.245" v="4" actId="1076"/>
      <pc:docMkLst>
        <pc:docMk/>
      </pc:docMkLst>
      <pc:sldChg chg="modSp">
        <pc:chgData name="21BCE10338" userId="S::aman.singh2021@vitbhopal.ac.in::2e1538af-192d-4647-811e-676d5d573ba7" providerId="AD" clId="Web-{F058C8C1-8FE6-484A-B10B-E5F1D97630E9}" dt="2023-05-29T22:53:28.277" v="1" actId="1076"/>
        <pc:sldMkLst>
          <pc:docMk/>
          <pc:sldMk cId="1687535368" sldId="268"/>
        </pc:sldMkLst>
        <pc:spChg chg="mod">
          <ac:chgData name="21BCE10338" userId="S::aman.singh2021@vitbhopal.ac.in::2e1538af-192d-4647-811e-676d5d573ba7" providerId="AD" clId="Web-{F058C8C1-8FE6-484A-B10B-E5F1D97630E9}" dt="2023-05-29T22:53:28.277" v="1" actId="1076"/>
          <ac:spMkLst>
            <pc:docMk/>
            <pc:sldMk cId="1687535368" sldId="268"/>
            <ac:spMk id="3" creationId="{DAA00404-6EA7-1822-FCEF-B834403FED1B}"/>
          </ac:spMkLst>
        </pc:spChg>
      </pc:sldChg>
      <pc:sldChg chg="modSp">
        <pc:chgData name="21BCE10338" userId="S::aman.singh2021@vitbhopal.ac.in::2e1538af-192d-4647-811e-676d5d573ba7" providerId="AD" clId="Web-{F058C8C1-8FE6-484A-B10B-E5F1D97630E9}" dt="2023-05-29T23:19:12.830" v="3" actId="1076"/>
        <pc:sldMkLst>
          <pc:docMk/>
          <pc:sldMk cId="1929610653" sldId="298"/>
        </pc:sldMkLst>
        <pc:spChg chg="mod">
          <ac:chgData name="21BCE10338" userId="S::aman.singh2021@vitbhopal.ac.in::2e1538af-192d-4647-811e-676d5d573ba7" providerId="AD" clId="Web-{F058C8C1-8FE6-484A-B10B-E5F1D97630E9}" dt="2023-05-29T23:19:12.830" v="3" actId="1076"/>
          <ac:spMkLst>
            <pc:docMk/>
            <pc:sldMk cId="1929610653" sldId="298"/>
            <ac:spMk id="17" creationId="{2F94E132-87F9-9C28-CAFB-A723D98F54D2}"/>
          </ac:spMkLst>
        </pc:spChg>
      </pc:sldChg>
      <pc:sldChg chg="modSp">
        <pc:chgData name="21BCE10338" userId="S::aman.singh2021@vitbhopal.ac.in::2e1538af-192d-4647-811e-676d5d573ba7" providerId="AD" clId="Web-{F058C8C1-8FE6-484A-B10B-E5F1D97630E9}" dt="2023-05-29T23:23:04.245" v="4" actId="1076"/>
        <pc:sldMkLst>
          <pc:docMk/>
          <pc:sldMk cId="3979752961" sldId="316"/>
        </pc:sldMkLst>
        <pc:picChg chg="mod">
          <ac:chgData name="21BCE10338" userId="S::aman.singh2021@vitbhopal.ac.in::2e1538af-192d-4647-811e-676d5d573ba7" providerId="AD" clId="Web-{F058C8C1-8FE6-484A-B10B-E5F1D97630E9}" dt="2023-05-29T23:23:04.245" v="4" actId="1076"/>
          <ac:picMkLst>
            <pc:docMk/>
            <pc:sldMk cId="3979752961" sldId="316"/>
            <ac:picMk id="7" creationId="{1A268549-F8C3-8178-95BF-C5E0ECFDD128}"/>
          </ac:picMkLst>
        </pc:picChg>
      </pc:sldChg>
    </pc:docChg>
  </pc:docChgLst>
  <pc:docChgLst>
    <pc:chgData name="21BCE11278" userId="S::smriti.jha2021@vitbhopal.ac.in::e8ef899f-6854-4f24-bc99-bf2d5c922856" providerId="AD" clId="Web-{47CA86CC-B96B-4AE4-8405-EBA1CADC04FF}"/>
    <pc:docChg chg="addSld modSld sldOrd">
      <pc:chgData name="21BCE11278" userId="S::smriti.jha2021@vitbhopal.ac.in::e8ef899f-6854-4f24-bc99-bf2d5c922856" providerId="AD" clId="Web-{47CA86CC-B96B-4AE4-8405-EBA1CADC04FF}" dt="2023-04-20T16:09:43.999" v="14" actId="1076"/>
      <pc:docMkLst>
        <pc:docMk/>
      </pc:docMkLst>
      <pc:sldChg chg="modSp">
        <pc:chgData name="21BCE11278" userId="S::smriti.jha2021@vitbhopal.ac.in::e8ef899f-6854-4f24-bc99-bf2d5c922856" providerId="AD" clId="Web-{47CA86CC-B96B-4AE4-8405-EBA1CADC04FF}" dt="2023-04-20T16:02:57.736" v="11" actId="14100"/>
        <pc:sldMkLst>
          <pc:docMk/>
          <pc:sldMk cId="1523690548" sldId="321"/>
        </pc:sldMkLst>
        <pc:picChg chg="mod">
          <ac:chgData name="21BCE11278" userId="S::smriti.jha2021@vitbhopal.ac.in::e8ef899f-6854-4f24-bc99-bf2d5c922856" providerId="AD" clId="Web-{47CA86CC-B96B-4AE4-8405-EBA1CADC04FF}" dt="2023-04-20T16:02:57.736" v="11" actId="14100"/>
          <ac:picMkLst>
            <pc:docMk/>
            <pc:sldMk cId="1523690548" sldId="321"/>
            <ac:picMk id="3" creationId="{5DC8DB49-4D2C-2E7B-E76C-D4784362E81E}"/>
          </ac:picMkLst>
        </pc:picChg>
      </pc:sldChg>
      <pc:sldChg chg="modSp ord">
        <pc:chgData name="21BCE11278" userId="S::smriti.jha2021@vitbhopal.ac.in::e8ef899f-6854-4f24-bc99-bf2d5c922856" providerId="AD" clId="Web-{47CA86CC-B96B-4AE4-8405-EBA1CADC04FF}" dt="2023-04-20T16:09:43.999" v="14" actId="1076"/>
        <pc:sldMkLst>
          <pc:docMk/>
          <pc:sldMk cId="1968462888" sldId="322"/>
        </pc:sldMkLst>
        <pc:picChg chg="mod">
          <ac:chgData name="21BCE11278" userId="S::smriti.jha2021@vitbhopal.ac.in::e8ef899f-6854-4f24-bc99-bf2d5c922856" providerId="AD" clId="Web-{47CA86CC-B96B-4AE4-8405-EBA1CADC04FF}" dt="2023-04-20T16:09:43.999" v="14" actId="1076"/>
          <ac:picMkLst>
            <pc:docMk/>
            <pc:sldMk cId="1968462888" sldId="322"/>
            <ac:picMk id="3" creationId="{99C32B1E-F7A8-BE21-50AD-D3E0CF6CB0C1}"/>
          </ac:picMkLst>
        </pc:picChg>
      </pc:sldChg>
      <pc:sldChg chg="modSp ord">
        <pc:chgData name="21BCE11278" userId="S::smriti.jha2021@vitbhopal.ac.in::e8ef899f-6854-4f24-bc99-bf2d5c922856" providerId="AD" clId="Web-{47CA86CC-B96B-4AE4-8405-EBA1CADC04FF}" dt="2023-04-20T15:48:25.381" v="9" actId="14100"/>
        <pc:sldMkLst>
          <pc:docMk/>
          <pc:sldMk cId="4166013797" sldId="324"/>
        </pc:sldMkLst>
        <pc:picChg chg="mod">
          <ac:chgData name="21BCE11278" userId="S::smriti.jha2021@vitbhopal.ac.in::e8ef899f-6854-4f24-bc99-bf2d5c922856" providerId="AD" clId="Web-{47CA86CC-B96B-4AE4-8405-EBA1CADC04FF}" dt="2023-04-20T15:48:25.381" v="9" actId="14100"/>
          <ac:picMkLst>
            <pc:docMk/>
            <pc:sldMk cId="4166013797" sldId="324"/>
            <ac:picMk id="3" creationId="{92B34E8A-E094-B568-6D2E-563D48C47145}"/>
          </ac:picMkLst>
        </pc:picChg>
      </pc:sldChg>
      <pc:sldChg chg="ord">
        <pc:chgData name="21BCE11278" userId="S::smriti.jha2021@vitbhopal.ac.in::e8ef899f-6854-4f24-bc99-bf2d5c922856" providerId="AD" clId="Web-{47CA86CC-B96B-4AE4-8405-EBA1CADC04FF}" dt="2023-04-20T15:45:33.595" v="5"/>
        <pc:sldMkLst>
          <pc:docMk/>
          <pc:sldMk cId="2116202641" sldId="325"/>
        </pc:sldMkLst>
      </pc:sldChg>
      <pc:sldChg chg="ord">
        <pc:chgData name="21BCE11278" userId="S::smriti.jha2021@vitbhopal.ac.in::e8ef899f-6854-4f24-bc99-bf2d5c922856" providerId="AD" clId="Web-{47CA86CC-B96B-4AE4-8405-EBA1CADC04FF}" dt="2023-04-20T15:45:45.314" v="8"/>
        <pc:sldMkLst>
          <pc:docMk/>
          <pc:sldMk cId="3678847704" sldId="326"/>
        </pc:sldMkLst>
      </pc:sldChg>
      <pc:sldChg chg="ord">
        <pc:chgData name="21BCE11278" userId="S::smriti.jha2021@vitbhopal.ac.in::e8ef899f-6854-4f24-bc99-bf2d5c922856" providerId="AD" clId="Web-{47CA86CC-B96B-4AE4-8405-EBA1CADC04FF}" dt="2023-04-20T15:45:41.501" v="7"/>
        <pc:sldMkLst>
          <pc:docMk/>
          <pc:sldMk cId="562903295" sldId="327"/>
        </pc:sldMkLst>
      </pc:sldChg>
      <pc:sldChg chg="new">
        <pc:chgData name="21BCE11278" userId="S::smriti.jha2021@vitbhopal.ac.in::e8ef899f-6854-4f24-bc99-bf2d5c922856" providerId="AD" clId="Web-{47CA86CC-B96B-4AE4-8405-EBA1CADC04FF}" dt="2023-04-20T15:44:48.031" v="0"/>
        <pc:sldMkLst>
          <pc:docMk/>
          <pc:sldMk cId="3527139897" sldId="329"/>
        </pc:sldMkLst>
      </pc:sldChg>
      <pc:sldChg chg="new">
        <pc:chgData name="21BCE11278" userId="S::smriti.jha2021@vitbhopal.ac.in::e8ef899f-6854-4f24-bc99-bf2d5c922856" providerId="AD" clId="Web-{47CA86CC-B96B-4AE4-8405-EBA1CADC04FF}" dt="2023-04-20T15:44:50.687" v="1"/>
        <pc:sldMkLst>
          <pc:docMk/>
          <pc:sldMk cId="2564547053" sldId="330"/>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28T16:03:32.774"/>
    </inkml:context>
    <inkml:brush xml:id="br0">
      <inkml:brushProperty name="width" value="0.1" units="cm"/>
      <inkml:brushProperty name="height" value="0.1" units="cm"/>
    </inkml:brush>
  </inkml:definitions>
  <inkml:trace contextRef="#ctx0" brushRef="#br0">5476 5917 16383 0 0,'2'-1'0'0'0,"5"0"0"0"0,5-1 0 0 0,5 1 0 0 0,3 0 0 0 0,2 0 0 0 0,2 1 0 0 0,1 0 0 0 0,0 4 0 0 0,-1 2 0 0 0,1-1 0 0 0,-1-1 0 0 0,4-1 0 0 0,2-1 0 0 0,3 3 0 0 0,0 1 0 0 0,-1-1 0 0 0,-2-1 0 0 0,-3-2 0 0 0,-1 4 0 0 0,-1 0 0 0 0,-1 0 0 0 0,-1-2 0 0 0,5-2 0 0 0,1 0 0 0 0,-1-1 0 0 0,4-1 0 0 0,0 0 0 0 0,-2 0 0 0 0,-1-1 0 0 0,2 1 0 0 0,0 0 0 0 0,-1 0 0 0 0,2 0 0 0 0,0 0 0 0 0,3 0 0 0 0,-1 0 0 0 0,2 0 0 0 0,-2 0 0 0 0,3 0 0 0 0,-2 0 0 0 0,-2 0 0 0 0,-3 0 0 0 0,-3 0 0 0 0,-2 0 0 0 0,0 0 0 0 0,-2 0 0 0 0,-3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28T16:03:32.775"/>
    </inkml:context>
    <inkml:brush xml:id="br0">
      <inkml:brushProperty name="width" value="0.1" units="cm"/>
      <inkml:brushProperty name="height" value="0.1" units="cm"/>
    </inkml:brush>
  </inkml:definitions>
  <inkml:trace contextRef="#ctx0" brushRef="#br0">5383 7635 16383 0 0,'2'-1'0'0'0,"5"-1"0"0"0,5 1 0 0 0,5-1 0 0 0,3 1 0 0 0,2 1 0 0 0,6 0 0 0 0,2 0 0 0 0,4 0 0 0 0,1 0 0 0 0,-3 0 0 0 0,3 0 0 0 0,-2 0 0 0 0,-2 0 0 0 0,-2 0 0 0 0,2 0 0 0 0,0 0 0 0 0,-2 0 0 0 0,-1 0 0 0 0,7 0 0 0 0,1 0 0 0 0,-2 0 0 0 0,-2 0 0 0 0,2 0 0 0 0,-2 0 0 0 0,-1 0 0 0 0,1 0 0 0 0,0 0 0 0 0,-1 0 0 0 0,-3 0 0 0 0,-1 0 0 0 0,2 0 0 0 0,1 0 0 0 0,-2 0 0 0 0,0 0 0 0 0,2 0 0 0 0,1 0 0 0 0,-1 0 0 0 0,2 0 0 0 0,0 0 0 0 0,-2 0 0 0 0,-1 0 0 0 0,-2 0 0 0 0,2 0 0 0 0,1 0 0 0 0,-1 0 0 0 0,-1 0 0 0 0,-2 0 0 0 0,-1 0 0 0 0,4 0 0 0 0,0 0 0 0 0,4 0 0 0 0,0 0 0 0 0,-1 0 0 0 0,1 0 0 0 0,0 0 0 0 0,-2 0 0 0 0,-2 0 0 0 0,-2 0 0 0 0,-2 0 0 0 0,-4 4 0 0 0,1 1 0 0 0,2 0 0 0 0,0-1 0 0 0,1-1 0 0 0,-1-1 0 0 0,1-1 0 0 0,-1 0 0 0 0,0-1 0 0 0,0-1 0 0 0,0 5 0 0 0,0 1 0 0 0,-1 0 0 0 0,1-1 0 0 0,0-1 0 0 0,0-1 0 0 0,3 3 0 0 0,7 1 0 0 0,0-1 0 0 0,-1-1 0 0 0,-2-1 0 0 0,-3-2 0 0 0,-1 0 0 0 0,-2-1 0 0 0,-1 0 0 0 0,0 0 0 0 0,-1 0 0 0 0,1 0 0 0 0,3-1 0 0 0,2 1 0 0 0,0 0 0 0 0,-2 0 0 0 0,0 0 0 0 0,-1 0 0 0 0,-2 0 0 0 0,1 4 0 0 0,-2 2 0 0 0,1-1 0 0 0,0-1 0 0 0,-1-1 0 0 0,1-1 0 0 0,-1-1 0 0 0,1-1 0 0 0,0 0 0 0 0,0 0 0 0 0,-1 0 0 0 0,1-1 0 0 0,4 1 0 0 0,1 0 0 0 0,0 0 0 0 0,3 0 0 0 0,0 0 0 0 0,-1 0 0 0 0,2 4 0 0 0,-1 1 0 0 0,-1 0 0 0 0,-2 0 0 0 0,2 2 0 0 0,-1 0 0 0 0,0-1 0 0 0,6-2 0 0 0,1-1 0 0 0,-1-1 0 0 0,0-1 0 0 0,4 3 0 0 0,1 1 0 0 0,-1 0 0 0 0,-3-1 0 0 0,3 3 0 0 0,0 0 0 0 0,-3-1 0 0 0,-4-2 0 0 0,0-1 0 0 0,3-1 0 0 0,0-2 0 0 0,-3 0 0 0 0,1 0 0 0 0,0 0 0 0 0,-3 0 0 0 0,-3-1 0 0 0,-1 1 0 0 0,-2 0 0 0 0,-1 0 0 0 0,0 0 0 0 0,-5 4 0 0 0,-1 1 0 0 0,1 1 0 0 0,0-2 0 0 0,2-1 0 0 0,-4 3 0 0 0,1 0 0 0 0,0-1 0 0 0,2 0 0 0 0,1-3 0 0 0,1 0 0 0 0,1-1 0 0 0,0-1 0 0 0,1 0 0 0 0,0 0 0 0 0,0-1 0 0 0,1 1 0 0 0,-2 0 0 0 0,1 0 0 0 0,0 0 0 0 0,0 0 0 0 0,0 0 0 0 0,0 0 0 0 0,-1 4 0 0 0,1 1 0 0 0,0 0 0 0 0,0-1 0 0 0,-1-1 0 0 0,1-1 0 0 0,0-1 0 0 0,0-1 0 0 0,0 0 0 0 0,-1 0 0 0 0,1 0 0 0 0,0 0 0 0 0,0 0 0 0 0,0 0 0 0 0,-1-1 0 0 0,1 1 0 0 0,0 0 0 0 0,0 0 0 0 0,-1 0 0 0 0,1 0 0 0 0,0 0 0 0 0,0 0 0 0 0,0 0 0 0 0,-1 0 0 0 0,1 0 0 0 0,0 0 0 0 0,0 0 0 0 0,-1 0 0 0 0,1 0 0 0 0,0 0 0 0 0,0 0 0 0 0,0 0 0 0 0,-1 0 0 0 0,1 0 0 0 0,0 0 0 0 0,-4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28T16:03:32.776"/>
    </inkml:context>
    <inkml:brush xml:id="br0">
      <inkml:brushProperty name="width" value="0.1" units="cm"/>
      <inkml:brushProperty name="height" value="0.1" units="cm"/>
    </inkml:brush>
  </inkml:definitions>
  <inkml:trace contextRef="#ctx0" brushRef="#br0">5476 9074 16383 0 0,'2'-1'0'0'0,"5"-1"0"0"0,5 1 0 0 0,5-1 0 0 0,3 1 0 0 0,2 1 0 0 0,2 4 0 0 0,1 1 0 0 0,0 0 0 0 0,-1-1 0 0 0,5 3 0 0 0,1 1 0 0 0,3-2 0 0 0,0-2 0 0 0,-1-1 0 0 0,-2-1 0 0 0,-2 3 0 0 0,2 0 0 0 0,0 4 0 0 0,-1 0 0 0 0,-1-1 0 0 0,-2-2 0 0 0,-1-2 0 0 0,4-2 0 0 0,0-1 0 0 0,0-1 0 0 0,-2 0 0 0 0,4-1 0 0 0,-1 1 0 0 0,0-1 0 0 0,-2 1 0 0 0,-1 0 0 0 0,-2 0 0 0 0,4 0 0 0 0,0 0 0 0 0,0 0 0 0 0,-1 0 0 0 0,2 0 0 0 0,1 0 0 0 0,-1 0 0 0 0,-2 0 0 0 0,-2 0 0 0 0,0 0 0 0 0,2 0 0 0 0,2 0 0 0 0,-2 0 0 0 0,0 0 0 0 0,-1 0 0 0 0,-2 0 0 0 0,-1 0 0 0 0,0 0 0 0 0,0 0 0 0 0,4 0 0 0 0,1 0 0 0 0,-1 0 0 0 0,0 0 0 0 0,-1 0 0 0 0,-2 0 0 0 0,0 0 0 0 0,-1 0 0 0 0,0 0 0 0 0,0 0 0 0 0,-1 0 0 0 0,1 0 0 0 0,-1 0 0 0 0,1 0 0 0 0,0 0 0 0 0,-1 0 0 0 0,5 0 0 0 0,1 0 0 0 0,0 0 0 0 0,-1 0 0 0 0,-1 0 0 0 0,-1 0 0 0 0,-2 0 0 0 0,1 0 0 0 0,-2 0 0 0 0,1 0 0 0 0,0 0 0 0 0,-1 0 0 0 0,1 0 0 0 0,-1 0 0 0 0,1 0 0 0 0,0 0 0 0 0,0 0 0 0 0,-1 0 0 0 0,5 0 0 0 0,1 0 0 0 0,0 0 0 0 0,3 0 0 0 0,0 0 0 0 0,-1 0 0 0 0,-2 0 0 0 0,-2 0 0 0 0,-1 0 0 0 0,-2 0 0 0 0,0 0 0 0 0,0 0 0 0 0,-1 0 0 0 0,1 0 0 0 0,-1 0 0 0 0,1 0 0 0 0,-5-4 0 0 0,0-2 0 0 0,-1 1 0 0 0,2 1 0 0 0,1 1 0 0 0,1 1 0 0 0,0 1 0 0 0,2 1 0 0 0,0 0 0 0 0,0 0 0 0 0,0 0 0 0 0,0 1 0 0 0,0-1 0 0 0,0 0 0 0 0,-1 0 0 0 0,1 0 0 0 0,0 0 0 0 0,0 0 0 0 0,0 0 0 0 0,-1 0 0 0 0,5 0 0 0 0,1 0 0 0 0,4 0 0 0 0,1 0 0 0 0,-3 0 0 0 0,-1 0 0 0 0,-2 0 0 0 0,2 0 0 0 0,0 0 0 0 0,-1 0 0 0 0,-1 0 0 0 0,-2 0 0 0 0,-1 0 0 0 0,0 0 0 0 0,3 0 0 0 0,1 0 0 0 0,-1 0 0 0 0,0 0 0 0 0,-2 0 0 0 0,0 0 0 0 0,3 0 0 0 0,0 0 0 0 0,0 0 0 0 0,-1 0 0 0 0,-2 0 0 0 0,0 0 0 0 0,2 0 0 0 0,6 0 0 0 0,0 0 0 0 0,-1 0 0 0 0,-3 0 0 0 0,-1 0 0 0 0,1 4 0 0 0,1 2 0 0 0,-2-1 0 0 0,-1-1 0 0 0,2-1 0 0 0,0-1 0 0 0,0-1 0 0 0,-2-1 0 0 0,-2 0 0 0 0,0 0 0 0 0,2 4 0 0 0,2 1 0 0 0,2 0 0 0 0,1-1 0 0 0,3-1 0 0 0,-1-2 0 0 0,-3 0 0 0 0,-2 0 0 0 0,-2-1 0 0 0,-2 0 0 0 0,2-1 0 0 0,2 1 0 0 0,2 0 0 0 0,1 0 0 0 0,-2 0 0 0 0,-1 0 0 0 0,-3 0 0 0 0,-1 0 0 0 0,-1 0 0 0 0,-1 0 0 0 0,-1 0 0 0 0,1 0 0 0 0,-1 0 0 0 0,0 0 0 0 0,1 0 0 0 0,0 0 0 0 0,-1 0 0 0 0,1 0 0 0 0,0 0 0 0 0,0 0 0 0 0,-1 0 0 0 0,1 0 0 0 0,0 0 0 0 0,0 0 0 0 0,0 0 0 0 0,-1 0 0 0 0,1 0 0 0 0,0 0 0 0 0,0 0 0 0 0,-1 0 0 0 0,1 0 0 0 0,0 0 0 0 0,4 0 0 0 0,1 0 0 0 0,0 0 0 0 0,-1 0 0 0 0,3 0 0 0 0,0 0 0 0 0,-2 0 0 0 0,4 0 0 0 0,-1 4 0 0 0,-1 1 0 0 0,1 0 0 0 0,4-1 0 0 0,0-1 0 0 0,-2-1 0 0 0,-3-1 0 0 0,1 4 0 0 0,0 0 0 0 0,-2 0 0 0 0,2-1 0 0 0,0-2 0 0 0,-2 0 0 0 0,2-1 0 0 0,4-1 0 0 0,0 0 0 0 0,-2 4 0 0 0,1 1 0 0 0,-2 0 0 0 0,-1-1 0 0 0,1-1 0 0 0,-1-1 0 0 0,-2-1 0 0 0,-1-1 0 0 0,1 0 0 0 0,1 0 0 0 0,2 0 0 0 0,1-1 0 0 0,-3 1 0 0 0,-1 0 0 0 0,-3 0 0 0 0,-1 0 0 0 0,-2 0 0 0 0,0 4 0 0 0,-1 1 0 0 0,1 1 0 0 0,-1-2 0 0 0,1-1 0 0 0,-1-2 0 0 0,5 0 0 0 0,1 0 0 0 0,0-1 0 0 0,-1 0 0 0 0,-2-1 0 0 0,0 1 0 0 0,-1 0 0 0 0,-1 0 0 0 0,0 0 0 0 0,-1 0 0 0 0,1 0 0 0 0,0 0 0 0 0,-1 0 0 0 0,1 0 0 0 0,0 0 0 0 0,-1 0 0 0 0,1 0 0 0 0,0 0 0 0 0,0 0 0 0 0,-1 0 0 0 0,1 0 0 0 0,0 0 0 0 0,0 0 0 0 0,0 0 0 0 0,-1 0 0 0 0,1 0 0 0 0,0 0 0 0 0,0 0 0 0 0,-1 0 0 0 0,1 0 0 0 0,0 0 0 0 0,-4 4 0 0 0,-6 1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2F3E4-46D2-458D-7E1B-1AC93AAAEB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B7A0C7-178C-363F-F5BB-54C489606B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D4BEF7-8D25-4DA1-DBEE-961E8C265466}"/>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5" name="Footer Placeholder 4">
            <a:extLst>
              <a:ext uri="{FF2B5EF4-FFF2-40B4-BE49-F238E27FC236}">
                <a16:creationId xmlns:a16="http://schemas.microsoft.com/office/drawing/2014/main" id="{BE4652EF-566D-A083-F339-0EF2992764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CC0BE3-C933-D2C7-ECAC-35B1B38D8C7B}"/>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3911032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58E6D-1811-0B5C-2E59-ED81F1E2CD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084102-D7E2-2B89-8C83-68EC827E63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8B515A-A07E-6988-B74D-7BF1B270111F}"/>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5" name="Footer Placeholder 4">
            <a:extLst>
              <a:ext uri="{FF2B5EF4-FFF2-40B4-BE49-F238E27FC236}">
                <a16:creationId xmlns:a16="http://schemas.microsoft.com/office/drawing/2014/main" id="{BD33B548-8053-1374-6D72-E1E7C08EE8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5E2CFC-D139-0EEC-9BE5-91722E8438E6}"/>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2258876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76B6-E092-0692-D63D-3261409AF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3D59E25-309F-EFEB-B940-E998AAE595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1802E2-5ACE-64B3-795A-5DB407D48E0E}"/>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5" name="Footer Placeholder 4">
            <a:extLst>
              <a:ext uri="{FF2B5EF4-FFF2-40B4-BE49-F238E27FC236}">
                <a16:creationId xmlns:a16="http://schemas.microsoft.com/office/drawing/2014/main" id="{EBE46BC4-79EF-6FF6-85D9-2B566DB74E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A7B892-849C-9639-A4E9-ED67D4310448}"/>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361757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FFD5-8798-2923-F6F3-012711B84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68EE23-1906-A5A9-A37F-FEE4505F96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952570-A181-73F9-B5EA-F7853DB01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584F0C-2D7E-2F93-F910-8A36C3F6A1EB}"/>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6" name="Footer Placeholder 5">
            <a:extLst>
              <a:ext uri="{FF2B5EF4-FFF2-40B4-BE49-F238E27FC236}">
                <a16:creationId xmlns:a16="http://schemas.microsoft.com/office/drawing/2014/main" id="{01E02D77-56C5-4F9C-E17F-39D4B039E7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09BEB3-CC2A-B270-2430-9F92C9104804}"/>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453856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5DB57-4C89-8123-93C2-C12A465426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380692-9638-72B9-4F63-2E68EDCCF1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0C53E3-600A-5044-6635-0DE62C419A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DFC0FF-986A-4D37-DA1C-64115BF102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0B10D7-FA95-EE3C-149D-B573EEBA80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45ACC8-B714-B46D-F442-7512D9B1C48F}"/>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8" name="Footer Placeholder 7">
            <a:extLst>
              <a:ext uri="{FF2B5EF4-FFF2-40B4-BE49-F238E27FC236}">
                <a16:creationId xmlns:a16="http://schemas.microsoft.com/office/drawing/2014/main" id="{0B775748-EB13-1713-2625-5C14D3A9F9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97E46F-8B5B-489F-9BB9-5F784632CAD6}"/>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1820091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EC98D-C378-DCA9-3D51-2C89B3EF4B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FFDF00-3202-C3AC-F7F5-1D50F28AC319}"/>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4" name="Footer Placeholder 3">
            <a:extLst>
              <a:ext uri="{FF2B5EF4-FFF2-40B4-BE49-F238E27FC236}">
                <a16:creationId xmlns:a16="http://schemas.microsoft.com/office/drawing/2014/main" id="{9EAB7957-895D-34FB-8807-4D7F80C27D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A5A000-CC96-0374-D5E7-50B597AE3838}"/>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425989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C7C083-5DAE-3473-CCA4-E9C71B74D988}"/>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3" name="Footer Placeholder 2">
            <a:extLst>
              <a:ext uri="{FF2B5EF4-FFF2-40B4-BE49-F238E27FC236}">
                <a16:creationId xmlns:a16="http://schemas.microsoft.com/office/drawing/2014/main" id="{39E318C3-393F-0968-D731-D2CF47C7CC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E878737-648A-2988-4665-10CD8E5D7216}"/>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3888303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123B-0A73-1CBC-476F-4C8A1A4BFA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B1D388-5B48-5EE9-0A55-FFFB2269EE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A41ACE-0C62-2E08-FAC5-3463FDA17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FBF539-A41D-54F5-2C58-B8D066348786}"/>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6" name="Footer Placeholder 5">
            <a:extLst>
              <a:ext uri="{FF2B5EF4-FFF2-40B4-BE49-F238E27FC236}">
                <a16:creationId xmlns:a16="http://schemas.microsoft.com/office/drawing/2014/main" id="{4E1B5777-2726-4C20-6BF3-337A16F387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5D23C6-AE8D-B236-BF77-F9CEA0873222}"/>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2887155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1AFCC-83F4-311C-3342-755D667E27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6DF827F-DCF3-90E9-7D33-C2EAFCFC8E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768FE5-8D17-5D5C-33AE-0A10F148DD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A9EBE6-8C0B-7E54-F3CA-70DDFC2E74D2}"/>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6" name="Footer Placeholder 5">
            <a:extLst>
              <a:ext uri="{FF2B5EF4-FFF2-40B4-BE49-F238E27FC236}">
                <a16:creationId xmlns:a16="http://schemas.microsoft.com/office/drawing/2014/main" id="{B98D847A-F2E1-0996-B126-0099B0D2E5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954FA4-59AF-636A-7626-773554B8B6B6}"/>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1141955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4CFB6-D90F-762D-A4E6-AB247AAC62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339135-8A61-2D4E-EB36-658D701B91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9BFDCC-3F41-1960-2129-B74BF50BFBF4}"/>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5" name="Footer Placeholder 4">
            <a:extLst>
              <a:ext uri="{FF2B5EF4-FFF2-40B4-BE49-F238E27FC236}">
                <a16:creationId xmlns:a16="http://schemas.microsoft.com/office/drawing/2014/main" id="{C7A39915-6DDE-0C3F-8736-43C898C8A4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09935E-794C-2B12-37E9-EF8767955FB0}"/>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409606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ECD36E-2AC5-F4CE-56AD-32CAA871EB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B1300A-AA9F-11C1-6684-B06534CEE9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09F5DF-0F50-A6C9-0151-714E84968E3A}"/>
              </a:ext>
            </a:extLst>
          </p:cNvPr>
          <p:cNvSpPr>
            <a:spLocks noGrp="1"/>
          </p:cNvSpPr>
          <p:nvPr>
            <p:ph type="dt" sz="half" idx="10"/>
          </p:nvPr>
        </p:nvSpPr>
        <p:spPr/>
        <p:txBody>
          <a:bodyPr/>
          <a:lstStyle/>
          <a:p>
            <a:fld id="{734C02A3-8A08-426C-B467-EA26146E1CFC}" type="datetimeFigureOut">
              <a:rPr lang="en-IN" smtClean="0"/>
              <a:t>29-05-2023</a:t>
            </a:fld>
            <a:endParaRPr lang="en-IN"/>
          </a:p>
        </p:txBody>
      </p:sp>
      <p:sp>
        <p:nvSpPr>
          <p:cNvPr id="5" name="Footer Placeholder 4">
            <a:extLst>
              <a:ext uri="{FF2B5EF4-FFF2-40B4-BE49-F238E27FC236}">
                <a16:creationId xmlns:a16="http://schemas.microsoft.com/office/drawing/2014/main" id="{AA79434A-36F4-6321-13E1-AF944CEE5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C2364D-D9DB-678E-5A59-4C13AB55CBA3}"/>
              </a:ext>
            </a:extLst>
          </p:cNvPr>
          <p:cNvSpPr>
            <a:spLocks noGrp="1"/>
          </p:cNvSpPr>
          <p:nvPr>
            <p:ph type="sldNum" sz="quarter" idx="12"/>
          </p:nvPr>
        </p:nvSpPr>
        <p:spPr/>
        <p:txBody>
          <a:bodyPr/>
          <a:lstStyle/>
          <a:p>
            <a:fld id="{E08B4C3B-00DF-4181-B38B-5845C220DDD8}" type="slidenum">
              <a:rPr lang="en-IN" smtClean="0"/>
              <a:t>‹#›</a:t>
            </a:fld>
            <a:endParaRPr lang="en-IN"/>
          </a:p>
        </p:txBody>
      </p:sp>
    </p:spTree>
    <p:extLst>
      <p:ext uri="{BB962C8B-B14F-4D97-AF65-F5344CB8AC3E}">
        <p14:creationId xmlns:p14="http://schemas.microsoft.com/office/powerpoint/2010/main" val="768854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A21314-A4BD-2C27-A4F4-4FAFFA040D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BB0B5C-DE3B-3F51-FEF6-7C50225C7C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E8DCB9-FA20-E19E-5483-19AD9DA4D0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C02A3-8A08-426C-B467-EA26146E1CFC}" type="datetimeFigureOut">
              <a:rPr lang="en-IN" smtClean="0"/>
              <a:t>29-05-2023</a:t>
            </a:fld>
            <a:endParaRPr lang="en-IN"/>
          </a:p>
        </p:txBody>
      </p:sp>
      <p:sp>
        <p:nvSpPr>
          <p:cNvPr id="5" name="Footer Placeholder 4">
            <a:extLst>
              <a:ext uri="{FF2B5EF4-FFF2-40B4-BE49-F238E27FC236}">
                <a16:creationId xmlns:a16="http://schemas.microsoft.com/office/drawing/2014/main" id="{04A9C056-2A74-1EA0-7943-6111E15990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AFA5A4-8136-3A44-BEF2-27F3235F1C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8B4C3B-00DF-4181-B38B-5845C220DDD8}" type="slidenum">
              <a:rPr lang="en-IN" smtClean="0"/>
              <a:t>‹#›</a:t>
            </a:fld>
            <a:endParaRPr lang="en-IN"/>
          </a:p>
        </p:txBody>
      </p:sp>
    </p:spTree>
    <p:extLst>
      <p:ext uri="{BB962C8B-B14F-4D97-AF65-F5344CB8AC3E}">
        <p14:creationId xmlns:p14="http://schemas.microsoft.com/office/powerpoint/2010/main" val="2537002293"/>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customXml" Target="../ink/ink2.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8A7B1B-CB15-281B-4D76-3FBF7B7EB05F}"/>
              </a:ext>
            </a:extLst>
          </p:cNvPr>
          <p:cNvSpPr txBox="1"/>
          <p:nvPr/>
        </p:nvSpPr>
        <p:spPr>
          <a:xfrm>
            <a:off x="2809875" y="1000125"/>
            <a:ext cx="7484036" cy="1446550"/>
          </a:xfrm>
          <a:prstGeom prst="rect">
            <a:avLst/>
          </a:prstGeom>
          <a:noFill/>
        </p:spPr>
        <p:txBody>
          <a:bodyPr wrap="none" rtlCol="0">
            <a:spAutoFit/>
          </a:bodyPr>
          <a:lstStyle/>
          <a:p>
            <a:r>
              <a:rPr lang="en-IN" sz="4000">
                <a:latin typeface="Times New Roman" panose="02020603050405020304" pitchFamily="18" charset="0"/>
                <a:cs typeface="Times New Roman" panose="02020603050405020304" pitchFamily="18" charset="0"/>
              </a:rPr>
              <a:t>                  </a:t>
            </a:r>
            <a:r>
              <a:rPr lang="en-IN" sz="4400">
                <a:solidFill>
                  <a:srgbClr val="FF0000"/>
                </a:solidFill>
                <a:latin typeface="Times New Roman" panose="02020603050405020304" pitchFamily="18" charset="0"/>
                <a:cs typeface="Times New Roman" panose="02020603050405020304" pitchFamily="18" charset="0"/>
              </a:rPr>
              <a:t>Module 2</a:t>
            </a:r>
          </a:p>
          <a:p>
            <a:r>
              <a:rPr lang="en-IN" sz="4400">
                <a:solidFill>
                  <a:srgbClr val="FF0000"/>
                </a:solidFill>
                <a:latin typeface="Times New Roman" panose="02020603050405020304" pitchFamily="18" charset="0"/>
                <a:cs typeface="Times New Roman" panose="02020603050405020304" pitchFamily="18" charset="0"/>
              </a:rPr>
              <a:t>Engineering Design Approaches</a:t>
            </a:r>
          </a:p>
        </p:txBody>
      </p:sp>
    </p:spTree>
    <p:extLst>
      <p:ext uri="{BB962C8B-B14F-4D97-AF65-F5344CB8AC3E}">
        <p14:creationId xmlns:p14="http://schemas.microsoft.com/office/powerpoint/2010/main" val="4027787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46540B-B870-9EBB-8A4F-F56889EAB459}"/>
              </a:ext>
            </a:extLst>
          </p:cNvPr>
          <p:cNvSpPr txBox="1"/>
          <p:nvPr/>
        </p:nvSpPr>
        <p:spPr>
          <a:xfrm>
            <a:off x="4295774" y="243959"/>
            <a:ext cx="4124325" cy="707886"/>
          </a:xfrm>
          <a:prstGeom prst="rect">
            <a:avLst/>
          </a:prstGeom>
          <a:noFill/>
        </p:spPr>
        <p:txBody>
          <a:bodyPr wrap="square">
            <a:spAutoFit/>
          </a:bodyPr>
          <a:lstStyle/>
          <a:p>
            <a:pPr algn="ctr"/>
            <a:r>
              <a:rPr lang="en-IN" sz="4000" b="1" i="0" u="none" strike="noStrike" baseline="0">
                <a:solidFill>
                  <a:srgbClr val="00B0F0"/>
                </a:solidFill>
                <a:latin typeface="TimesLTStd-Roman"/>
              </a:rPr>
              <a:t>What is design?</a:t>
            </a:r>
            <a:endParaRPr lang="en-IN" sz="4000" b="1">
              <a:solidFill>
                <a:srgbClr val="00B0F0"/>
              </a:solidFill>
            </a:endParaRPr>
          </a:p>
        </p:txBody>
      </p:sp>
      <p:sp>
        <p:nvSpPr>
          <p:cNvPr id="6" name="TextBox 5">
            <a:extLst>
              <a:ext uri="{FF2B5EF4-FFF2-40B4-BE49-F238E27FC236}">
                <a16:creationId xmlns:a16="http://schemas.microsoft.com/office/drawing/2014/main" id="{E2EC2722-D1B3-9F9C-C38F-770E9357C2F9}"/>
              </a:ext>
            </a:extLst>
          </p:cNvPr>
          <p:cNvSpPr txBox="1"/>
          <p:nvPr/>
        </p:nvSpPr>
        <p:spPr>
          <a:xfrm>
            <a:off x="942975" y="1176635"/>
            <a:ext cx="10382250" cy="5427127"/>
          </a:xfrm>
          <a:prstGeom prst="rect">
            <a:avLst/>
          </a:prstGeom>
          <a:noFill/>
        </p:spPr>
        <p:txBody>
          <a:bodyPr wrap="square" lIns="91440" tIns="45720" rIns="91440" bIns="45720" anchor="t">
            <a:spAutoFit/>
          </a:bodyPr>
          <a:lstStyle/>
          <a:p>
            <a:pPr marL="285750" indent="-285750" algn="just">
              <a:lnSpc>
                <a:spcPct val="150000"/>
              </a:lnSpc>
              <a:spcBef>
                <a:spcPts val="400"/>
              </a:spcBef>
              <a:spcAft>
                <a:spcPts val="600"/>
              </a:spcAft>
              <a:buFont typeface="Wingdings" panose="05000000000000000000" pitchFamily="2" charset="2"/>
              <a:buChar char="Ø"/>
            </a:pPr>
            <a:r>
              <a:rPr lang="en-US" sz="2400" b="0" u="none" strike="noStrike" baseline="0">
                <a:latin typeface="Times New Roman" panose="02020603050405020304" pitchFamily="18" charset="0"/>
                <a:cs typeface="Times New Roman" panose="02020603050405020304" pitchFamily="18" charset="0"/>
              </a:rPr>
              <a:t>To design is to pull together something new or to arrange existing things in a new way to satisfy a recognized need of society.</a:t>
            </a:r>
          </a:p>
          <a:p>
            <a:pPr marL="285750" indent="-285750" algn="l">
              <a:lnSpc>
                <a:spcPct val="150000"/>
              </a:lnSpc>
              <a:spcBef>
                <a:spcPts val="400"/>
              </a:spcBef>
              <a:spcAft>
                <a:spcPts val="600"/>
              </a:spcAft>
              <a:buFont typeface="Wingdings" panose="05000000000000000000" pitchFamily="2" charset="2"/>
              <a:buChar char="Ø"/>
            </a:pPr>
            <a:r>
              <a:rPr lang="en-US" sz="2400" b="0" i="0" u="none" strike="noStrike" baseline="0">
                <a:latin typeface="Times New Roman" panose="02020603050405020304" pitchFamily="18" charset="0"/>
                <a:cs typeface="Times New Roman" panose="02020603050405020304" pitchFamily="18" charset="0"/>
              </a:rPr>
              <a:t>The ability to design is both a science </a:t>
            </a:r>
            <a:r>
              <a:rPr lang="en-IN" sz="2400" b="0" i="0" u="none" strike="noStrike" baseline="0">
                <a:latin typeface="Times New Roman" panose="02020603050405020304" pitchFamily="18" charset="0"/>
                <a:cs typeface="Times New Roman" panose="02020603050405020304" pitchFamily="18" charset="0"/>
              </a:rPr>
              <a:t>and an art.</a:t>
            </a:r>
          </a:p>
          <a:p>
            <a:pPr marL="285750" indent="-285750" algn="l">
              <a:lnSpc>
                <a:spcPct val="150000"/>
              </a:lnSpc>
              <a:spcBef>
                <a:spcPts val="400"/>
              </a:spcBef>
              <a:spcAft>
                <a:spcPts val="600"/>
              </a:spcAft>
              <a:buFont typeface="Wingdings" panose="05000000000000000000" pitchFamily="2" charset="2"/>
              <a:buChar char="Ø"/>
            </a:pPr>
            <a:r>
              <a:rPr lang="en-US" sz="2400">
                <a:latin typeface="Times New Roman"/>
                <a:cs typeface="Times New Roman"/>
              </a:rPr>
              <a:t>Design</a:t>
            </a:r>
            <a:r>
              <a:rPr lang="en-US" sz="2400" b="0" u="none" strike="noStrike" baseline="0">
                <a:latin typeface="Times New Roman"/>
                <a:cs typeface="Times New Roman"/>
              </a:rPr>
              <a:t> should not be confused with discovery. We can discover what has already existed but has not been known before, but a design is the product of planning and work.</a:t>
            </a:r>
          </a:p>
          <a:p>
            <a:pPr marL="285750" indent="-285750" algn="l">
              <a:lnSpc>
                <a:spcPct val="150000"/>
              </a:lnSpc>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a:t>
            </a:r>
            <a:r>
              <a:rPr lang="en-US" sz="2400" b="0" u="none" strike="noStrike" baseline="0">
                <a:latin typeface="Times New Roman" panose="02020603050405020304" pitchFamily="18" charset="0"/>
                <a:cs typeface="Times New Roman" panose="02020603050405020304" pitchFamily="18" charset="0"/>
              </a:rPr>
              <a:t>esign may or may not involve invention.</a:t>
            </a:r>
          </a:p>
          <a:p>
            <a:pPr marL="285750" indent="-285750" algn="just">
              <a:spcBef>
                <a:spcPts val="400"/>
              </a:spcBef>
              <a:spcAft>
                <a:spcPts val="600"/>
              </a:spcAft>
              <a:buFont typeface="Wingdings" panose="05000000000000000000" pitchFamily="2" charset="2"/>
              <a:buChar char="Ø"/>
            </a:pPr>
            <a:endParaRPr lang="en-US" sz="2400" b="0" u="none" strike="noStrike" baseline="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1598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B3DCC-F2BA-B527-1C1C-97C3F68E00A2}"/>
              </a:ext>
            </a:extLst>
          </p:cNvPr>
          <p:cNvSpPr txBox="1"/>
          <p:nvPr/>
        </p:nvSpPr>
        <p:spPr>
          <a:xfrm>
            <a:off x="2243451" y="123825"/>
            <a:ext cx="6932282" cy="707886"/>
          </a:xfrm>
          <a:prstGeom prst="rect">
            <a:avLst/>
          </a:prstGeom>
          <a:noFill/>
        </p:spPr>
        <p:txBody>
          <a:bodyPr wrap="none" rtlCol="0">
            <a:spAutoFit/>
          </a:bodyPr>
          <a:lstStyle/>
          <a:p>
            <a:pPr algn="ctr"/>
            <a:r>
              <a:rPr lang="en-IN" sz="4000" b="1">
                <a:solidFill>
                  <a:srgbClr val="00B0F0"/>
                </a:solidFill>
                <a:latin typeface="Times New Roman" panose="02020603050405020304" pitchFamily="18" charset="0"/>
                <a:cs typeface="Times New Roman" panose="02020603050405020304" pitchFamily="18" charset="0"/>
              </a:rPr>
              <a:t>Design: Analysis and Synthesis</a:t>
            </a:r>
          </a:p>
        </p:txBody>
      </p:sp>
      <p:sp>
        <p:nvSpPr>
          <p:cNvPr id="4" name="TextBox 3">
            <a:extLst>
              <a:ext uri="{FF2B5EF4-FFF2-40B4-BE49-F238E27FC236}">
                <a16:creationId xmlns:a16="http://schemas.microsoft.com/office/drawing/2014/main" id="{C20C839F-E768-EAFA-5C7F-129FF329BEB3}"/>
              </a:ext>
            </a:extLst>
          </p:cNvPr>
          <p:cNvSpPr txBox="1"/>
          <p:nvPr/>
        </p:nvSpPr>
        <p:spPr>
          <a:xfrm>
            <a:off x="1343024" y="1146036"/>
            <a:ext cx="9509474" cy="4950073"/>
          </a:xfrm>
          <a:prstGeom prst="rect">
            <a:avLst/>
          </a:prstGeom>
          <a:noFill/>
        </p:spPr>
        <p:txBody>
          <a:bodyPr wrap="square" lIns="91440" tIns="45720" rIns="91440" bIns="45720" anchor="t">
            <a:spAutoFit/>
          </a:bodyPr>
          <a:lstStyle/>
          <a:p>
            <a:pPr marL="285750" indent="-285750" algn="just">
              <a:lnSpc>
                <a:spcPct val="150000"/>
              </a:lnSpc>
              <a:spcBef>
                <a:spcPts val="400"/>
              </a:spcBef>
              <a:spcAft>
                <a:spcPts val="600"/>
              </a:spcAft>
              <a:buFont typeface="Wingdings" panose="05000000000000000000" pitchFamily="2" charset="2"/>
              <a:buChar char="Ø"/>
            </a:pPr>
            <a:r>
              <a:rPr lang="en-US" sz="2000" b="0" i="0" u="none" strike="noStrike" baseline="0">
                <a:latin typeface="TimesLTStd-Roman"/>
              </a:rPr>
              <a:t>Good design requires both analysis and synthesis.</a:t>
            </a:r>
          </a:p>
          <a:p>
            <a:pPr marL="285750" indent="-285750" algn="just">
              <a:lnSpc>
                <a:spcPct val="150000"/>
              </a:lnSpc>
              <a:spcBef>
                <a:spcPts val="400"/>
              </a:spcBef>
              <a:spcAft>
                <a:spcPts val="600"/>
              </a:spcAft>
              <a:buFont typeface="Wingdings" panose="05000000000000000000" pitchFamily="2" charset="2"/>
              <a:buChar char="Ø"/>
            </a:pPr>
            <a:r>
              <a:rPr lang="en-US" sz="2000" b="0" i="0" u="none" strike="noStrike" baseline="0">
                <a:latin typeface="TimesLTStd-Roman"/>
              </a:rPr>
              <a:t>Typically we approach complex problems like design by decomposing the problem into manageable parts. Because we need to understand how the part will perform in service, we must be able to calculate as much about the part’s expected behavior as possible before it exists in physical form by using the appropriate disciplines of science and engineering science and the necessary computational tools.</a:t>
            </a:r>
          </a:p>
          <a:p>
            <a:pPr marL="285750" indent="-285750" algn="just">
              <a:lnSpc>
                <a:spcPct val="150000"/>
              </a:lnSpc>
              <a:spcBef>
                <a:spcPts val="400"/>
              </a:spcBef>
              <a:spcAft>
                <a:spcPts val="600"/>
              </a:spcAft>
              <a:buFont typeface="Wingdings" panose="05000000000000000000" pitchFamily="2" charset="2"/>
              <a:buChar char="Ø"/>
            </a:pPr>
            <a:r>
              <a:rPr lang="en-US" sz="2000" b="0" i="0" u="none" strike="noStrike" baseline="0">
                <a:latin typeface="TimesLTStd-Roman"/>
              </a:rPr>
              <a:t>Synthesis involves the identification of the design elements that will comprise the product, its decomposition into parts, and the combination of the part solutions into a total workable system.</a:t>
            </a:r>
          </a:p>
          <a:p>
            <a:pPr marL="285750" indent="-285750">
              <a:buFont typeface="Wingdings" panose="05000000000000000000" pitchFamily="2" charset="2"/>
              <a:buChar char="Ø"/>
            </a:pPr>
            <a:endParaRPr lang="en-IN" sz="2400"/>
          </a:p>
        </p:txBody>
      </p:sp>
    </p:spTree>
    <p:extLst>
      <p:ext uri="{BB962C8B-B14F-4D97-AF65-F5344CB8AC3E}">
        <p14:creationId xmlns:p14="http://schemas.microsoft.com/office/powerpoint/2010/main" val="3352245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5871FF-B4DF-CF5C-B0C8-F4A30FC2CC11}"/>
              </a:ext>
            </a:extLst>
          </p:cNvPr>
          <p:cNvSpPr txBox="1"/>
          <p:nvPr/>
        </p:nvSpPr>
        <p:spPr>
          <a:xfrm>
            <a:off x="3429000" y="215384"/>
            <a:ext cx="6096000" cy="707886"/>
          </a:xfrm>
          <a:prstGeom prst="rect">
            <a:avLst/>
          </a:prstGeom>
          <a:noFill/>
        </p:spPr>
        <p:txBody>
          <a:bodyPr wrap="square">
            <a:spAutoFit/>
          </a:bodyPr>
          <a:lstStyle/>
          <a:p>
            <a:r>
              <a:rPr lang="en-US" sz="4000" b="1" i="0" u="none" strike="noStrike" baseline="0">
                <a:solidFill>
                  <a:srgbClr val="00B0F0"/>
                </a:solidFill>
                <a:latin typeface="Times New Roman" panose="02020603050405020304" pitchFamily="18" charset="0"/>
                <a:cs typeface="Times New Roman" panose="02020603050405020304" pitchFamily="18" charset="0"/>
              </a:rPr>
              <a:t>The Four C’s of Design</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7D0BAA9-A771-9D6D-A24A-DE73FD6AA3E9}"/>
              </a:ext>
            </a:extLst>
          </p:cNvPr>
          <p:cNvSpPr txBox="1"/>
          <p:nvPr/>
        </p:nvSpPr>
        <p:spPr>
          <a:xfrm>
            <a:off x="319804" y="984299"/>
            <a:ext cx="11553825" cy="5498941"/>
          </a:xfrm>
          <a:prstGeom prst="rect">
            <a:avLst/>
          </a:prstGeom>
          <a:noFill/>
        </p:spPr>
        <p:txBody>
          <a:bodyPr wrap="square">
            <a:spAutoFit/>
          </a:bodyPr>
          <a:lstStyle/>
          <a:p>
            <a:pPr marL="342900" indent="-342900" algn="just">
              <a:spcBef>
                <a:spcPts val="400"/>
              </a:spcBef>
              <a:spcAft>
                <a:spcPts val="600"/>
              </a:spcAft>
              <a:buFont typeface="Wingdings" panose="05000000000000000000" pitchFamily="2" charset="2"/>
              <a:buChar char="Ø"/>
            </a:pPr>
            <a:r>
              <a:rPr lang="en-IN" sz="2400" b="1" i="0" u="none" strike="noStrike" baseline="0">
                <a:latin typeface="Times New Roman" panose="02020603050405020304" pitchFamily="18" charset="0"/>
                <a:cs typeface="Times New Roman" panose="02020603050405020304" pitchFamily="18" charset="0"/>
              </a:rPr>
              <a:t>Creativity</a:t>
            </a:r>
          </a:p>
          <a:p>
            <a:pPr marL="342900" indent="-342900" algn="just">
              <a:spcBef>
                <a:spcPts val="400"/>
              </a:spcBef>
              <a:spcAft>
                <a:spcPts val="600"/>
              </a:spcAft>
              <a:buFont typeface="Wingdings" panose="05000000000000000000" pitchFamily="2" charset="2"/>
              <a:buChar char="ü"/>
            </a:pPr>
            <a:r>
              <a:rPr lang="en-US" sz="2400" b="0" i="0" u="none" strike="noStrike" baseline="0">
                <a:latin typeface="TimesLTStd-Roman"/>
              </a:rPr>
              <a:t>Requires creation of something that has not existed before or has not existed in </a:t>
            </a:r>
            <a:r>
              <a:rPr lang="en-IN" sz="2400" b="0" i="0" u="none" strike="noStrike" baseline="0">
                <a:latin typeface="TimesLTStd-Roman"/>
              </a:rPr>
              <a:t>the designer’s mind before.</a:t>
            </a:r>
          </a:p>
          <a:p>
            <a:pPr marL="342900" indent="-342900" algn="just">
              <a:spcBef>
                <a:spcPts val="400"/>
              </a:spcBef>
              <a:spcAft>
                <a:spcPts val="600"/>
              </a:spcAft>
              <a:buFont typeface="Wingdings" panose="05000000000000000000" pitchFamily="2" charset="2"/>
              <a:buChar char="Ø"/>
            </a:pPr>
            <a:r>
              <a:rPr lang="en-IN" sz="2400" b="1" i="0" u="none" strike="noStrike" baseline="0">
                <a:latin typeface="Times New Roman" panose="02020603050405020304" pitchFamily="18" charset="0"/>
                <a:cs typeface="Times New Roman" panose="02020603050405020304" pitchFamily="18" charset="0"/>
              </a:rPr>
              <a:t>Complexity</a:t>
            </a:r>
            <a:r>
              <a:rPr lang="en-IN" sz="2400" b="1">
                <a:latin typeface="Times New Roman" panose="02020603050405020304" pitchFamily="18" charset="0"/>
                <a:cs typeface="Times New Roman" panose="02020603050405020304" pitchFamily="18" charset="0"/>
              </a:rPr>
              <a:t>  </a:t>
            </a:r>
          </a:p>
          <a:p>
            <a:pPr marL="342900" indent="-342900" algn="just">
              <a:spcBef>
                <a:spcPts val="400"/>
              </a:spcBef>
              <a:spcAft>
                <a:spcPts val="600"/>
              </a:spcAft>
              <a:buFont typeface="Wingdings" panose="05000000000000000000" pitchFamily="2" charset="2"/>
              <a:buChar char="ü"/>
            </a:pPr>
            <a:r>
              <a:rPr lang="en-US" sz="2400" b="0" i="0" u="none" strike="noStrike" baseline="0">
                <a:latin typeface="TimesLTStd-Roman"/>
              </a:rPr>
              <a:t>Requires decisions on many variables and parameters.</a:t>
            </a:r>
          </a:p>
          <a:p>
            <a:pPr marL="342900" indent="-342900" algn="just">
              <a:spcBef>
                <a:spcPts val="400"/>
              </a:spcBef>
              <a:spcAft>
                <a:spcPts val="600"/>
              </a:spcAft>
              <a:buFont typeface="Wingdings" panose="05000000000000000000" pitchFamily="2" charset="2"/>
              <a:buChar char="Ø"/>
            </a:pPr>
            <a:r>
              <a:rPr lang="en-IN" sz="2400" b="1" i="0" u="none" strike="noStrike" baseline="0">
                <a:latin typeface="Times New Roman" panose="02020603050405020304" pitchFamily="18" charset="0"/>
                <a:cs typeface="Times New Roman" panose="02020603050405020304" pitchFamily="18" charset="0"/>
              </a:rPr>
              <a:t>Choice</a:t>
            </a:r>
          </a:p>
          <a:p>
            <a:pPr marL="342900" indent="-342900" algn="just">
              <a:spcBef>
                <a:spcPts val="400"/>
              </a:spcBef>
              <a:spcAft>
                <a:spcPts val="600"/>
              </a:spcAf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Requires making choices between many possible solutions at all levels, from basic concepts to the smallest detail of shape.</a:t>
            </a:r>
          </a:p>
          <a:p>
            <a:pPr marL="342900" indent="-342900" algn="just">
              <a:spcBef>
                <a:spcPts val="400"/>
              </a:spcBef>
              <a:spcAft>
                <a:spcPts val="600"/>
              </a:spcAft>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Compromise</a:t>
            </a:r>
          </a:p>
          <a:p>
            <a:pPr marL="342900" indent="-342900" algn="just">
              <a:spcBef>
                <a:spcPts val="400"/>
              </a:spcBef>
              <a:spcAft>
                <a:spcPts val="600"/>
              </a:spcAf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Requires balancing multiple and sometimes conflicting requirements.</a:t>
            </a:r>
          </a:p>
          <a:p>
            <a:pPr marL="342900" indent="-342900" algn="l">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algn="l"/>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49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B7E47C-945A-FC19-00F6-A61DE23238C0}"/>
              </a:ext>
            </a:extLst>
          </p:cNvPr>
          <p:cNvSpPr txBox="1"/>
          <p:nvPr/>
        </p:nvSpPr>
        <p:spPr>
          <a:xfrm>
            <a:off x="1152526" y="253484"/>
            <a:ext cx="11039474" cy="707886"/>
          </a:xfrm>
          <a:prstGeom prst="rect">
            <a:avLst/>
          </a:prstGeom>
          <a:noFill/>
        </p:spPr>
        <p:txBody>
          <a:bodyPr wrap="square">
            <a:spAutoFit/>
          </a:bodyPr>
          <a:lstStyle/>
          <a:p>
            <a:r>
              <a:rPr lang="en-US" sz="4000" b="1" i="0" u="none" strike="noStrike" baseline="0">
                <a:solidFill>
                  <a:srgbClr val="00B0F0"/>
                </a:solidFill>
                <a:latin typeface="Times New Roman" panose="02020603050405020304" pitchFamily="18" charset="0"/>
                <a:cs typeface="Times New Roman" panose="02020603050405020304" pitchFamily="18" charset="0"/>
              </a:rPr>
              <a:t>Importance of the Engineering Design Process</a:t>
            </a:r>
            <a:endParaRPr lang="en-IN" sz="4000">
              <a:solidFill>
                <a:srgbClr val="00B0F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603B0D1-583D-4106-3649-E27A3426025B}"/>
              </a:ext>
            </a:extLst>
          </p:cNvPr>
          <p:cNvPicPr>
            <a:picLocks noChangeAspect="1"/>
          </p:cNvPicPr>
          <p:nvPr/>
        </p:nvPicPr>
        <p:blipFill>
          <a:blip r:embed="rId2"/>
          <a:stretch>
            <a:fillRect/>
          </a:stretch>
        </p:blipFill>
        <p:spPr>
          <a:xfrm>
            <a:off x="4407503" y="1300163"/>
            <a:ext cx="7479697" cy="4257674"/>
          </a:xfrm>
          <a:prstGeom prst="rect">
            <a:avLst/>
          </a:prstGeom>
        </p:spPr>
      </p:pic>
      <p:sp>
        <p:nvSpPr>
          <p:cNvPr id="5" name="TextBox 4">
            <a:extLst>
              <a:ext uri="{FF2B5EF4-FFF2-40B4-BE49-F238E27FC236}">
                <a16:creationId xmlns:a16="http://schemas.microsoft.com/office/drawing/2014/main" id="{1C038204-66AD-22FC-9FE4-F37A78329521}"/>
              </a:ext>
            </a:extLst>
          </p:cNvPr>
          <p:cNvSpPr txBox="1"/>
          <p:nvPr/>
        </p:nvSpPr>
        <p:spPr>
          <a:xfrm>
            <a:off x="470506" y="1300163"/>
            <a:ext cx="2776722" cy="1456809"/>
          </a:xfrm>
          <a:prstGeom prst="rect">
            <a:avLst/>
          </a:prstGeom>
          <a:noFill/>
        </p:spPr>
        <p:txBody>
          <a:bodyPr wrap="none" rtlCol="0">
            <a:spAutoFit/>
          </a:bodyPr>
          <a:lstStyle/>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Cost of design</a:t>
            </a:r>
          </a:p>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Product quality</a:t>
            </a:r>
          </a:p>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Product cycle time</a:t>
            </a:r>
          </a:p>
        </p:txBody>
      </p:sp>
      <p:sp>
        <p:nvSpPr>
          <p:cNvPr id="7" name="TextBox 6">
            <a:extLst>
              <a:ext uri="{FF2B5EF4-FFF2-40B4-BE49-F238E27FC236}">
                <a16:creationId xmlns:a16="http://schemas.microsoft.com/office/drawing/2014/main" id="{4F0276F8-2806-AD67-9894-E32174F7B868}"/>
              </a:ext>
            </a:extLst>
          </p:cNvPr>
          <p:cNvSpPr txBox="1"/>
          <p:nvPr/>
        </p:nvSpPr>
        <p:spPr>
          <a:xfrm>
            <a:off x="199228" y="2975312"/>
            <a:ext cx="6096000" cy="2400657"/>
          </a:xfrm>
          <a:prstGeom prst="rect">
            <a:avLst/>
          </a:prstGeom>
          <a:noFill/>
        </p:spPr>
        <p:txBody>
          <a:bodyPr wrap="square">
            <a:spAutoFit/>
          </a:bodyPr>
          <a:lstStyle/>
          <a:p>
            <a:pPr marL="342900" indent="-342900" algn="l">
              <a:spcBef>
                <a:spcPts val="400"/>
              </a:spcBef>
              <a:spcAft>
                <a:spcPts val="600"/>
              </a:spcAft>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The design process should be </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      conducted so as to develop</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     quality, cost-competitive products </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     in the shortest time possible.</a:t>
            </a:r>
          </a:p>
          <a:p>
            <a:pPr marL="342900" indent="-342900" algn="l">
              <a:buFont typeface="Wingdings" panose="05000000000000000000" pitchFamily="2" charset="2"/>
              <a:buChar char="v"/>
            </a:pPr>
            <a:endParaRPr lang="en-US" sz="2400" b="0" i="0" u="none" strike="noStrike" baseline="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9374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49A9BA-AD74-E4FF-B09E-267D729AD6D4}"/>
              </a:ext>
            </a:extLst>
          </p:cNvPr>
          <p:cNvSpPr txBox="1"/>
          <p:nvPr/>
        </p:nvSpPr>
        <p:spPr>
          <a:xfrm>
            <a:off x="2800350" y="205859"/>
            <a:ext cx="6096000" cy="707886"/>
          </a:xfrm>
          <a:prstGeom prst="rect">
            <a:avLst/>
          </a:prstGeom>
          <a:noFill/>
        </p:spPr>
        <p:txBody>
          <a:bodyPr wrap="square">
            <a:spAutoFit/>
          </a:bodyPr>
          <a:lstStyle/>
          <a:p>
            <a:pPr algn="ctr"/>
            <a:r>
              <a:rPr lang="en-IN" sz="4000" b="1" i="0" u="none" strike="noStrike" baseline="0">
                <a:solidFill>
                  <a:srgbClr val="00B0F0"/>
                </a:solidFill>
                <a:latin typeface="Times New Roman" panose="02020603050405020304" pitchFamily="18" charset="0"/>
                <a:cs typeface="Times New Roman" panose="02020603050405020304" pitchFamily="18" charset="0"/>
              </a:rPr>
              <a:t>Types of Designs</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0BBB57F-1A09-9783-1BF8-98D9F31969A6}"/>
              </a:ext>
            </a:extLst>
          </p:cNvPr>
          <p:cNvSpPr txBox="1"/>
          <p:nvPr/>
        </p:nvSpPr>
        <p:spPr>
          <a:xfrm>
            <a:off x="1266825" y="1114425"/>
            <a:ext cx="10752495" cy="6211957"/>
          </a:xfrm>
          <a:prstGeom prst="rect">
            <a:avLst/>
          </a:prstGeom>
          <a:noFill/>
        </p:spPr>
        <p:txBody>
          <a:bodyPr wrap="none" lIns="91440" tIns="45720" rIns="91440" bIns="45720" rtlCol="0" anchor="t">
            <a:spAutoFit/>
          </a:bodyPr>
          <a:lstStyle/>
          <a:p>
            <a:pPr marL="285750" indent="-285750">
              <a:buFont typeface="Wingdings" panose="05000000000000000000" pitchFamily="2" charset="2"/>
              <a:buChar char="Ø"/>
            </a:pPr>
            <a:r>
              <a:rPr lang="en-IN" sz="2400" b="1">
                <a:latin typeface="Times New Roman"/>
                <a:cs typeface="Times New Roman"/>
              </a:rPr>
              <a:t>Original design</a:t>
            </a:r>
          </a:p>
          <a:p>
            <a:pPr>
              <a:spcBef>
                <a:spcPts val="400"/>
              </a:spcBef>
              <a:spcAft>
                <a:spcPts val="600"/>
              </a:spcAft>
            </a:pPr>
            <a:r>
              <a:rPr lang="en-IN"/>
              <a:t>      </a:t>
            </a:r>
            <a:r>
              <a:rPr lang="en-US" sz="2400">
                <a:latin typeface="Times New Roman"/>
                <a:cs typeface="Times New Roman"/>
              </a:rPr>
              <a:t>This form of design is at the top of the hierarchy. It employs an original, innovative</a:t>
            </a:r>
          </a:p>
          <a:p>
            <a:pPr>
              <a:spcBef>
                <a:spcPts val="400"/>
              </a:spcBef>
              <a:spcAft>
                <a:spcPts val="600"/>
              </a:spcAft>
            </a:pPr>
            <a:r>
              <a:rPr lang="en-US" sz="2400">
                <a:latin typeface="Times New Roman"/>
                <a:cs typeface="Times New Roman"/>
              </a:rPr>
              <a:t>     concept to achieve a need. Sometimes but rarely, the need itself may be original. </a:t>
            </a:r>
            <a:endParaRPr lang="en-US" sz="2400">
              <a:latin typeface="Times New Roman" panose="02020603050405020304" pitchFamily="18" charset="0"/>
              <a:cs typeface="Times New Roman" panose="02020603050405020304" pitchFamily="18" charset="0"/>
            </a:endParaRPr>
          </a:p>
          <a:p>
            <a:pPr>
              <a:spcBef>
                <a:spcPts val="400"/>
              </a:spcBef>
              <a:spcAft>
                <a:spcPts val="600"/>
              </a:spcAft>
            </a:pPr>
            <a:r>
              <a:rPr lang="en-US" sz="2400">
                <a:latin typeface="Times New Roman"/>
                <a:cs typeface="Times New Roman"/>
              </a:rPr>
              <a:t>     A truly original design involve invention. Example is steam engine.</a:t>
            </a:r>
          </a:p>
          <a:p>
            <a:pPr marL="342900" indent="-342900">
              <a:spcBef>
                <a:spcPts val="400"/>
              </a:spcBef>
              <a:spcAft>
                <a:spcPts val="600"/>
              </a:spcAft>
              <a:buFont typeface="Wingdings" panose="05000000000000000000" pitchFamily="2" charset="2"/>
              <a:buChar char="Ø"/>
            </a:pPr>
            <a:r>
              <a:rPr lang="en-US" sz="2400" b="1">
                <a:latin typeface="Times New Roman"/>
                <a:cs typeface="Times New Roman"/>
              </a:rPr>
              <a:t>Adaptive design</a:t>
            </a:r>
          </a:p>
          <a:p>
            <a:pPr>
              <a:spcBef>
                <a:spcPts val="400"/>
              </a:spcBef>
              <a:spcAft>
                <a:spcPts val="600"/>
              </a:spcAft>
            </a:pPr>
            <a:r>
              <a:rPr lang="en-US" sz="2400" b="1">
                <a:latin typeface="Times New Roman"/>
                <a:cs typeface="Times New Roman"/>
              </a:rPr>
              <a:t>      </a:t>
            </a:r>
            <a:r>
              <a:rPr lang="en-US" sz="2400">
                <a:latin typeface="Times New Roman"/>
                <a:cs typeface="Times New Roman"/>
              </a:rPr>
              <a:t>T</a:t>
            </a:r>
            <a:r>
              <a:rPr lang="en-US" sz="2400">
                <a:highlight>
                  <a:srgbClr val="00FF00"/>
                </a:highlight>
                <a:latin typeface="Times New Roman"/>
                <a:cs typeface="Times New Roman"/>
              </a:rPr>
              <a:t>his form of design occurs when the design team adapts a known solution to </a:t>
            </a:r>
            <a:endParaRPr lang="en-US" sz="2400">
              <a:highlight>
                <a:srgbClr val="00FF00"/>
              </a:highlight>
              <a:latin typeface="Times New Roman" panose="02020603050405020304" pitchFamily="18" charset="0"/>
              <a:cs typeface="Times New Roman" panose="02020603050405020304" pitchFamily="18" charset="0"/>
            </a:endParaRPr>
          </a:p>
          <a:p>
            <a:pPr>
              <a:spcBef>
                <a:spcPts val="400"/>
              </a:spcBef>
              <a:spcAft>
                <a:spcPts val="600"/>
              </a:spcAft>
            </a:pPr>
            <a:r>
              <a:rPr lang="en-US" sz="2400">
                <a:highlight>
                  <a:srgbClr val="00FF00"/>
                </a:highlight>
                <a:latin typeface="Times New Roman"/>
                <a:cs typeface="Times New Roman"/>
              </a:rPr>
              <a:t>      satisfy a different need to produce a novel application.</a:t>
            </a:r>
          </a:p>
          <a:p>
            <a:pPr marL="342900" indent="-342900">
              <a:spcBef>
                <a:spcPts val="400"/>
              </a:spcBef>
              <a:spcAft>
                <a:spcPts val="600"/>
              </a:spcAft>
              <a:buFont typeface="Wingdings" panose="05000000000000000000" pitchFamily="2" charset="2"/>
              <a:buChar char="Ø"/>
            </a:pPr>
            <a:r>
              <a:rPr lang="en-US" sz="2400" b="1">
                <a:latin typeface="Times New Roman"/>
                <a:cs typeface="Times New Roman"/>
              </a:rPr>
              <a:t>Redesign</a:t>
            </a:r>
          </a:p>
          <a:p>
            <a:pPr>
              <a:spcBef>
                <a:spcPts val="400"/>
              </a:spcBef>
              <a:spcAft>
                <a:spcPts val="600"/>
              </a:spcAft>
            </a:pPr>
            <a:r>
              <a:rPr lang="en-US" sz="2400">
                <a:latin typeface="Times New Roman"/>
                <a:cs typeface="Times New Roman"/>
              </a:rPr>
              <a:t>     </a:t>
            </a:r>
            <a:r>
              <a:rPr lang="en-US" sz="2400">
                <a:solidFill>
                  <a:srgbClr val="00B050"/>
                </a:solidFill>
                <a:latin typeface="Times New Roman"/>
                <a:cs typeface="Times New Roman"/>
              </a:rPr>
              <a:t>To modify shape of existing design, working principle is same.</a:t>
            </a:r>
          </a:p>
          <a:p>
            <a:pPr marL="342900" indent="-342900">
              <a:spcBef>
                <a:spcPts val="400"/>
              </a:spcBef>
              <a:spcAft>
                <a:spcPts val="600"/>
              </a:spcAft>
              <a:buFont typeface="Wingdings" panose="05000000000000000000" pitchFamily="2" charset="2"/>
              <a:buChar char="Ø"/>
            </a:pPr>
            <a:r>
              <a:rPr lang="en-US" sz="2400" b="1">
                <a:latin typeface="Times New Roman"/>
                <a:cs typeface="Times New Roman"/>
              </a:rPr>
              <a:t>Selection design</a:t>
            </a:r>
          </a:p>
          <a:p>
            <a:pPr>
              <a:spcBef>
                <a:spcPts val="400"/>
              </a:spcBef>
              <a:spcAft>
                <a:spcPts val="600"/>
              </a:spcAft>
            </a:pPr>
            <a:r>
              <a:rPr lang="en-US" sz="2400" b="1">
                <a:latin typeface="Times New Roman"/>
                <a:cs typeface="Times New Roman"/>
              </a:rPr>
              <a:t>     </a:t>
            </a:r>
            <a:r>
              <a:rPr lang="en-US" sz="2400">
                <a:latin typeface="Times New Roman"/>
                <a:cs typeface="Times New Roman"/>
              </a:rPr>
              <a:t>To modify the parts used in machine</a:t>
            </a:r>
          </a:p>
          <a:p>
            <a:pPr>
              <a:spcBef>
                <a:spcPts val="400"/>
              </a:spcBef>
              <a:spcAft>
                <a:spcPts val="600"/>
              </a:spcAft>
            </a:pPr>
            <a:r>
              <a:rPr lang="en-US" sz="2400">
                <a:latin typeface="Times New Roman"/>
                <a:cs typeface="Times New Roman"/>
              </a:rPr>
              <a:t>    </a:t>
            </a:r>
            <a:endParaRPr lang="en-IN" sz="2400">
              <a:latin typeface="Times New Roman" panose="02020603050405020304" pitchFamily="18" charset="0"/>
              <a:cs typeface="Times New Roman" panose="02020603050405020304" pitchFamily="18" charset="0"/>
            </a:endParaRPr>
          </a:p>
          <a:p>
            <a:endParaRPr lang="en-IN"/>
          </a:p>
        </p:txBody>
      </p:sp>
    </p:spTree>
    <p:extLst>
      <p:ext uri="{BB962C8B-B14F-4D97-AF65-F5344CB8AC3E}">
        <p14:creationId xmlns:p14="http://schemas.microsoft.com/office/powerpoint/2010/main" val="38766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F358FE-6662-2CB3-8DF0-214B369B7958}"/>
              </a:ext>
            </a:extLst>
          </p:cNvPr>
          <p:cNvSpPr txBox="1"/>
          <p:nvPr/>
        </p:nvSpPr>
        <p:spPr>
          <a:xfrm>
            <a:off x="2370655" y="147853"/>
            <a:ext cx="8124825" cy="707886"/>
          </a:xfrm>
          <a:prstGeom prst="rect">
            <a:avLst/>
          </a:prstGeom>
          <a:noFill/>
        </p:spPr>
        <p:txBody>
          <a:bodyPr wrap="square">
            <a:spAutoFit/>
          </a:bodyPr>
          <a:lstStyle/>
          <a:p>
            <a:pPr algn="ctr"/>
            <a:r>
              <a:rPr lang="en-IN" sz="4000" b="1" i="0" u="none" strike="noStrike" baseline="0">
                <a:solidFill>
                  <a:srgbClr val="00B0F0"/>
                </a:solidFill>
                <a:latin typeface="Times New Roman" panose="02020603050405020304" pitchFamily="18" charset="0"/>
                <a:cs typeface="Times New Roman" panose="02020603050405020304" pitchFamily="18" charset="0"/>
              </a:rPr>
              <a:t>A Problem-Solving Methodology</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24459B6-AA8D-1BC4-85C5-93364DCC262D}"/>
              </a:ext>
            </a:extLst>
          </p:cNvPr>
          <p:cNvSpPr txBox="1"/>
          <p:nvPr/>
        </p:nvSpPr>
        <p:spPr>
          <a:xfrm>
            <a:off x="1085849" y="1167110"/>
            <a:ext cx="10353675" cy="830997"/>
          </a:xfrm>
          <a:prstGeom prst="rect">
            <a:avLst/>
          </a:prstGeom>
          <a:noFill/>
        </p:spPr>
        <p:txBody>
          <a:bodyPr wrap="square">
            <a:spAutoFit/>
          </a:bodyPr>
          <a:lstStyle/>
          <a:p>
            <a:pPr marL="342900" indent="-342900" algn="l">
              <a:spcBef>
                <a:spcPts val="400"/>
              </a:spcBef>
              <a:spcAft>
                <a:spcPts val="600"/>
              </a:spcAft>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Designing can be approached as a problem to be solved. A problem-solving methodology that is useful in design consists of the following steps</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F537356-FCF4-81BD-3741-97EFD1B068DF}"/>
              </a:ext>
            </a:extLst>
          </p:cNvPr>
          <p:cNvSpPr txBox="1"/>
          <p:nvPr/>
        </p:nvSpPr>
        <p:spPr>
          <a:xfrm>
            <a:off x="1609725" y="2407941"/>
            <a:ext cx="7981950" cy="2451953"/>
          </a:xfrm>
          <a:prstGeom prst="rect">
            <a:avLst/>
          </a:prstGeom>
          <a:noFill/>
        </p:spPr>
        <p:txBody>
          <a:bodyPr wrap="square" lIns="91440" tIns="45720" rIns="91440" bIns="45720" anchor="t">
            <a:spAutoFit/>
          </a:bodyPr>
          <a:lstStyle/>
          <a:p>
            <a:pPr marL="342900" indent="-342900">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Definition of the problem</a:t>
            </a:r>
          </a:p>
          <a:p>
            <a:pPr marL="342900" indent="-342900">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Gathering of information</a:t>
            </a:r>
          </a:p>
          <a:p>
            <a:pPr marL="342900" indent="-342900">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 Generation of alternative solutions</a:t>
            </a:r>
          </a:p>
          <a:p>
            <a:pPr marL="342900" indent="-342900">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Evaluation of alternatives and decision making</a:t>
            </a:r>
          </a:p>
          <a:p>
            <a:pPr marL="342900" indent="-342900">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Communication of the results</a:t>
            </a:r>
            <a:endParaRPr lang="en-IN" sz="2400">
              <a:highlight>
                <a:srgbClr val="FFFF00"/>
              </a:highlight>
              <a:latin typeface="Times New Roman"/>
              <a:cs typeface="Times New Roman"/>
            </a:endParaRPr>
          </a:p>
        </p:txBody>
      </p:sp>
    </p:spTree>
    <p:extLst>
      <p:ext uri="{BB962C8B-B14F-4D97-AF65-F5344CB8AC3E}">
        <p14:creationId xmlns:p14="http://schemas.microsoft.com/office/powerpoint/2010/main" val="139018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3B3833-586D-FEC4-7CD3-8ACCCE932B31}"/>
              </a:ext>
            </a:extLst>
          </p:cNvPr>
          <p:cNvSpPr txBox="1"/>
          <p:nvPr/>
        </p:nvSpPr>
        <p:spPr>
          <a:xfrm>
            <a:off x="3448050" y="158234"/>
            <a:ext cx="6096000" cy="707886"/>
          </a:xfrm>
          <a:prstGeom prst="rect">
            <a:avLst/>
          </a:prstGeom>
          <a:noFill/>
        </p:spPr>
        <p:txBody>
          <a:bodyPr wrap="square">
            <a:spAutoFit/>
          </a:bodyPr>
          <a:lstStyle/>
          <a:p>
            <a:pPr>
              <a:spcBef>
                <a:spcPts val="400"/>
              </a:spcBef>
              <a:spcAft>
                <a:spcPts val="600"/>
              </a:spcAft>
            </a:pPr>
            <a:r>
              <a:rPr lang="en-US" sz="4000">
                <a:solidFill>
                  <a:srgbClr val="00B0F0"/>
                </a:solidFill>
                <a:latin typeface="Times New Roman" panose="02020603050405020304" pitchFamily="18" charset="0"/>
                <a:cs typeface="Times New Roman" panose="02020603050405020304" pitchFamily="18" charset="0"/>
              </a:rPr>
              <a:t>Definition of the problem</a:t>
            </a:r>
          </a:p>
        </p:txBody>
      </p:sp>
      <p:sp>
        <p:nvSpPr>
          <p:cNvPr id="5" name="TextBox 4">
            <a:extLst>
              <a:ext uri="{FF2B5EF4-FFF2-40B4-BE49-F238E27FC236}">
                <a16:creationId xmlns:a16="http://schemas.microsoft.com/office/drawing/2014/main" id="{F5A6C7F8-3348-BFDE-1E61-5C309192B89B}"/>
              </a:ext>
            </a:extLst>
          </p:cNvPr>
          <p:cNvSpPr txBox="1"/>
          <p:nvPr/>
        </p:nvSpPr>
        <p:spPr>
          <a:xfrm>
            <a:off x="1042988" y="1464359"/>
            <a:ext cx="10106024" cy="3929281"/>
          </a:xfrm>
          <a:prstGeom prst="rect">
            <a:avLst/>
          </a:prstGeom>
          <a:noFill/>
        </p:spPr>
        <p:txBody>
          <a:bodyPr wrap="square" lIns="91440" tIns="45720" rIns="91440" bIns="45720" anchor="t">
            <a:spAutoFit/>
          </a:bodyPr>
          <a:lstStyle/>
          <a:p>
            <a:pPr marL="342900" indent="-342900" algn="l">
              <a:spcBef>
                <a:spcPts val="400"/>
              </a:spcBef>
              <a:spcAft>
                <a:spcPts val="600"/>
              </a:spcAft>
              <a:buFont typeface="Wingdings" panose="05000000000000000000" pitchFamily="2" charset="2"/>
              <a:buChar char="Ø"/>
            </a:pPr>
            <a:r>
              <a:rPr lang="en-US" sz="2400" b="0" i="0" u="none" strike="noStrike" baseline="0">
                <a:latin typeface="Times New Roman"/>
                <a:cs typeface="Times New Roman"/>
              </a:rPr>
              <a:t>The most critical step in the solution of a problem is the </a:t>
            </a:r>
            <a:r>
              <a:rPr lang="en-US" sz="2400" b="0" i="1" u="none" strike="noStrike" baseline="0">
                <a:latin typeface="Times New Roman"/>
                <a:cs typeface="Times New Roman"/>
              </a:rPr>
              <a:t>problem definition </a:t>
            </a:r>
            <a:r>
              <a:rPr lang="en-US" sz="2400" b="0" i="0" u="none" strike="noStrike" baseline="0">
                <a:latin typeface="Times New Roman"/>
                <a:cs typeface="Times New Roman"/>
              </a:rPr>
              <a:t>or</a:t>
            </a:r>
          </a:p>
          <a:p>
            <a:pPr>
              <a:spcBef>
                <a:spcPts val="400"/>
              </a:spcBef>
              <a:spcAft>
                <a:spcPts val="600"/>
              </a:spcAft>
            </a:pPr>
            <a:r>
              <a:rPr lang="en-IN" sz="2400">
                <a:latin typeface="Times New Roman"/>
                <a:cs typeface="Times New Roman"/>
              </a:rPr>
              <a:t>   </a:t>
            </a:r>
            <a:r>
              <a:rPr lang="en-IN" sz="2400" b="0" i="0" u="none" strike="noStrike" baseline="0">
                <a:latin typeface="Times New Roman"/>
                <a:cs typeface="Times New Roman"/>
              </a:rPr>
              <a:t> formulation.</a:t>
            </a:r>
          </a:p>
          <a:p>
            <a:pPr marL="342900" indent="-342900">
              <a:spcBef>
                <a:spcPts val="400"/>
              </a:spcBef>
              <a:spcAft>
                <a:spcPts val="600"/>
              </a:spcAft>
              <a:buFont typeface="Wingdings" panose="05000000000000000000" pitchFamily="2" charset="2"/>
              <a:buChar char="Ø"/>
            </a:pPr>
            <a:r>
              <a:rPr lang="en-US" sz="2400">
                <a:latin typeface="Times New Roman"/>
                <a:cs typeface="Times New Roman"/>
              </a:rPr>
              <a:t>The formulation of the problem should start by writing down a problem statement. This document should express as specifically as possible what the problem is. </a:t>
            </a:r>
            <a:endParaRPr lang="en-US" sz="2400">
              <a:latin typeface="Times New Roman" panose="02020603050405020304" pitchFamily="18" charset="0"/>
              <a:cs typeface="Times New Roman" panose="02020603050405020304" pitchFamily="18" charset="0"/>
            </a:endParaRPr>
          </a:p>
          <a:p>
            <a:pPr marL="342900" indent="-342900" algn="l">
              <a:spcBef>
                <a:spcPts val="400"/>
              </a:spcBef>
              <a:spcAft>
                <a:spcPts val="600"/>
              </a:spcAft>
              <a:buFont typeface="Wingdings" panose="05000000000000000000" pitchFamily="2" charset="2"/>
              <a:buChar char="Ø"/>
            </a:pPr>
            <a:r>
              <a:rPr lang="en-US" sz="2400">
                <a:highlight>
                  <a:srgbClr val="00FF00"/>
                </a:highlight>
                <a:latin typeface="Times New Roman"/>
                <a:cs typeface="Times New Roman"/>
              </a:rPr>
              <a:t>It should include objectives and goals, the current state of affairs and the desired state, any constraints placed on solution of the problem, and the definition of any special technical terms</a:t>
            </a:r>
          </a:p>
          <a:p>
            <a:pPr marL="342900" indent="-342900" algn="l">
              <a:spcBef>
                <a:spcPts val="400"/>
              </a:spcBef>
              <a:spcAft>
                <a:spcPts val="600"/>
              </a:spcAft>
              <a:buFont typeface="Wingdings" panose="05000000000000000000" pitchFamily="2" charset="2"/>
              <a:buChar char="Ø"/>
            </a:pPr>
            <a:r>
              <a:rPr lang="en-US" sz="2400" b="0" u="none" strike="noStrike" baseline="0">
                <a:latin typeface="Times New Roman"/>
                <a:cs typeface="Times New Roman"/>
              </a:rPr>
              <a:t>Problem definition often needs analysis</a:t>
            </a:r>
          </a:p>
        </p:txBody>
      </p:sp>
    </p:spTree>
    <p:extLst>
      <p:ext uri="{BB962C8B-B14F-4D97-AF65-F5344CB8AC3E}">
        <p14:creationId xmlns:p14="http://schemas.microsoft.com/office/powerpoint/2010/main" val="4155010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A00404-6EA7-1822-FCEF-B834403FED1B}"/>
              </a:ext>
            </a:extLst>
          </p:cNvPr>
          <p:cNvSpPr txBox="1"/>
          <p:nvPr/>
        </p:nvSpPr>
        <p:spPr>
          <a:xfrm>
            <a:off x="1281112" y="1593365"/>
            <a:ext cx="9629775" cy="4170372"/>
          </a:xfrm>
          <a:prstGeom prst="rect">
            <a:avLst/>
          </a:prstGeom>
          <a:noFill/>
        </p:spPr>
        <p:txBody>
          <a:bodyPr wrap="square">
            <a:spAutoFit/>
          </a:bodyPr>
          <a:lstStyle/>
          <a:p>
            <a:pPr marL="285750" indent="-285750" algn="just">
              <a:spcBef>
                <a:spcPts val="400"/>
              </a:spcBef>
              <a:spcAft>
                <a:spcPts val="600"/>
              </a:spcAft>
              <a:buFont typeface="Wingdings" panose="05000000000000000000" pitchFamily="2" charset="2"/>
              <a:buChar char="Ø"/>
            </a:pPr>
            <a:r>
              <a:rPr lang="en-IN" sz="2400" b="0" i="0" u="none" strike="noStrike" baseline="0">
                <a:latin typeface="Times New Roman" panose="02020603050405020304" pitchFamily="18" charset="0"/>
                <a:cs typeface="Times New Roman" panose="02020603050405020304" pitchFamily="18" charset="0"/>
              </a:rPr>
              <a:t>Textbooks and articles published </a:t>
            </a:r>
            <a:r>
              <a:rPr lang="en-US" sz="2400" b="0" i="0" u="none" strike="noStrike" baseline="0">
                <a:latin typeface="Times New Roman" panose="02020603050405020304" pitchFamily="18" charset="0"/>
                <a:cs typeface="Times New Roman" panose="02020603050405020304" pitchFamily="18" charset="0"/>
              </a:rPr>
              <a:t>in the scholarly technical journals usually are of lesser importance. The need often is for more specific and current information than is provided by those sources.</a:t>
            </a:r>
          </a:p>
          <a:p>
            <a:pPr marL="285750" indent="-285750" algn="just">
              <a:spcBef>
                <a:spcPts val="400"/>
              </a:spcBef>
              <a:spcAft>
                <a:spcPts val="600"/>
              </a:spcAft>
              <a:buFont typeface="Wingdings" panose="05000000000000000000" pitchFamily="2" charset="2"/>
              <a:buChar char="Ø"/>
            </a:pPr>
            <a:r>
              <a:rPr lang="en-US" sz="2400" b="0" i="0" u="none" strike="noStrike" baseline="0">
                <a:latin typeface="Times New Roman" panose="02020603050405020304" pitchFamily="18" charset="0"/>
                <a:cs typeface="Times New Roman" panose="02020603050405020304" pitchFamily="18" charset="0"/>
              </a:rPr>
              <a:t>Technical reports published as a result of government-sponsored R&amp;D, company reports, trade journals, patents, catalogs, and handbooks and literature published by vendors and suppliers of material and equipment are important sources of information.</a:t>
            </a:r>
          </a:p>
          <a:p>
            <a:pPr marL="285750" indent="-285750" algn="just">
              <a:spcBef>
                <a:spcPts val="400"/>
              </a:spcBef>
              <a:spcAft>
                <a:spcPts val="600"/>
              </a:spcAft>
              <a:buFont typeface="Wingdings" panose="05000000000000000000" pitchFamily="2" charset="2"/>
              <a:buChar char="Ø"/>
            </a:pPr>
            <a:r>
              <a:rPr lang="en-US" sz="2400" b="0" i="0" u="none" strike="noStrike" baseline="0">
                <a:latin typeface="Times New Roman" panose="02020603050405020304" pitchFamily="18" charset="0"/>
                <a:cs typeface="Times New Roman" panose="02020603050405020304" pitchFamily="18" charset="0"/>
              </a:rPr>
              <a:t>The Internet is a very useful resource</a:t>
            </a:r>
          </a:p>
          <a:p>
            <a:pPr marL="285750" indent="-285750" algn="l">
              <a:spcBef>
                <a:spcPts val="400"/>
              </a:spcBef>
              <a:spcAft>
                <a:spcPts val="600"/>
              </a:spcAft>
              <a:buFont typeface="Wingdings" panose="05000000000000000000" pitchFamily="2" charset="2"/>
              <a:buChar char="Ø"/>
            </a:pPr>
            <a:r>
              <a:rPr lang="en-US" sz="2400" b="0" i="0" u="none" strike="noStrike" baseline="0">
                <a:latin typeface="Times New Roman" panose="02020603050405020304" pitchFamily="18" charset="0"/>
                <a:cs typeface="Times New Roman" panose="02020603050405020304" pitchFamily="18" charset="0"/>
              </a:rPr>
              <a:t> Discussions with in-house experts (often in the corporate R&amp;D center) and outside consultants may prove helpful</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4AB1BCB-407C-81ED-8F36-CE9DD7593A22}"/>
              </a:ext>
            </a:extLst>
          </p:cNvPr>
          <p:cNvSpPr txBox="1"/>
          <p:nvPr/>
        </p:nvSpPr>
        <p:spPr>
          <a:xfrm>
            <a:off x="3343275" y="404098"/>
            <a:ext cx="6096000" cy="707886"/>
          </a:xfrm>
          <a:prstGeom prst="rect">
            <a:avLst/>
          </a:prstGeom>
          <a:noFill/>
        </p:spPr>
        <p:txBody>
          <a:bodyPr wrap="square">
            <a:spAutoFit/>
          </a:bodyPr>
          <a:lstStyle/>
          <a:p>
            <a:pPr>
              <a:spcBef>
                <a:spcPts val="400"/>
              </a:spcBef>
              <a:spcAft>
                <a:spcPts val="600"/>
              </a:spcAft>
            </a:pPr>
            <a:r>
              <a:rPr lang="en-US" sz="4000">
                <a:solidFill>
                  <a:srgbClr val="00B0F0"/>
                </a:solidFill>
                <a:latin typeface="Times New Roman" panose="02020603050405020304" pitchFamily="18" charset="0"/>
                <a:cs typeface="Times New Roman" panose="02020603050405020304" pitchFamily="18" charset="0"/>
              </a:rPr>
              <a:t>Gathering of information</a:t>
            </a:r>
          </a:p>
        </p:txBody>
      </p:sp>
    </p:spTree>
    <p:extLst>
      <p:ext uri="{BB962C8B-B14F-4D97-AF65-F5344CB8AC3E}">
        <p14:creationId xmlns:p14="http://schemas.microsoft.com/office/powerpoint/2010/main" val="1687535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3C7DBF-AE92-607D-8F37-0D3A37A36785}"/>
              </a:ext>
            </a:extLst>
          </p:cNvPr>
          <p:cNvSpPr txBox="1"/>
          <p:nvPr/>
        </p:nvSpPr>
        <p:spPr>
          <a:xfrm>
            <a:off x="1114424" y="2134076"/>
            <a:ext cx="10277476" cy="2949525"/>
          </a:xfrm>
          <a:prstGeom prst="rect">
            <a:avLst/>
          </a:prstGeom>
          <a:noFill/>
        </p:spPr>
        <p:txBody>
          <a:bodyPr wrap="square" lIns="91440" tIns="45720" rIns="91440" bIns="45720" anchor="t">
            <a:spAutoFit/>
          </a:bodyPr>
          <a:lstStyle/>
          <a:p>
            <a:pPr marL="342900" indent="-342900" algn="l">
              <a:spcBef>
                <a:spcPts val="400"/>
              </a:spcBef>
              <a:spcAft>
                <a:spcPts val="600"/>
              </a:spcAft>
              <a:buFont typeface="Wingdings" panose="05000000000000000000" pitchFamily="2" charset="2"/>
              <a:buChar char="Ø"/>
            </a:pPr>
            <a:r>
              <a:rPr lang="en-US" sz="2400" b="0" i="0" u="none" strike="noStrike" baseline="0">
                <a:highlight>
                  <a:srgbClr val="FFFF00"/>
                </a:highlight>
                <a:latin typeface="Times New Roman"/>
                <a:cs typeface="Times New Roman"/>
              </a:rPr>
              <a:t>What do I need to find out?</a:t>
            </a:r>
          </a:p>
          <a:p>
            <a:pPr marL="342900" indent="-342900" algn="l">
              <a:spcBef>
                <a:spcPts val="400"/>
              </a:spcBef>
              <a:spcAft>
                <a:spcPts val="600"/>
              </a:spcAft>
              <a:buFont typeface="Wingdings" panose="05000000000000000000" pitchFamily="2" charset="2"/>
              <a:buChar char="Ø"/>
            </a:pPr>
            <a:r>
              <a:rPr lang="en-US" sz="2400" b="0" i="0" u="none" strike="noStrike" baseline="0">
                <a:highlight>
                  <a:srgbClr val="FFFF00"/>
                </a:highlight>
                <a:latin typeface="Times New Roman"/>
                <a:cs typeface="Times New Roman"/>
              </a:rPr>
              <a:t>Where can I find it and how can I get it?</a:t>
            </a:r>
          </a:p>
          <a:p>
            <a:pPr marL="342900" indent="-342900" algn="l">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How credible and accurate is the information?</a:t>
            </a:r>
          </a:p>
          <a:p>
            <a:pPr marL="342900" indent="-342900" algn="l">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How should the information be interpreted for my specific need?</a:t>
            </a:r>
          </a:p>
          <a:p>
            <a:pPr marL="342900" indent="-342900" algn="l">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When do I have enough information?</a:t>
            </a:r>
          </a:p>
          <a:p>
            <a:pPr marL="342900" indent="-342900" algn="l">
              <a:spcBef>
                <a:spcPts val="400"/>
              </a:spcBef>
              <a:spcAft>
                <a:spcPts val="600"/>
              </a:spcAft>
              <a:buFont typeface="Wingdings" panose="05000000000000000000" pitchFamily="2" charset="2"/>
              <a:buChar char="Ø"/>
            </a:pPr>
            <a:r>
              <a:rPr lang="en-US" sz="2400">
                <a:highlight>
                  <a:srgbClr val="FFFF00"/>
                </a:highlight>
                <a:latin typeface="Times New Roman"/>
                <a:cs typeface="Times New Roman"/>
              </a:rPr>
              <a:t>What decisions result from the information?</a:t>
            </a:r>
            <a:endParaRPr lang="en-IN" sz="2400">
              <a:highlight>
                <a:srgbClr val="FFFF00"/>
              </a:highlight>
              <a:latin typeface="Times New Roman"/>
              <a:cs typeface="Times New Roman"/>
            </a:endParaRPr>
          </a:p>
        </p:txBody>
      </p:sp>
      <p:sp>
        <p:nvSpPr>
          <p:cNvPr id="5" name="TextBox 4">
            <a:extLst>
              <a:ext uri="{FF2B5EF4-FFF2-40B4-BE49-F238E27FC236}">
                <a16:creationId xmlns:a16="http://schemas.microsoft.com/office/drawing/2014/main" id="{38BCD396-21F4-B461-C7C4-CDC78B1B44C0}"/>
              </a:ext>
            </a:extLst>
          </p:cNvPr>
          <p:cNvSpPr txBox="1"/>
          <p:nvPr/>
        </p:nvSpPr>
        <p:spPr>
          <a:xfrm>
            <a:off x="1114424" y="515035"/>
            <a:ext cx="10344151" cy="1077218"/>
          </a:xfrm>
          <a:prstGeom prst="rect">
            <a:avLst/>
          </a:prstGeom>
          <a:noFill/>
        </p:spPr>
        <p:txBody>
          <a:bodyPr wrap="square">
            <a:spAutoFit/>
          </a:bodyPr>
          <a:lstStyle/>
          <a:p>
            <a:r>
              <a:rPr lang="en-US" sz="3200" b="0" i="0" u="none" strike="noStrike" baseline="0">
                <a:solidFill>
                  <a:srgbClr val="00B0F0"/>
                </a:solidFill>
                <a:latin typeface="Times New Roman" panose="02020603050405020304" pitchFamily="18" charset="0"/>
                <a:cs typeface="Times New Roman" panose="02020603050405020304" pitchFamily="18" charset="0"/>
              </a:rPr>
              <a:t>The following are some of the questions concerned with obtaining information</a:t>
            </a:r>
            <a:endParaRPr lang="en-IN" sz="320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854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7F10FC-70E5-1ACE-1315-55CC4F20CF9D}"/>
              </a:ext>
            </a:extLst>
          </p:cNvPr>
          <p:cNvSpPr txBox="1"/>
          <p:nvPr/>
        </p:nvSpPr>
        <p:spPr>
          <a:xfrm>
            <a:off x="1895474" y="329684"/>
            <a:ext cx="8905875" cy="707886"/>
          </a:xfrm>
          <a:prstGeom prst="rect">
            <a:avLst/>
          </a:prstGeom>
          <a:noFill/>
        </p:spPr>
        <p:txBody>
          <a:bodyPr wrap="square" lIns="91440" tIns="45720" rIns="91440" bIns="45720" anchor="t">
            <a:spAutoFit/>
          </a:bodyPr>
          <a:lstStyle/>
          <a:p>
            <a:pPr algn="just"/>
            <a:r>
              <a:rPr lang="en-IN" sz="4000" i="0" u="none" strike="noStrike" baseline="0">
                <a:solidFill>
                  <a:srgbClr val="00B0F0"/>
                </a:solidFill>
                <a:latin typeface="Times New Roman"/>
                <a:cs typeface="Times New Roman"/>
              </a:rPr>
              <a:t>Generation of Alternative Solutions</a:t>
            </a:r>
            <a:endParaRPr lang="en-US">
              <a:latin typeface="Times New Roman"/>
              <a:cs typeface="Times New Roman"/>
            </a:endParaRPr>
          </a:p>
        </p:txBody>
      </p:sp>
      <p:sp>
        <p:nvSpPr>
          <p:cNvPr id="5" name="TextBox 4">
            <a:extLst>
              <a:ext uri="{FF2B5EF4-FFF2-40B4-BE49-F238E27FC236}">
                <a16:creationId xmlns:a16="http://schemas.microsoft.com/office/drawing/2014/main" id="{95E90EEB-E41A-9376-9805-9A24ED78A845}"/>
              </a:ext>
            </a:extLst>
          </p:cNvPr>
          <p:cNvSpPr txBox="1"/>
          <p:nvPr/>
        </p:nvSpPr>
        <p:spPr>
          <a:xfrm>
            <a:off x="1000124" y="1071086"/>
            <a:ext cx="9915525" cy="2067233"/>
          </a:xfrm>
          <a:prstGeom prst="rect">
            <a:avLst/>
          </a:prstGeom>
          <a:noFill/>
        </p:spPr>
        <p:txBody>
          <a:bodyPr wrap="square" lIns="91440" tIns="45720" rIns="91440" bIns="45720" anchor="t">
            <a:spAutoFit/>
          </a:bodyPr>
          <a:lstStyle/>
          <a:p>
            <a:pPr marL="742950" lvl="1" indent="-285750" algn="just">
              <a:spcBef>
                <a:spcPts val="400"/>
              </a:spcBef>
              <a:spcAft>
                <a:spcPts val="600"/>
              </a:spcAft>
              <a:buFont typeface="Wingdings" panose="05000000000000000000" pitchFamily="2" charset="2"/>
              <a:buChar char="Ø"/>
            </a:pPr>
            <a:r>
              <a:rPr lang="en-US" sz="2400">
                <a:latin typeface="Times New Roman"/>
                <a:cs typeface="Times New Roman"/>
              </a:rPr>
              <a:t>Generating alternative solutions or design concepts involves the use of creativity stimulation methods, the application of physical principles and qualitative reasoning, and the ability to find and use information.</a:t>
            </a:r>
            <a:endParaRPr lang="en-US">
              <a:latin typeface="Times New Roman"/>
              <a:cs typeface="Times New Roman"/>
            </a:endParaRPr>
          </a:p>
          <a:p>
            <a:pPr marL="742950" lvl="1" indent="-285750" algn="just">
              <a:spcBef>
                <a:spcPts val="400"/>
              </a:spcBef>
              <a:spcAft>
                <a:spcPts val="600"/>
              </a:spcAft>
              <a:buFont typeface="Wingdings" panose="05000000000000000000" pitchFamily="2" charset="2"/>
              <a:buChar char="Ø"/>
            </a:pPr>
            <a:r>
              <a:rPr lang="en-US" sz="2400" b="0" i="0" u="none" strike="noStrike" baseline="0">
                <a:latin typeface="Times New Roman"/>
                <a:cs typeface="Times New Roman"/>
              </a:rPr>
              <a:t>The ability to generate high-quality alternative solutions is vital to a successful</a:t>
            </a:r>
            <a:r>
              <a:rPr lang="en-IN" sz="2400" b="0" i="0" u="none" strike="noStrike" baseline="0">
                <a:latin typeface="Times New Roman"/>
                <a:cs typeface="Times New Roman"/>
              </a:rPr>
              <a:t> design.</a:t>
            </a:r>
            <a:endParaRPr lang="en-IN" sz="2400">
              <a:latin typeface="Times New Roman"/>
              <a:cs typeface="Times New Roman"/>
            </a:endParaRPr>
          </a:p>
        </p:txBody>
      </p:sp>
      <p:sp>
        <p:nvSpPr>
          <p:cNvPr id="7" name="TextBox 6">
            <a:extLst>
              <a:ext uri="{FF2B5EF4-FFF2-40B4-BE49-F238E27FC236}">
                <a16:creationId xmlns:a16="http://schemas.microsoft.com/office/drawing/2014/main" id="{1C4D0CCF-12F9-EE36-7B80-5CFAE14E8FD1}"/>
              </a:ext>
            </a:extLst>
          </p:cNvPr>
          <p:cNvSpPr txBox="1"/>
          <p:nvPr/>
        </p:nvSpPr>
        <p:spPr>
          <a:xfrm>
            <a:off x="1400174" y="3138319"/>
            <a:ext cx="10115551" cy="707886"/>
          </a:xfrm>
          <a:prstGeom prst="rect">
            <a:avLst/>
          </a:prstGeom>
          <a:noFill/>
        </p:spPr>
        <p:txBody>
          <a:bodyPr wrap="square" lIns="91440" tIns="45720" rIns="91440" bIns="45720" anchor="t">
            <a:spAutoFit/>
          </a:bodyPr>
          <a:lstStyle/>
          <a:p>
            <a:pPr algn="just"/>
            <a:r>
              <a:rPr lang="en-US" sz="4000" i="0" u="none" strike="noStrike" baseline="0">
                <a:solidFill>
                  <a:srgbClr val="00B0F0"/>
                </a:solidFill>
                <a:latin typeface="Times New Roman" panose="02020603050405020304" pitchFamily="18" charset="0"/>
                <a:cs typeface="Times New Roman" panose="02020603050405020304" pitchFamily="18" charset="0"/>
              </a:rPr>
              <a:t>Evaluation of Alternatives and Decision Making</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743A9C7-68C1-3CB0-9C29-560A041E1628}"/>
              </a:ext>
            </a:extLst>
          </p:cNvPr>
          <p:cNvSpPr txBox="1"/>
          <p:nvPr/>
        </p:nvSpPr>
        <p:spPr>
          <a:xfrm>
            <a:off x="2466974" y="4084330"/>
            <a:ext cx="8486775" cy="2323713"/>
          </a:xfrm>
          <a:prstGeom prst="rect">
            <a:avLst/>
          </a:prstGeom>
          <a:noFill/>
        </p:spPr>
        <p:txBody>
          <a:bodyPr wrap="square" lIns="91440" tIns="45720" rIns="91440" bIns="45720" anchor="t">
            <a:spAutoFit/>
          </a:bodyPr>
          <a:lstStyle/>
          <a:p>
            <a:pPr marL="285750" indent="-285750" algn="just">
              <a:spcBef>
                <a:spcPts val="400"/>
              </a:spcBef>
              <a:spcAft>
                <a:spcPts val="600"/>
              </a:spcAft>
              <a:buFont typeface="Wingdings" panose="05000000000000000000" pitchFamily="2" charset="2"/>
              <a:buChar char="Ø"/>
            </a:pPr>
            <a:r>
              <a:rPr lang="en-IN" sz="2400">
                <a:latin typeface="Times New Roman"/>
                <a:cs typeface="Times New Roman"/>
              </a:rPr>
              <a:t>Engineering analysis procedures</a:t>
            </a:r>
            <a:endParaRPr lang="en-US">
              <a:latin typeface="Times New Roman"/>
              <a:cs typeface="Times New Roman"/>
            </a:endParaRPr>
          </a:p>
          <a:p>
            <a:pPr marL="285750" indent="-285750" algn="just">
              <a:spcBef>
                <a:spcPts val="400"/>
              </a:spcBef>
              <a:spcAft>
                <a:spcPts val="600"/>
              </a:spcAft>
              <a:buFont typeface="Wingdings" panose="05000000000000000000" pitchFamily="2" charset="2"/>
              <a:buChar char="Ø"/>
            </a:pPr>
            <a:r>
              <a:rPr lang="en-US" sz="2400">
                <a:latin typeface="Times New Roman"/>
                <a:cs typeface="Times New Roman"/>
              </a:rPr>
              <a:t>Simulation of performance with computer models</a:t>
            </a:r>
          </a:p>
          <a:p>
            <a:pPr marL="285750" indent="-285750" algn="just">
              <a:spcBef>
                <a:spcPts val="400"/>
              </a:spcBef>
              <a:spcAft>
                <a:spcPts val="600"/>
              </a:spcAft>
              <a:buFont typeface="Wingdings" panose="05000000000000000000" pitchFamily="2" charset="2"/>
              <a:buChar char="Ø"/>
            </a:pPr>
            <a:r>
              <a:rPr lang="en-US" sz="2400">
                <a:latin typeface="Times New Roman"/>
                <a:cs typeface="Times New Roman"/>
              </a:rPr>
              <a:t>Mathematical checks and engineering-sense checks</a:t>
            </a:r>
          </a:p>
          <a:p>
            <a:pPr marL="285750" indent="-285750" algn="just">
              <a:spcBef>
                <a:spcPts val="400"/>
              </a:spcBef>
              <a:spcAft>
                <a:spcPts val="600"/>
              </a:spcAft>
              <a:buFont typeface="Wingdings" panose="05000000000000000000" pitchFamily="2" charset="2"/>
              <a:buChar char="Ø"/>
            </a:pPr>
            <a:r>
              <a:rPr lang="en-US" sz="2400">
                <a:latin typeface="Times New Roman"/>
                <a:cs typeface="Times New Roman"/>
              </a:rPr>
              <a:t>Robust design that is resistant to environmental influences (water vapor, temperature, vibration, etc.)</a:t>
            </a:r>
            <a:endParaRPr lang="en-IN" sz="2400">
              <a:latin typeface="Times New Roman"/>
              <a:cs typeface="Times New Roman"/>
            </a:endParaRPr>
          </a:p>
        </p:txBody>
      </p:sp>
    </p:spTree>
    <p:extLst>
      <p:ext uri="{BB962C8B-B14F-4D97-AF65-F5344CB8AC3E}">
        <p14:creationId xmlns:p14="http://schemas.microsoft.com/office/powerpoint/2010/main" val="4126767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2B49A8-558D-1262-A31B-FB7B24F8494D}"/>
              </a:ext>
            </a:extLst>
          </p:cNvPr>
          <p:cNvSpPr txBox="1"/>
          <p:nvPr/>
        </p:nvSpPr>
        <p:spPr>
          <a:xfrm>
            <a:off x="2860178" y="200025"/>
            <a:ext cx="6471643"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Communications of the results</a:t>
            </a:r>
          </a:p>
        </p:txBody>
      </p:sp>
      <p:sp>
        <p:nvSpPr>
          <p:cNvPr id="4" name="TextBox 3">
            <a:extLst>
              <a:ext uri="{FF2B5EF4-FFF2-40B4-BE49-F238E27FC236}">
                <a16:creationId xmlns:a16="http://schemas.microsoft.com/office/drawing/2014/main" id="{46A343AD-30E9-1448-4FFF-C6E689E85BAC}"/>
              </a:ext>
            </a:extLst>
          </p:cNvPr>
          <p:cNvSpPr txBox="1"/>
          <p:nvPr/>
        </p:nvSpPr>
        <p:spPr>
          <a:xfrm>
            <a:off x="1523999" y="1153210"/>
            <a:ext cx="9658351" cy="1682512"/>
          </a:xfrm>
          <a:prstGeom prst="rect">
            <a:avLst/>
          </a:prstGeom>
          <a:noFill/>
        </p:spPr>
        <p:txBody>
          <a:bodyPr wrap="square">
            <a:spAutoFit/>
          </a:bodyPr>
          <a:lstStyle/>
          <a:p>
            <a:pPr marL="285750" indent="-285750" algn="l">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S</a:t>
            </a:r>
            <a:r>
              <a:rPr lang="en-IN" sz="2400" b="0" i="0" u="none" strike="noStrike" baseline="0">
                <a:latin typeface="Times New Roman" panose="02020603050405020304" pitchFamily="18" charset="0"/>
                <a:cs typeface="Times New Roman" panose="02020603050405020304" pitchFamily="18" charset="0"/>
              </a:rPr>
              <a:t>atisfy the </a:t>
            </a:r>
            <a:r>
              <a:rPr lang="en-US" sz="2400" b="0" i="0" u="none" strike="noStrike" baseline="0">
                <a:latin typeface="Times New Roman" panose="02020603050405020304" pitchFamily="18" charset="0"/>
                <a:cs typeface="Times New Roman" panose="02020603050405020304" pitchFamily="18" charset="0"/>
              </a:rPr>
              <a:t>needs of a customer or client</a:t>
            </a:r>
          </a:p>
          <a:p>
            <a:pPr marL="285750" indent="-285750" algn="l">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Detailed engineering drawings, computer programs, 3-D computer models, and working models</a:t>
            </a:r>
          </a:p>
          <a:p>
            <a:pPr marL="285750" indent="-285750" algn="l">
              <a:buFont typeface="Wingdings" panose="05000000000000000000" pitchFamily="2" charset="2"/>
              <a:buChar char="Ø"/>
            </a:pPr>
            <a:endParaRPr lang="en-IN"/>
          </a:p>
        </p:txBody>
      </p:sp>
    </p:spTree>
    <p:extLst>
      <p:ext uri="{BB962C8B-B14F-4D97-AF65-F5344CB8AC3E}">
        <p14:creationId xmlns:p14="http://schemas.microsoft.com/office/powerpoint/2010/main" val="3823840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48527B-1653-C1E9-FE19-1A3CA265D241}"/>
              </a:ext>
            </a:extLst>
          </p:cNvPr>
          <p:cNvSpPr txBox="1"/>
          <p:nvPr/>
        </p:nvSpPr>
        <p:spPr>
          <a:xfrm>
            <a:off x="1504950" y="2520434"/>
            <a:ext cx="9505949" cy="769441"/>
          </a:xfrm>
          <a:prstGeom prst="rect">
            <a:avLst/>
          </a:prstGeom>
          <a:noFill/>
        </p:spPr>
        <p:txBody>
          <a:bodyPr wrap="square">
            <a:spAutoFit/>
          </a:bodyPr>
          <a:lstStyle/>
          <a:p>
            <a:pPr algn="l"/>
            <a:r>
              <a:rPr lang="en-IN" sz="4400" b="1" i="0" u="none" strike="noStrike" baseline="0">
                <a:solidFill>
                  <a:schemeClr val="accent6">
                    <a:lumMod val="75000"/>
                  </a:schemeClr>
                </a:solidFill>
                <a:latin typeface="Times New Roman" panose="02020603050405020304" pitchFamily="18" charset="0"/>
                <a:cs typeface="Times New Roman" panose="02020603050405020304" pitchFamily="18" charset="0"/>
              </a:rPr>
              <a:t>Design-Social and Professional context</a:t>
            </a:r>
            <a:endParaRPr lang="en-IN" sz="4400" b="1">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514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368BAB-E81D-E082-514D-3CB4136F9852}"/>
              </a:ext>
            </a:extLst>
          </p:cNvPr>
          <p:cNvSpPr txBox="1"/>
          <p:nvPr/>
        </p:nvSpPr>
        <p:spPr>
          <a:xfrm>
            <a:off x="1733550" y="295960"/>
            <a:ext cx="8562975" cy="707886"/>
          </a:xfrm>
          <a:prstGeom prst="rect">
            <a:avLst/>
          </a:prstGeom>
          <a:noFill/>
        </p:spPr>
        <p:txBody>
          <a:bodyPr wrap="square">
            <a:spAutoFit/>
          </a:bodyPr>
          <a:lstStyle/>
          <a:p>
            <a:pPr algn="l"/>
            <a:r>
              <a:rPr lang="en-IN" sz="4000" b="1" i="0" u="none" strike="noStrike" baseline="0">
                <a:solidFill>
                  <a:srgbClr val="00B0F0"/>
                </a:solidFill>
                <a:latin typeface="Times New Roman" panose="02020603050405020304" pitchFamily="18" charset="0"/>
                <a:cs typeface="Times New Roman" panose="02020603050405020304" pitchFamily="18" charset="0"/>
              </a:rPr>
              <a:t>Design-Social and Professional context</a:t>
            </a:r>
            <a:endParaRPr lang="en-IN" sz="4000" b="1">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E446D67-081A-1E2D-BB02-76543FDFBE8F}"/>
              </a:ext>
            </a:extLst>
          </p:cNvPr>
          <p:cNvSpPr txBox="1"/>
          <p:nvPr/>
        </p:nvSpPr>
        <p:spPr>
          <a:xfrm>
            <a:off x="733425" y="1377434"/>
            <a:ext cx="7829550" cy="584775"/>
          </a:xfrm>
          <a:prstGeom prst="rect">
            <a:avLst/>
          </a:prstGeom>
          <a:noFill/>
        </p:spPr>
        <p:txBody>
          <a:bodyPr wrap="square">
            <a:spAutoFit/>
          </a:bodyPr>
          <a:lstStyle/>
          <a:p>
            <a:pPr marL="457200" indent="-457200">
              <a:buFont typeface="Wingdings" panose="05000000000000000000" pitchFamily="2" charset="2"/>
              <a:buChar char="v"/>
            </a:pPr>
            <a:r>
              <a:rPr lang="en-US" sz="3200" b="0" i="1" u="none" strike="noStrike" baseline="0">
                <a:solidFill>
                  <a:srgbClr val="7030A0"/>
                </a:solidFill>
                <a:latin typeface="Times New Roman" panose="02020603050405020304" pitchFamily="18" charset="0"/>
                <a:cs typeface="Times New Roman" panose="02020603050405020304" pitchFamily="18" charset="0"/>
              </a:rPr>
              <a:t>Social - Design to solve social issue or need</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F205DEF-85B4-BE7B-B77D-48AC9CEA8B12}"/>
              </a:ext>
            </a:extLst>
          </p:cNvPr>
          <p:cNvSpPr txBox="1"/>
          <p:nvPr/>
        </p:nvSpPr>
        <p:spPr>
          <a:xfrm>
            <a:off x="904875" y="2142262"/>
            <a:ext cx="6096000" cy="2677656"/>
          </a:xfrm>
          <a:prstGeom prst="rect">
            <a:avLst/>
          </a:prstGeom>
          <a:noFill/>
        </p:spPr>
        <p:txBody>
          <a:bodyPr wrap="square">
            <a:spAutoFit/>
          </a:bodyPr>
          <a:lstStyle/>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Ex- Devices for Handicapped</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Better housing</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Better sanitation</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Clean drinking water</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Abundant food</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Educational help</a:t>
            </a:r>
            <a:endParaRPr lang="en-IN" sz="28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3A8FA61-4FE0-96EA-D8A7-C4C381A70F9E}"/>
              </a:ext>
            </a:extLst>
          </p:cNvPr>
          <p:cNvSpPr txBox="1"/>
          <p:nvPr/>
        </p:nvSpPr>
        <p:spPr>
          <a:xfrm>
            <a:off x="933450" y="5114867"/>
            <a:ext cx="9363075" cy="523220"/>
          </a:xfrm>
          <a:prstGeom prst="rect">
            <a:avLst/>
          </a:prstGeom>
          <a:noFill/>
        </p:spPr>
        <p:txBody>
          <a:bodyPr wrap="square">
            <a:spAutoFit/>
          </a:bodyPr>
          <a:lstStyle/>
          <a:p>
            <a:r>
              <a:rPr lang="en-US" sz="2800" b="1" i="0" u="none" strike="noStrike" baseline="0">
                <a:latin typeface="Times New Roman" panose="02020603050405020304" pitchFamily="18" charset="0"/>
                <a:cs typeface="Times New Roman" panose="02020603050405020304" pitchFamily="18" charset="0"/>
              </a:rPr>
              <a:t>Note: Unsocial designs degrade the quality of life</a:t>
            </a:r>
            <a:endParaRPr lang="en-IN" sz="2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952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58B343-3A8A-EA8D-6D12-0836F7468F5D}"/>
              </a:ext>
            </a:extLst>
          </p:cNvPr>
          <p:cNvSpPr txBox="1"/>
          <p:nvPr/>
        </p:nvSpPr>
        <p:spPr>
          <a:xfrm>
            <a:off x="600074" y="1443677"/>
            <a:ext cx="10696575" cy="1077218"/>
          </a:xfrm>
          <a:prstGeom prst="rect">
            <a:avLst/>
          </a:prstGeom>
          <a:noFill/>
        </p:spPr>
        <p:txBody>
          <a:bodyPr wrap="square">
            <a:spAutoFit/>
          </a:bodyPr>
          <a:lstStyle/>
          <a:p>
            <a:pPr marL="285750" indent="-285750" algn="l">
              <a:buFont typeface="Wingdings" panose="05000000000000000000" pitchFamily="2" charset="2"/>
              <a:buChar char="v"/>
            </a:pPr>
            <a:r>
              <a:rPr lang="en-US" sz="3200" b="0" i="1" u="none" strike="noStrike" baseline="0">
                <a:solidFill>
                  <a:srgbClr val="7030A0"/>
                </a:solidFill>
                <a:latin typeface="Times New Roman" panose="02020603050405020304" pitchFamily="18" charset="0"/>
                <a:cs typeface="Times New Roman" panose="02020603050405020304" pitchFamily="18" charset="0"/>
              </a:rPr>
              <a:t> Professional - Design focused on comfortability, ease to</a:t>
            </a:r>
          </a:p>
          <a:p>
            <a:pPr algn="l"/>
            <a:r>
              <a:rPr lang="en-IN" sz="3200" b="0" i="1" u="none" strike="noStrike" baseline="0">
                <a:solidFill>
                  <a:srgbClr val="7030A0"/>
                </a:solidFill>
                <a:latin typeface="Times New Roman" panose="02020603050405020304" pitchFamily="18" charset="0"/>
                <a:cs typeface="Times New Roman" panose="02020603050405020304" pitchFamily="18" charset="0"/>
              </a:rPr>
              <a:t>     access or technological advancement</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B87F32-AF13-F637-237C-7180228F354D}"/>
              </a:ext>
            </a:extLst>
          </p:cNvPr>
          <p:cNvSpPr txBox="1"/>
          <p:nvPr/>
        </p:nvSpPr>
        <p:spPr>
          <a:xfrm>
            <a:off x="1066800" y="439333"/>
            <a:ext cx="2706190" cy="707886"/>
          </a:xfrm>
          <a:prstGeom prst="rect">
            <a:avLst/>
          </a:prstGeom>
          <a:noFill/>
        </p:spPr>
        <p:txBody>
          <a:bodyPr wrap="none" rtlCol="0">
            <a:spAutoFit/>
          </a:bodyPr>
          <a:lstStyle/>
          <a:p>
            <a:r>
              <a:rPr lang="en-IN" sz="4000">
                <a:solidFill>
                  <a:schemeClr val="accent6"/>
                </a:solidFill>
                <a:latin typeface="Times New Roman" panose="02020603050405020304" pitchFamily="18" charset="0"/>
                <a:cs typeface="Times New Roman" panose="02020603050405020304" pitchFamily="18" charset="0"/>
              </a:rPr>
              <a:t>Continue….</a:t>
            </a:r>
          </a:p>
        </p:txBody>
      </p:sp>
      <p:sp>
        <p:nvSpPr>
          <p:cNvPr id="6" name="TextBox 5">
            <a:extLst>
              <a:ext uri="{FF2B5EF4-FFF2-40B4-BE49-F238E27FC236}">
                <a16:creationId xmlns:a16="http://schemas.microsoft.com/office/drawing/2014/main" id="{08BCE879-D104-86CD-2606-7320B5A8E381}"/>
              </a:ext>
            </a:extLst>
          </p:cNvPr>
          <p:cNvSpPr txBox="1"/>
          <p:nvPr/>
        </p:nvSpPr>
        <p:spPr>
          <a:xfrm>
            <a:off x="942975" y="3113812"/>
            <a:ext cx="6096000" cy="2677656"/>
          </a:xfrm>
          <a:prstGeom prst="rect">
            <a:avLst/>
          </a:prstGeom>
          <a:noFill/>
        </p:spPr>
        <p:txBody>
          <a:bodyPr wrap="square">
            <a:spAutoFit/>
          </a:bodyPr>
          <a:lstStyle/>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Ex- E-Newspaper</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Business class in aircraft</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Electric bicycles</a:t>
            </a:r>
          </a:p>
          <a:p>
            <a:pPr marL="342900" indent="-342900" algn="l">
              <a:buFont typeface="Wingdings" panose="05000000000000000000" pitchFamily="2" charset="2"/>
              <a:buChar char="ü"/>
            </a:pPr>
            <a:r>
              <a:rPr lang="en-IN" sz="2800">
                <a:latin typeface="Times New Roman" panose="02020603050405020304" pitchFamily="18" charset="0"/>
                <a:cs typeface="Times New Roman" panose="02020603050405020304" pitchFamily="18" charset="0"/>
              </a:rPr>
              <a:t>W</a:t>
            </a:r>
            <a:r>
              <a:rPr lang="en-IN" sz="2800" i="0" u="none" strike="noStrike" baseline="0">
                <a:latin typeface="Times New Roman" panose="02020603050405020304" pitchFamily="18" charset="0"/>
                <a:cs typeface="Times New Roman" panose="02020603050405020304" pitchFamily="18" charset="0"/>
              </a:rPr>
              <a:t>ireless charger</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Headphones/wireless headphones</a:t>
            </a:r>
          </a:p>
          <a:p>
            <a:pPr marL="342900" indent="-342900" algn="l">
              <a:buFont typeface="Wingdings" panose="05000000000000000000" pitchFamily="2" charset="2"/>
              <a:buChar char="ü"/>
            </a:pPr>
            <a:r>
              <a:rPr lang="en-IN" sz="2800" i="0" u="none" strike="noStrike" baseline="0">
                <a:latin typeface="Times New Roman" panose="02020603050405020304" pitchFamily="18" charset="0"/>
                <a:cs typeface="Times New Roman" panose="02020603050405020304" pitchFamily="18" charset="0"/>
              </a:rPr>
              <a:t>Sensors watertap</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449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88ACF0-FA90-F642-DE6A-CE66675F9E97}"/>
              </a:ext>
            </a:extLst>
          </p:cNvPr>
          <p:cNvSpPr txBox="1"/>
          <p:nvPr/>
        </p:nvSpPr>
        <p:spPr>
          <a:xfrm>
            <a:off x="2238375" y="291584"/>
            <a:ext cx="7524750" cy="707886"/>
          </a:xfrm>
          <a:prstGeom prst="rect">
            <a:avLst/>
          </a:prstGeom>
          <a:noFill/>
        </p:spPr>
        <p:txBody>
          <a:bodyPr wrap="square">
            <a:spAutoFit/>
          </a:bodyPr>
          <a:lstStyle/>
          <a:p>
            <a:r>
              <a:rPr lang="en-US" sz="4000" b="0" i="0" u="none" strike="noStrike" baseline="0">
                <a:solidFill>
                  <a:srgbClr val="00B0F0"/>
                </a:solidFill>
                <a:latin typeface="Times New Roman" panose="02020603050405020304" pitchFamily="18" charset="0"/>
                <a:cs typeface="Times New Roman" panose="02020603050405020304" pitchFamily="18" charset="0"/>
              </a:rPr>
              <a:t>Different Phases of Design Process</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DD6CFAB-5DB2-AF94-E157-054487171692}"/>
              </a:ext>
            </a:extLst>
          </p:cNvPr>
          <p:cNvSpPr txBox="1"/>
          <p:nvPr/>
        </p:nvSpPr>
        <p:spPr>
          <a:xfrm>
            <a:off x="1343025" y="1723936"/>
            <a:ext cx="6096000" cy="2446824"/>
          </a:xfrm>
          <a:prstGeom prst="rect">
            <a:avLst/>
          </a:prstGeom>
          <a:noFill/>
        </p:spPr>
        <p:txBody>
          <a:bodyPr wrap="square">
            <a:spAutoFit/>
          </a:bodyPr>
          <a:lstStyle/>
          <a:p>
            <a:pPr algn="l">
              <a:spcBef>
                <a:spcPts val="400"/>
              </a:spcBef>
              <a:spcAft>
                <a:spcPts val="600"/>
              </a:spcAft>
            </a:pPr>
            <a:r>
              <a:rPr lang="en-IN" sz="3200" i="0" u="none" strike="noStrike" baseline="0">
                <a:latin typeface="Times New Roman" panose="02020603050405020304" pitchFamily="18" charset="0"/>
                <a:cs typeface="Times New Roman" panose="02020603050405020304" pitchFamily="18" charset="0"/>
              </a:rPr>
              <a:t>Three Major Phases</a:t>
            </a:r>
          </a:p>
          <a:p>
            <a:pPr algn="l">
              <a:spcBef>
                <a:spcPts val="400"/>
              </a:spcBef>
              <a:spcAft>
                <a:spcPts val="600"/>
              </a:spcAft>
            </a:pPr>
            <a:r>
              <a:rPr lang="en-IN" sz="3200" i="0" u="none" strike="noStrike" baseline="0">
                <a:latin typeface="Times New Roman" panose="02020603050405020304" pitchFamily="18" charset="0"/>
                <a:cs typeface="Times New Roman" panose="02020603050405020304" pitchFamily="18" charset="0"/>
              </a:rPr>
              <a:t>1. Conceptual Design</a:t>
            </a:r>
          </a:p>
          <a:p>
            <a:pPr algn="l">
              <a:spcBef>
                <a:spcPts val="400"/>
              </a:spcBef>
              <a:spcAft>
                <a:spcPts val="600"/>
              </a:spcAft>
            </a:pPr>
            <a:r>
              <a:rPr lang="en-IN" sz="3200" i="0" u="none" strike="noStrike" baseline="0">
                <a:latin typeface="Times New Roman" panose="02020603050405020304" pitchFamily="18" charset="0"/>
                <a:cs typeface="Times New Roman" panose="02020603050405020304" pitchFamily="18" charset="0"/>
              </a:rPr>
              <a:t>2. Embodiment Design</a:t>
            </a:r>
          </a:p>
          <a:p>
            <a:pPr algn="l">
              <a:spcBef>
                <a:spcPts val="400"/>
              </a:spcBef>
              <a:spcAft>
                <a:spcPts val="600"/>
              </a:spcAft>
            </a:pPr>
            <a:r>
              <a:rPr lang="en-IN" sz="3200" i="0" u="none" strike="noStrike" baseline="0">
                <a:latin typeface="Times New Roman" panose="02020603050405020304" pitchFamily="18" charset="0"/>
                <a:cs typeface="Times New Roman" panose="02020603050405020304" pitchFamily="18" charset="0"/>
              </a:rPr>
              <a:t>3. Detailed Design</a:t>
            </a:r>
            <a:endParaRPr lang="en-IN"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7250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BFBBD4-C5B9-D0F0-9BA5-3AD9FBB4909C}"/>
              </a:ext>
            </a:extLst>
          </p:cNvPr>
          <p:cNvSpPr txBox="1"/>
          <p:nvPr/>
        </p:nvSpPr>
        <p:spPr>
          <a:xfrm>
            <a:off x="2781299" y="196334"/>
            <a:ext cx="7743825" cy="707886"/>
          </a:xfrm>
          <a:prstGeom prst="rect">
            <a:avLst/>
          </a:prstGeom>
          <a:noFill/>
        </p:spPr>
        <p:txBody>
          <a:bodyPr wrap="square">
            <a:spAutoFit/>
          </a:bodyPr>
          <a:lstStyle/>
          <a:p>
            <a:r>
              <a:rPr lang="en-IN" sz="4000" b="1" i="0" u="none" strike="noStrike" baseline="0">
                <a:solidFill>
                  <a:srgbClr val="00B0F0"/>
                </a:solidFill>
                <a:latin typeface="Times New Roman" panose="02020603050405020304" pitchFamily="18" charset="0"/>
                <a:cs typeface="Times New Roman" panose="02020603050405020304" pitchFamily="18" charset="0"/>
              </a:rPr>
              <a:t>Phase I. Conceptual Design</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6024742-124A-D78D-104B-267CD8851498}"/>
              </a:ext>
            </a:extLst>
          </p:cNvPr>
          <p:cNvSpPr txBox="1"/>
          <p:nvPr/>
        </p:nvSpPr>
        <p:spPr>
          <a:xfrm>
            <a:off x="1066799" y="1209586"/>
            <a:ext cx="10010775" cy="1569660"/>
          </a:xfrm>
          <a:prstGeom prst="rect">
            <a:avLst/>
          </a:prstGeom>
          <a:noFill/>
        </p:spPr>
        <p:txBody>
          <a:bodyPr wrap="square" lIns="91440" tIns="45720" rIns="91440" bIns="45720" anchor="t">
            <a:spAutoFit/>
          </a:bodyPr>
          <a:lstStyle/>
          <a:p>
            <a:pPr marL="342900" indent="-342900">
              <a:buFont typeface="Wingdings" panose="05000000000000000000" pitchFamily="2" charset="2"/>
              <a:buChar char="Ø"/>
            </a:pPr>
            <a:r>
              <a:rPr lang="en-US" sz="2400" b="0" i="0" u="none" strike="noStrike" baseline="0">
                <a:latin typeface="Times New Roman"/>
                <a:cs typeface="Times New Roman"/>
              </a:rPr>
              <a:t>Conceptual design is the process by which the design is initiated, carried to the point of creating a number</a:t>
            </a:r>
            <a:r>
              <a:rPr lang="en-US" sz="2400">
                <a:latin typeface="Times New Roman"/>
                <a:cs typeface="Times New Roman"/>
              </a:rPr>
              <a:t> </a:t>
            </a:r>
            <a:r>
              <a:rPr lang="en-US" sz="2400" b="0" i="0" u="none" strike="noStrike" baseline="0">
                <a:latin typeface="Times New Roman"/>
                <a:cs typeface="Times New Roman"/>
              </a:rPr>
              <a:t>of possible solutions, and narrowed down to a single best concept.</a:t>
            </a:r>
          </a:p>
          <a:p>
            <a:pPr marL="342900" indent="-342900" algn="l">
              <a:buFont typeface="Wingdings" panose="05000000000000000000" pitchFamily="2" charset="2"/>
              <a:buChar char="Ø"/>
            </a:pPr>
            <a:r>
              <a:rPr lang="en-US" sz="2400">
                <a:latin typeface="Times New Roman"/>
                <a:cs typeface="Times New Roman"/>
              </a:rPr>
              <a:t>It is sometimes called the feasibility study</a:t>
            </a:r>
            <a:endParaRPr lang="en-IN" sz="2400">
              <a:latin typeface="Times New Roman"/>
              <a:cs typeface="Times New Roman"/>
            </a:endParaRPr>
          </a:p>
        </p:txBody>
      </p:sp>
      <p:sp>
        <p:nvSpPr>
          <p:cNvPr id="7" name="TextBox 6">
            <a:extLst>
              <a:ext uri="{FF2B5EF4-FFF2-40B4-BE49-F238E27FC236}">
                <a16:creationId xmlns:a16="http://schemas.microsoft.com/office/drawing/2014/main" id="{87C2657D-A3C5-8532-83F8-A102EA77A959}"/>
              </a:ext>
            </a:extLst>
          </p:cNvPr>
          <p:cNvSpPr txBox="1"/>
          <p:nvPr/>
        </p:nvSpPr>
        <p:spPr>
          <a:xfrm>
            <a:off x="1066798" y="2884216"/>
            <a:ext cx="6096000" cy="584775"/>
          </a:xfrm>
          <a:prstGeom prst="rect">
            <a:avLst/>
          </a:prstGeom>
          <a:noFill/>
        </p:spPr>
        <p:txBody>
          <a:bodyPr wrap="square">
            <a:spAutoFit/>
          </a:bodyPr>
          <a:lstStyle/>
          <a:p>
            <a:pPr marL="457200" indent="-457200">
              <a:buFont typeface="Wingdings" panose="05000000000000000000" pitchFamily="2" charset="2"/>
              <a:buChar char="v"/>
            </a:pPr>
            <a:r>
              <a:rPr lang="en-US" sz="3200" i="1">
                <a:solidFill>
                  <a:srgbClr val="7030A0"/>
                </a:solidFill>
                <a:latin typeface="Times New Roman" panose="02020603050405020304" pitchFamily="18" charset="0"/>
                <a:cs typeface="Times New Roman" panose="02020603050405020304" pitchFamily="18" charset="0"/>
              </a:rPr>
              <a:t>Identification of customer needs</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D13273A-38D3-98A5-63D3-9ED6DAF032CC}"/>
              </a:ext>
            </a:extLst>
          </p:cNvPr>
          <p:cNvSpPr txBox="1"/>
          <p:nvPr/>
        </p:nvSpPr>
        <p:spPr>
          <a:xfrm>
            <a:off x="1066798" y="3528135"/>
            <a:ext cx="10553701"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The goal of this activity is to completely understand the customers needs and to communicate them to the design team.</a:t>
            </a:r>
            <a:endParaRPr lang="en-IN" sz="240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6F0F717-E45C-0C39-F100-542141C81D9C}"/>
              </a:ext>
            </a:extLst>
          </p:cNvPr>
          <p:cNvSpPr txBox="1"/>
          <p:nvPr/>
        </p:nvSpPr>
        <p:spPr>
          <a:xfrm>
            <a:off x="1066798" y="4468504"/>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b="0" i="1" u="none" strike="noStrike" baseline="0">
                <a:solidFill>
                  <a:srgbClr val="7030A0"/>
                </a:solidFill>
                <a:latin typeface="Times New Roman" panose="02020603050405020304" pitchFamily="18" charset="0"/>
                <a:cs typeface="Times New Roman" panose="02020603050405020304" pitchFamily="18" charset="0"/>
              </a:rPr>
              <a:t>Problem definition</a:t>
            </a:r>
            <a:endParaRPr lang="en-IN" sz="3200">
              <a:solidFill>
                <a:srgbClr val="7030A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918808F-3D7D-496A-F504-69DC5FA5F585}"/>
              </a:ext>
            </a:extLst>
          </p:cNvPr>
          <p:cNvSpPr txBox="1"/>
          <p:nvPr/>
        </p:nvSpPr>
        <p:spPr>
          <a:xfrm>
            <a:off x="981075" y="5108021"/>
            <a:ext cx="9829800" cy="1569660"/>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Quality function deployment (QFD) is a valuable tool for linking customer needs with design requirements.</a:t>
            </a:r>
          </a:p>
          <a:p>
            <a:pPr marL="285750" indent="-285750" algn="l">
              <a:buFont typeface="Wingdings" panose="05000000000000000000" pitchFamily="2" charset="2"/>
              <a:buChar char="Ø"/>
            </a:pPr>
            <a:r>
              <a:rPr lang="en-IN" sz="2400" b="0" i="0" u="none" strike="noStrike" baseline="0">
                <a:latin typeface="Times New Roman" panose="02020603050405020304" pitchFamily="18" charset="0"/>
                <a:cs typeface="Times New Roman" panose="02020603050405020304" pitchFamily="18" charset="0"/>
              </a:rPr>
              <a:t>A detailed listing of </a:t>
            </a:r>
            <a:r>
              <a:rPr lang="en-US" sz="2400" b="0" i="0" u="none" strike="noStrike" baseline="0">
                <a:latin typeface="Times New Roman" panose="02020603050405020304" pitchFamily="18" charset="0"/>
                <a:cs typeface="Times New Roman" panose="02020603050405020304" pitchFamily="18" charset="0"/>
              </a:rPr>
              <a:t>the product requirements is called a product design specification (PDS).</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725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26830A-EF83-50A5-A356-77695E2EB6A8}"/>
              </a:ext>
            </a:extLst>
          </p:cNvPr>
          <p:cNvSpPr txBox="1"/>
          <p:nvPr/>
        </p:nvSpPr>
        <p:spPr>
          <a:xfrm>
            <a:off x="723900" y="234434"/>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b="0" i="1" u="none" strike="noStrike" baseline="0">
                <a:solidFill>
                  <a:srgbClr val="7030A0"/>
                </a:solidFill>
                <a:latin typeface="Times New Roman" panose="02020603050405020304" pitchFamily="18" charset="0"/>
                <a:cs typeface="Times New Roman" panose="02020603050405020304" pitchFamily="18" charset="0"/>
              </a:rPr>
              <a:t>Gathering information</a:t>
            </a:r>
            <a:endParaRPr lang="en-IN" sz="3200">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82A37C-8FCB-35BA-5EAC-46E211F595F1}"/>
              </a:ext>
            </a:extLst>
          </p:cNvPr>
          <p:cNvSpPr txBox="1"/>
          <p:nvPr/>
        </p:nvSpPr>
        <p:spPr>
          <a:xfrm>
            <a:off x="809624" y="819209"/>
            <a:ext cx="11172825"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Engineering design presents special requirements over engineering research in the need to acquire a broad spectrum of information</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88987AB-2222-BB56-9A76-7031208FE37B}"/>
              </a:ext>
            </a:extLst>
          </p:cNvPr>
          <p:cNvSpPr txBox="1"/>
          <p:nvPr/>
        </p:nvSpPr>
        <p:spPr>
          <a:xfrm>
            <a:off x="723900" y="1585139"/>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Conceptualization</a:t>
            </a:r>
          </a:p>
        </p:txBody>
      </p:sp>
      <p:sp>
        <p:nvSpPr>
          <p:cNvPr id="9" name="TextBox 8">
            <a:extLst>
              <a:ext uri="{FF2B5EF4-FFF2-40B4-BE49-F238E27FC236}">
                <a16:creationId xmlns:a16="http://schemas.microsoft.com/office/drawing/2014/main" id="{21D5F31D-84EF-A1FD-E7E9-4E6F43015F16}"/>
              </a:ext>
            </a:extLst>
          </p:cNvPr>
          <p:cNvSpPr txBox="1"/>
          <p:nvPr/>
        </p:nvSpPr>
        <p:spPr>
          <a:xfrm>
            <a:off x="723900" y="2076181"/>
            <a:ext cx="11172824" cy="1200329"/>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Concept generation involves creating a broad set of concepts that potentially satisfy the problem statement. Team-based creativity methods, combined with efficient information gathering, are the key activities</a:t>
            </a:r>
            <a:endParaRPr lang="en-I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4BFB03D-DCF7-8840-B645-77D8C26BB78C}"/>
              </a:ext>
            </a:extLst>
          </p:cNvPr>
          <p:cNvSpPr txBox="1"/>
          <p:nvPr/>
        </p:nvSpPr>
        <p:spPr>
          <a:xfrm>
            <a:off x="723900" y="3182777"/>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Concept selection</a:t>
            </a:r>
          </a:p>
        </p:txBody>
      </p:sp>
      <p:sp>
        <p:nvSpPr>
          <p:cNvPr id="13" name="TextBox 12">
            <a:extLst>
              <a:ext uri="{FF2B5EF4-FFF2-40B4-BE49-F238E27FC236}">
                <a16:creationId xmlns:a16="http://schemas.microsoft.com/office/drawing/2014/main" id="{EF719E2B-1302-A07C-7698-7482936AB5FA}"/>
              </a:ext>
            </a:extLst>
          </p:cNvPr>
          <p:cNvSpPr txBox="1"/>
          <p:nvPr/>
        </p:nvSpPr>
        <p:spPr>
          <a:xfrm>
            <a:off x="647700" y="3802528"/>
            <a:ext cx="10544175"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Evaluation of the design concepts, modifying and evolving into a single preferred concept, are the activities in this step</a:t>
            </a:r>
            <a:endParaRPr lang="en-IN"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AD64111-EE90-3D36-53BB-A802BECED53B}"/>
              </a:ext>
            </a:extLst>
          </p:cNvPr>
          <p:cNvSpPr txBox="1"/>
          <p:nvPr/>
        </p:nvSpPr>
        <p:spPr>
          <a:xfrm>
            <a:off x="647700" y="4568458"/>
            <a:ext cx="6096000" cy="584775"/>
          </a:xfrm>
          <a:prstGeom prst="rect">
            <a:avLst/>
          </a:prstGeom>
          <a:noFill/>
        </p:spPr>
        <p:txBody>
          <a:bodyPr wrap="square">
            <a:spAutoFit/>
          </a:bodyPr>
          <a:lstStyle/>
          <a:p>
            <a:pPr marL="457200" indent="-457200">
              <a:buFont typeface="Wingdings" panose="05000000000000000000" pitchFamily="2" charset="2"/>
              <a:buChar char="v"/>
            </a:pPr>
            <a:r>
              <a:rPr lang="en-US" sz="3200" i="1">
                <a:solidFill>
                  <a:srgbClr val="7030A0"/>
                </a:solidFill>
                <a:latin typeface="Times New Roman" panose="02020603050405020304" pitchFamily="18" charset="0"/>
                <a:cs typeface="Times New Roman" panose="02020603050405020304" pitchFamily="18" charset="0"/>
              </a:rPr>
              <a:t>Refinement of the PDS</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3F97CC1-2B6F-ED85-1AFC-542E0B44AD51}"/>
              </a:ext>
            </a:extLst>
          </p:cNvPr>
          <p:cNvSpPr txBox="1"/>
          <p:nvPr/>
        </p:nvSpPr>
        <p:spPr>
          <a:xfrm>
            <a:off x="642937" y="5109836"/>
            <a:ext cx="10906126"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The product design specification is revisited after the concept has been selected. The design team must commit to achieving certain critical values of design parameters, usually called critical-to-quality (CTQ) parameters</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557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5962A7-928B-5171-CABA-96CCEA6CE74F}"/>
              </a:ext>
            </a:extLst>
          </p:cNvPr>
          <p:cNvSpPr txBox="1"/>
          <p:nvPr/>
        </p:nvSpPr>
        <p:spPr>
          <a:xfrm>
            <a:off x="561975" y="291584"/>
            <a:ext cx="6096000" cy="584775"/>
          </a:xfrm>
          <a:prstGeom prst="rect">
            <a:avLst/>
          </a:prstGeom>
          <a:noFill/>
        </p:spPr>
        <p:txBody>
          <a:bodyPr wrap="square">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Design review</a:t>
            </a:r>
          </a:p>
        </p:txBody>
      </p:sp>
      <p:sp>
        <p:nvSpPr>
          <p:cNvPr id="5" name="TextBox 4">
            <a:extLst>
              <a:ext uri="{FF2B5EF4-FFF2-40B4-BE49-F238E27FC236}">
                <a16:creationId xmlns:a16="http://schemas.microsoft.com/office/drawing/2014/main" id="{287519FB-84D1-8101-AB2A-34E30E87A039}"/>
              </a:ext>
            </a:extLst>
          </p:cNvPr>
          <p:cNvSpPr txBox="1"/>
          <p:nvPr/>
        </p:nvSpPr>
        <p:spPr>
          <a:xfrm>
            <a:off x="661987" y="988189"/>
            <a:ext cx="10868025" cy="3370153"/>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Before committing funds to move to the next design phase, a design review</a:t>
            </a:r>
          </a:p>
          <a:p>
            <a:pPr>
              <a:spcBef>
                <a:spcPts val="400"/>
              </a:spcBef>
              <a:spcAft>
                <a:spcPts val="600"/>
              </a:spcAft>
            </a:pPr>
            <a:r>
              <a:rPr lang="en-US" sz="2400">
                <a:latin typeface="Times New Roman" panose="02020603050405020304" pitchFamily="18" charset="0"/>
                <a:cs typeface="Times New Roman" panose="02020603050405020304" pitchFamily="18" charset="0"/>
              </a:rPr>
              <a:t>     will be held. </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The design review will assure that the design is physically realizable</a:t>
            </a:r>
          </a:p>
          <a:p>
            <a:pPr>
              <a:spcBef>
                <a:spcPts val="400"/>
              </a:spcBef>
              <a:spcAft>
                <a:spcPts val="600"/>
              </a:spcAft>
            </a:pPr>
            <a:r>
              <a:rPr lang="en-US" sz="2400">
                <a:latin typeface="Times New Roman" panose="02020603050405020304" pitchFamily="18" charset="0"/>
                <a:cs typeface="Times New Roman" panose="02020603050405020304" pitchFamily="18" charset="0"/>
              </a:rPr>
              <a:t>     and that it is economically worthwhile. </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It will also look at a detailed product-development schedule. </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This is needed to devise a strategy to minimize product cycle time and to identify</a:t>
            </a:r>
          </a:p>
          <a:p>
            <a:pPr>
              <a:spcBef>
                <a:spcPts val="400"/>
              </a:spcBef>
              <a:spcAft>
                <a:spcPts val="600"/>
              </a:spcAft>
            </a:pPr>
            <a:r>
              <a:rPr lang="en-US" sz="2400">
                <a:latin typeface="Times New Roman" panose="02020603050405020304" pitchFamily="18" charset="0"/>
                <a:cs typeface="Times New Roman" panose="02020603050405020304" pitchFamily="18" charset="0"/>
              </a:rPr>
              <a:t>      the resources in people, equipment, and money needed to complete the project</a:t>
            </a:r>
            <a:r>
              <a:rPr lang="en-US"/>
              <a:t>.</a:t>
            </a:r>
            <a:endParaRPr lang="en-IN"/>
          </a:p>
        </p:txBody>
      </p:sp>
    </p:spTree>
    <p:extLst>
      <p:ext uri="{BB962C8B-B14F-4D97-AF65-F5344CB8AC3E}">
        <p14:creationId xmlns:p14="http://schemas.microsoft.com/office/powerpoint/2010/main" val="559618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A3EC10-AD26-1169-BED8-E6D239B43B30}"/>
              </a:ext>
            </a:extLst>
          </p:cNvPr>
          <p:cNvSpPr txBox="1"/>
          <p:nvPr/>
        </p:nvSpPr>
        <p:spPr>
          <a:xfrm>
            <a:off x="2733674" y="148709"/>
            <a:ext cx="7820025" cy="707886"/>
          </a:xfrm>
          <a:prstGeom prst="rect">
            <a:avLst/>
          </a:prstGeom>
          <a:noFill/>
        </p:spPr>
        <p:txBody>
          <a:bodyPr wrap="square">
            <a:spAutoFit/>
          </a:bodyPr>
          <a:lstStyle/>
          <a:p>
            <a:r>
              <a:rPr lang="en-IN" sz="4000">
                <a:solidFill>
                  <a:srgbClr val="00B0F0"/>
                </a:solidFill>
                <a:latin typeface="Times New Roman" panose="02020603050405020304" pitchFamily="18" charset="0"/>
                <a:cs typeface="Times New Roman" panose="02020603050405020304" pitchFamily="18" charset="0"/>
              </a:rPr>
              <a:t>Phase II. Embodiment Design</a:t>
            </a:r>
          </a:p>
        </p:txBody>
      </p:sp>
      <p:sp>
        <p:nvSpPr>
          <p:cNvPr id="5" name="TextBox 4">
            <a:extLst>
              <a:ext uri="{FF2B5EF4-FFF2-40B4-BE49-F238E27FC236}">
                <a16:creationId xmlns:a16="http://schemas.microsoft.com/office/drawing/2014/main" id="{044F882E-03B5-5C0E-C25F-39AEA256BBDA}"/>
              </a:ext>
            </a:extLst>
          </p:cNvPr>
          <p:cNvSpPr txBox="1"/>
          <p:nvPr/>
        </p:nvSpPr>
        <p:spPr>
          <a:xfrm>
            <a:off x="647700" y="856595"/>
            <a:ext cx="10896600" cy="2821285"/>
          </a:xfrm>
          <a:prstGeom prst="rect">
            <a:avLst/>
          </a:prstGeom>
          <a:noFill/>
        </p:spPr>
        <p:txBody>
          <a:bodyPr wrap="square">
            <a:spAutoFit/>
          </a:bodyPr>
          <a:lstStyle/>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Structured development of the design concept occurs in this engineering design</a:t>
            </a:r>
          </a:p>
          <a:p>
            <a:pPr>
              <a:spcBef>
                <a:spcPts val="400"/>
              </a:spcBef>
              <a:spcAft>
                <a:spcPts val="600"/>
              </a:spcAft>
            </a:pPr>
            <a:r>
              <a:rPr lang="en-US" sz="2400">
                <a:latin typeface="Times New Roman" panose="02020603050405020304" pitchFamily="18" charset="0"/>
                <a:cs typeface="Times New Roman" panose="02020603050405020304" pitchFamily="18" charset="0"/>
              </a:rPr>
              <a:t>     phase. </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It is the place where flesh is placed on the skeleton of the design concept.</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It is in this design phase that decisions are made on strength, material selection, size, shape, and spatial compatibility.</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Beyond this design phase, major changes become very expensive.</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E797A08-C3FB-BD95-9572-32BB3B2E8911}"/>
              </a:ext>
            </a:extLst>
          </p:cNvPr>
          <p:cNvSpPr txBox="1"/>
          <p:nvPr/>
        </p:nvSpPr>
        <p:spPr>
          <a:xfrm>
            <a:off x="752475" y="3768209"/>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Determining product architecture</a:t>
            </a:r>
          </a:p>
        </p:txBody>
      </p:sp>
      <p:sp>
        <p:nvSpPr>
          <p:cNvPr id="9" name="TextBox 8">
            <a:extLst>
              <a:ext uri="{FF2B5EF4-FFF2-40B4-BE49-F238E27FC236}">
                <a16:creationId xmlns:a16="http://schemas.microsoft.com/office/drawing/2014/main" id="{26E54DE1-30EA-F4E0-00D1-100E8830F3C9}"/>
              </a:ext>
            </a:extLst>
          </p:cNvPr>
          <p:cNvSpPr txBox="1"/>
          <p:nvPr/>
        </p:nvSpPr>
        <p:spPr>
          <a:xfrm>
            <a:off x="752475" y="4443313"/>
            <a:ext cx="10372725" cy="1569660"/>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Product architecture is concerned with dividing the overall design system into subsystems or modules. In this step we decide how the physical components of the design are to be arranged and combined to carry out the functional duties of the design</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485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6A874E-46D5-73C1-A7DB-913989494A57}"/>
              </a:ext>
            </a:extLst>
          </p:cNvPr>
          <p:cNvSpPr txBox="1"/>
          <p:nvPr/>
        </p:nvSpPr>
        <p:spPr>
          <a:xfrm>
            <a:off x="419100" y="196334"/>
            <a:ext cx="9258300" cy="584775"/>
          </a:xfrm>
          <a:prstGeom prst="rect">
            <a:avLst/>
          </a:prstGeom>
          <a:noFill/>
        </p:spPr>
        <p:txBody>
          <a:bodyPr wrap="square">
            <a:spAutoFit/>
          </a:bodyPr>
          <a:lstStyle/>
          <a:p>
            <a:pPr marL="285750" indent="-285750">
              <a:buFont typeface="Wingdings" panose="05000000000000000000" pitchFamily="2" charset="2"/>
              <a:buChar char="v"/>
            </a:pPr>
            <a:r>
              <a:rPr lang="en-US" sz="3200" i="1">
                <a:solidFill>
                  <a:srgbClr val="7030A0"/>
                </a:solidFill>
                <a:latin typeface="Times New Roman" panose="02020603050405020304" pitchFamily="18" charset="0"/>
                <a:cs typeface="Times New Roman" panose="02020603050405020304" pitchFamily="18" charset="0"/>
              </a:rPr>
              <a:t>Configuration design of parts and components</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077BEE6-D411-0C16-E189-DB33D4042DBE}"/>
              </a:ext>
            </a:extLst>
          </p:cNvPr>
          <p:cNvSpPr txBox="1"/>
          <p:nvPr/>
        </p:nvSpPr>
        <p:spPr>
          <a:xfrm>
            <a:off x="581024" y="781109"/>
            <a:ext cx="8448675" cy="959237"/>
          </a:xfrm>
          <a:prstGeom prst="rect">
            <a:avLst/>
          </a:prstGeom>
          <a:noFill/>
        </p:spPr>
        <p:txBody>
          <a:bodyPr wrap="square">
            <a:spAutoFit/>
          </a:bodyPr>
          <a:lstStyle/>
          <a:p>
            <a:pPr marL="342900" indent="-34290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Parts are made up of features like holes, ribs, splines, and curves</a:t>
            </a:r>
          </a:p>
          <a:p>
            <a:pPr marL="342900" indent="-34290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Preliminary selection of materials, modeling and size of parts</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2260EDA-E6CC-90F9-8D18-BD632474862A}"/>
              </a:ext>
            </a:extLst>
          </p:cNvPr>
          <p:cNvSpPr txBox="1"/>
          <p:nvPr/>
        </p:nvSpPr>
        <p:spPr>
          <a:xfrm>
            <a:off x="419100" y="1551713"/>
            <a:ext cx="6096000" cy="584775"/>
          </a:xfrm>
          <a:prstGeom prst="rect">
            <a:avLst/>
          </a:prstGeom>
          <a:noFill/>
        </p:spPr>
        <p:txBody>
          <a:bodyPr wrap="square">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Parametric design of parts</a:t>
            </a:r>
          </a:p>
        </p:txBody>
      </p:sp>
      <p:sp>
        <p:nvSpPr>
          <p:cNvPr id="9" name="TextBox 8">
            <a:extLst>
              <a:ext uri="{FF2B5EF4-FFF2-40B4-BE49-F238E27FC236}">
                <a16:creationId xmlns:a16="http://schemas.microsoft.com/office/drawing/2014/main" id="{A804693E-40B1-8AA7-8F11-B4FC9B6B1093}"/>
              </a:ext>
            </a:extLst>
          </p:cNvPr>
          <p:cNvSpPr txBox="1"/>
          <p:nvPr/>
        </p:nvSpPr>
        <p:spPr>
          <a:xfrm>
            <a:off x="504824" y="2183517"/>
            <a:ext cx="10944226" cy="4478149"/>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Creating a robust design, and selection of final dimensions/parameters and tolerances</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Parametric design starts with information on the configuration of the part and aims to establish its exact dimensions and tolerances</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Final decisions on the material and manufacturing processes are also established</a:t>
            </a:r>
          </a:p>
          <a:p>
            <a:pPr>
              <a:spcBef>
                <a:spcPts val="400"/>
              </a:spcBef>
              <a:spcAft>
                <a:spcPts val="600"/>
              </a:spcAft>
            </a:pPr>
            <a:r>
              <a:rPr lang="en-US" sz="2400">
                <a:latin typeface="Times New Roman" panose="02020603050405020304" pitchFamily="18" charset="0"/>
                <a:cs typeface="Times New Roman" panose="02020603050405020304" pitchFamily="18" charset="0"/>
              </a:rPr>
              <a:t>    if this has not been done previously</a:t>
            </a:r>
          </a:p>
          <a:p>
            <a:pPr marL="342900" indent="-34290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Robustness refers to how consistently a component performs under variable conditions in its service environment</a:t>
            </a:r>
          </a:p>
          <a:p>
            <a:pPr marL="342900" indent="-34290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Parametric design also deals with determining the aspects of the design that could lead to failure</a:t>
            </a:r>
          </a:p>
          <a:p>
            <a:pPr marL="342900" indent="-34290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Reduction of manufacturing cost</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763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C7FF18-BD7A-C826-4EAC-FCDDBCC69480}"/>
              </a:ext>
            </a:extLst>
          </p:cNvPr>
          <p:cNvSpPr txBox="1"/>
          <p:nvPr/>
        </p:nvSpPr>
        <p:spPr>
          <a:xfrm>
            <a:off x="3048000" y="215384"/>
            <a:ext cx="6096000" cy="707886"/>
          </a:xfrm>
          <a:prstGeom prst="rect">
            <a:avLst/>
          </a:prstGeom>
          <a:noFill/>
        </p:spPr>
        <p:txBody>
          <a:bodyPr wrap="square">
            <a:spAutoFit/>
          </a:bodyPr>
          <a:lstStyle/>
          <a:p>
            <a:r>
              <a:rPr lang="en-IN" sz="4000" i="0" u="none" strike="noStrike" baseline="0">
                <a:solidFill>
                  <a:srgbClr val="00B0F0"/>
                </a:solidFill>
                <a:latin typeface="Times New Roman" panose="02020603050405020304" pitchFamily="18" charset="0"/>
                <a:cs typeface="Times New Roman" panose="02020603050405020304" pitchFamily="18" charset="0"/>
              </a:rPr>
              <a:t>Phase III. Detail Design</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E41C8A-55D7-1DB3-BF6A-24B8E87FFF9A}"/>
              </a:ext>
            </a:extLst>
          </p:cNvPr>
          <p:cNvSpPr txBox="1"/>
          <p:nvPr/>
        </p:nvSpPr>
        <p:spPr>
          <a:xfrm>
            <a:off x="857249" y="746463"/>
            <a:ext cx="11077575" cy="1697901"/>
          </a:xfrm>
          <a:prstGeom prst="rect">
            <a:avLst/>
          </a:prstGeom>
          <a:noFill/>
        </p:spPr>
        <p:txBody>
          <a:bodyPr wrap="square" lIns="91440" tIns="45720" rIns="91440" bIns="45720" anchor="t">
            <a:spAutoFit/>
          </a:bodyPr>
          <a:lstStyle/>
          <a:p>
            <a:pPr marL="285750" indent="-285750">
              <a:spcBef>
                <a:spcPts val="400"/>
              </a:spcBef>
              <a:spcAft>
                <a:spcPts val="600"/>
              </a:spcAft>
              <a:buFont typeface="Wingdings" panose="05000000000000000000" pitchFamily="2" charset="2"/>
              <a:buChar char="Ø"/>
            </a:pPr>
            <a:r>
              <a:rPr lang="en-US" sz="2400">
                <a:latin typeface="Times New Roman"/>
                <a:cs typeface="Times New Roman"/>
              </a:rPr>
              <a:t>In this phase the design is brought to the stage of a complete engineering description of a tested and producible product.</a:t>
            </a:r>
            <a:endParaRPr lang="en-US">
              <a:latin typeface="Calibri"/>
              <a:cs typeface="Calibri"/>
            </a:endParaRPr>
          </a:p>
          <a:p>
            <a:pPr marL="285750" indent="-285750">
              <a:spcBef>
                <a:spcPts val="400"/>
              </a:spcBef>
              <a:spcAft>
                <a:spcPts val="600"/>
              </a:spcAft>
              <a:buFont typeface="Wingdings" panose="05000000000000000000" pitchFamily="2" charset="2"/>
              <a:buChar char="Ø"/>
            </a:pPr>
            <a:r>
              <a:rPr lang="en-US" sz="2400">
                <a:latin typeface="Times New Roman"/>
                <a:cs typeface="Times New Roman"/>
              </a:rPr>
              <a:t> Missing information is added on the arrangement, form, dimensions, tolerances, surface properties, materials, and manufacturing processes of each part</a:t>
            </a:r>
            <a:endParaRPr lang="en-IN" sz="2400">
              <a:latin typeface="Times New Roman"/>
              <a:cs typeface="Times New Roman"/>
            </a:endParaRPr>
          </a:p>
        </p:txBody>
      </p:sp>
      <p:sp>
        <p:nvSpPr>
          <p:cNvPr id="7" name="TextBox 6">
            <a:extLst>
              <a:ext uri="{FF2B5EF4-FFF2-40B4-BE49-F238E27FC236}">
                <a16:creationId xmlns:a16="http://schemas.microsoft.com/office/drawing/2014/main" id="{59DD10E1-A235-A739-CB46-CA5FDB9A85B3}"/>
              </a:ext>
            </a:extLst>
          </p:cNvPr>
          <p:cNvSpPr txBox="1"/>
          <p:nvPr/>
        </p:nvSpPr>
        <p:spPr>
          <a:xfrm>
            <a:off x="857249" y="2444364"/>
            <a:ext cx="10972800" cy="3190617"/>
          </a:xfrm>
          <a:prstGeom prst="rect">
            <a:avLst/>
          </a:prstGeom>
          <a:noFill/>
        </p:spPr>
        <p:txBody>
          <a:bodyPr wrap="square">
            <a:spAutoFit/>
          </a:bodyPr>
          <a:lstStyle/>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Detailed engineering drawings suitable for manufacturing. Routinely these are</a:t>
            </a:r>
          </a:p>
          <a:p>
            <a:pPr indent="-576000">
              <a:spcBef>
                <a:spcPts val="400"/>
              </a:spcBef>
              <a:spcAft>
                <a:spcPts val="600"/>
              </a:spcAft>
            </a:pPr>
            <a:r>
              <a:rPr lang="en-US" sz="2400">
                <a:latin typeface="Times New Roman" panose="02020603050405020304" pitchFamily="18" charset="0"/>
                <a:cs typeface="Times New Roman" panose="02020603050405020304" pitchFamily="18" charset="0"/>
              </a:rPr>
              <a:t>   computer-generated drawings, and they often include three-dimensional CAD  models        </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Verification testing of prototypes is successfully completed and verification data is submitted. All critical-to-quality parameters are confirmed to be under control.</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Creation of final drawings and/or specifications</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Assembly drawings and assembly instructions also will be completed. The bill of materials for all assemblies will be completed</a:t>
            </a:r>
          </a:p>
        </p:txBody>
      </p:sp>
    </p:spTree>
    <p:extLst>
      <p:ext uri="{BB962C8B-B14F-4D97-AF65-F5344CB8AC3E}">
        <p14:creationId xmlns:p14="http://schemas.microsoft.com/office/powerpoint/2010/main" val="693288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C4E437-97D7-E02F-DC40-3978CB848578}"/>
              </a:ext>
            </a:extLst>
          </p:cNvPr>
          <p:cNvSpPr txBox="1"/>
          <p:nvPr/>
        </p:nvSpPr>
        <p:spPr>
          <a:xfrm>
            <a:off x="952500" y="1090097"/>
            <a:ext cx="10287000" cy="3431709"/>
          </a:xfrm>
          <a:prstGeom prst="rect">
            <a:avLst/>
          </a:prstGeom>
          <a:noFill/>
        </p:spPr>
        <p:txBody>
          <a:bodyPr wrap="square">
            <a:spAutoFit/>
          </a:bodyPr>
          <a:lstStyle/>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 detailed product specification, updated with all the changes made since the conceptual design phase, will be prepared.</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Decisions on whether to make each part internally or to buy from an external supplier will be made</a:t>
            </a:r>
          </a:p>
          <a:p>
            <a:pPr marL="285750" indent="-285750" algn="l">
              <a:spcBef>
                <a:spcPts val="400"/>
              </a:spcBef>
              <a:spcAft>
                <a:spcPts val="600"/>
              </a:spcAft>
              <a:buFont typeface="Wingdings" panose="05000000000000000000" pitchFamily="2" charset="2"/>
              <a:buChar char="Ø"/>
            </a:pPr>
            <a:r>
              <a:rPr lang="en-US" sz="2400" b="0" i="0" u="none" strike="noStrike" baseline="0">
                <a:latin typeface="Times New Roman" panose="02020603050405020304" pitchFamily="18" charset="0"/>
                <a:cs typeface="Times New Roman" panose="02020603050405020304" pitchFamily="18" charset="0"/>
              </a:rPr>
              <a:t>With the preceding information, a detailed cost estimate for the product will be </a:t>
            </a:r>
            <a:r>
              <a:rPr lang="en-IN" sz="2400" b="0" i="0" u="none" strike="noStrike" baseline="0">
                <a:latin typeface="Times New Roman" panose="02020603050405020304" pitchFamily="18" charset="0"/>
                <a:cs typeface="Times New Roman" panose="02020603050405020304" pitchFamily="18" charset="0"/>
              </a:rPr>
              <a:t>carried out</a:t>
            </a:r>
          </a:p>
          <a:p>
            <a:pPr marL="285750" indent="-285750" algn="l">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Finally, detail design concludes with a design review before the decision is made to pass the design information on to manufacturing</a:t>
            </a:r>
          </a:p>
        </p:txBody>
      </p:sp>
      <p:sp>
        <p:nvSpPr>
          <p:cNvPr id="8" name="TextBox 7">
            <a:extLst>
              <a:ext uri="{FF2B5EF4-FFF2-40B4-BE49-F238E27FC236}">
                <a16:creationId xmlns:a16="http://schemas.microsoft.com/office/drawing/2014/main" id="{FDFF4555-C2B0-7452-C165-4F581474FFAA}"/>
              </a:ext>
            </a:extLst>
          </p:cNvPr>
          <p:cNvSpPr txBox="1"/>
          <p:nvPr/>
        </p:nvSpPr>
        <p:spPr>
          <a:xfrm>
            <a:off x="1676400" y="133350"/>
            <a:ext cx="2577950" cy="707886"/>
          </a:xfrm>
          <a:prstGeom prst="rect">
            <a:avLst/>
          </a:prstGeom>
          <a:noFill/>
        </p:spPr>
        <p:txBody>
          <a:bodyPr wrap="none" rtlCol="0">
            <a:spAutoFit/>
          </a:bodyPr>
          <a:lstStyle/>
          <a:p>
            <a:r>
              <a:rPr lang="en-IN" sz="4000">
                <a:solidFill>
                  <a:srgbClr val="00B050"/>
                </a:solidFill>
                <a:latin typeface="Times New Roman" panose="02020603050405020304" pitchFamily="18" charset="0"/>
                <a:cs typeface="Times New Roman" panose="02020603050405020304" pitchFamily="18" charset="0"/>
              </a:rPr>
              <a:t>Continue…</a:t>
            </a:r>
          </a:p>
        </p:txBody>
      </p:sp>
    </p:spTree>
    <p:extLst>
      <p:ext uri="{BB962C8B-B14F-4D97-AF65-F5344CB8AC3E}">
        <p14:creationId xmlns:p14="http://schemas.microsoft.com/office/powerpoint/2010/main" val="171926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B9AB8E-A80B-3530-44F8-5133FBB6E0D0}"/>
              </a:ext>
            </a:extLst>
          </p:cNvPr>
          <p:cNvSpPr txBox="1"/>
          <p:nvPr/>
        </p:nvSpPr>
        <p:spPr>
          <a:xfrm>
            <a:off x="3048000" y="2368034"/>
            <a:ext cx="7810500" cy="707886"/>
          </a:xfrm>
          <a:prstGeom prst="rect">
            <a:avLst/>
          </a:prstGeom>
          <a:noFill/>
        </p:spPr>
        <p:txBody>
          <a:bodyPr wrap="square">
            <a:spAutoFit/>
          </a:bodyPr>
          <a:lstStyle/>
          <a:p>
            <a:r>
              <a:rPr lang="en-IN" sz="4000">
                <a:solidFill>
                  <a:srgbClr val="7030A0"/>
                </a:solidFill>
                <a:latin typeface="Times New Roman" panose="02020603050405020304" pitchFamily="18" charset="0"/>
                <a:cs typeface="Times New Roman" panose="02020603050405020304" pitchFamily="18" charset="0"/>
              </a:rPr>
              <a:t>Identification and Specifications</a:t>
            </a:r>
          </a:p>
        </p:txBody>
      </p:sp>
    </p:spTree>
    <p:extLst>
      <p:ext uri="{BB962C8B-B14F-4D97-AF65-F5344CB8AC3E}">
        <p14:creationId xmlns:p14="http://schemas.microsoft.com/office/powerpoint/2010/main" val="1096603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220D9C-D9D7-CA61-A174-436362EA9B6A}"/>
              </a:ext>
            </a:extLst>
          </p:cNvPr>
          <p:cNvSpPr txBox="1"/>
          <p:nvPr/>
        </p:nvSpPr>
        <p:spPr>
          <a:xfrm>
            <a:off x="2152650" y="186809"/>
            <a:ext cx="8505825" cy="707886"/>
          </a:xfrm>
          <a:prstGeom prst="rect">
            <a:avLst/>
          </a:prstGeom>
          <a:noFill/>
        </p:spPr>
        <p:txBody>
          <a:bodyPr wrap="square">
            <a:spAutoFit/>
          </a:bodyPr>
          <a:lstStyle/>
          <a:p>
            <a:r>
              <a:rPr lang="en-IN" sz="4000" b="0" i="0" u="none" strike="noStrike" baseline="0">
                <a:solidFill>
                  <a:srgbClr val="00B0F0"/>
                </a:solidFill>
                <a:latin typeface="Times New Roman" panose="02020603050405020304" pitchFamily="18" charset="0"/>
                <a:cs typeface="Times New Roman" panose="02020603050405020304" pitchFamily="18" charset="0"/>
              </a:rPr>
              <a:t>Need Identification and Specification</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057A75-0B04-EAA0-578A-EB82788A701B}"/>
              </a:ext>
            </a:extLst>
          </p:cNvPr>
          <p:cNvSpPr txBox="1"/>
          <p:nvPr/>
        </p:nvSpPr>
        <p:spPr>
          <a:xfrm>
            <a:off x="666750" y="1200150"/>
            <a:ext cx="7066358" cy="461665"/>
          </a:xfrm>
          <a:prstGeom prst="rect">
            <a:avLst/>
          </a:prstGeom>
          <a:noFill/>
        </p:spPr>
        <p:txBody>
          <a:bodyPr wrap="none" rtlCol="0">
            <a:spAutoFit/>
          </a:bodyPr>
          <a:lstStyle/>
          <a:p>
            <a:pPr marL="285750" indent="-285750">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For design process, we require need and specification</a:t>
            </a:r>
          </a:p>
        </p:txBody>
      </p:sp>
      <p:sp>
        <p:nvSpPr>
          <p:cNvPr id="12" name="TextBox 11">
            <a:extLst>
              <a:ext uri="{FF2B5EF4-FFF2-40B4-BE49-F238E27FC236}">
                <a16:creationId xmlns:a16="http://schemas.microsoft.com/office/drawing/2014/main" id="{8D7D1F0F-2C8F-B03A-0536-3A05DEE32C7C}"/>
              </a:ext>
            </a:extLst>
          </p:cNvPr>
          <p:cNvSpPr txBox="1"/>
          <p:nvPr/>
        </p:nvSpPr>
        <p:spPr>
          <a:xfrm>
            <a:off x="666750" y="1859340"/>
            <a:ext cx="8601075" cy="1903085"/>
          </a:xfrm>
          <a:prstGeom prst="rect">
            <a:avLst/>
          </a:prstGeom>
          <a:noFill/>
        </p:spPr>
        <p:txBody>
          <a:bodyPr wrap="square">
            <a:spAutoFit/>
          </a:bodyPr>
          <a:lstStyle/>
          <a:p>
            <a:pPr marL="342900" indent="-342900" algn="l">
              <a:spcBef>
                <a:spcPts val="400"/>
              </a:spcBef>
              <a:spcAft>
                <a:spcPts val="600"/>
              </a:spcAft>
              <a:buFont typeface="Wingdings" panose="05000000000000000000" pitchFamily="2" charset="2"/>
              <a:buChar char="Ø"/>
            </a:pPr>
            <a:r>
              <a:rPr lang="en-US" sz="2400" b="0" i="0" u="none" strike="noStrike" baseline="0">
                <a:latin typeface="Times New Roman" panose="02020603050405020304" pitchFamily="18" charset="0"/>
                <a:cs typeface="Times New Roman" panose="02020603050405020304" pitchFamily="18" charset="0"/>
              </a:rPr>
              <a:t>Needs arise from a number of sources including:</a:t>
            </a:r>
          </a:p>
          <a:p>
            <a:pPr marL="800100" lvl="1" indent="-342900">
              <a:spcBef>
                <a:spcPts val="400"/>
              </a:spcBef>
              <a:spcAft>
                <a:spcPts val="600"/>
              </a:spcAft>
              <a:buFont typeface="Arial" panose="020B0604020202020204" pitchFamily="34" charset="0"/>
              <a:buChar char="•"/>
            </a:pPr>
            <a:r>
              <a:rPr lang="en-US" sz="2400" b="0" i="0" u="none" strike="noStrike" baseline="0">
                <a:latin typeface="Times New Roman" panose="02020603050405020304" pitchFamily="18" charset="0"/>
                <a:cs typeface="Times New Roman" panose="02020603050405020304" pitchFamily="18" charset="0"/>
              </a:rPr>
              <a:t> Incremental improvements to existing designs</a:t>
            </a:r>
          </a:p>
          <a:p>
            <a:pPr marL="800100" lvl="1" indent="-342900">
              <a:spcBef>
                <a:spcPts val="400"/>
              </a:spcBef>
              <a:spcAft>
                <a:spcPts val="600"/>
              </a:spcAf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t>
            </a:r>
            <a:r>
              <a:rPr lang="en-US" sz="2400" b="0" i="0" u="none" strike="noStrike" baseline="0">
                <a:latin typeface="Times New Roman" panose="02020603050405020304" pitchFamily="18" charset="0"/>
                <a:cs typeface="Times New Roman" panose="02020603050405020304" pitchFamily="18" charset="0"/>
              </a:rPr>
              <a:t>Replacements for existing designs</a:t>
            </a:r>
          </a:p>
          <a:p>
            <a:pPr algn="l"/>
            <a:endParaRPr lang="en-IN" sz="24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41E50D5-BC07-5FAA-03F4-C28E3B248A13}"/>
              </a:ext>
            </a:extLst>
          </p:cNvPr>
          <p:cNvSpPr txBox="1"/>
          <p:nvPr/>
        </p:nvSpPr>
        <p:spPr>
          <a:xfrm>
            <a:off x="666749" y="3429000"/>
            <a:ext cx="10858501" cy="3318857"/>
          </a:xfrm>
          <a:prstGeom prst="rect">
            <a:avLst/>
          </a:prstGeom>
          <a:noFill/>
        </p:spPr>
        <p:txBody>
          <a:bodyPr wrap="square">
            <a:spAutoFit/>
          </a:bodyPr>
          <a:lstStyle/>
          <a:p>
            <a:pPr marL="285750" indent="-285750" algn="l">
              <a:spcBef>
                <a:spcPts val="400"/>
              </a:spcBef>
              <a:spcAft>
                <a:spcPts val="600"/>
              </a:spcAft>
              <a:buFont typeface="Wingdings" panose="05000000000000000000" pitchFamily="2" charset="2"/>
              <a:buChar char="Ø"/>
            </a:pPr>
            <a:r>
              <a:rPr lang="en-IN" sz="2400" b="0" i="0" u="none" strike="noStrike" baseline="0">
                <a:latin typeface="Times New Roman" panose="02020603050405020304" pitchFamily="18" charset="0"/>
                <a:cs typeface="Times New Roman" panose="02020603050405020304" pitchFamily="18" charset="0"/>
              </a:rPr>
              <a:t>Categories of Needs:</a:t>
            </a:r>
          </a:p>
          <a:p>
            <a:pPr indent="-864000"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(1) </a:t>
            </a:r>
            <a:r>
              <a:rPr lang="en-US" sz="2400" b="0" i="0" u="none" strike="noStrike" baseline="0">
                <a:solidFill>
                  <a:srgbClr val="FF0000"/>
                </a:solidFill>
                <a:latin typeface="Times New Roman" panose="02020603050405020304" pitchFamily="18" charset="0"/>
                <a:cs typeface="Times New Roman" panose="02020603050405020304" pitchFamily="18" charset="0"/>
              </a:rPr>
              <a:t>Minimum needs </a:t>
            </a:r>
            <a:r>
              <a:rPr lang="en-US" sz="2400" b="0" i="0" u="none" strike="noStrike" baseline="0">
                <a:latin typeface="Times New Roman" panose="02020603050405020304" pitchFamily="18" charset="0"/>
                <a:cs typeface="Times New Roman" panose="02020603050405020304" pitchFamily="18" charset="0"/>
              </a:rPr>
              <a:t>==&gt; Are the new features that the customers consider  important</a:t>
            </a:r>
          </a:p>
          <a:p>
            <a:pPr indent="-864000"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                                    Ex. For car this would mean seating and dashboard electronics</a:t>
            </a:r>
          </a:p>
          <a:p>
            <a:pPr indent="-864000"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(2) </a:t>
            </a:r>
            <a:r>
              <a:rPr lang="en-US" sz="2400" b="0" i="0" u="none" strike="noStrike" baseline="0">
                <a:solidFill>
                  <a:srgbClr val="FF0000"/>
                </a:solidFill>
                <a:latin typeface="Times New Roman" panose="02020603050405020304" pitchFamily="18" charset="0"/>
                <a:cs typeface="Times New Roman" panose="02020603050405020304" pitchFamily="18" charset="0"/>
              </a:rPr>
              <a:t>Assumed needs</a:t>
            </a:r>
            <a:r>
              <a:rPr lang="en-US" sz="2400" b="0" i="0" u="none" strike="noStrike" baseline="0">
                <a:latin typeface="Times New Roman" panose="02020603050405020304" pitchFamily="18" charset="0"/>
                <a:cs typeface="Times New Roman" panose="02020603050405020304" pitchFamily="18" charset="0"/>
              </a:rPr>
              <a:t> ==&gt; It includes basic operation, safety and reliability.</a:t>
            </a:r>
          </a:p>
          <a:p>
            <a:pPr indent="-864000" algn="l">
              <a:spcBef>
                <a:spcPts val="400"/>
              </a:spcBef>
              <a:spcAft>
                <a:spcPts val="600"/>
              </a:spcAft>
            </a:pPr>
            <a:r>
              <a:rPr lang="en-US" sz="2400">
                <a:latin typeface="Times New Roman" panose="02020603050405020304" pitchFamily="18" charset="0"/>
                <a:cs typeface="Times New Roman" panose="02020603050405020304" pitchFamily="18" charset="0"/>
              </a:rPr>
              <a:t>                            Ex. For a car this would mean the ability to drive</a:t>
            </a:r>
          </a:p>
          <a:p>
            <a:pPr indent="-1080000"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(3) </a:t>
            </a:r>
            <a:r>
              <a:rPr lang="en-US" sz="2400" b="0" i="0" u="none" strike="noStrike" baseline="0">
                <a:solidFill>
                  <a:srgbClr val="FF0000"/>
                </a:solidFill>
                <a:latin typeface="Times New Roman" panose="02020603050405020304" pitchFamily="18" charset="0"/>
                <a:cs typeface="Times New Roman" panose="02020603050405020304" pitchFamily="18" charset="0"/>
              </a:rPr>
              <a:t>Unrecognized needs </a:t>
            </a:r>
            <a:r>
              <a:rPr lang="en-US" sz="2400" b="0" i="0" u="none" strike="noStrike" baseline="0">
                <a:latin typeface="Times New Roman" panose="02020603050405020304" pitchFamily="18" charset="0"/>
                <a:cs typeface="Times New Roman" panose="02020603050405020304" pitchFamily="18" charset="0"/>
              </a:rPr>
              <a:t>==&gt; </a:t>
            </a:r>
            <a:r>
              <a:rPr lang="en-US" sz="2400">
                <a:latin typeface="Times New Roman" panose="02020603050405020304" pitchFamily="18" charset="0"/>
                <a:cs typeface="Times New Roman" panose="02020603050405020304" pitchFamily="18" charset="0"/>
              </a:rPr>
              <a:t>Ex. . For a car this would mean </a:t>
            </a:r>
            <a:r>
              <a:rPr lang="en-US" sz="2400" b="0" i="0" u="none" strike="noStrike" baseline="0">
                <a:latin typeface="Times New Roman" panose="02020603050405020304" pitchFamily="18" charset="0"/>
                <a:cs typeface="Times New Roman" panose="02020603050405020304" pitchFamily="18" charset="0"/>
              </a:rPr>
              <a:t>sounds, AC, voltage      requirement</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705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580DAB-A4C1-3CC1-1A23-E6125EB27364}"/>
              </a:ext>
            </a:extLst>
          </p:cNvPr>
          <p:cNvSpPr txBox="1"/>
          <p:nvPr/>
        </p:nvSpPr>
        <p:spPr>
          <a:xfrm>
            <a:off x="438149" y="147935"/>
            <a:ext cx="10467975" cy="830997"/>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Design objectives and functional requirements are what the design should strive</a:t>
            </a:r>
          </a:p>
          <a:p>
            <a:r>
              <a:rPr lang="en-US" sz="2400">
                <a:latin typeface="Times New Roman" panose="02020603050405020304" pitchFamily="18" charset="0"/>
                <a:cs typeface="Times New Roman" panose="02020603050405020304" pitchFamily="18" charset="0"/>
              </a:rPr>
              <a:t>       for. It is best to define the ideal and acceptable values</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A8B2770-696F-1C9C-5C0C-697795D683FE}"/>
              </a:ext>
            </a:extLst>
          </p:cNvPr>
          <p:cNvSpPr txBox="1"/>
          <p:nvPr/>
        </p:nvSpPr>
        <p:spPr>
          <a:xfrm>
            <a:off x="438149" y="977047"/>
            <a:ext cx="10106025" cy="2451953"/>
          </a:xfrm>
          <a:prstGeom prst="rect">
            <a:avLst/>
          </a:prstGeom>
          <a:noFill/>
        </p:spPr>
        <p:txBody>
          <a:bodyPr wrap="square">
            <a:spAutoFit/>
          </a:bodyPr>
          <a:lstStyle/>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Examples of well-defined objectives include the following:</a:t>
            </a:r>
          </a:p>
          <a:p>
            <a:pPr marL="742950" lvl="1" indent="-285750">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 Cost between $100.00 and $120.00</a:t>
            </a:r>
          </a:p>
          <a:p>
            <a:pPr marL="742950" lvl="1" indent="-285750">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  Provide a maximum power from 50 to 75 KW</a:t>
            </a:r>
          </a:p>
          <a:p>
            <a:pPr marL="742950" lvl="1" indent="-285750">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 A maximum speed of 100 to 150 m/s</a:t>
            </a:r>
          </a:p>
          <a:p>
            <a:pPr marL="742950" lvl="1" indent="-285750">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 Heating time between 40 and 60 s</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33D556F-2194-D7C4-9F35-B9CE0FE2EFC4}"/>
              </a:ext>
            </a:extLst>
          </p:cNvPr>
          <p:cNvSpPr txBox="1"/>
          <p:nvPr/>
        </p:nvSpPr>
        <p:spPr>
          <a:xfrm>
            <a:off x="571499" y="3429000"/>
            <a:ext cx="10582275" cy="830997"/>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Design constraints are firm limits that must be met for the design to be acceptable. Examples of these are listed below</a:t>
            </a:r>
            <a:endParaRPr lang="en-IN" sz="24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68ADBFB-B864-60E5-FEFF-0F7E714C0F80}"/>
              </a:ext>
            </a:extLst>
          </p:cNvPr>
          <p:cNvSpPr txBox="1"/>
          <p:nvPr/>
        </p:nvSpPr>
        <p:spPr>
          <a:xfrm>
            <a:off x="838200" y="4258112"/>
            <a:ext cx="6096000" cy="1954381"/>
          </a:xfrm>
          <a:prstGeom prst="rect">
            <a:avLst/>
          </a:prstGeom>
          <a:noFill/>
        </p:spPr>
        <p:txBody>
          <a:bodyPr wrap="square">
            <a:spAutoFit/>
          </a:bodyPr>
          <a:lstStyle/>
          <a:p>
            <a:pPr marL="285750" indent="-285750">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Must be delivered by June 15</a:t>
            </a:r>
          </a:p>
          <a:p>
            <a:pPr marL="342900" indent="-342900">
              <a:spcBef>
                <a:spcPts val="400"/>
              </a:spcBef>
              <a:spcAft>
                <a:spcPts val="600"/>
              </a:spcAft>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Surface temperature below 50°C</a:t>
            </a:r>
          </a:p>
          <a:p>
            <a:pPr marL="285750" indent="-285750" algn="l">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 </a:t>
            </a:r>
            <a:r>
              <a:rPr lang="en-US" sz="2400" b="0" i="0" u="none" strike="noStrike" baseline="0">
                <a:latin typeface="Times New Roman" panose="02020603050405020304" pitchFamily="18" charset="0"/>
                <a:cs typeface="Times New Roman" panose="02020603050405020304" pitchFamily="18" charset="0"/>
              </a:rPr>
              <a:t>Cycle times below 3 seconds</a:t>
            </a:r>
          </a:p>
          <a:p>
            <a:pPr marL="285750" indent="-285750" algn="l">
              <a:spcBef>
                <a:spcPts val="400"/>
              </a:spcBef>
              <a:spcAft>
                <a:spcPts val="60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 </a:t>
            </a:r>
            <a:r>
              <a:rPr lang="en-US" sz="2400" b="0" i="0" u="none" strike="noStrike" baseline="0">
                <a:latin typeface="Times New Roman" panose="02020603050405020304" pitchFamily="18" charset="0"/>
                <a:cs typeface="Times New Roman" panose="02020603050405020304" pitchFamily="18" charset="0"/>
              </a:rPr>
              <a:t>Power levels above 5 W</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483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3A400D-67DB-5F2B-B663-E184BF81F426}"/>
              </a:ext>
            </a:extLst>
          </p:cNvPr>
          <p:cNvSpPr txBox="1"/>
          <p:nvPr/>
        </p:nvSpPr>
        <p:spPr>
          <a:xfrm>
            <a:off x="4229100" y="257175"/>
            <a:ext cx="3092513"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Specifications</a:t>
            </a:r>
          </a:p>
        </p:txBody>
      </p:sp>
      <p:sp>
        <p:nvSpPr>
          <p:cNvPr id="3" name="TextBox 2">
            <a:extLst>
              <a:ext uri="{FF2B5EF4-FFF2-40B4-BE49-F238E27FC236}">
                <a16:creationId xmlns:a16="http://schemas.microsoft.com/office/drawing/2014/main" id="{6A04D74B-E7FA-795A-160C-DD47B813DB25}"/>
              </a:ext>
            </a:extLst>
          </p:cNvPr>
          <p:cNvSpPr txBox="1"/>
          <p:nvPr/>
        </p:nvSpPr>
        <p:spPr>
          <a:xfrm>
            <a:off x="1199259" y="939076"/>
            <a:ext cx="9514143" cy="1954381"/>
          </a:xfrm>
          <a:prstGeom prst="rect">
            <a:avLst/>
          </a:prstGeom>
          <a:noFill/>
        </p:spPr>
        <p:txBody>
          <a:bodyPr wrap="none" rtlCol="0">
            <a:spAutoFit/>
          </a:bodyPr>
          <a:lstStyle/>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A specific description of design and materials used to make something</a:t>
            </a:r>
          </a:p>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They are set of instructions or requirements given in codes and standards</a:t>
            </a:r>
          </a:p>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Must meet requirements of customers</a:t>
            </a:r>
          </a:p>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Example-Company provided  specification, Product design specifications</a:t>
            </a:r>
          </a:p>
        </p:txBody>
      </p:sp>
      <p:sp>
        <p:nvSpPr>
          <p:cNvPr id="4" name="TextBox 3">
            <a:extLst>
              <a:ext uri="{FF2B5EF4-FFF2-40B4-BE49-F238E27FC236}">
                <a16:creationId xmlns:a16="http://schemas.microsoft.com/office/drawing/2014/main" id="{82BF7DCD-5563-1B33-FDA7-B72A2712E681}"/>
              </a:ext>
            </a:extLst>
          </p:cNvPr>
          <p:cNvSpPr txBox="1"/>
          <p:nvPr/>
        </p:nvSpPr>
        <p:spPr>
          <a:xfrm>
            <a:off x="2782432" y="2862678"/>
            <a:ext cx="6542176"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Requirements of specifications</a:t>
            </a:r>
          </a:p>
        </p:txBody>
      </p:sp>
      <p:sp>
        <p:nvSpPr>
          <p:cNvPr id="5" name="TextBox 4">
            <a:extLst>
              <a:ext uri="{FF2B5EF4-FFF2-40B4-BE49-F238E27FC236}">
                <a16:creationId xmlns:a16="http://schemas.microsoft.com/office/drawing/2014/main" id="{87108376-1E0C-8C69-4FE8-6130C449AC67}"/>
              </a:ext>
            </a:extLst>
          </p:cNvPr>
          <p:cNvSpPr txBox="1"/>
          <p:nvPr/>
        </p:nvSpPr>
        <p:spPr>
          <a:xfrm>
            <a:off x="1199259" y="3641379"/>
            <a:ext cx="9938939" cy="2308324"/>
          </a:xfrm>
          <a:prstGeom prst="rect">
            <a:avLst/>
          </a:prstGeom>
          <a:noFill/>
        </p:spPr>
        <p:txBody>
          <a:bodyPr wrap="none" rtlCol="0">
            <a:spAutoFit/>
          </a:bodyPr>
          <a:lstStyle/>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Specifications provide specific/ additional requirements for materials, </a:t>
            </a:r>
          </a:p>
          <a:p>
            <a:pPr>
              <a:spcBef>
                <a:spcPts val="400"/>
              </a:spcBef>
              <a:spcAft>
                <a:spcPts val="600"/>
              </a:spcAft>
            </a:pPr>
            <a:r>
              <a:rPr lang="en-IN" sz="2400">
                <a:latin typeface="Times New Roman" panose="02020603050405020304" pitchFamily="18" charset="0"/>
                <a:cs typeface="Times New Roman" panose="02020603050405020304" pitchFamily="18" charset="0"/>
              </a:rPr>
              <a:t>    components based on codes  and standards</a:t>
            </a:r>
          </a:p>
          <a:p>
            <a:pPr marL="285750" indent="-285750">
              <a:spcBef>
                <a:spcPts val="400"/>
              </a:spcBef>
              <a:spcAft>
                <a:spcPts val="600"/>
              </a:spcAf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Often generated by companies to address additional requirements applicable </a:t>
            </a:r>
          </a:p>
          <a:p>
            <a:pPr>
              <a:spcBef>
                <a:spcPts val="400"/>
              </a:spcBef>
              <a:spcAft>
                <a:spcPts val="600"/>
              </a:spcAft>
            </a:pPr>
            <a:r>
              <a:rPr lang="en-IN" sz="2400">
                <a:latin typeface="Times New Roman" panose="02020603050405020304" pitchFamily="18" charset="0"/>
                <a:cs typeface="Times New Roman" panose="02020603050405020304" pitchFamily="18" charset="0"/>
              </a:rPr>
              <a:t>    to a specific products or application</a:t>
            </a:r>
          </a:p>
          <a:p>
            <a:pPr marL="285750" indent="-285750">
              <a:buFont typeface="Wingdings" panose="05000000000000000000" pitchFamily="2" charset="2"/>
              <a:buChar char="Ø"/>
            </a:pPr>
            <a:endParaRPr lang="en-IN"/>
          </a:p>
        </p:txBody>
      </p:sp>
    </p:spTree>
    <p:extLst>
      <p:ext uri="{BB962C8B-B14F-4D97-AF65-F5344CB8AC3E}">
        <p14:creationId xmlns:p14="http://schemas.microsoft.com/office/powerpoint/2010/main" val="2547335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5CFCEF-BA04-D847-69BF-07E73C916383}"/>
              </a:ext>
            </a:extLst>
          </p:cNvPr>
          <p:cNvSpPr txBox="1"/>
          <p:nvPr/>
        </p:nvSpPr>
        <p:spPr>
          <a:xfrm>
            <a:off x="1990725" y="114300"/>
            <a:ext cx="7681911"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Conversion of needs to specification</a:t>
            </a:r>
          </a:p>
        </p:txBody>
      </p:sp>
      <p:sp>
        <p:nvSpPr>
          <p:cNvPr id="4" name="TextBox 3">
            <a:extLst>
              <a:ext uri="{FF2B5EF4-FFF2-40B4-BE49-F238E27FC236}">
                <a16:creationId xmlns:a16="http://schemas.microsoft.com/office/drawing/2014/main" id="{8329F556-BB62-D560-EC22-5F34CAC9EEDA}"/>
              </a:ext>
            </a:extLst>
          </p:cNvPr>
          <p:cNvSpPr txBox="1"/>
          <p:nvPr/>
        </p:nvSpPr>
        <p:spPr>
          <a:xfrm>
            <a:off x="1000125" y="1000810"/>
            <a:ext cx="9315450"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When converting needs to specification, approaches to consider include the following</a:t>
            </a:r>
            <a:endParaRPr lang="en-IN" sz="24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7825F99-9E1C-D46A-F8EB-8F5256E7F3E4}"/>
              </a:ext>
            </a:extLst>
          </p:cNvPr>
          <p:cNvSpPr txBox="1"/>
          <p:nvPr/>
        </p:nvSpPr>
        <p:spPr>
          <a:xfrm>
            <a:off x="1000125" y="2010431"/>
            <a:ext cx="10306050" cy="3688189"/>
          </a:xfrm>
          <a:prstGeom prst="rect">
            <a:avLst/>
          </a:prstGeom>
          <a:noFill/>
        </p:spPr>
        <p:txBody>
          <a:bodyPr wrap="square">
            <a:spAutoFit/>
          </a:bodyPr>
          <a:lstStyle/>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Find similar designs from the past, present, or future.</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Examine each of the objectives and constraints and find methods for implementation.</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Identify components</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Meeting with customers, users, or others</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Perform benchmarking with competitive designs</a:t>
            </a:r>
          </a:p>
          <a:p>
            <a:pPr marL="285750" indent="-285750">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Identify technologically challenging features, e.g., Is it new? Have others used it? For how long?</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3100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253401-78EE-F309-000F-8943DABB5AF9}"/>
              </a:ext>
            </a:extLst>
          </p:cNvPr>
          <p:cNvSpPr txBox="1"/>
          <p:nvPr/>
        </p:nvSpPr>
        <p:spPr>
          <a:xfrm>
            <a:off x="1085850" y="770662"/>
            <a:ext cx="10077450" cy="1569660"/>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Failure to adhere to the specifications results in feature creep, a common and critical problem that occurs when specifications are poorly written or don’t exist.  After this phase the addition  or change of any specification will result in delays and increased costs</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0554AD3-02F0-F525-91F7-BC85703ABD0F}"/>
              </a:ext>
            </a:extLst>
          </p:cNvPr>
          <p:cNvSpPr txBox="1"/>
          <p:nvPr/>
        </p:nvSpPr>
        <p:spPr>
          <a:xfrm>
            <a:off x="3819525" y="2615744"/>
            <a:ext cx="4971233" cy="584775"/>
          </a:xfrm>
          <a:prstGeom prst="rect">
            <a:avLst/>
          </a:prstGeom>
          <a:noFill/>
        </p:spPr>
        <p:txBody>
          <a:bodyPr wrap="none" rtlCol="0">
            <a:spAutoFit/>
          </a:bodyPr>
          <a:lstStyle/>
          <a:p>
            <a:r>
              <a:rPr lang="en-IN" sz="3200">
                <a:solidFill>
                  <a:srgbClr val="00B050"/>
                </a:solidFill>
                <a:latin typeface="Times New Roman" panose="02020603050405020304" pitchFamily="18" charset="0"/>
                <a:cs typeface="Times New Roman" panose="02020603050405020304" pitchFamily="18" charset="0"/>
              </a:rPr>
              <a:t>Specification to build a robot</a:t>
            </a:r>
          </a:p>
        </p:txBody>
      </p:sp>
      <p:sp>
        <p:nvSpPr>
          <p:cNvPr id="9" name="TextBox 8">
            <a:extLst>
              <a:ext uri="{FF2B5EF4-FFF2-40B4-BE49-F238E27FC236}">
                <a16:creationId xmlns:a16="http://schemas.microsoft.com/office/drawing/2014/main" id="{BA731B1C-CD17-6213-EE3C-92423BB98979}"/>
              </a:ext>
            </a:extLst>
          </p:cNvPr>
          <p:cNvSpPr txBox="1"/>
          <p:nvPr/>
        </p:nvSpPr>
        <p:spPr>
          <a:xfrm>
            <a:off x="1278823" y="3200519"/>
            <a:ext cx="6096000" cy="3046988"/>
          </a:xfrm>
          <a:prstGeom prst="rect">
            <a:avLst/>
          </a:prstGeom>
          <a:noFill/>
        </p:spPr>
        <p:txBody>
          <a:bodyPr wrap="square">
            <a:spAutoFit/>
          </a:bodyPr>
          <a:lstStyle/>
          <a:p>
            <a:pPr marL="285750" indent="-285750" algn="l">
              <a:buFont typeface="Wingdings" panose="05000000000000000000" pitchFamily="2" charset="2"/>
              <a:buChar char="v"/>
            </a:pPr>
            <a:r>
              <a:rPr lang="en-IN" sz="2400" b="0" i="0" u="none" strike="noStrike" baseline="0">
                <a:latin typeface="Times New Roman" panose="02020603050405020304" pitchFamily="18" charset="0"/>
                <a:cs typeface="Times New Roman" panose="02020603050405020304" pitchFamily="18" charset="0"/>
              </a:rPr>
              <a:t>cost $6.25</a:t>
            </a:r>
          </a:p>
          <a:p>
            <a:pPr marL="285750" indent="-285750" algn="l">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two motors and rubber tires</a:t>
            </a:r>
          </a:p>
          <a:p>
            <a:pPr marL="285750" indent="-285750" algn="l">
              <a:buFont typeface="Wingdings" panose="05000000000000000000" pitchFamily="2" charset="2"/>
              <a:buChar char="v"/>
            </a:pPr>
            <a:r>
              <a:rPr lang="en-IN" sz="2400" b="0" i="0" u="none" strike="noStrike" baseline="0">
                <a:latin typeface="Times New Roman" panose="02020603050405020304" pitchFamily="18" charset="0"/>
                <a:cs typeface="Times New Roman" panose="02020603050405020304" pitchFamily="18" charset="0"/>
              </a:rPr>
              <a:t>tank steering</a:t>
            </a:r>
          </a:p>
          <a:p>
            <a:pPr marL="285750" indent="-285750" algn="l">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traces your logo but avoids the walls</a:t>
            </a:r>
          </a:p>
          <a:p>
            <a:pPr marL="285750" indent="-285750" algn="l">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it has a plastic body with your logo on two sides.</a:t>
            </a:r>
          </a:p>
          <a:p>
            <a:pPr marL="285750" indent="-285750" algn="l">
              <a:buFont typeface="Wingdings" panose="05000000000000000000" pitchFamily="2" charset="2"/>
              <a:buChar char="v"/>
            </a:pPr>
            <a:r>
              <a:rPr lang="en-US" sz="2400" b="0" i="0" u="none" strike="noStrike" baseline="0">
                <a:latin typeface="Times New Roman" panose="02020603050405020304" pitchFamily="18" charset="0"/>
                <a:cs typeface="Times New Roman" panose="02020603050405020304" pitchFamily="18" charset="0"/>
              </a:rPr>
              <a:t>a domed top and round body with a 10-cm diameter</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3160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EB7778-1FB1-7C76-9D27-FA178F2E9F9B}"/>
              </a:ext>
            </a:extLst>
          </p:cNvPr>
          <p:cNvSpPr txBox="1"/>
          <p:nvPr/>
        </p:nvSpPr>
        <p:spPr>
          <a:xfrm>
            <a:off x="400050" y="0"/>
            <a:ext cx="11696699" cy="707886"/>
          </a:xfrm>
          <a:prstGeom prst="rect">
            <a:avLst/>
          </a:prstGeom>
          <a:noFill/>
        </p:spPr>
        <p:txBody>
          <a:bodyPr wrap="square">
            <a:spAutoFit/>
          </a:bodyPr>
          <a:lstStyle/>
          <a:p>
            <a:r>
              <a:rPr lang="en-US" sz="4000" b="0" i="0" u="none" strike="noStrike" baseline="0">
                <a:solidFill>
                  <a:srgbClr val="00B0F0"/>
                </a:solidFill>
                <a:latin typeface="Times New Roman" panose="02020603050405020304" pitchFamily="18" charset="0"/>
                <a:cs typeface="Times New Roman" panose="02020603050405020304" pitchFamily="18" charset="0"/>
              </a:rPr>
              <a:t>Possible question that may help to explore Specification</a:t>
            </a:r>
            <a:endParaRPr lang="en-IN" sz="400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90C52D1-CC27-5998-F2AB-B9E246AC4560}"/>
              </a:ext>
            </a:extLst>
          </p:cNvPr>
          <p:cNvSpPr txBox="1"/>
          <p:nvPr/>
        </p:nvSpPr>
        <p:spPr>
          <a:xfrm>
            <a:off x="1135856" y="812661"/>
            <a:ext cx="9665494" cy="5437386"/>
          </a:xfrm>
          <a:prstGeom prst="rect">
            <a:avLst/>
          </a:prstGeom>
          <a:noFill/>
        </p:spPr>
        <p:txBody>
          <a:bodyPr wrap="square">
            <a:spAutoFit/>
          </a:bodyPr>
          <a:lstStyle/>
          <a:p>
            <a:pPr algn="l">
              <a:spcBef>
                <a:spcPts val="400"/>
              </a:spcBef>
              <a:spcAft>
                <a:spcPts val="600"/>
              </a:spcAft>
            </a:pPr>
            <a:r>
              <a:rPr lang="en-IN" sz="2400" b="0" i="0" u="none" strike="noStrike" baseline="0">
                <a:latin typeface="Times New Roman" panose="02020603050405020304" pitchFamily="18" charset="0"/>
                <a:cs typeface="Times New Roman" panose="02020603050405020304" pitchFamily="18" charset="0"/>
              </a:rPr>
              <a:t>1.Is the specification measurable?</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2. How will the specification be measured?</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3. Are there formal tests that can be used?</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4. How will the customer see that the design specifications will be met?</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5. How many ways can the specifications be interpreted?</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6. What are the failure criteria?</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7. Are the numerical values and ranges clear, with units?</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8. What are the tolerances?</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9. How will acceptance criteria be measured? Safety, usability, etc.</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10. How can we manage feature creep?</a:t>
            </a:r>
          </a:p>
          <a:p>
            <a:pPr algn="l">
              <a:spcBef>
                <a:spcPts val="400"/>
              </a:spcBef>
              <a:spcAft>
                <a:spcPts val="600"/>
              </a:spcAft>
            </a:pPr>
            <a:r>
              <a:rPr lang="en-US" sz="2400" b="0" i="0" u="none" strike="noStrike" baseline="0">
                <a:latin typeface="Times New Roman" panose="02020603050405020304" pitchFamily="18" charset="0"/>
                <a:cs typeface="Times New Roman" panose="02020603050405020304" pitchFamily="18" charset="0"/>
              </a:rPr>
              <a:t>11. Are there standard tests available for a specification?</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5086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DF6A33-257B-DBA3-8561-3F766F796A52}"/>
              </a:ext>
            </a:extLst>
          </p:cNvPr>
          <p:cNvSpPr txBox="1"/>
          <p:nvPr/>
        </p:nvSpPr>
        <p:spPr>
          <a:xfrm>
            <a:off x="3810759" y="2762250"/>
            <a:ext cx="4570482" cy="769441"/>
          </a:xfrm>
          <a:prstGeom prst="rect">
            <a:avLst/>
          </a:prstGeom>
          <a:noFill/>
        </p:spPr>
        <p:txBody>
          <a:bodyPr wrap="none" rtlCol="0">
            <a:spAutoFit/>
          </a:bodyPr>
          <a:lstStyle/>
          <a:p>
            <a:r>
              <a:rPr lang="en-IN" sz="4400">
                <a:solidFill>
                  <a:srgbClr val="7030A0"/>
                </a:solidFill>
                <a:latin typeface="Times New Roman" panose="02020603050405020304" pitchFamily="18" charset="0"/>
                <a:cs typeface="Times New Roman" panose="02020603050405020304" pitchFamily="18" charset="0"/>
              </a:rPr>
              <a:t>Standard and codes</a:t>
            </a:r>
          </a:p>
        </p:txBody>
      </p:sp>
    </p:spTree>
    <p:extLst>
      <p:ext uri="{BB962C8B-B14F-4D97-AF65-F5344CB8AC3E}">
        <p14:creationId xmlns:p14="http://schemas.microsoft.com/office/powerpoint/2010/main" val="1659557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9A70F7-E5A2-206F-1149-17D4E0E129B9}"/>
              </a:ext>
            </a:extLst>
          </p:cNvPr>
          <p:cNvSpPr txBox="1"/>
          <p:nvPr/>
        </p:nvSpPr>
        <p:spPr>
          <a:xfrm>
            <a:off x="3400425" y="0"/>
            <a:ext cx="6096000" cy="707886"/>
          </a:xfrm>
          <a:prstGeom prst="rect">
            <a:avLst/>
          </a:prstGeom>
          <a:noFill/>
        </p:spPr>
        <p:txBody>
          <a:bodyPr wrap="square">
            <a:spAutoFit/>
          </a:bodyPr>
          <a:lstStyle/>
          <a:p>
            <a:r>
              <a:rPr lang="en-IN" sz="4000" b="1" i="0" u="none" strike="noStrike" baseline="0">
                <a:solidFill>
                  <a:srgbClr val="00B0F0"/>
                </a:solidFill>
                <a:latin typeface="Times New Roman" panose="02020603050405020304" pitchFamily="18" charset="0"/>
                <a:cs typeface="Times New Roman" panose="02020603050405020304" pitchFamily="18" charset="0"/>
              </a:rPr>
              <a:t>Standards and Codes</a:t>
            </a:r>
            <a:endParaRPr lang="en-IN" sz="4000">
              <a:solidFill>
                <a:srgbClr val="00B0F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BCE574-1518-21CC-4AFD-0793B2E42090}"/>
              </a:ext>
            </a:extLst>
          </p:cNvPr>
          <p:cNvPicPr>
            <a:picLocks noChangeAspect="1"/>
          </p:cNvPicPr>
          <p:nvPr/>
        </p:nvPicPr>
        <p:blipFill>
          <a:blip r:embed="rId2"/>
          <a:stretch>
            <a:fillRect/>
          </a:stretch>
        </p:blipFill>
        <p:spPr>
          <a:xfrm>
            <a:off x="1235764" y="1654775"/>
            <a:ext cx="9391651" cy="5150462"/>
          </a:xfrm>
          <a:prstGeom prst="rect">
            <a:avLst/>
          </a:prstGeom>
        </p:spPr>
      </p:pic>
      <p:sp>
        <p:nvSpPr>
          <p:cNvPr id="2" name="TextBox 1">
            <a:extLst>
              <a:ext uri="{FF2B5EF4-FFF2-40B4-BE49-F238E27FC236}">
                <a16:creationId xmlns:a16="http://schemas.microsoft.com/office/drawing/2014/main" id="{86C5A751-05E8-F9FA-5704-4DA3B28514BC}"/>
              </a:ext>
            </a:extLst>
          </p:cNvPr>
          <p:cNvSpPr txBox="1"/>
          <p:nvPr/>
        </p:nvSpPr>
        <p:spPr>
          <a:xfrm>
            <a:off x="857251" y="516355"/>
            <a:ext cx="8783706" cy="1015663"/>
          </a:xfrm>
          <a:prstGeom prst="rect">
            <a:avLst/>
          </a:prstGeom>
          <a:noFill/>
        </p:spPr>
        <p:txBody>
          <a:bodyPr wrap="square" rtlCol="0">
            <a:spAutoFit/>
          </a:bodyPr>
          <a:lstStyle/>
          <a:p>
            <a:r>
              <a:rPr lang="en-IN" sz="2000">
                <a:latin typeface="Times New Roman" panose="02020603050405020304" pitchFamily="18" charset="0"/>
                <a:cs typeface="Times New Roman" panose="02020603050405020304" pitchFamily="18" charset="0"/>
              </a:rPr>
              <a:t>ISO- International organization for standardization; ISI- Indian standard institute; </a:t>
            </a:r>
          </a:p>
          <a:p>
            <a:r>
              <a:rPr lang="en-IN" sz="2000">
                <a:latin typeface="Times New Roman" panose="02020603050405020304" pitchFamily="18" charset="0"/>
                <a:cs typeface="Times New Roman" panose="02020603050405020304" pitchFamily="18" charset="0"/>
              </a:rPr>
              <a:t>ASTM- American society for testing and materials                                                                                                    </a:t>
            </a:r>
          </a:p>
          <a:p>
            <a:r>
              <a:rPr lang="en-IN" sz="2000">
                <a:latin typeface="Times New Roman" panose="02020603050405020304" pitchFamily="18" charset="0"/>
                <a:cs typeface="Times New Roman" panose="02020603050405020304" pitchFamily="18" charset="0"/>
              </a:rPr>
              <a:t>ANSI- American national standard institute</a:t>
            </a:r>
          </a:p>
        </p:txBody>
      </p:sp>
    </p:spTree>
    <p:extLst>
      <p:ext uri="{BB962C8B-B14F-4D97-AF65-F5344CB8AC3E}">
        <p14:creationId xmlns:p14="http://schemas.microsoft.com/office/powerpoint/2010/main" val="3059788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7DEB65-15D5-DF25-01D2-CF5DE5542429}"/>
              </a:ext>
            </a:extLst>
          </p:cNvPr>
          <p:cNvPicPr>
            <a:picLocks noChangeAspect="1"/>
          </p:cNvPicPr>
          <p:nvPr/>
        </p:nvPicPr>
        <p:blipFill>
          <a:blip r:embed="rId2"/>
          <a:stretch>
            <a:fillRect/>
          </a:stretch>
        </p:blipFill>
        <p:spPr>
          <a:xfrm>
            <a:off x="555854" y="1019175"/>
            <a:ext cx="11137931" cy="5323448"/>
          </a:xfrm>
          <a:prstGeom prst="rect">
            <a:avLst/>
          </a:prstGeom>
        </p:spPr>
      </p:pic>
      <p:sp>
        <p:nvSpPr>
          <p:cNvPr id="5" name="TextBox 4">
            <a:extLst>
              <a:ext uri="{FF2B5EF4-FFF2-40B4-BE49-F238E27FC236}">
                <a16:creationId xmlns:a16="http://schemas.microsoft.com/office/drawing/2014/main" id="{A1D1DB31-9D0F-63EF-CF23-98E4FEB17E61}"/>
              </a:ext>
            </a:extLst>
          </p:cNvPr>
          <p:cNvSpPr txBox="1"/>
          <p:nvPr/>
        </p:nvSpPr>
        <p:spPr>
          <a:xfrm>
            <a:off x="3076819" y="161434"/>
            <a:ext cx="6096000" cy="707886"/>
          </a:xfrm>
          <a:prstGeom prst="rect">
            <a:avLst/>
          </a:prstGeom>
          <a:noFill/>
        </p:spPr>
        <p:txBody>
          <a:bodyPr wrap="square">
            <a:spAutoFit/>
          </a:bodyPr>
          <a:lstStyle/>
          <a:p>
            <a:r>
              <a:rPr lang="en-IN" sz="4000">
                <a:solidFill>
                  <a:srgbClr val="00B0F0"/>
                </a:solidFill>
                <a:latin typeface="Times New Roman" panose="02020603050405020304" pitchFamily="18" charset="0"/>
                <a:cs typeface="Times New Roman" panose="02020603050405020304" pitchFamily="18" charset="0"/>
              </a:rPr>
              <a:t>Why Standard is required?</a:t>
            </a:r>
          </a:p>
        </p:txBody>
      </p:sp>
    </p:spTree>
    <p:extLst>
      <p:ext uri="{BB962C8B-B14F-4D97-AF65-F5344CB8AC3E}">
        <p14:creationId xmlns:p14="http://schemas.microsoft.com/office/powerpoint/2010/main" val="3344853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C4497F-A6E9-9147-B593-6DF681E491A4}"/>
              </a:ext>
            </a:extLst>
          </p:cNvPr>
          <p:cNvPicPr>
            <a:picLocks noChangeAspect="1"/>
          </p:cNvPicPr>
          <p:nvPr/>
        </p:nvPicPr>
        <p:blipFill>
          <a:blip r:embed="rId2"/>
          <a:stretch>
            <a:fillRect/>
          </a:stretch>
        </p:blipFill>
        <p:spPr>
          <a:xfrm>
            <a:off x="537716" y="1038225"/>
            <a:ext cx="11461882" cy="5106854"/>
          </a:xfrm>
          <a:prstGeom prst="rect">
            <a:avLst/>
          </a:prstGeom>
        </p:spPr>
      </p:pic>
      <p:sp>
        <p:nvSpPr>
          <p:cNvPr id="6" name="TextBox 5">
            <a:extLst>
              <a:ext uri="{FF2B5EF4-FFF2-40B4-BE49-F238E27FC236}">
                <a16:creationId xmlns:a16="http://schemas.microsoft.com/office/drawing/2014/main" id="{7F351FFB-5F95-81E4-F8A2-7A92D2340818}"/>
              </a:ext>
            </a:extLst>
          </p:cNvPr>
          <p:cNvSpPr txBox="1"/>
          <p:nvPr/>
        </p:nvSpPr>
        <p:spPr>
          <a:xfrm>
            <a:off x="4801589" y="162614"/>
            <a:ext cx="1467068"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Codes</a:t>
            </a:r>
          </a:p>
        </p:txBody>
      </p:sp>
    </p:spTree>
    <p:extLst>
      <p:ext uri="{BB962C8B-B14F-4D97-AF65-F5344CB8AC3E}">
        <p14:creationId xmlns:p14="http://schemas.microsoft.com/office/powerpoint/2010/main" val="1439470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33273A-CFA7-C9BD-9E92-6E2BC1BEEAC3}"/>
              </a:ext>
            </a:extLst>
          </p:cNvPr>
          <p:cNvPicPr>
            <a:picLocks noChangeAspect="1"/>
          </p:cNvPicPr>
          <p:nvPr/>
        </p:nvPicPr>
        <p:blipFill>
          <a:blip r:embed="rId2"/>
          <a:stretch>
            <a:fillRect/>
          </a:stretch>
        </p:blipFill>
        <p:spPr>
          <a:xfrm>
            <a:off x="238369" y="457943"/>
            <a:ext cx="11522411" cy="5924550"/>
          </a:xfrm>
          <a:prstGeom prst="rect">
            <a:avLst/>
          </a:prstGeom>
        </p:spPr>
      </p:pic>
    </p:spTree>
    <p:extLst>
      <p:ext uri="{BB962C8B-B14F-4D97-AF65-F5344CB8AC3E}">
        <p14:creationId xmlns:p14="http://schemas.microsoft.com/office/powerpoint/2010/main" val="3832180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62668C-C7BC-DCB4-0EBC-C85C296C9987}"/>
              </a:ext>
            </a:extLst>
          </p:cNvPr>
          <p:cNvPicPr>
            <a:picLocks noChangeAspect="1"/>
          </p:cNvPicPr>
          <p:nvPr/>
        </p:nvPicPr>
        <p:blipFill>
          <a:blip r:embed="rId2"/>
          <a:stretch>
            <a:fillRect/>
          </a:stretch>
        </p:blipFill>
        <p:spPr>
          <a:xfrm>
            <a:off x="1190625" y="1328737"/>
            <a:ext cx="9410700" cy="4200525"/>
          </a:xfrm>
          <a:prstGeom prst="rect">
            <a:avLst/>
          </a:prstGeom>
        </p:spPr>
      </p:pic>
      <p:sp>
        <p:nvSpPr>
          <p:cNvPr id="4" name="TextBox 3">
            <a:extLst>
              <a:ext uri="{FF2B5EF4-FFF2-40B4-BE49-F238E27FC236}">
                <a16:creationId xmlns:a16="http://schemas.microsoft.com/office/drawing/2014/main" id="{33278E16-8956-5A18-E0AA-331F0E4E46BA}"/>
              </a:ext>
            </a:extLst>
          </p:cNvPr>
          <p:cNvSpPr txBox="1"/>
          <p:nvPr/>
        </p:nvSpPr>
        <p:spPr>
          <a:xfrm>
            <a:off x="3335882" y="0"/>
            <a:ext cx="4902304"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Some  important codes</a:t>
            </a:r>
          </a:p>
        </p:txBody>
      </p:sp>
    </p:spTree>
    <p:extLst>
      <p:ext uri="{BB962C8B-B14F-4D97-AF65-F5344CB8AC3E}">
        <p14:creationId xmlns:p14="http://schemas.microsoft.com/office/powerpoint/2010/main" val="3283119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898EC5-8870-8C47-381E-711BC19E9ECF}"/>
              </a:ext>
            </a:extLst>
          </p:cNvPr>
          <p:cNvPicPr>
            <a:picLocks noChangeAspect="1"/>
          </p:cNvPicPr>
          <p:nvPr/>
        </p:nvPicPr>
        <p:blipFill>
          <a:blip r:embed="rId2"/>
          <a:stretch>
            <a:fillRect/>
          </a:stretch>
        </p:blipFill>
        <p:spPr>
          <a:xfrm>
            <a:off x="2433637" y="996545"/>
            <a:ext cx="6557963" cy="5509030"/>
          </a:xfrm>
          <a:prstGeom prst="rect">
            <a:avLst/>
          </a:prstGeom>
        </p:spPr>
      </p:pic>
      <p:sp>
        <p:nvSpPr>
          <p:cNvPr id="4" name="TextBox 3">
            <a:extLst>
              <a:ext uri="{FF2B5EF4-FFF2-40B4-BE49-F238E27FC236}">
                <a16:creationId xmlns:a16="http://schemas.microsoft.com/office/drawing/2014/main" id="{923AADFE-F360-F41C-0AB3-DC8F87575FF7}"/>
              </a:ext>
            </a:extLst>
          </p:cNvPr>
          <p:cNvSpPr txBox="1"/>
          <p:nvPr/>
        </p:nvSpPr>
        <p:spPr>
          <a:xfrm>
            <a:off x="1352550" y="167759"/>
            <a:ext cx="2100255" cy="584775"/>
          </a:xfrm>
          <a:prstGeom prst="rect">
            <a:avLst/>
          </a:prstGeom>
          <a:noFill/>
        </p:spPr>
        <p:txBody>
          <a:bodyPr wrap="none" rtlCol="0">
            <a:spAutoFit/>
          </a:bodyPr>
          <a:lstStyle/>
          <a:p>
            <a:r>
              <a:rPr lang="en-IN" sz="3200">
                <a:solidFill>
                  <a:srgbClr val="7030A0"/>
                </a:solidFill>
                <a:latin typeface="Times New Roman" panose="02020603050405020304" pitchFamily="18" charset="0"/>
                <a:cs typeface="Times New Roman" panose="02020603050405020304" pitchFamily="18" charset="0"/>
              </a:rPr>
              <a:t>Continue…</a:t>
            </a:r>
          </a:p>
        </p:txBody>
      </p:sp>
    </p:spTree>
    <p:extLst>
      <p:ext uri="{BB962C8B-B14F-4D97-AF65-F5344CB8AC3E}">
        <p14:creationId xmlns:p14="http://schemas.microsoft.com/office/powerpoint/2010/main" val="1513453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4FAA55-B244-3B90-F54C-61E7267CFC3D}"/>
              </a:ext>
            </a:extLst>
          </p:cNvPr>
          <p:cNvSpPr txBox="1"/>
          <p:nvPr/>
        </p:nvSpPr>
        <p:spPr>
          <a:xfrm>
            <a:off x="4000500" y="2510909"/>
            <a:ext cx="3962400" cy="769441"/>
          </a:xfrm>
          <a:prstGeom prst="rect">
            <a:avLst/>
          </a:prstGeom>
          <a:noFill/>
        </p:spPr>
        <p:txBody>
          <a:bodyPr wrap="square">
            <a:spAutoFit/>
          </a:bodyPr>
          <a:lstStyle/>
          <a:p>
            <a:pPr algn="ctr"/>
            <a:r>
              <a:rPr lang="en-IN" sz="4400">
                <a:solidFill>
                  <a:srgbClr val="7030A0"/>
                </a:solidFill>
                <a:latin typeface="Times New Roman" panose="02020603050405020304" pitchFamily="18" charset="0"/>
                <a:cs typeface="Times New Roman" panose="02020603050405020304" pitchFamily="18" charset="0"/>
              </a:rPr>
              <a:t>Design Features</a:t>
            </a:r>
          </a:p>
        </p:txBody>
      </p:sp>
    </p:spTree>
    <p:extLst>
      <p:ext uri="{BB962C8B-B14F-4D97-AF65-F5344CB8AC3E}">
        <p14:creationId xmlns:p14="http://schemas.microsoft.com/office/powerpoint/2010/main" val="2143513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7AFC1F-CA94-1999-0E85-352B966AFFAA}"/>
              </a:ext>
            </a:extLst>
          </p:cNvPr>
          <p:cNvPicPr>
            <a:picLocks noChangeAspect="1"/>
          </p:cNvPicPr>
          <p:nvPr/>
        </p:nvPicPr>
        <p:blipFill>
          <a:blip r:embed="rId2"/>
          <a:stretch>
            <a:fillRect/>
          </a:stretch>
        </p:blipFill>
        <p:spPr>
          <a:xfrm>
            <a:off x="442313" y="208129"/>
            <a:ext cx="11540745" cy="6276900"/>
          </a:xfrm>
          <a:prstGeom prst="rect">
            <a:avLst/>
          </a:prstGeom>
        </p:spPr>
      </p:pic>
    </p:spTree>
    <p:extLst>
      <p:ext uri="{BB962C8B-B14F-4D97-AF65-F5344CB8AC3E}">
        <p14:creationId xmlns:p14="http://schemas.microsoft.com/office/powerpoint/2010/main" val="782139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3CA560-0052-EA61-9F46-2516A72FED9D}"/>
              </a:ext>
            </a:extLst>
          </p:cNvPr>
          <p:cNvSpPr txBox="1"/>
          <p:nvPr/>
        </p:nvSpPr>
        <p:spPr>
          <a:xfrm>
            <a:off x="2857500" y="159469"/>
            <a:ext cx="7572375" cy="707886"/>
          </a:xfrm>
          <a:prstGeom prst="rect">
            <a:avLst/>
          </a:prstGeom>
          <a:noFill/>
        </p:spPr>
        <p:txBody>
          <a:bodyPr wrap="square">
            <a:spAutoFit/>
          </a:bodyPr>
          <a:lstStyle/>
          <a:p>
            <a:r>
              <a:rPr lang="en-IN" sz="4000">
                <a:solidFill>
                  <a:srgbClr val="00B0F0"/>
                </a:solidFill>
                <a:latin typeface="Times New Roman" panose="02020603050405020304" pitchFamily="18" charset="0"/>
                <a:cs typeface="Times New Roman" panose="02020603050405020304" pitchFamily="18" charset="0"/>
              </a:rPr>
              <a:t>Why aesthetic design matters?</a:t>
            </a:r>
          </a:p>
        </p:txBody>
      </p:sp>
      <p:sp>
        <p:nvSpPr>
          <p:cNvPr id="5" name="TextBox 4">
            <a:extLst>
              <a:ext uri="{FF2B5EF4-FFF2-40B4-BE49-F238E27FC236}">
                <a16:creationId xmlns:a16="http://schemas.microsoft.com/office/drawing/2014/main" id="{70C8C53F-9FBD-AA2D-C675-9D7B67184811}"/>
              </a:ext>
            </a:extLst>
          </p:cNvPr>
          <p:cNvSpPr txBox="1"/>
          <p:nvPr/>
        </p:nvSpPr>
        <p:spPr>
          <a:xfrm>
            <a:off x="1190625" y="867355"/>
            <a:ext cx="10353675" cy="2431435"/>
          </a:xfrm>
          <a:prstGeom prst="rect">
            <a:avLst/>
          </a:prstGeom>
          <a:noFill/>
        </p:spPr>
        <p:txBody>
          <a:bodyPr wrap="square" lIns="91440" tIns="45720" rIns="91440" bIns="45720" anchor="t">
            <a:spAutoFit/>
          </a:bodyPr>
          <a:lstStyle/>
          <a:p>
            <a:pPr marL="285750" indent="-285750">
              <a:buFont typeface="Wingdings" panose="05000000000000000000" pitchFamily="2" charset="2"/>
              <a:buChar char="Ø"/>
            </a:pPr>
            <a:r>
              <a:rPr lang="en-US" sz="2400">
                <a:latin typeface="Times New Roman"/>
                <a:cs typeface="Times New Roman"/>
              </a:rPr>
              <a:t>Beautiful products/objects are perceived as easier to use and more valuable than ugly ones. As well close bonding/attachment with design</a:t>
            </a:r>
          </a:p>
          <a:p>
            <a:pPr marL="285750" indent="-285750">
              <a:buFont typeface="Wingdings" panose="05000000000000000000" pitchFamily="2" charset="2"/>
              <a:buChar char="Ø"/>
            </a:pPr>
            <a:r>
              <a:rPr lang="en-US" sz="2400">
                <a:latin typeface="Times New Roman"/>
                <a:cs typeface="Times New Roman"/>
              </a:rPr>
              <a:t>A</a:t>
            </a:r>
            <a:r>
              <a:rPr lang="en-US" sz="2400">
                <a:highlight>
                  <a:srgbClr val="00FF00"/>
                </a:highlight>
                <a:latin typeface="Times New Roman"/>
                <a:cs typeface="Times New Roman"/>
              </a:rPr>
              <a:t>esthetically pleasing designs are bringing up positive attitude in the users. It makes them care more about the product. Aesthetic design makes people more loyal of the brand and tolerant toward mistakes or failures.</a:t>
            </a:r>
          </a:p>
          <a:p>
            <a:pPr marL="342900" indent="-342900">
              <a:buFont typeface="Wingdings" panose="05000000000000000000" pitchFamily="2" charset="2"/>
              <a:buChar char="v"/>
            </a:pPr>
            <a:r>
              <a:rPr lang="en-US" sz="3200" i="1">
                <a:solidFill>
                  <a:srgbClr val="7030A0"/>
                </a:solidFill>
                <a:latin typeface="Times New Roman"/>
                <a:cs typeface="Times New Roman"/>
              </a:rPr>
              <a:t>Aesthetics and usability in balance</a:t>
            </a:r>
          </a:p>
        </p:txBody>
      </p:sp>
      <p:sp>
        <p:nvSpPr>
          <p:cNvPr id="7" name="TextBox 6">
            <a:extLst>
              <a:ext uri="{FF2B5EF4-FFF2-40B4-BE49-F238E27FC236}">
                <a16:creationId xmlns:a16="http://schemas.microsoft.com/office/drawing/2014/main" id="{27A73515-0E5F-B3B6-34EE-A64FDC98A8EE}"/>
              </a:ext>
            </a:extLst>
          </p:cNvPr>
          <p:cNvSpPr txBox="1"/>
          <p:nvPr/>
        </p:nvSpPr>
        <p:spPr>
          <a:xfrm>
            <a:off x="1552574" y="3198167"/>
            <a:ext cx="9344025"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Smart phones that look and feel good, but also have the desired usability</a:t>
            </a:r>
            <a:endParaRPr lang="en-IN" sz="24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CD3CCB8-14E8-12B5-0886-A4CAC4DBBCD8}"/>
              </a:ext>
            </a:extLst>
          </p:cNvPr>
          <p:cNvSpPr txBox="1"/>
          <p:nvPr/>
        </p:nvSpPr>
        <p:spPr>
          <a:xfrm>
            <a:off x="1190625" y="3559813"/>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Aesthetics over usability</a:t>
            </a:r>
          </a:p>
        </p:txBody>
      </p:sp>
      <p:sp>
        <p:nvSpPr>
          <p:cNvPr id="11" name="TextBox 10">
            <a:extLst>
              <a:ext uri="{FF2B5EF4-FFF2-40B4-BE49-F238E27FC236}">
                <a16:creationId xmlns:a16="http://schemas.microsoft.com/office/drawing/2014/main" id="{394D2F46-2ADA-7961-FEA3-1B3B07C6EAB2}"/>
              </a:ext>
            </a:extLst>
          </p:cNvPr>
          <p:cNvSpPr txBox="1"/>
          <p:nvPr/>
        </p:nvSpPr>
        <p:spPr>
          <a:xfrm>
            <a:off x="1190625" y="3979314"/>
            <a:ext cx="10439400" cy="1569660"/>
          </a:xfrm>
          <a:prstGeom prst="rect">
            <a:avLst/>
          </a:prstGeom>
          <a:noFill/>
        </p:spPr>
        <p:txBody>
          <a:bodyPr wrap="square">
            <a:spAutoFit/>
          </a:bodyPr>
          <a:lstStyle/>
          <a:p>
            <a:pPr marL="342900" indent="-34290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Some times products have dominating aesthetics that are not supported by good usability and ergonomics. This is mostly visible in the fashion industry.</a:t>
            </a:r>
          </a:p>
          <a:p>
            <a:pPr marL="342900" indent="-342900">
              <a:buFont typeface="Wingdings" panose="05000000000000000000" pitchFamily="2" charset="2"/>
              <a:buChar char="ü"/>
            </a:pPr>
            <a:r>
              <a:rPr lang="en-US" sz="2400" b="0" i="0">
                <a:effectLst/>
                <a:latin typeface="Times New Roman" panose="02020603050405020304" pitchFamily="18" charset="0"/>
                <a:cs typeface="Times New Roman" panose="02020603050405020304" pitchFamily="18" charset="0"/>
              </a:rPr>
              <a:t>Shoes made to look nice and attractive, while at the same time destroying the feet of the user</a:t>
            </a:r>
            <a:endParaRPr lang="en-IN"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A93D966-780F-4D80-EDDB-02EED27C55B7}"/>
              </a:ext>
            </a:extLst>
          </p:cNvPr>
          <p:cNvSpPr txBox="1"/>
          <p:nvPr/>
        </p:nvSpPr>
        <p:spPr>
          <a:xfrm>
            <a:off x="1095375" y="5420818"/>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Usability over aesthetics</a:t>
            </a:r>
          </a:p>
        </p:txBody>
      </p:sp>
      <p:sp>
        <p:nvSpPr>
          <p:cNvPr id="15" name="TextBox 14">
            <a:extLst>
              <a:ext uri="{FF2B5EF4-FFF2-40B4-BE49-F238E27FC236}">
                <a16:creationId xmlns:a16="http://schemas.microsoft.com/office/drawing/2014/main" id="{9E259AD4-08B4-E3D3-5867-4DE18631B54D}"/>
              </a:ext>
            </a:extLst>
          </p:cNvPr>
          <p:cNvSpPr txBox="1"/>
          <p:nvPr/>
        </p:nvSpPr>
        <p:spPr>
          <a:xfrm>
            <a:off x="1314450" y="5943450"/>
            <a:ext cx="10153650"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Equipment designed for emergency situations, where people cognition is compromised</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1877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773F09-607D-9E9E-0D11-F22F99512FAA}"/>
              </a:ext>
            </a:extLst>
          </p:cNvPr>
          <p:cNvSpPr txBox="1"/>
          <p:nvPr/>
        </p:nvSpPr>
        <p:spPr>
          <a:xfrm>
            <a:off x="1461283" y="-59377"/>
            <a:ext cx="8505826" cy="7171194"/>
          </a:xfrm>
          <a:prstGeom prst="rect">
            <a:avLst/>
          </a:prstGeom>
          <a:noFill/>
        </p:spPr>
        <p:txBody>
          <a:bodyPr wrap="square" lIns="91440" tIns="45720" rIns="91440" bIns="45720" anchor="t">
            <a:spAutoFit/>
          </a:bodyPr>
          <a:lstStyle/>
          <a:p>
            <a:pPr algn="ctr"/>
            <a:r>
              <a:rPr lang="en-US" sz="4000">
                <a:solidFill>
                  <a:srgbClr val="00B0F0"/>
                </a:solidFill>
                <a:latin typeface="Times New Roman"/>
                <a:cs typeface="Times New Roman"/>
              </a:rPr>
              <a:t>Design for Manufacturing or Production</a:t>
            </a:r>
          </a:p>
          <a:p>
            <a:pPr algn="ctr"/>
            <a:r>
              <a:rPr lang="en-US" sz="4000">
                <a:solidFill>
                  <a:srgbClr val="00B0F0"/>
                </a:solidFill>
                <a:latin typeface="Times New Roman"/>
                <a:cs typeface="Times New Roman"/>
              </a:rPr>
              <a:t>(DFM)</a:t>
            </a:r>
          </a:p>
          <a:p>
            <a:pPr marL="342900" indent="-342900" algn="just">
              <a:buFont typeface="Wingdings" panose="05000000000000000000" pitchFamily="2" charset="2"/>
              <a:buChar char="Ø"/>
            </a:pPr>
            <a:r>
              <a:rPr lang="en-US" sz="2400">
                <a:latin typeface="Times New Roman"/>
                <a:cs typeface="Times New Roman"/>
              </a:rPr>
              <a:t>Design for Manufacturing (DFM) is the process of designing parts, components or products for ease of manufacturing with an end goal of making a better product at a lower cost.</a:t>
            </a:r>
          </a:p>
          <a:p>
            <a:pPr marL="342900" indent="-342900" algn="just">
              <a:buFont typeface="Wingdings" panose="05000000000000000000" pitchFamily="2" charset="2"/>
              <a:buChar char="Ø"/>
            </a:pPr>
            <a:r>
              <a:rPr lang="en-US" sz="2400">
                <a:latin typeface="Times New Roman"/>
                <a:cs typeface="Times New Roman"/>
              </a:rPr>
              <a:t> This is done by simplifying, optimizing and refining the product design. </a:t>
            </a:r>
            <a:endParaRPr lang="en-US" sz="2400">
              <a:latin typeface="Times New Roman" panose="02020603050405020304" pitchFamily="18" charset="0"/>
              <a:cs typeface="Times New Roman" panose="02020603050405020304" pitchFamily="18" charset="0"/>
            </a:endParaRPr>
          </a:p>
          <a:p>
            <a:pPr indent="-755650" algn="just">
              <a:buFont typeface="Wingdings" panose="05000000000000000000" pitchFamily="2" charset="2"/>
              <a:buChar char="q"/>
            </a:pPr>
            <a:r>
              <a:rPr lang="en-US" sz="2800">
                <a:solidFill>
                  <a:srgbClr val="00B050"/>
                </a:solidFill>
                <a:latin typeface="Times New Roman"/>
                <a:cs typeface="Times New Roman"/>
              </a:rPr>
              <a:t>Four principles are examined during a DFM</a:t>
            </a:r>
            <a:r>
              <a:rPr lang="en-US" sz="2400">
                <a:latin typeface="Times New Roman"/>
                <a:cs typeface="Times New Roman"/>
              </a:rPr>
              <a:t>:</a:t>
            </a:r>
          </a:p>
          <a:p>
            <a:pPr marL="457200" indent="-457200" algn="just">
              <a:buFont typeface="Wingdings" panose="05000000000000000000" pitchFamily="2" charset="2"/>
              <a:buChar char="v"/>
            </a:pPr>
            <a:r>
              <a:rPr lang="en-US" sz="3200" i="1">
                <a:solidFill>
                  <a:srgbClr val="7030A0"/>
                </a:solidFill>
                <a:latin typeface="Times New Roman"/>
                <a:cs typeface="Times New Roman"/>
              </a:rPr>
              <a:t>Process  </a:t>
            </a:r>
            <a:endParaRPr lang="en-US" sz="3200" i="1">
              <a:solidFill>
                <a:srgbClr val="7030A0"/>
              </a:solidFill>
              <a:latin typeface="Times New Roman" panose="02020603050405020304" pitchFamily="18" charset="0"/>
              <a:cs typeface="Times New Roman" panose="02020603050405020304" pitchFamily="18" charset="0"/>
            </a:endParaRPr>
          </a:p>
          <a:p>
            <a:pPr algn="just"/>
            <a:r>
              <a:rPr lang="en-US" sz="2400">
                <a:latin typeface="Times New Roman"/>
                <a:cs typeface="Times New Roman"/>
              </a:rPr>
              <a:t>The manufacturing process chosen must be the correct one for the part or product. </a:t>
            </a:r>
            <a:endParaRPr lang="en-US" sz="24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3200" i="1">
                <a:solidFill>
                  <a:srgbClr val="7030A0"/>
                </a:solidFill>
                <a:latin typeface="Times New Roman"/>
                <a:cs typeface="Times New Roman"/>
              </a:rPr>
              <a:t>Design</a:t>
            </a:r>
          </a:p>
          <a:p>
            <a:pPr algn="just"/>
            <a:r>
              <a:rPr lang="en-US" sz="2400">
                <a:latin typeface="Times New Roman"/>
                <a:cs typeface="Times New Roman"/>
              </a:rPr>
              <a:t>Design is essential. The actual drawing of the part or product has to conform to good manufacturing principles for the manufacturing process you’ve chosen.</a:t>
            </a:r>
          </a:p>
          <a:p>
            <a:pPr algn="just"/>
            <a:endParaRPr lang="en-US" sz="2400">
              <a:latin typeface="Times New Roman" panose="02020603050405020304" pitchFamily="18" charset="0"/>
              <a:cs typeface="Times New Roman" panose="02020603050405020304" pitchFamily="18" charset="0"/>
            </a:endParaRPr>
          </a:p>
          <a:p>
            <a:pPr algn="just"/>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7020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D160B4-A702-0D00-DC41-59945C0539AA}"/>
              </a:ext>
            </a:extLst>
          </p:cNvPr>
          <p:cNvSpPr txBox="1"/>
          <p:nvPr/>
        </p:nvSpPr>
        <p:spPr>
          <a:xfrm>
            <a:off x="1066800" y="238125"/>
            <a:ext cx="2339102" cy="646331"/>
          </a:xfrm>
          <a:prstGeom prst="rect">
            <a:avLst/>
          </a:prstGeom>
          <a:noFill/>
        </p:spPr>
        <p:txBody>
          <a:bodyPr wrap="none" rtlCol="0">
            <a:spAutoFit/>
          </a:bodyPr>
          <a:lstStyle/>
          <a:p>
            <a:r>
              <a:rPr lang="en-IN" sz="3600">
                <a:solidFill>
                  <a:srgbClr val="00B050"/>
                </a:solidFill>
                <a:latin typeface="Times New Roman" panose="02020603050405020304" pitchFamily="18" charset="0"/>
                <a:cs typeface="Times New Roman" panose="02020603050405020304" pitchFamily="18" charset="0"/>
              </a:rPr>
              <a:t>Continue…</a:t>
            </a:r>
          </a:p>
        </p:txBody>
      </p:sp>
      <p:sp>
        <p:nvSpPr>
          <p:cNvPr id="4" name="TextBox 3">
            <a:extLst>
              <a:ext uri="{FF2B5EF4-FFF2-40B4-BE49-F238E27FC236}">
                <a16:creationId xmlns:a16="http://schemas.microsoft.com/office/drawing/2014/main" id="{DBEEC66B-08C2-5A46-0F3F-61EB159745CA}"/>
              </a:ext>
            </a:extLst>
          </p:cNvPr>
          <p:cNvSpPr txBox="1"/>
          <p:nvPr/>
        </p:nvSpPr>
        <p:spPr>
          <a:xfrm>
            <a:off x="1057274" y="1448485"/>
            <a:ext cx="10201275"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It's important to select the correct material for your part/product</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83B528-5DF7-1171-FF52-7864D12F4B7A}"/>
              </a:ext>
            </a:extLst>
          </p:cNvPr>
          <p:cNvSpPr txBox="1"/>
          <p:nvPr/>
        </p:nvSpPr>
        <p:spPr>
          <a:xfrm>
            <a:off x="1066800" y="884456"/>
            <a:ext cx="2082621" cy="584775"/>
          </a:xfrm>
          <a:prstGeom prst="rect">
            <a:avLst/>
          </a:prstGeom>
          <a:noFill/>
        </p:spPr>
        <p:txBody>
          <a:bodyPr wrap="none" rtlCol="0">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Material</a:t>
            </a:r>
          </a:p>
        </p:txBody>
      </p:sp>
      <p:sp>
        <p:nvSpPr>
          <p:cNvPr id="7" name="TextBox 6">
            <a:extLst>
              <a:ext uri="{FF2B5EF4-FFF2-40B4-BE49-F238E27FC236}">
                <a16:creationId xmlns:a16="http://schemas.microsoft.com/office/drawing/2014/main" id="{93892CF9-162E-CE0C-A986-A1E6730FFB74}"/>
              </a:ext>
            </a:extLst>
          </p:cNvPr>
          <p:cNvSpPr txBox="1"/>
          <p:nvPr/>
        </p:nvSpPr>
        <p:spPr>
          <a:xfrm>
            <a:off x="1066799" y="1900625"/>
            <a:ext cx="9429750" cy="4355038"/>
          </a:xfrm>
          <a:prstGeom prst="rect">
            <a:avLst/>
          </a:prstGeom>
          <a:noFill/>
        </p:spPr>
        <p:txBody>
          <a:bodyPr wrap="square">
            <a:spAutoFit/>
          </a:bodyPr>
          <a:lstStyle/>
          <a:p>
            <a:pPr algn="just"/>
            <a:r>
              <a:rPr lang="en-US" sz="3200">
                <a:solidFill>
                  <a:srgbClr val="FF0000"/>
                </a:solidFill>
                <a:latin typeface="Times New Roman" panose="02020603050405020304" pitchFamily="18" charset="0"/>
                <a:cs typeface="Times New Roman" panose="02020603050405020304" pitchFamily="18" charset="0"/>
              </a:rPr>
              <a:t>Some material properties to consider during DFM include:</a:t>
            </a:r>
          </a:p>
          <a:p>
            <a:pPr marL="342900" indent="-342900" algn="just">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Mechanical properties - How strong does the material need to be?</a:t>
            </a:r>
          </a:p>
          <a:p>
            <a:pPr marL="342900" indent="-342900" algn="just">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Optical properties - Does the material to be reflective or transparent?</a:t>
            </a:r>
          </a:p>
          <a:p>
            <a:pPr marL="342900" indent="-342900" algn="just">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Thermal properties - How heat resistant does it need to be?</a:t>
            </a:r>
          </a:p>
          <a:p>
            <a:pPr marL="342900" indent="-342900" algn="just">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Color - What color does the part need to be?</a:t>
            </a:r>
          </a:p>
          <a:p>
            <a:pPr marL="342900" indent="-342900" algn="just">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Electrical properties - Does the material need to act as a dielectric (act as an insulator rather than a conductor)?</a:t>
            </a:r>
          </a:p>
          <a:p>
            <a:pPr marL="342900" indent="-342900" algn="just">
              <a:spcBef>
                <a:spcPts val="400"/>
              </a:spcBef>
              <a:spcAft>
                <a:spcPts val="600"/>
              </a:spcAf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Flammability - How flame/burn resistant does the material need to be?</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0751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011065-CDD2-A001-3C9C-A665AABBCAD7}"/>
              </a:ext>
            </a:extLst>
          </p:cNvPr>
          <p:cNvSpPr txBox="1"/>
          <p:nvPr/>
        </p:nvSpPr>
        <p:spPr>
          <a:xfrm>
            <a:off x="1066800" y="238125"/>
            <a:ext cx="2339102" cy="646331"/>
          </a:xfrm>
          <a:prstGeom prst="rect">
            <a:avLst/>
          </a:prstGeom>
          <a:noFill/>
        </p:spPr>
        <p:txBody>
          <a:bodyPr wrap="none" rtlCol="0">
            <a:spAutoFit/>
          </a:bodyPr>
          <a:lstStyle/>
          <a:p>
            <a:r>
              <a:rPr lang="en-IN" sz="3600">
                <a:solidFill>
                  <a:srgbClr val="00B050"/>
                </a:solidFill>
                <a:latin typeface="Times New Roman" panose="02020603050405020304" pitchFamily="18" charset="0"/>
                <a:cs typeface="Times New Roman" panose="02020603050405020304" pitchFamily="18" charset="0"/>
              </a:rPr>
              <a:t>Continue…</a:t>
            </a:r>
          </a:p>
        </p:txBody>
      </p:sp>
      <p:sp>
        <p:nvSpPr>
          <p:cNvPr id="4" name="TextBox 3">
            <a:extLst>
              <a:ext uri="{FF2B5EF4-FFF2-40B4-BE49-F238E27FC236}">
                <a16:creationId xmlns:a16="http://schemas.microsoft.com/office/drawing/2014/main" id="{A0AB663B-62D4-14C3-FE4C-2D97CD148049}"/>
              </a:ext>
            </a:extLst>
          </p:cNvPr>
          <p:cNvSpPr txBox="1"/>
          <p:nvPr/>
        </p:nvSpPr>
        <p:spPr>
          <a:xfrm>
            <a:off x="923925" y="1286560"/>
            <a:ext cx="11029950"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Your part/product must be designed to withstand the environment it will be subjected to</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82F2695-D10C-DA76-41E1-EC18E44CBFF5}"/>
              </a:ext>
            </a:extLst>
          </p:cNvPr>
          <p:cNvSpPr txBox="1"/>
          <p:nvPr/>
        </p:nvSpPr>
        <p:spPr>
          <a:xfrm>
            <a:off x="752475" y="793121"/>
            <a:ext cx="2787943" cy="584775"/>
          </a:xfrm>
          <a:prstGeom prst="rect">
            <a:avLst/>
          </a:prstGeom>
          <a:noFill/>
        </p:spPr>
        <p:txBody>
          <a:bodyPr wrap="none" rtlCol="0">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Environment</a:t>
            </a:r>
          </a:p>
        </p:txBody>
      </p:sp>
      <p:sp>
        <p:nvSpPr>
          <p:cNvPr id="7" name="TextBox 6">
            <a:extLst>
              <a:ext uri="{FF2B5EF4-FFF2-40B4-BE49-F238E27FC236}">
                <a16:creationId xmlns:a16="http://schemas.microsoft.com/office/drawing/2014/main" id="{982C560A-1130-E5A7-E2D4-52DECFE6B08B}"/>
              </a:ext>
            </a:extLst>
          </p:cNvPr>
          <p:cNvSpPr txBox="1"/>
          <p:nvPr/>
        </p:nvSpPr>
        <p:spPr>
          <a:xfrm>
            <a:off x="752475" y="1619066"/>
            <a:ext cx="6096000" cy="646331"/>
          </a:xfrm>
          <a:prstGeom prst="rect">
            <a:avLst/>
          </a:prstGeom>
          <a:noFill/>
        </p:spPr>
        <p:txBody>
          <a:bodyPr wrap="square">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C</a:t>
            </a:r>
            <a:r>
              <a:rPr lang="en-IN" sz="3600" i="1">
                <a:solidFill>
                  <a:srgbClr val="7030A0"/>
                </a:solidFill>
                <a:latin typeface="Times New Roman" panose="02020603050405020304" pitchFamily="18" charset="0"/>
                <a:cs typeface="Times New Roman" panose="02020603050405020304" pitchFamily="18" charset="0"/>
              </a:rPr>
              <a:t>o</a:t>
            </a:r>
            <a:r>
              <a:rPr lang="en-IN" sz="3200" i="1">
                <a:solidFill>
                  <a:srgbClr val="7030A0"/>
                </a:solidFill>
                <a:latin typeface="Times New Roman" panose="02020603050405020304" pitchFamily="18" charset="0"/>
                <a:cs typeface="Times New Roman" panose="02020603050405020304" pitchFamily="18" charset="0"/>
              </a:rPr>
              <a:t>mpliance/Testing</a:t>
            </a:r>
          </a:p>
        </p:txBody>
      </p:sp>
      <p:sp>
        <p:nvSpPr>
          <p:cNvPr id="9" name="TextBox 8">
            <a:extLst>
              <a:ext uri="{FF2B5EF4-FFF2-40B4-BE49-F238E27FC236}">
                <a16:creationId xmlns:a16="http://schemas.microsoft.com/office/drawing/2014/main" id="{50395929-BBD5-18FB-4F8C-029EE53DDF95}"/>
              </a:ext>
            </a:extLst>
          </p:cNvPr>
          <p:cNvSpPr txBox="1"/>
          <p:nvPr/>
        </p:nvSpPr>
        <p:spPr>
          <a:xfrm>
            <a:off x="857249" y="2263753"/>
            <a:ext cx="9477375"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All products must comply with safety and quality standards</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0199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DC3BA4-903B-633D-DC30-3DCB892E863A}"/>
              </a:ext>
            </a:extLst>
          </p:cNvPr>
          <p:cNvSpPr txBox="1"/>
          <p:nvPr/>
        </p:nvSpPr>
        <p:spPr>
          <a:xfrm>
            <a:off x="3790950" y="-17025"/>
            <a:ext cx="6096000" cy="707886"/>
          </a:xfrm>
          <a:prstGeom prst="rect">
            <a:avLst/>
          </a:prstGeom>
          <a:noFill/>
        </p:spPr>
        <p:txBody>
          <a:bodyPr wrap="square">
            <a:spAutoFit/>
          </a:bodyPr>
          <a:lstStyle/>
          <a:p>
            <a:r>
              <a:rPr lang="en-IN" sz="4000">
                <a:solidFill>
                  <a:srgbClr val="00B0F0"/>
                </a:solidFill>
                <a:latin typeface="Times New Roman" panose="02020603050405020304" pitchFamily="18" charset="0"/>
                <a:cs typeface="Times New Roman" panose="02020603050405020304" pitchFamily="18" charset="0"/>
              </a:rPr>
              <a:t>DFM Guidelines</a:t>
            </a:r>
          </a:p>
        </p:txBody>
      </p:sp>
      <p:sp>
        <p:nvSpPr>
          <p:cNvPr id="5" name="TextBox 4">
            <a:extLst>
              <a:ext uri="{FF2B5EF4-FFF2-40B4-BE49-F238E27FC236}">
                <a16:creationId xmlns:a16="http://schemas.microsoft.com/office/drawing/2014/main" id="{8FD2EE5E-E3FA-2405-2933-786EEC12DEF0}"/>
              </a:ext>
            </a:extLst>
          </p:cNvPr>
          <p:cNvSpPr txBox="1"/>
          <p:nvPr/>
        </p:nvSpPr>
        <p:spPr>
          <a:xfrm>
            <a:off x="647700" y="609482"/>
            <a:ext cx="6096000" cy="584775"/>
          </a:xfrm>
          <a:prstGeom prst="rect">
            <a:avLst/>
          </a:prstGeom>
          <a:noFill/>
        </p:spPr>
        <p:txBody>
          <a:bodyPr wrap="square">
            <a:spAutoFit/>
          </a:bodyPr>
          <a:lstStyle/>
          <a:p>
            <a:pPr marL="457200" indent="-457200">
              <a:buFont typeface="Wingdings" panose="05000000000000000000" pitchFamily="2" charset="2"/>
              <a:buChar char="v"/>
            </a:pPr>
            <a:r>
              <a:rPr lang="en-US" sz="3200" i="1">
                <a:solidFill>
                  <a:srgbClr val="FF0000"/>
                </a:solidFill>
                <a:latin typeface="Times New Roman" panose="02020603050405020304" pitchFamily="18" charset="0"/>
                <a:cs typeface="Times New Roman" panose="02020603050405020304" pitchFamily="18" charset="0"/>
              </a:rPr>
              <a:t>Minimize total number of parts</a:t>
            </a:r>
            <a:endParaRPr lang="en-IN" sz="3200" i="1">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EE179D3-C3AC-EE80-CD79-24EFADE3B9D8}"/>
              </a:ext>
            </a:extLst>
          </p:cNvPr>
          <p:cNvSpPr txBox="1"/>
          <p:nvPr/>
        </p:nvSpPr>
        <p:spPr>
          <a:xfrm>
            <a:off x="857249" y="1121747"/>
            <a:ext cx="11039475" cy="1569660"/>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Eliminating parts results in great savings. A part that is eliminated costs nothing to make, assemble, move, store, clean, inspect, rework, or service. A part is a good candidate for elimination if there is no need for relative motion, no need for subsequent adjustment between parts, and no need for materials to be different</a:t>
            </a:r>
            <a:endParaRPr lang="en-IN" sz="24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274100B-3FC6-BC26-E678-409A23F44C1D}"/>
              </a:ext>
            </a:extLst>
          </p:cNvPr>
          <p:cNvSpPr txBox="1"/>
          <p:nvPr/>
        </p:nvSpPr>
        <p:spPr>
          <a:xfrm>
            <a:off x="647700" y="2599073"/>
            <a:ext cx="6096000" cy="584775"/>
          </a:xfrm>
          <a:prstGeom prst="rect">
            <a:avLst/>
          </a:prstGeom>
          <a:noFill/>
        </p:spPr>
        <p:txBody>
          <a:bodyPr wrap="square">
            <a:spAutoFit/>
          </a:bodyPr>
          <a:lstStyle/>
          <a:p>
            <a:pPr marL="457200" indent="-457200">
              <a:buFont typeface="Wingdings" panose="05000000000000000000" pitchFamily="2" charset="2"/>
              <a:buChar char="v"/>
            </a:pPr>
            <a:r>
              <a:rPr lang="en-IN" sz="3200" i="1">
                <a:solidFill>
                  <a:srgbClr val="FF0000"/>
                </a:solidFill>
                <a:latin typeface="Times New Roman" panose="02020603050405020304" pitchFamily="18" charset="0"/>
                <a:cs typeface="Times New Roman" panose="02020603050405020304" pitchFamily="18" charset="0"/>
              </a:rPr>
              <a:t>Standardize</a:t>
            </a:r>
            <a:r>
              <a:rPr lang="en-IN">
                <a:solidFill>
                  <a:srgbClr val="FF0000"/>
                </a:solidFill>
              </a:rPr>
              <a:t> </a:t>
            </a:r>
            <a:r>
              <a:rPr lang="en-IN" sz="3200" i="1">
                <a:solidFill>
                  <a:srgbClr val="FF0000"/>
                </a:solidFill>
                <a:latin typeface="Times New Roman" panose="02020603050405020304" pitchFamily="18" charset="0"/>
                <a:cs typeface="Times New Roman" panose="02020603050405020304" pitchFamily="18" charset="0"/>
              </a:rPr>
              <a:t>components</a:t>
            </a:r>
          </a:p>
        </p:txBody>
      </p:sp>
      <p:sp>
        <p:nvSpPr>
          <p:cNvPr id="11" name="TextBox 10">
            <a:extLst>
              <a:ext uri="{FF2B5EF4-FFF2-40B4-BE49-F238E27FC236}">
                <a16:creationId xmlns:a16="http://schemas.microsoft.com/office/drawing/2014/main" id="{1A8D7849-7FF8-7583-8D21-81CBB7899AD9}"/>
              </a:ext>
            </a:extLst>
          </p:cNvPr>
          <p:cNvSpPr txBox="1"/>
          <p:nvPr/>
        </p:nvSpPr>
        <p:spPr>
          <a:xfrm>
            <a:off x="714375" y="3122293"/>
            <a:ext cx="10344150" cy="1569660"/>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Costs are minimized and quality is enhanced when standard commercially available components are used in design. The benefits also occur when a company standardizes on a minimum number of part designs (sizes, materials, processes) that are produced internally in its factories</a:t>
            </a:r>
            <a:endParaRPr lang="en-IN"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49B1D82-C570-5335-3B2D-A9302550B2D1}"/>
              </a:ext>
            </a:extLst>
          </p:cNvPr>
          <p:cNvSpPr txBox="1"/>
          <p:nvPr/>
        </p:nvSpPr>
        <p:spPr>
          <a:xfrm>
            <a:off x="742949" y="4756779"/>
            <a:ext cx="7686676" cy="584775"/>
          </a:xfrm>
          <a:prstGeom prst="rect">
            <a:avLst/>
          </a:prstGeom>
          <a:noFill/>
        </p:spPr>
        <p:txBody>
          <a:bodyPr wrap="square">
            <a:spAutoFit/>
          </a:bodyPr>
          <a:lstStyle/>
          <a:p>
            <a:pPr marL="285750" indent="-285750">
              <a:buFont typeface="Wingdings" panose="05000000000000000000" pitchFamily="2" charset="2"/>
              <a:buChar char="v"/>
            </a:pPr>
            <a:r>
              <a:rPr lang="en-US" sz="3200" i="1">
                <a:solidFill>
                  <a:srgbClr val="FF0000"/>
                </a:solidFill>
                <a:latin typeface="Times New Roman" panose="02020603050405020304" pitchFamily="18" charset="0"/>
                <a:cs typeface="Times New Roman" panose="02020603050405020304" pitchFamily="18" charset="0"/>
              </a:rPr>
              <a:t>Use common parts across product lines</a:t>
            </a:r>
            <a:endParaRPr lang="en-IN" sz="3200" i="1">
              <a:solidFill>
                <a:srgbClr val="FF00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0E20096-2663-5FE9-5224-A8D864FDFFB7}"/>
              </a:ext>
            </a:extLst>
          </p:cNvPr>
          <p:cNvSpPr txBox="1"/>
          <p:nvPr/>
        </p:nvSpPr>
        <p:spPr>
          <a:xfrm>
            <a:off x="857249" y="5215173"/>
            <a:ext cx="10086976"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It is good business sense to use parts in more than one product. Specify the same materials, parts, and subassemblies in each product as much as possible.</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1896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312654-B5C6-A5AB-A80D-2E5D1E5AE677}"/>
              </a:ext>
            </a:extLst>
          </p:cNvPr>
          <p:cNvSpPr txBox="1"/>
          <p:nvPr/>
        </p:nvSpPr>
        <p:spPr>
          <a:xfrm>
            <a:off x="866775" y="291584"/>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rgbClr val="FF0000"/>
                </a:solidFill>
                <a:latin typeface="Times New Roman" panose="02020603050405020304" pitchFamily="18" charset="0"/>
                <a:cs typeface="Times New Roman" panose="02020603050405020304" pitchFamily="18" charset="0"/>
              </a:rPr>
              <a:t>Standardize design features</a:t>
            </a:r>
          </a:p>
        </p:txBody>
      </p:sp>
      <p:sp>
        <p:nvSpPr>
          <p:cNvPr id="5" name="TextBox 4">
            <a:extLst>
              <a:ext uri="{FF2B5EF4-FFF2-40B4-BE49-F238E27FC236}">
                <a16:creationId xmlns:a16="http://schemas.microsoft.com/office/drawing/2014/main" id="{43C6A432-8ACD-60E0-6E4F-6CEF1BB094D1}"/>
              </a:ext>
            </a:extLst>
          </p:cNvPr>
          <p:cNvSpPr txBox="1"/>
          <p:nvPr/>
        </p:nvSpPr>
        <p:spPr>
          <a:xfrm>
            <a:off x="866775" y="876359"/>
            <a:ext cx="10496550"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Standardizing on design features like drilled hole sizes, screw thread types, and bend radii minimizes the number of tools that must be maintained in the tool room. This reduces manufacturing overhead cost</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3363A35-3314-7FED-9665-304B56939011}"/>
              </a:ext>
            </a:extLst>
          </p:cNvPr>
          <p:cNvSpPr txBox="1"/>
          <p:nvPr/>
        </p:nvSpPr>
        <p:spPr>
          <a:xfrm>
            <a:off x="828675" y="2076688"/>
            <a:ext cx="7086600" cy="584775"/>
          </a:xfrm>
          <a:prstGeom prst="rect">
            <a:avLst/>
          </a:prstGeom>
          <a:noFill/>
        </p:spPr>
        <p:txBody>
          <a:bodyPr wrap="square">
            <a:spAutoFit/>
          </a:bodyPr>
          <a:lstStyle/>
          <a:p>
            <a:pPr marL="457200" indent="-457200">
              <a:buFont typeface="Wingdings" panose="05000000000000000000" pitchFamily="2" charset="2"/>
              <a:buChar char="v"/>
            </a:pPr>
            <a:r>
              <a:rPr lang="en-US" sz="3200" i="1" u="none" strike="noStrike" baseline="0">
                <a:solidFill>
                  <a:srgbClr val="FF0000"/>
                </a:solidFill>
                <a:latin typeface="Times New Roman" panose="02020603050405020304" pitchFamily="18" charset="0"/>
                <a:cs typeface="Times New Roman" panose="02020603050405020304" pitchFamily="18" charset="0"/>
              </a:rPr>
              <a:t>Design parts to be multifunctional</a:t>
            </a:r>
            <a:endParaRPr lang="en-IN" sz="3200" i="1">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B78F686-9DBA-49F4-F1FE-ED3489498B41}"/>
              </a:ext>
            </a:extLst>
          </p:cNvPr>
          <p:cNvSpPr txBox="1"/>
          <p:nvPr/>
        </p:nvSpPr>
        <p:spPr>
          <a:xfrm>
            <a:off x="828675" y="2598003"/>
            <a:ext cx="10496550"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A good way to minimize part count is to design such that parts can fulfill more than one function, leading to integral architecture</a:t>
            </a:r>
            <a:endParaRPr lang="en-I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F1891DF-7E1B-1525-E04D-CAF283C85B2E}"/>
              </a:ext>
            </a:extLst>
          </p:cNvPr>
          <p:cNvSpPr txBox="1"/>
          <p:nvPr/>
        </p:nvSpPr>
        <p:spPr>
          <a:xfrm>
            <a:off x="828675" y="3429000"/>
            <a:ext cx="8924925" cy="584775"/>
          </a:xfrm>
          <a:prstGeom prst="rect">
            <a:avLst/>
          </a:prstGeom>
          <a:noFill/>
        </p:spPr>
        <p:txBody>
          <a:bodyPr wrap="square">
            <a:spAutoFit/>
          </a:bodyPr>
          <a:lstStyle/>
          <a:p>
            <a:pPr marL="285750" indent="-285750">
              <a:buFont typeface="Wingdings" panose="05000000000000000000" pitchFamily="2" charset="2"/>
              <a:buChar char="v"/>
            </a:pPr>
            <a:r>
              <a:rPr lang="en-US" sz="3200" i="1">
                <a:solidFill>
                  <a:srgbClr val="FF0000"/>
                </a:solidFill>
                <a:latin typeface="Times New Roman" panose="02020603050405020304" pitchFamily="18" charset="0"/>
                <a:cs typeface="Times New Roman" panose="02020603050405020304" pitchFamily="18" charset="0"/>
              </a:rPr>
              <a:t>Minimize secondary and finishing operations</a:t>
            </a:r>
            <a:endParaRPr lang="en-IN" sz="3200" i="1">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02B00EE-051B-EA35-F35A-385F2D3B2706}"/>
              </a:ext>
            </a:extLst>
          </p:cNvPr>
          <p:cNvSpPr txBox="1"/>
          <p:nvPr/>
        </p:nvSpPr>
        <p:spPr>
          <a:xfrm>
            <a:off x="828674" y="4013775"/>
            <a:ext cx="11001375"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Minimize secondary operations such as heat treatment, machining, and joining and avoid finishing operations such as deburring, painting, plating, and polishing. Machine a surface only when the functionality requires it or if it is needed for aesthetic purposes.</a:t>
            </a:r>
            <a:endParaRPr lang="en-IN"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2086EF6-17BE-0762-8567-CDFD82D52A47}"/>
              </a:ext>
            </a:extLst>
          </p:cNvPr>
          <p:cNvSpPr txBox="1"/>
          <p:nvPr/>
        </p:nvSpPr>
        <p:spPr>
          <a:xfrm>
            <a:off x="828672" y="5214104"/>
            <a:ext cx="7858127" cy="584775"/>
          </a:xfrm>
          <a:prstGeom prst="rect">
            <a:avLst/>
          </a:prstGeom>
          <a:noFill/>
        </p:spPr>
        <p:txBody>
          <a:bodyPr wrap="square">
            <a:spAutoFit/>
          </a:bodyPr>
          <a:lstStyle/>
          <a:p>
            <a:pPr marL="457200" indent="-457200">
              <a:buFont typeface="Wingdings" panose="05000000000000000000" pitchFamily="2" charset="2"/>
              <a:buChar char="v"/>
            </a:pPr>
            <a:r>
              <a:rPr lang="en-IN" sz="3200" i="1">
                <a:solidFill>
                  <a:srgbClr val="FF0000"/>
                </a:solidFill>
                <a:latin typeface="Times New Roman" panose="02020603050405020304" pitchFamily="18" charset="0"/>
                <a:cs typeface="Times New Roman" panose="02020603050405020304" pitchFamily="18" charset="0"/>
              </a:rPr>
              <a:t>Avoid excessively tight tolerances</a:t>
            </a:r>
          </a:p>
        </p:txBody>
      </p:sp>
      <p:sp>
        <p:nvSpPr>
          <p:cNvPr id="17" name="TextBox 16">
            <a:extLst>
              <a:ext uri="{FF2B5EF4-FFF2-40B4-BE49-F238E27FC236}">
                <a16:creationId xmlns:a16="http://schemas.microsoft.com/office/drawing/2014/main" id="{2F94E132-87F9-9C28-CAFB-A723D98F54D2}"/>
              </a:ext>
            </a:extLst>
          </p:cNvPr>
          <p:cNvSpPr txBox="1"/>
          <p:nvPr/>
        </p:nvSpPr>
        <p:spPr>
          <a:xfrm>
            <a:off x="866775" y="5781158"/>
            <a:ext cx="10458450" cy="830997"/>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Tolerances must be set with great care. Specifying tolerances that are tighter than needed results in increased cost</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610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49555-C4A6-9EA8-0B3A-F2C14C841C12}"/>
              </a:ext>
            </a:extLst>
          </p:cNvPr>
          <p:cNvSpPr txBox="1"/>
          <p:nvPr/>
        </p:nvSpPr>
        <p:spPr>
          <a:xfrm>
            <a:off x="3114675" y="0"/>
            <a:ext cx="5715026"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Design for Standardization</a:t>
            </a:r>
          </a:p>
        </p:txBody>
      </p:sp>
      <p:sp>
        <p:nvSpPr>
          <p:cNvPr id="4" name="TextBox 3">
            <a:extLst>
              <a:ext uri="{FF2B5EF4-FFF2-40B4-BE49-F238E27FC236}">
                <a16:creationId xmlns:a16="http://schemas.microsoft.com/office/drawing/2014/main" id="{B4FF5AC3-169F-70F2-68EE-06FB35A5799C}"/>
              </a:ext>
            </a:extLst>
          </p:cNvPr>
          <p:cNvSpPr txBox="1"/>
          <p:nvPr/>
        </p:nvSpPr>
        <p:spPr>
          <a:xfrm>
            <a:off x="1019174" y="813939"/>
            <a:ext cx="9591675" cy="830997"/>
          </a:xfrm>
          <a:prstGeom prst="rect">
            <a:avLst/>
          </a:prstGeom>
          <a:noFill/>
        </p:spPr>
        <p:txBody>
          <a:bodyPr wrap="square">
            <a:spAutoFit/>
          </a:bodyPr>
          <a:lstStyle/>
          <a:p>
            <a:pPr marL="342900" indent="-34290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The benefits of standardization occur in four areas: cost reduction, quality improvement, production flexibility</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E5B1467-E2A2-CA84-3795-0C2162ED4271}"/>
              </a:ext>
            </a:extLst>
          </p:cNvPr>
          <p:cNvSpPr txBox="1"/>
          <p:nvPr/>
        </p:nvSpPr>
        <p:spPr>
          <a:xfrm>
            <a:off x="781050" y="1589557"/>
            <a:ext cx="3061223" cy="1015663"/>
          </a:xfrm>
          <a:prstGeom prst="rect">
            <a:avLst/>
          </a:prstGeom>
          <a:noFill/>
        </p:spPr>
        <p:txBody>
          <a:bodyPr wrap="none" rtlCol="0">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Cost reduction</a:t>
            </a:r>
          </a:p>
          <a:p>
            <a:pPr marL="457200" indent="-4572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Purchasing cost</a:t>
            </a:r>
          </a:p>
        </p:txBody>
      </p:sp>
      <p:sp>
        <p:nvSpPr>
          <p:cNvPr id="7" name="TextBox 6">
            <a:extLst>
              <a:ext uri="{FF2B5EF4-FFF2-40B4-BE49-F238E27FC236}">
                <a16:creationId xmlns:a16="http://schemas.microsoft.com/office/drawing/2014/main" id="{92325193-1BFB-D1AD-53FF-FFD96936F116}"/>
              </a:ext>
            </a:extLst>
          </p:cNvPr>
          <p:cNvSpPr txBox="1"/>
          <p:nvPr/>
        </p:nvSpPr>
        <p:spPr>
          <a:xfrm>
            <a:off x="833437" y="2531828"/>
            <a:ext cx="10525126"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Standardization of parts and the subsequent reduction in part numbers will result in large savings in procurement costs in outsourcing because parts will be bought in larger quantities</a:t>
            </a:r>
            <a:endParaRPr lang="en-IN" sz="24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2E5241D-5E91-6AF2-B8D8-39F81F03AE7F}"/>
              </a:ext>
            </a:extLst>
          </p:cNvPr>
          <p:cNvSpPr txBox="1"/>
          <p:nvPr/>
        </p:nvSpPr>
        <p:spPr>
          <a:xfrm>
            <a:off x="666748" y="3628057"/>
            <a:ext cx="8772527" cy="523220"/>
          </a:xfrm>
          <a:prstGeom prst="rect">
            <a:avLst/>
          </a:prstGeom>
          <a:noFill/>
        </p:spPr>
        <p:txBody>
          <a:bodyPr wrap="square">
            <a:spAutoFit/>
          </a:bodyPr>
          <a:lstStyle/>
          <a:p>
            <a:pPr marL="285750" indent="-285750">
              <a:buFont typeface="Wingdings" panose="05000000000000000000" pitchFamily="2" charset="2"/>
              <a:buChar char="ü"/>
            </a:pPr>
            <a:r>
              <a:rPr lang="en-US" sz="2800" i="1">
                <a:solidFill>
                  <a:srgbClr val="C00000"/>
                </a:solidFill>
                <a:latin typeface="Times New Roman" panose="02020603050405020304" pitchFamily="18" charset="0"/>
                <a:cs typeface="Times New Roman" panose="02020603050405020304" pitchFamily="18" charset="0"/>
              </a:rPr>
              <a:t>Reduce costs through raw material standardization</a:t>
            </a:r>
            <a:endParaRPr lang="en-IN" sz="2800" i="1">
              <a:solidFill>
                <a:srgbClr val="C0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1BFACFA-82C6-5C12-345B-5DF8E62E8E64}"/>
              </a:ext>
            </a:extLst>
          </p:cNvPr>
          <p:cNvSpPr txBox="1"/>
          <p:nvPr/>
        </p:nvSpPr>
        <p:spPr>
          <a:xfrm>
            <a:off x="828675" y="4019755"/>
            <a:ext cx="10848976"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Cost for in-house production of parts can be reduced if raw materials can be standardized to a single size of bar stock, tubing, and sheet metal</a:t>
            </a:r>
            <a:endParaRPr lang="en-IN"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E521EBA-F63F-914D-F1E6-956640AD29DB}"/>
              </a:ext>
            </a:extLst>
          </p:cNvPr>
          <p:cNvSpPr txBox="1"/>
          <p:nvPr/>
        </p:nvSpPr>
        <p:spPr>
          <a:xfrm>
            <a:off x="833437" y="5309800"/>
            <a:ext cx="10848976" cy="1200329"/>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Standardizing on design features like drilled hole sizes, screw thread types, and bend radii minimizes the number of tools that must be maintained in the tool room. This reduces manufacturing overhead cost</a:t>
            </a:r>
          </a:p>
        </p:txBody>
      </p:sp>
      <p:sp>
        <p:nvSpPr>
          <p:cNvPr id="15" name="TextBox 14">
            <a:extLst>
              <a:ext uri="{FF2B5EF4-FFF2-40B4-BE49-F238E27FC236}">
                <a16:creationId xmlns:a16="http://schemas.microsoft.com/office/drawing/2014/main" id="{9B73E1E0-3C3D-8A4E-B7A7-CAE3AD2F63FC}"/>
              </a:ext>
            </a:extLst>
          </p:cNvPr>
          <p:cNvSpPr txBox="1"/>
          <p:nvPr/>
        </p:nvSpPr>
        <p:spPr>
          <a:xfrm>
            <a:off x="666748" y="4811863"/>
            <a:ext cx="6096000" cy="523220"/>
          </a:xfrm>
          <a:prstGeom prst="rect">
            <a:avLst/>
          </a:prstGeom>
          <a:noFill/>
        </p:spPr>
        <p:txBody>
          <a:bodyPr wrap="square">
            <a:spAutoFit/>
          </a:bodyPr>
          <a:lstStyle/>
          <a:p>
            <a:pPr marL="457200" indent="-4572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Feature standardization</a:t>
            </a:r>
          </a:p>
        </p:txBody>
      </p:sp>
    </p:spTree>
    <p:extLst>
      <p:ext uri="{BB962C8B-B14F-4D97-AF65-F5344CB8AC3E}">
        <p14:creationId xmlns:p14="http://schemas.microsoft.com/office/powerpoint/2010/main" val="3483957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AC3F53-1706-4402-719F-C7AEE0DA466B}"/>
              </a:ext>
            </a:extLst>
          </p:cNvPr>
          <p:cNvSpPr txBox="1"/>
          <p:nvPr/>
        </p:nvSpPr>
        <p:spPr>
          <a:xfrm>
            <a:off x="561975" y="0"/>
            <a:ext cx="2339102" cy="646331"/>
          </a:xfrm>
          <a:prstGeom prst="rect">
            <a:avLst/>
          </a:prstGeom>
          <a:noFill/>
        </p:spPr>
        <p:txBody>
          <a:bodyPr wrap="none" rtlCol="0">
            <a:spAutoFit/>
          </a:bodyPr>
          <a:lstStyle/>
          <a:p>
            <a:r>
              <a:rPr lang="en-IN" sz="3600">
                <a:solidFill>
                  <a:srgbClr val="00B050"/>
                </a:solidFill>
                <a:latin typeface="Times New Roman" panose="02020603050405020304" pitchFamily="18" charset="0"/>
                <a:cs typeface="Times New Roman" panose="02020603050405020304" pitchFamily="18" charset="0"/>
              </a:rPr>
              <a:t>Continue…</a:t>
            </a:r>
          </a:p>
        </p:txBody>
      </p:sp>
      <p:sp>
        <p:nvSpPr>
          <p:cNvPr id="5" name="TextBox 4">
            <a:extLst>
              <a:ext uri="{FF2B5EF4-FFF2-40B4-BE49-F238E27FC236}">
                <a16:creationId xmlns:a16="http://schemas.microsoft.com/office/drawing/2014/main" id="{74506087-971B-4773-CFAB-F8FB20D2EF16}"/>
              </a:ext>
            </a:extLst>
          </p:cNvPr>
          <p:cNvSpPr txBox="1"/>
          <p:nvPr/>
        </p:nvSpPr>
        <p:spPr>
          <a:xfrm>
            <a:off x="352425" y="533400"/>
            <a:ext cx="4168129" cy="584775"/>
          </a:xfrm>
          <a:prstGeom prst="rect">
            <a:avLst/>
          </a:prstGeom>
          <a:noFill/>
        </p:spPr>
        <p:txBody>
          <a:bodyPr wrap="none" rtlCol="0">
            <a:spAutoFit/>
          </a:bodyPr>
          <a:lstStyle/>
          <a:p>
            <a:pPr marL="457200" indent="-457200">
              <a:buFont typeface="Wingdings" panose="05000000000000000000" pitchFamily="2" charset="2"/>
              <a:buChar char="v"/>
            </a:pPr>
            <a:r>
              <a:rPr lang="en-IN" sz="3200" i="1">
                <a:solidFill>
                  <a:srgbClr val="7030A0"/>
                </a:solidFill>
                <a:latin typeface="Times New Roman" panose="02020603050405020304" pitchFamily="18" charset="0"/>
                <a:cs typeface="Times New Roman" panose="02020603050405020304" pitchFamily="18" charset="0"/>
              </a:rPr>
              <a:t>Quality improvement</a:t>
            </a:r>
          </a:p>
        </p:txBody>
      </p:sp>
      <p:sp>
        <p:nvSpPr>
          <p:cNvPr id="7" name="TextBox 6">
            <a:extLst>
              <a:ext uri="{FF2B5EF4-FFF2-40B4-BE49-F238E27FC236}">
                <a16:creationId xmlns:a16="http://schemas.microsoft.com/office/drawing/2014/main" id="{70A33153-A0C8-D388-A141-15813E544852}"/>
              </a:ext>
            </a:extLst>
          </p:cNvPr>
          <p:cNvSpPr txBox="1"/>
          <p:nvPr/>
        </p:nvSpPr>
        <p:spPr>
          <a:xfrm>
            <a:off x="485775" y="1095775"/>
            <a:ext cx="3829050" cy="523220"/>
          </a:xfrm>
          <a:prstGeom prst="rect">
            <a:avLst/>
          </a:prstGeom>
          <a:noFill/>
        </p:spPr>
        <p:txBody>
          <a:bodyPr wrap="square">
            <a:spAutoFit/>
          </a:bodyPr>
          <a:lstStyle/>
          <a:p>
            <a:pPr marL="457200" indent="-4572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Product quality</a:t>
            </a:r>
          </a:p>
        </p:txBody>
      </p:sp>
      <p:sp>
        <p:nvSpPr>
          <p:cNvPr id="9" name="TextBox 8">
            <a:extLst>
              <a:ext uri="{FF2B5EF4-FFF2-40B4-BE49-F238E27FC236}">
                <a16:creationId xmlns:a16="http://schemas.microsoft.com/office/drawing/2014/main" id="{48C47CE1-F35D-36B2-9B90-527E1B3B5962}"/>
              </a:ext>
            </a:extLst>
          </p:cNvPr>
          <p:cNvSpPr txBox="1"/>
          <p:nvPr/>
        </p:nvSpPr>
        <p:spPr>
          <a:xfrm>
            <a:off x="561975" y="1448155"/>
            <a:ext cx="11144250"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Having fewer parts of a given type greatly reduces the chance of using the wrong part in an assembly</a:t>
            </a:r>
            <a:endParaRPr lang="en-I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261C2A0-4BEF-3D8C-35EB-514EC2EFF69E}"/>
              </a:ext>
            </a:extLst>
          </p:cNvPr>
          <p:cNvSpPr txBox="1"/>
          <p:nvPr/>
        </p:nvSpPr>
        <p:spPr>
          <a:xfrm>
            <a:off x="485775" y="2085912"/>
            <a:ext cx="6096000" cy="523220"/>
          </a:xfrm>
          <a:prstGeom prst="rect">
            <a:avLst/>
          </a:prstGeom>
          <a:noFill/>
        </p:spPr>
        <p:txBody>
          <a:bodyPr wrap="square">
            <a:spAutoFit/>
          </a:bodyPr>
          <a:lstStyle/>
          <a:p>
            <a:pPr marL="457200" indent="-4572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Prequalification of parts</a:t>
            </a:r>
          </a:p>
        </p:txBody>
      </p:sp>
      <p:sp>
        <p:nvSpPr>
          <p:cNvPr id="13" name="TextBox 12">
            <a:extLst>
              <a:ext uri="{FF2B5EF4-FFF2-40B4-BE49-F238E27FC236}">
                <a16:creationId xmlns:a16="http://schemas.microsoft.com/office/drawing/2014/main" id="{919106D8-DAA1-0829-78C5-F5664276D19D}"/>
              </a:ext>
            </a:extLst>
          </p:cNvPr>
          <p:cNvSpPr txBox="1"/>
          <p:nvPr/>
        </p:nvSpPr>
        <p:spPr>
          <a:xfrm>
            <a:off x="485775" y="2448924"/>
            <a:ext cx="10414646"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The use of standard parts means that there is much greater cumulative experience with using the particular part. This means that standard parts can be prequalified for use in a new product without the requirement for extensive testing</a:t>
            </a:r>
            <a:endParaRPr lang="en-IN"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EB3DAEF-6720-3083-6A5F-5FD1C686B67A}"/>
              </a:ext>
            </a:extLst>
          </p:cNvPr>
          <p:cNvSpPr txBox="1"/>
          <p:nvPr/>
        </p:nvSpPr>
        <p:spPr>
          <a:xfrm>
            <a:off x="485775" y="3557415"/>
            <a:ext cx="8001000" cy="523220"/>
          </a:xfrm>
          <a:prstGeom prst="rect">
            <a:avLst/>
          </a:prstGeom>
          <a:noFill/>
        </p:spPr>
        <p:txBody>
          <a:bodyPr wrap="square">
            <a:spAutoFit/>
          </a:bodyPr>
          <a:lstStyle/>
          <a:p>
            <a:pPr marL="457200" indent="-457200">
              <a:buFont typeface="Wingdings" panose="05000000000000000000" pitchFamily="2" charset="2"/>
              <a:buChar char="ü"/>
            </a:pPr>
            <a:r>
              <a:rPr lang="en-US" sz="2800" i="1">
                <a:solidFill>
                  <a:srgbClr val="C00000"/>
                </a:solidFill>
                <a:latin typeface="Times New Roman" panose="02020603050405020304" pitchFamily="18" charset="0"/>
                <a:cs typeface="Times New Roman" panose="02020603050405020304" pitchFamily="18" charset="0"/>
              </a:rPr>
              <a:t>Supplier reduction means improved quality</a:t>
            </a:r>
            <a:endParaRPr lang="en-IN" sz="2800" i="1">
              <a:solidFill>
                <a:srgbClr val="C0000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B7E208B-AF97-8B23-A2A3-D138470C9AD5}"/>
              </a:ext>
            </a:extLst>
          </p:cNvPr>
          <p:cNvSpPr txBox="1"/>
          <p:nvPr/>
        </p:nvSpPr>
        <p:spPr>
          <a:xfrm>
            <a:off x="485775" y="3987625"/>
            <a:ext cx="10696575" cy="830997"/>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Standardization of parts means there will be fewer outside suppliers of parts. Those suppliers remaining should be those with a record of producing quality parts</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76544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9214A7-D189-4003-B51F-69513F56D67F}"/>
              </a:ext>
            </a:extLst>
          </p:cNvPr>
          <p:cNvSpPr txBox="1"/>
          <p:nvPr/>
        </p:nvSpPr>
        <p:spPr>
          <a:xfrm>
            <a:off x="561975" y="0"/>
            <a:ext cx="2339102" cy="646331"/>
          </a:xfrm>
          <a:prstGeom prst="rect">
            <a:avLst/>
          </a:prstGeom>
          <a:noFill/>
        </p:spPr>
        <p:txBody>
          <a:bodyPr wrap="none" rtlCol="0">
            <a:spAutoFit/>
          </a:bodyPr>
          <a:lstStyle/>
          <a:p>
            <a:r>
              <a:rPr lang="en-IN" sz="3600">
                <a:solidFill>
                  <a:srgbClr val="00B050"/>
                </a:solidFill>
                <a:latin typeface="Times New Roman" panose="02020603050405020304" pitchFamily="18" charset="0"/>
                <a:cs typeface="Times New Roman" panose="02020603050405020304" pitchFamily="18" charset="0"/>
              </a:rPr>
              <a:t>Continue…</a:t>
            </a:r>
          </a:p>
        </p:txBody>
      </p:sp>
      <p:sp>
        <p:nvSpPr>
          <p:cNvPr id="3" name="TextBox 2">
            <a:extLst>
              <a:ext uri="{FF2B5EF4-FFF2-40B4-BE49-F238E27FC236}">
                <a16:creationId xmlns:a16="http://schemas.microsoft.com/office/drawing/2014/main" id="{1DDB4E82-3849-DC2D-AAC0-407CF1EEB471}"/>
              </a:ext>
            </a:extLst>
          </p:cNvPr>
          <p:cNvSpPr txBox="1"/>
          <p:nvPr/>
        </p:nvSpPr>
        <p:spPr>
          <a:xfrm>
            <a:off x="561975" y="580668"/>
            <a:ext cx="3704860" cy="584775"/>
          </a:xfrm>
          <a:prstGeom prst="rect">
            <a:avLst/>
          </a:prstGeom>
          <a:noFill/>
        </p:spPr>
        <p:txBody>
          <a:bodyPr wrap="none" rtlCol="0">
            <a:spAutoFit/>
          </a:bodyPr>
          <a:lstStyle/>
          <a:p>
            <a:r>
              <a:rPr lang="en-IN" sz="3200" i="1">
                <a:solidFill>
                  <a:srgbClr val="7030A0"/>
                </a:solidFill>
                <a:latin typeface="Times New Roman" panose="02020603050405020304" pitchFamily="18" charset="0"/>
                <a:cs typeface="Times New Roman" panose="02020603050405020304" pitchFamily="18" charset="0"/>
              </a:rPr>
              <a:t>Production flexibility</a:t>
            </a:r>
          </a:p>
        </p:txBody>
      </p:sp>
      <p:sp>
        <p:nvSpPr>
          <p:cNvPr id="5" name="TextBox 4">
            <a:extLst>
              <a:ext uri="{FF2B5EF4-FFF2-40B4-BE49-F238E27FC236}">
                <a16:creationId xmlns:a16="http://schemas.microsoft.com/office/drawing/2014/main" id="{3B5686C8-61E0-7568-9EE7-49F4E79F46F2}"/>
              </a:ext>
            </a:extLst>
          </p:cNvPr>
          <p:cNvSpPr txBox="1"/>
          <p:nvPr/>
        </p:nvSpPr>
        <p:spPr>
          <a:xfrm>
            <a:off x="561974" y="1165443"/>
            <a:ext cx="4257675" cy="523220"/>
          </a:xfrm>
          <a:prstGeom prst="rect">
            <a:avLst/>
          </a:prstGeom>
          <a:noFill/>
        </p:spPr>
        <p:txBody>
          <a:bodyPr wrap="square">
            <a:spAutoFit/>
          </a:bodyPr>
          <a:lstStyle/>
          <a:p>
            <a:pPr marL="457200" indent="-4572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Material logistics</a:t>
            </a:r>
          </a:p>
        </p:txBody>
      </p:sp>
      <p:sp>
        <p:nvSpPr>
          <p:cNvPr id="7" name="TextBox 6">
            <a:extLst>
              <a:ext uri="{FF2B5EF4-FFF2-40B4-BE49-F238E27FC236}">
                <a16:creationId xmlns:a16="http://schemas.microsoft.com/office/drawing/2014/main" id="{E3C56C11-186C-D45C-7141-AA7F15A2B314}"/>
              </a:ext>
            </a:extLst>
          </p:cNvPr>
          <p:cNvSpPr txBox="1"/>
          <p:nvPr/>
        </p:nvSpPr>
        <p:spPr>
          <a:xfrm>
            <a:off x="561974" y="1664135"/>
            <a:ext cx="10467975"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The flow of parts within the plant will be easier with fewer parts to order, receive, stock, issue, assemble, test, and reorder</a:t>
            </a:r>
            <a:endParaRPr lang="en-IN" sz="24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FEC7F4D-9032-6477-EECB-267F81D29F60}"/>
              </a:ext>
            </a:extLst>
          </p:cNvPr>
          <p:cNvSpPr txBox="1"/>
          <p:nvPr/>
        </p:nvSpPr>
        <p:spPr>
          <a:xfrm>
            <a:off x="495299" y="2330170"/>
            <a:ext cx="6096000" cy="523220"/>
          </a:xfrm>
          <a:prstGeom prst="rect">
            <a:avLst/>
          </a:prstGeom>
          <a:noFill/>
        </p:spPr>
        <p:txBody>
          <a:bodyPr wrap="square">
            <a:spAutoFit/>
          </a:bodyPr>
          <a:lstStyle/>
          <a:p>
            <a:pPr marL="457200" indent="-4572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Parts availability</a:t>
            </a:r>
          </a:p>
        </p:txBody>
      </p:sp>
      <p:sp>
        <p:nvSpPr>
          <p:cNvPr id="11" name="TextBox 10">
            <a:extLst>
              <a:ext uri="{FF2B5EF4-FFF2-40B4-BE49-F238E27FC236}">
                <a16:creationId xmlns:a16="http://schemas.microsoft.com/office/drawing/2014/main" id="{C62F045C-1F70-5D05-6E40-278FDD01893E}"/>
              </a:ext>
            </a:extLst>
          </p:cNvPr>
          <p:cNvSpPr txBox="1"/>
          <p:nvPr/>
        </p:nvSpPr>
        <p:spPr>
          <a:xfrm>
            <a:off x="495299" y="2745668"/>
            <a:ext cx="11087101" cy="830997"/>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Fewer part types used in greater volume will mean less chance of running out of parts and delaying production</a:t>
            </a:r>
            <a:endParaRPr lang="en-IN"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606DAB9-2343-73B8-F169-3C6E958A0ADD}"/>
              </a:ext>
            </a:extLst>
          </p:cNvPr>
          <p:cNvSpPr txBox="1"/>
          <p:nvPr/>
        </p:nvSpPr>
        <p:spPr>
          <a:xfrm>
            <a:off x="495299" y="3524215"/>
            <a:ext cx="6096000" cy="523220"/>
          </a:xfrm>
          <a:prstGeom prst="rect">
            <a:avLst/>
          </a:prstGeom>
          <a:noFill/>
        </p:spPr>
        <p:txBody>
          <a:bodyPr wrap="square">
            <a:spAutoFit/>
          </a:bodyPr>
          <a:lstStyle/>
          <a:p>
            <a:pPr marL="342900" indent="-342900">
              <a:buFont typeface="Wingdings" panose="05000000000000000000" pitchFamily="2" charset="2"/>
              <a:buChar char="ü"/>
            </a:pPr>
            <a:r>
              <a:rPr lang="en-IN" sz="2800" i="1">
                <a:solidFill>
                  <a:srgbClr val="C00000"/>
                </a:solidFill>
                <a:latin typeface="Times New Roman" panose="02020603050405020304" pitchFamily="18" charset="0"/>
                <a:cs typeface="Times New Roman" panose="02020603050405020304" pitchFamily="18" charset="0"/>
              </a:rPr>
              <a:t>Quicker supplier deliveries</a:t>
            </a:r>
          </a:p>
        </p:txBody>
      </p:sp>
      <p:sp>
        <p:nvSpPr>
          <p:cNvPr id="15" name="TextBox 14">
            <a:extLst>
              <a:ext uri="{FF2B5EF4-FFF2-40B4-BE49-F238E27FC236}">
                <a16:creationId xmlns:a16="http://schemas.microsoft.com/office/drawing/2014/main" id="{7B4F826D-F05C-7C9D-8F30-9786067EA9A6}"/>
              </a:ext>
            </a:extLst>
          </p:cNvPr>
          <p:cNvSpPr txBox="1"/>
          <p:nvPr/>
        </p:nvSpPr>
        <p:spPr>
          <a:xfrm>
            <a:off x="495299" y="4121730"/>
            <a:ext cx="11391901"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Standardization of parts and materials should speed up deliveries. Suppliers will have the standard tools and materials in their inventory</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3620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FB4AA1-49B0-4162-BC29-833F9BC7F0B5}"/>
              </a:ext>
            </a:extLst>
          </p:cNvPr>
          <p:cNvSpPr txBox="1"/>
          <p:nvPr/>
        </p:nvSpPr>
        <p:spPr>
          <a:xfrm>
            <a:off x="4105275" y="65753"/>
            <a:ext cx="3720890" cy="707886"/>
          </a:xfrm>
          <a:prstGeom prst="rect">
            <a:avLst/>
          </a:prstGeom>
          <a:noFill/>
        </p:spPr>
        <p:txBody>
          <a:bodyPr wrap="none" rtlCol="0">
            <a:spAutoFit/>
          </a:bodyPr>
          <a:lstStyle/>
          <a:p>
            <a:r>
              <a:rPr lang="en-IN" sz="4000">
                <a:solidFill>
                  <a:srgbClr val="00B0F0"/>
                </a:solidFill>
                <a:latin typeface="Times New Roman" panose="02020603050405020304" pitchFamily="18" charset="0"/>
                <a:cs typeface="Times New Roman" panose="02020603050405020304" pitchFamily="18" charset="0"/>
              </a:rPr>
              <a:t>Design for safety</a:t>
            </a:r>
          </a:p>
        </p:txBody>
      </p:sp>
      <p:sp>
        <p:nvSpPr>
          <p:cNvPr id="5" name="TextBox 4">
            <a:extLst>
              <a:ext uri="{FF2B5EF4-FFF2-40B4-BE49-F238E27FC236}">
                <a16:creationId xmlns:a16="http://schemas.microsoft.com/office/drawing/2014/main" id="{BF52FDE1-4D25-BF86-AE7D-A3FB6ECD13FF}"/>
              </a:ext>
            </a:extLst>
          </p:cNvPr>
          <p:cNvSpPr txBox="1"/>
          <p:nvPr/>
        </p:nvSpPr>
        <p:spPr>
          <a:xfrm>
            <a:off x="1209675" y="972235"/>
            <a:ext cx="9734550" cy="1200329"/>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 safe product is one that does not cause injury or property loss</a:t>
            </a:r>
          </a:p>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Achieving safety is no accident. It comes from a conscious focus on safety during design, and in knowing and following some basic rules</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564B15F-6C55-6D63-334C-018E9C3E4149}"/>
              </a:ext>
            </a:extLst>
          </p:cNvPr>
          <p:cNvSpPr txBox="1"/>
          <p:nvPr/>
        </p:nvSpPr>
        <p:spPr>
          <a:xfrm>
            <a:off x="1085850" y="2172564"/>
            <a:ext cx="10344150" cy="3539430"/>
          </a:xfrm>
          <a:prstGeom prst="rect">
            <a:avLst/>
          </a:prstGeom>
          <a:noFill/>
        </p:spPr>
        <p:txBody>
          <a:bodyPr wrap="square" lIns="91440" tIns="45720" rIns="91440" bIns="45720" anchor="t">
            <a:spAutoFit/>
          </a:bodyPr>
          <a:lstStyle/>
          <a:p>
            <a:r>
              <a:rPr lang="en-US" sz="3200" i="1">
                <a:solidFill>
                  <a:srgbClr val="FF0000"/>
                </a:solidFill>
                <a:latin typeface="Times New Roman"/>
                <a:cs typeface="Times New Roman"/>
              </a:rPr>
              <a:t>There are three aspects to design for safety:</a:t>
            </a:r>
          </a:p>
          <a:p>
            <a:pPr marL="342900" indent="-342900">
              <a:buFont typeface="Wingdings" panose="05000000000000000000" pitchFamily="2" charset="2"/>
              <a:buChar char="v"/>
            </a:pPr>
            <a:r>
              <a:rPr lang="en-US" sz="2400">
                <a:highlight>
                  <a:srgbClr val="FFFF00"/>
                </a:highlight>
                <a:latin typeface="Times New Roman"/>
                <a:cs typeface="Times New Roman"/>
              </a:rPr>
              <a:t>Make the product safe; that is, design all hazards out of the product.</a:t>
            </a:r>
          </a:p>
          <a:p>
            <a:pPr marL="342900" indent="-342900">
              <a:buFont typeface="Wingdings" panose="05000000000000000000" pitchFamily="2" charset="2"/>
              <a:buChar char="v"/>
            </a:pPr>
            <a:r>
              <a:rPr lang="en-US" sz="2400">
                <a:highlight>
                  <a:srgbClr val="FFFF00"/>
                </a:highlight>
                <a:latin typeface="Times New Roman"/>
                <a:cs typeface="Times New Roman"/>
              </a:rPr>
              <a:t>If it is not possible to make the product inherently safe, then design in   protective devices like guards, automatic cutoff switches, and pressure-relief   valves, to mitigate the hazard.</a:t>
            </a:r>
          </a:p>
          <a:p>
            <a:pPr marL="342900" indent="-342900">
              <a:buFont typeface="Wingdings" panose="05000000000000000000" pitchFamily="2" charset="2"/>
              <a:buChar char="v"/>
            </a:pPr>
            <a:r>
              <a:rPr lang="en-US" sz="2400">
                <a:highlight>
                  <a:srgbClr val="FFFF00"/>
                </a:highlight>
                <a:latin typeface="Times New Roman"/>
                <a:cs typeface="Times New Roman"/>
              </a:rPr>
              <a:t> If step 2 cannot remove all hazards, then warn the user of the product with appropriate warnings like labels, flashing lights, and loud sounds.</a:t>
            </a:r>
          </a:p>
          <a:p>
            <a:pPr marL="342900" indent="-342900">
              <a:buFont typeface="Wingdings" panose="05000000000000000000" pitchFamily="2" charset="2"/>
              <a:buChar char="v"/>
            </a:pPr>
            <a:r>
              <a:rPr lang="en-US" sz="2400">
                <a:highlight>
                  <a:srgbClr val="FFFF00"/>
                </a:highlight>
                <a:latin typeface="Times New Roman"/>
                <a:cs typeface="Times New Roman"/>
              </a:rPr>
              <a:t>Provide training and protective clothing or devices (glasses, ear mufflers) to the user or operator of the equipment</a:t>
            </a:r>
            <a:endParaRPr lang="en-IN" sz="2400">
              <a:highlight>
                <a:srgbClr val="FFFF00"/>
              </a:highlight>
              <a:latin typeface="Times New Roman"/>
              <a:cs typeface="Times New Roman"/>
            </a:endParaRPr>
          </a:p>
        </p:txBody>
      </p:sp>
    </p:spTree>
    <p:extLst>
      <p:ext uri="{BB962C8B-B14F-4D97-AF65-F5344CB8AC3E}">
        <p14:creationId xmlns:p14="http://schemas.microsoft.com/office/powerpoint/2010/main" val="19033364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0B54F3-BAB4-FE62-52DE-C12C1FC384E3}"/>
              </a:ext>
            </a:extLst>
          </p:cNvPr>
          <p:cNvSpPr txBox="1"/>
          <p:nvPr/>
        </p:nvSpPr>
        <p:spPr>
          <a:xfrm>
            <a:off x="4625765" y="773639"/>
            <a:ext cx="6096000" cy="523220"/>
          </a:xfrm>
          <a:prstGeom prst="rect">
            <a:avLst/>
          </a:prstGeom>
          <a:noFill/>
        </p:spPr>
        <p:txBody>
          <a:bodyPr wrap="square">
            <a:spAutoFit/>
          </a:bodyPr>
          <a:lstStyle/>
          <a:p>
            <a:r>
              <a:rPr lang="en-IN" sz="2800">
                <a:solidFill>
                  <a:srgbClr val="00B0F0"/>
                </a:solidFill>
                <a:latin typeface="Times New Roman" panose="02020603050405020304" pitchFamily="18" charset="0"/>
                <a:cs typeface="Times New Roman" panose="02020603050405020304" pitchFamily="18" charset="0"/>
              </a:rPr>
              <a:t>A fail-safe design</a:t>
            </a:r>
          </a:p>
        </p:txBody>
      </p:sp>
      <p:sp>
        <p:nvSpPr>
          <p:cNvPr id="4" name="TextBox 3">
            <a:extLst>
              <a:ext uri="{FF2B5EF4-FFF2-40B4-BE49-F238E27FC236}">
                <a16:creationId xmlns:a16="http://schemas.microsoft.com/office/drawing/2014/main" id="{1C6B974B-0F24-A1AF-928E-A914A17A563A}"/>
              </a:ext>
            </a:extLst>
          </p:cNvPr>
          <p:cNvSpPr txBox="1"/>
          <p:nvPr/>
        </p:nvSpPr>
        <p:spPr>
          <a:xfrm>
            <a:off x="4105275" y="65753"/>
            <a:ext cx="3854260" cy="707886"/>
          </a:xfrm>
          <a:prstGeom prst="rect">
            <a:avLst/>
          </a:prstGeom>
          <a:noFill/>
        </p:spPr>
        <p:txBody>
          <a:bodyPr wrap="none" rtlCol="0">
            <a:spAutoFit/>
          </a:bodyPr>
          <a:lstStyle/>
          <a:p>
            <a:r>
              <a:rPr lang="en-IN" sz="4000" b="1">
                <a:solidFill>
                  <a:srgbClr val="00B0F0"/>
                </a:solidFill>
                <a:latin typeface="Times New Roman" panose="02020603050405020304" pitchFamily="18" charset="0"/>
                <a:cs typeface="Times New Roman" panose="02020603050405020304" pitchFamily="18" charset="0"/>
              </a:rPr>
              <a:t>Design for safety</a:t>
            </a:r>
          </a:p>
        </p:txBody>
      </p:sp>
      <p:sp>
        <p:nvSpPr>
          <p:cNvPr id="6" name="TextBox 5">
            <a:extLst>
              <a:ext uri="{FF2B5EF4-FFF2-40B4-BE49-F238E27FC236}">
                <a16:creationId xmlns:a16="http://schemas.microsoft.com/office/drawing/2014/main" id="{94CFF4E0-3CC0-698B-A28D-2FBAD864E382}"/>
              </a:ext>
            </a:extLst>
          </p:cNvPr>
          <p:cNvSpPr txBox="1"/>
          <p:nvPr/>
        </p:nvSpPr>
        <p:spPr>
          <a:xfrm>
            <a:off x="865091" y="1126329"/>
            <a:ext cx="10610851" cy="830997"/>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 fail-safe design seeks to ensure that a failure will either not affect the product or change it to a state in which no injury or damage will occur.</a:t>
            </a:r>
            <a:endParaRPr lang="en-IN" sz="240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2E538B3-8D4A-7F4C-7D67-298C7A83C74B}"/>
              </a:ext>
            </a:extLst>
          </p:cNvPr>
          <p:cNvSpPr txBox="1"/>
          <p:nvPr/>
        </p:nvSpPr>
        <p:spPr>
          <a:xfrm>
            <a:off x="1000124" y="1906849"/>
            <a:ext cx="9305925" cy="523220"/>
          </a:xfrm>
          <a:prstGeom prst="rect">
            <a:avLst/>
          </a:prstGeom>
          <a:noFill/>
        </p:spPr>
        <p:txBody>
          <a:bodyPr wrap="square">
            <a:spAutoFit/>
          </a:bodyPr>
          <a:lstStyle/>
          <a:p>
            <a:r>
              <a:rPr lang="en-US" sz="2800">
                <a:solidFill>
                  <a:srgbClr val="C00000"/>
                </a:solidFill>
                <a:latin typeface="Times New Roman" panose="02020603050405020304" pitchFamily="18" charset="0"/>
                <a:cs typeface="Times New Roman" panose="02020603050405020304" pitchFamily="18" charset="0"/>
              </a:rPr>
              <a:t>There are three variants of fail-safe designs</a:t>
            </a:r>
            <a:endParaRPr lang="en-IN" sz="2800">
              <a:solidFill>
                <a:srgbClr val="C0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2327BFD-55FD-1387-B3F4-85231B926D11}"/>
              </a:ext>
            </a:extLst>
          </p:cNvPr>
          <p:cNvSpPr txBox="1"/>
          <p:nvPr/>
        </p:nvSpPr>
        <p:spPr>
          <a:xfrm>
            <a:off x="865091" y="2333894"/>
            <a:ext cx="6096000" cy="584775"/>
          </a:xfrm>
          <a:prstGeom prst="rect">
            <a:avLst/>
          </a:prstGeom>
          <a:noFill/>
        </p:spPr>
        <p:txBody>
          <a:bodyPr wrap="square">
            <a:spAutoFit/>
          </a:bodyPr>
          <a:lstStyle/>
          <a:p>
            <a:pPr marL="285750" indent="-285750">
              <a:buFont typeface="Wingdings" panose="05000000000000000000" pitchFamily="2" charset="2"/>
              <a:buChar char="v"/>
            </a:pPr>
            <a:r>
              <a:rPr lang="en-IN" sz="3200" i="1">
                <a:solidFill>
                  <a:schemeClr val="accent5">
                    <a:lumMod val="50000"/>
                  </a:schemeClr>
                </a:solidFill>
                <a:latin typeface="Times New Roman" panose="02020603050405020304" pitchFamily="18" charset="0"/>
                <a:cs typeface="Times New Roman" panose="02020603050405020304" pitchFamily="18" charset="0"/>
              </a:rPr>
              <a:t>Fail-passive design</a:t>
            </a:r>
          </a:p>
        </p:txBody>
      </p:sp>
      <p:sp>
        <p:nvSpPr>
          <p:cNvPr id="12" name="TextBox 11">
            <a:extLst>
              <a:ext uri="{FF2B5EF4-FFF2-40B4-BE49-F238E27FC236}">
                <a16:creationId xmlns:a16="http://schemas.microsoft.com/office/drawing/2014/main" id="{77862B93-1E6D-6F84-7714-57535446A262}"/>
              </a:ext>
            </a:extLst>
          </p:cNvPr>
          <p:cNvSpPr txBox="1"/>
          <p:nvPr/>
        </p:nvSpPr>
        <p:spPr>
          <a:xfrm>
            <a:off x="865091" y="2904056"/>
            <a:ext cx="10334626"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When a failure occurs, the system is reduced to its lowest-energy state, and the product will not operate until corrective action is taken. A circuit breaker is an example of a fail-passive device</a:t>
            </a:r>
            <a:endParaRPr lang="en-IN" sz="24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A77134C-2024-80C3-F994-1EE6524FB1AB}"/>
              </a:ext>
            </a:extLst>
          </p:cNvPr>
          <p:cNvSpPr txBox="1"/>
          <p:nvPr/>
        </p:nvSpPr>
        <p:spPr>
          <a:xfrm>
            <a:off x="712692" y="3952937"/>
            <a:ext cx="6096000" cy="584775"/>
          </a:xfrm>
          <a:prstGeom prst="rect">
            <a:avLst/>
          </a:prstGeom>
          <a:noFill/>
        </p:spPr>
        <p:txBody>
          <a:bodyPr wrap="square">
            <a:spAutoFit/>
          </a:bodyPr>
          <a:lstStyle/>
          <a:p>
            <a:pPr marL="457200" indent="-457200">
              <a:buFont typeface="Wingdings" panose="05000000000000000000" pitchFamily="2" charset="2"/>
              <a:buChar char="v"/>
            </a:pPr>
            <a:r>
              <a:rPr lang="en-IN" sz="3200" i="1">
                <a:solidFill>
                  <a:schemeClr val="accent5">
                    <a:lumMod val="50000"/>
                  </a:schemeClr>
                </a:solidFill>
                <a:latin typeface="Times New Roman" panose="02020603050405020304" pitchFamily="18" charset="0"/>
                <a:cs typeface="Times New Roman" panose="02020603050405020304" pitchFamily="18" charset="0"/>
              </a:rPr>
              <a:t>Fail-active design</a:t>
            </a:r>
          </a:p>
        </p:txBody>
      </p:sp>
      <p:sp>
        <p:nvSpPr>
          <p:cNvPr id="16" name="TextBox 15">
            <a:extLst>
              <a:ext uri="{FF2B5EF4-FFF2-40B4-BE49-F238E27FC236}">
                <a16:creationId xmlns:a16="http://schemas.microsoft.com/office/drawing/2014/main" id="{EA4A40BC-D77C-D4C3-03DE-D5A03B42A7B5}"/>
              </a:ext>
            </a:extLst>
          </p:cNvPr>
          <p:cNvSpPr txBox="1"/>
          <p:nvPr/>
        </p:nvSpPr>
        <p:spPr>
          <a:xfrm>
            <a:off x="865091" y="4394309"/>
            <a:ext cx="10098183"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When failure occurs, the system remains energized and in a safe operating mode. A redundant system kept on standby is an example</a:t>
            </a:r>
            <a:endParaRPr lang="en-IN" sz="24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AF1EB52-AE01-894C-0FB8-E91D348E4D54}"/>
              </a:ext>
            </a:extLst>
          </p:cNvPr>
          <p:cNvSpPr txBox="1"/>
          <p:nvPr/>
        </p:nvSpPr>
        <p:spPr>
          <a:xfrm>
            <a:off x="794335" y="5064472"/>
            <a:ext cx="6096000" cy="584775"/>
          </a:xfrm>
          <a:prstGeom prst="rect">
            <a:avLst/>
          </a:prstGeom>
          <a:noFill/>
        </p:spPr>
        <p:txBody>
          <a:bodyPr wrap="square">
            <a:spAutoFit/>
          </a:bodyPr>
          <a:lstStyle/>
          <a:p>
            <a:pPr marL="342900" indent="-342900">
              <a:buFont typeface="Wingdings" panose="05000000000000000000" pitchFamily="2" charset="2"/>
              <a:buChar char="v"/>
            </a:pPr>
            <a:r>
              <a:rPr lang="en-IN" sz="3200" i="1">
                <a:solidFill>
                  <a:schemeClr val="accent5">
                    <a:lumMod val="50000"/>
                  </a:schemeClr>
                </a:solidFill>
                <a:latin typeface="Times New Roman" panose="02020603050405020304" pitchFamily="18" charset="0"/>
                <a:cs typeface="Times New Roman" panose="02020603050405020304" pitchFamily="18" charset="0"/>
              </a:rPr>
              <a:t>Fail-operational design</a:t>
            </a:r>
          </a:p>
        </p:txBody>
      </p:sp>
      <p:sp>
        <p:nvSpPr>
          <p:cNvPr id="20" name="TextBox 19">
            <a:extLst>
              <a:ext uri="{FF2B5EF4-FFF2-40B4-BE49-F238E27FC236}">
                <a16:creationId xmlns:a16="http://schemas.microsoft.com/office/drawing/2014/main" id="{640C3E8B-964A-F531-2F8A-403109DC8921}"/>
              </a:ext>
            </a:extLst>
          </p:cNvPr>
          <p:cNvSpPr txBox="1"/>
          <p:nvPr/>
        </p:nvSpPr>
        <p:spPr>
          <a:xfrm>
            <a:off x="876297" y="5499831"/>
            <a:ext cx="10525127" cy="1200329"/>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The design is such that the device continues to provide its critical function even though a part has failed. A valve that is designed so that it will remain in the open position if it fails is an example</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7706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D4EFDA-CD7C-C2FC-6119-F8B017283AE5}"/>
              </a:ext>
            </a:extLst>
          </p:cNvPr>
          <p:cNvSpPr txBox="1"/>
          <p:nvPr/>
        </p:nvSpPr>
        <p:spPr>
          <a:xfrm>
            <a:off x="4105275" y="65753"/>
            <a:ext cx="3207929" cy="707886"/>
          </a:xfrm>
          <a:prstGeom prst="rect">
            <a:avLst/>
          </a:prstGeom>
          <a:noFill/>
        </p:spPr>
        <p:txBody>
          <a:bodyPr wrap="none" rtlCol="0">
            <a:spAutoFit/>
          </a:bodyPr>
          <a:lstStyle/>
          <a:p>
            <a:r>
              <a:rPr lang="en-IN" sz="4000" b="1">
                <a:solidFill>
                  <a:srgbClr val="00B0F0"/>
                </a:solidFill>
                <a:latin typeface="Times New Roman" panose="02020603050405020304" pitchFamily="18" charset="0"/>
                <a:cs typeface="Times New Roman" panose="02020603050405020304" pitchFamily="18" charset="0"/>
              </a:rPr>
              <a:t>Design to cost</a:t>
            </a:r>
          </a:p>
        </p:txBody>
      </p:sp>
      <p:sp>
        <p:nvSpPr>
          <p:cNvPr id="4" name="TextBox 3">
            <a:extLst>
              <a:ext uri="{FF2B5EF4-FFF2-40B4-BE49-F238E27FC236}">
                <a16:creationId xmlns:a16="http://schemas.microsoft.com/office/drawing/2014/main" id="{81A558E3-82CC-9FCB-25B2-32E2261D1BC1}"/>
              </a:ext>
            </a:extLst>
          </p:cNvPr>
          <p:cNvSpPr txBox="1"/>
          <p:nvPr/>
        </p:nvSpPr>
        <p:spPr>
          <a:xfrm>
            <a:off x="762000" y="875823"/>
            <a:ext cx="11029950" cy="1569660"/>
          </a:xfrm>
          <a:prstGeom prst="rect">
            <a:avLst/>
          </a:prstGeom>
          <a:noFill/>
        </p:spPr>
        <p:txBody>
          <a:bodyPr wrap="square">
            <a:spAutoFit/>
          </a:bodyPr>
          <a:lstStyle/>
          <a:p>
            <a:pPr marL="342900" indent="-34290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Design to cost, also called target costing, is the approach in which a target value, (sometimes called “should-cost” data), for the cost of a product is established at the beginning of a product development project.</a:t>
            </a:r>
          </a:p>
          <a:p>
            <a:pPr marL="342900" indent="-34290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All design decisions are examined for their impact on keeping below the target cost</a:t>
            </a:r>
            <a:endParaRPr lang="en-IN" sz="24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7D12C03-E6D4-BFBA-B4A6-9BC60D102057}"/>
              </a:ext>
            </a:extLst>
          </p:cNvPr>
          <p:cNvSpPr txBox="1"/>
          <p:nvPr/>
        </p:nvSpPr>
        <p:spPr>
          <a:xfrm>
            <a:off x="762000" y="2445483"/>
            <a:ext cx="7896225" cy="523220"/>
          </a:xfrm>
          <a:prstGeom prst="rect">
            <a:avLst/>
          </a:prstGeom>
          <a:noFill/>
        </p:spPr>
        <p:txBody>
          <a:bodyPr wrap="square">
            <a:spAutoFit/>
          </a:bodyPr>
          <a:lstStyle/>
          <a:p>
            <a:r>
              <a:rPr lang="en-US" sz="2800" b="1">
                <a:solidFill>
                  <a:schemeClr val="accent2"/>
                </a:solidFill>
                <a:latin typeface="Times New Roman" panose="02020603050405020304" pitchFamily="18" charset="0"/>
                <a:cs typeface="Times New Roman" panose="02020603050405020304" pitchFamily="18" charset="0"/>
              </a:rPr>
              <a:t>The steps in accomplishing design to cost are</a:t>
            </a:r>
            <a:endParaRPr lang="en-IN" sz="2800" b="1">
              <a:solidFill>
                <a:schemeClr val="accent2"/>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4665746-DDAD-22ED-FCA5-DA19FE3B6B48}"/>
              </a:ext>
            </a:extLst>
          </p:cNvPr>
          <p:cNvSpPr txBox="1"/>
          <p:nvPr/>
        </p:nvSpPr>
        <p:spPr>
          <a:xfrm>
            <a:off x="642937" y="2968703"/>
            <a:ext cx="8134350" cy="584775"/>
          </a:xfrm>
          <a:prstGeom prst="rect">
            <a:avLst/>
          </a:prstGeom>
          <a:noFill/>
        </p:spPr>
        <p:txBody>
          <a:bodyPr wrap="square">
            <a:spAutoFit/>
          </a:bodyPr>
          <a:lstStyle/>
          <a:p>
            <a:pPr marL="285750" indent="-285750">
              <a:buFont typeface="Wingdings" panose="05000000000000000000" pitchFamily="2" charset="2"/>
              <a:buChar char="v"/>
            </a:pPr>
            <a:r>
              <a:rPr lang="en-US" sz="3200" i="1">
                <a:solidFill>
                  <a:srgbClr val="7030A0"/>
                </a:solidFill>
                <a:latin typeface="Times New Roman" panose="02020603050405020304" pitchFamily="18" charset="0"/>
                <a:cs typeface="Times New Roman" panose="02020603050405020304" pitchFamily="18" charset="0"/>
              </a:rPr>
              <a:t>Establish a realistic and reliable target cost</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5E77D39-CF70-4B5A-E45C-D08CF5FF9073}"/>
              </a:ext>
            </a:extLst>
          </p:cNvPr>
          <p:cNvSpPr txBox="1"/>
          <p:nvPr/>
        </p:nvSpPr>
        <p:spPr>
          <a:xfrm>
            <a:off x="762000" y="3429000"/>
            <a:ext cx="10639425"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The target cost is the difference between a realistic estimate of what the customer will pay for the product when developed minus the expected profit</a:t>
            </a:r>
            <a:endParaRPr lang="en-IN"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05BE23F-151F-1ADF-38FB-7E3F9D4F046B}"/>
              </a:ext>
            </a:extLst>
          </p:cNvPr>
          <p:cNvSpPr txBox="1"/>
          <p:nvPr/>
        </p:nvSpPr>
        <p:spPr>
          <a:xfrm>
            <a:off x="642937" y="4146652"/>
            <a:ext cx="8543925" cy="584775"/>
          </a:xfrm>
          <a:prstGeom prst="rect">
            <a:avLst/>
          </a:prstGeom>
          <a:noFill/>
        </p:spPr>
        <p:txBody>
          <a:bodyPr wrap="square">
            <a:spAutoFit/>
          </a:bodyPr>
          <a:lstStyle/>
          <a:p>
            <a:pPr marL="457200" indent="-457200">
              <a:buFont typeface="Wingdings" panose="05000000000000000000" pitchFamily="2" charset="2"/>
              <a:buChar char="v"/>
            </a:pPr>
            <a:r>
              <a:rPr lang="en-US" sz="3200" i="1">
                <a:solidFill>
                  <a:srgbClr val="7030A0"/>
                </a:solidFill>
                <a:latin typeface="Times New Roman" panose="02020603050405020304" pitchFamily="18" charset="0"/>
                <a:cs typeface="Times New Roman" panose="02020603050405020304" pitchFamily="18" charset="0"/>
              </a:rPr>
              <a:t>Divide the target cost into subunits</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6F03473-5BCF-56BC-1E93-A722E09CA11B}"/>
              </a:ext>
            </a:extLst>
          </p:cNvPr>
          <p:cNvSpPr txBox="1"/>
          <p:nvPr/>
        </p:nvSpPr>
        <p:spPr>
          <a:xfrm>
            <a:off x="952500" y="4668505"/>
            <a:ext cx="10725150" cy="1569660"/>
          </a:xfrm>
          <a:prstGeom prst="rect">
            <a:avLst/>
          </a:prstGeom>
          <a:noFill/>
        </p:spPr>
        <p:txBody>
          <a:bodyPr wrap="square">
            <a:spAutoFit/>
          </a:bodyPr>
          <a:lstStyle/>
          <a:p>
            <a:pPr marL="285750" indent="-28575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division according to competitors’ component costs, as determined from dissection of competitor products</a:t>
            </a:r>
          </a:p>
          <a:p>
            <a:pPr marL="285750" indent="-28575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on the basis of estimates of what the customer is willing to pay for various functions and features of the product</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919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4F3C0F-E174-C3C5-10A9-B4E39F95E8E8}"/>
              </a:ext>
            </a:extLst>
          </p:cNvPr>
          <p:cNvSpPr txBox="1"/>
          <p:nvPr/>
        </p:nvSpPr>
        <p:spPr>
          <a:xfrm>
            <a:off x="581024" y="358259"/>
            <a:ext cx="8943975" cy="584775"/>
          </a:xfrm>
          <a:prstGeom prst="rect">
            <a:avLst/>
          </a:prstGeom>
          <a:noFill/>
        </p:spPr>
        <p:txBody>
          <a:bodyPr wrap="square">
            <a:spAutoFit/>
          </a:bodyPr>
          <a:lstStyle/>
          <a:p>
            <a:pPr marL="285750" indent="-285750">
              <a:buFont typeface="Wingdings" panose="05000000000000000000" pitchFamily="2" charset="2"/>
              <a:buChar char="v"/>
            </a:pPr>
            <a:r>
              <a:rPr lang="en-US" sz="3200" i="1">
                <a:solidFill>
                  <a:srgbClr val="7030A0"/>
                </a:solidFill>
                <a:latin typeface="Times New Roman" panose="02020603050405020304" pitchFamily="18" charset="0"/>
                <a:cs typeface="Times New Roman" panose="02020603050405020304" pitchFamily="18" charset="0"/>
              </a:rPr>
              <a:t>Oversight of compliance with cost targets</a:t>
            </a:r>
            <a:endParaRPr lang="en-IN" sz="3200" i="1">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E9498E0-107A-72F6-D4C4-9F51E9E0A442}"/>
              </a:ext>
            </a:extLst>
          </p:cNvPr>
          <p:cNvSpPr txBox="1"/>
          <p:nvPr/>
        </p:nvSpPr>
        <p:spPr>
          <a:xfrm>
            <a:off x="819149" y="943034"/>
            <a:ext cx="11020425" cy="830997"/>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Major difference in the design to cost approach is that the cost projections will be evaluated after each design phase as well as before going into production</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0D49E79-DAD1-8A48-8C3E-C2CD3FE1A90D}"/>
              </a:ext>
            </a:extLst>
          </p:cNvPr>
          <p:cNvSpPr txBox="1"/>
          <p:nvPr/>
        </p:nvSpPr>
        <p:spPr>
          <a:xfrm>
            <a:off x="2852735" y="1703724"/>
            <a:ext cx="7939089" cy="707886"/>
          </a:xfrm>
          <a:prstGeom prst="rect">
            <a:avLst/>
          </a:prstGeom>
          <a:noFill/>
        </p:spPr>
        <p:txBody>
          <a:bodyPr wrap="square">
            <a:spAutoFit/>
          </a:bodyPr>
          <a:lstStyle/>
          <a:p>
            <a:r>
              <a:rPr lang="en-IN" sz="4000">
                <a:solidFill>
                  <a:srgbClr val="00B0F0"/>
                </a:solidFill>
                <a:latin typeface="Times New Roman" panose="02020603050405020304" pitchFamily="18" charset="0"/>
                <a:cs typeface="Times New Roman" panose="02020603050405020304" pitchFamily="18" charset="0"/>
              </a:rPr>
              <a:t>Order of Magnitude Estimates</a:t>
            </a:r>
          </a:p>
        </p:txBody>
      </p:sp>
      <p:sp>
        <p:nvSpPr>
          <p:cNvPr id="9" name="TextBox 8">
            <a:extLst>
              <a:ext uri="{FF2B5EF4-FFF2-40B4-BE49-F238E27FC236}">
                <a16:creationId xmlns:a16="http://schemas.microsoft.com/office/drawing/2014/main" id="{B394685D-EF78-F41D-722E-EA4C88971E98}"/>
              </a:ext>
            </a:extLst>
          </p:cNvPr>
          <p:cNvSpPr txBox="1"/>
          <p:nvPr/>
        </p:nvSpPr>
        <p:spPr>
          <a:xfrm>
            <a:off x="952499" y="2411610"/>
            <a:ext cx="10563225" cy="1569660"/>
          </a:xfrm>
          <a:prstGeom prst="rect">
            <a:avLst/>
          </a:prstGeom>
          <a:noFill/>
        </p:spPr>
        <p:txBody>
          <a:bodyPr wrap="square">
            <a:spAutoFit/>
          </a:bodyPr>
          <a:lstStyle/>
          <a:p>
            <a:pPr algn="just"/>
            <a:r>
              <a:rPr lang="en-US" sz="2400">
                <a:latin typeface="Times New Roman" panose="02020603050405020304" pitchFamily="18" charset="0"/>
                <a:cs typeface="Times New Roman" panose="02020603050405020304" pitchFamily="18" charset="0"/>
              </a:rPr>
              <a:t>At the very early stage of product development where the market for a new product is being studied, comparison is usually made with similar products already on the market.</a:t>
            </a:r>
            <a:r>
              <a:rPr lang="en-US" sz="1800" b="0" i="0" u="none" strike="noStrike" baseline="0">
                <a:latin typeface="TimesLTStd-Roman"/>
              </a:rPr>
              <a:t> </a:t>
            </a:r>
            <a:r>
              <a:rPr lang="en-US" sz="2400" b="0" i="0" u="none" strike="noStrike" baseline="0">
                <a:latin typeface="Times New Roman" panose="02020603050405020304" pitchFamily="18" charset="0"/>
                <a:cs typeface="Times New Roman" panose="02020603050405020304" pitchFamily="18" charset="0"/>
              </a:rPr>
              <a:t>This gives bounds on the expected selling price.</a:t>
            </a:r>
            <a:endParaRPr lang="en-US" sz="2400">
              <a:latin typeface="Times New Roman" panose="02020603050405020304" pitchFamily="18" charset="0"/>
              <a:cs typeface="Times New Roman" panose="02020603050405020304" pitchFamily="18" charset="0"/>
            </a:endParaRPr>
          </a:p>
          <a:p>
            <a:pPr algn="just"/>
            <a:endParaRPr lang="en-I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DCA9BDD-D54B-EF61-4E0D-0DAB19748063}"/>
              </a:ext>
            </a:extLst>
          </p:cNvPr>
          <p:cNvSpPr txBox="1"/>
          <p:nvPr/>
        </p:nvSpPr>
        <p:spPr>
          <a:xfrm>
            <a:off x="952499" y="3534460"/>
            <a:ext cx="9067800" cy="523220"/>
          </a:xfrm>
          <a:prstGeom prst="rect">
            <a:avLst/>
          </a:prstGeom>
          <a:noFill/>
        </p:spPr>
        <p:txBody>
          <a:bodyPr wrap="square">
            <a:spAutoFit/>
          </a:bodyPr>
          <a:lstStyle/>
          <a:p>
            <a:r>
              <a:rPr lang="en-US" sz="2800">
                <a:solidFill>
                  <a:srgbClr val="C00000"/>
                </a:solidFill>
                <a:latin typeface="Times New Roman" panose="02020603050405020304" pitchFamily="18" charset="0"/>
                <a:cs typeface="Times New Roman" panose="02020603050405020304" pitchFamily="18" charset="0"/>
              </a:rPr>
              <a:t>Products can be divided roughly into three categories</a:t>
            </a:r>
            <a:endParaRPr lang="en-IN" sz="2800">
              <a:solidFill>
                <a:srgbClr val="C0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8D491A4-14FD-34D7-0FE7-4CB69E11C49A}"/>
              </a:ext>
            </a:extLst>
          </p:cNvPr>
          <p:cNvSpPr txBox="1"/>
          <p:nvPr/>
        </p:nvSpPr>
        <p:spPr>
          <a:xfrm>
            <a:off x="952499" y="4057680"/>
            <a:ext cx="9067800" cy="1200329"/>
          </a:xfrm>
          <a:prstGeom prst="rect">
            <a:avLst/>
          </a:prstGeom>
          <a:noFill/>
        </p:spPr>
        <p:txBody>
          <a:bodyPr wrap="square">
            <a:spAutoFit/>
          </a:bodyPr>
          <a:lstStyle/>
          <a:p>
            <a:pPr marL="285750" indent="-28575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Large functional products—automobile, front-end loader, tractor</a:t>
            </a:r>
          </a:p>
          <a:p>
            <a:pPr marL="285750" indent="-28575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Mechanical/electrical—small appliances and electrical equipment</a:t>
            </a:r>
          </a:p>
          <a:p>
            <a:pPr marL="285750" indent="-28575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Precision products—cameras, electronic test equipment</a:t>
            </a:r>
            <a:endParaRPr lang="en-IN"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6D52F9C-2BAE-A462-3718-076939FF9DE4}"/>
              </a:ext>
            </a:extLst>
          </p:cNvPr>
          <p:cNvSpPr txBox="1"/>
          <p:nvPr/>
        </p:nvSpPr>
        <p:spPr>
          <a:xfrm>
            <a:off x="1095374" y="5258009"/>
            <a:ext cx="10744199" cy="523220"/>
          </a:xfrm>
          <a:prstGeom prst="rect">
            <a:avLst/>
          </a:prstGeom>
          <a:noFill/>
        </p:spPr>
        <p:txBody>
          <a:bodyPr wrap="square">
            <a:spAutoFit/>
          </a:bodyPr>
          <a:lstStyle/>
          <a:p>
            <a:r>
              <a:rPr lang="en-US" sz="2800" b="1">
                <a:solidFill>
                  <a:schemeClr val="accent1">
                    <a:lumMod val="50000"/>
                  </a:schemeClr>
                </a:solidFill>
                <a:latin typeface="Times New Roman" panose="02020603050405020304" pitchFamily="18" charset="0"/>
                <a:cs typeface="Times New Roman" panose="02020603050405020304" pitchFamily="18" charset="0"/>
              </a:rPr>
              <a:t>Products in each category cost roughly the same on a weight basis</a:t>
            </a:r>
            <a:endParaRPr lang="en-IN" sz="2800" b="1">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0870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FDC9D7-F8FB-1495-2FC8-32EEDA5C16D4}"/>
              </a:ext>
            </a:extLst>
          </p:cNvPr>
          <p:cNvSpPr txBox="1"/>
          <p:nvPr/>
        </p:nvSpPr>
        <p:spPr>
          <a:xfrm>
            <a:off x="704850" y="426988"/>
            <a:ext cx="10610850" cy="1938992"/>
          </a:xfrm>
          <a:prstGeom prst="rect">
            <a:avLst/>
          </a:prstGeom>
          <a:noFill/>
        </p:spPr>
        <p:txBody>
          <a:bodyPr wrap="square">
            <a:spAutoFit/>
          </a:bodyPr>
          <a:lstStyle/>
          <a:p>
            <a:pPr marL="342900" indent="-34290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 slightly more sophisticated method is to estimate cost on the basis of the percentage of the share of the total cost that is due to materials cost. For example, about 70 percent of the cost of an automobile is material cost, about 50 percent for a diesel engine, about 25 percent for electrical instruments, and about 7 percent for China dinnerware.</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607439-D380-C8BB-DF6F-A0A8A3551402}"/>
              </a:ext>
            </a:extLst>
          </p:cNvPr>
          <p:cNvSpPr txBox="1"/>
          <p:nvPr/>
        </p:nvSpPr>
        <p:spPr>
          <a:xfrm>
            <a:off x="962025" y="2543086"/>
            <a:ext cx="10096500" cy="1200329"/>
          </a:xfrm>
          <a:prstGeom prst="rect">
            <a:avLst/>
          </a:prstGeom>
          <a:noFill/>
        </p:spPr>
        <p:txBody>
          <a:bodyPr wrap="square">
            <a:spAutoFit/>
          </a:bodyPr>
          <a:lstStyle/>
          <a:p>
            <a:pPr marL="342900" indent="-342900" algn="just">
              <a:buFont typeface="Wingdings" panose="05000000000000000000" pitchFamily="2" charset="2"/>
              <a:buChar char="q"/>
            </a:pPr>
            <a:r>
              <a:rPr lang="en-US" sz="2400" b="1">
                <a:solidFill>
                  <a:schemeClr val="tx1">
                    <a:lumMod val="95000"/>
                    <a:lumOff val="5000"/>
                  </a:schemeClr>
                </a:solidFill>
                <a:latin typeface="Times New Roman" panose="02020603050405020304" pitchFamily="18" charset="0"/>
                <a:cs typeface="Times New Roman" panose="02020603050405020304" pitchFamily="18" charset="0"/>
              </a:rPr>
              <a:t>What is the total cost of a diesel engine that weighs 300 </a:t>
            </a:r>
            <a:r>
              <a:rPr lang="en-US" sz="2400" b="1" err="1">
                <a:solidFill>
                  <a:schemeClr val="tx1">
                    <a:lumMod val="95000"/>
                    <a:lumOff val="5000"/>
                  </a:schemeClr>
                </a:solidFill>
                <a:latin typeface="Times New Roman" panose="02020603050405020304" pitchFamily="18" charset="0"/>
                <a:cs typeface="Times New Roman" panose="02020603050405020304" pitchFamily="18" charset="0"/>
              </a:rPr>
              <a:t>lb</a:t>
            </a:r>
            <a:r>
              <a:rPr lang="en-US" sz="2400" b="1">
                <a:solidFill>
                  <a:schemeClr val="tx1">
                    <a:lumMod val="95000"/>
                    <a:lumOff val="5000"/>
                  </a:schemeClr>
                </a:solidFill>
                <a:latin typeface="Times New Roman" panose="02020603050405020304" pitchFamily="18" charset="0"/>
                <a:cs typeface="Times New Roman" panose="02020603050405020304" pitchFamily="18" charset="0"/>
              </a:rPr>
              <a:t>? The engine is made from ductile iron that costs $2/lb. The material cost share for the engine is 0.5</a:t>
            </a:r>
            <a:endParaRPr lang="en-IN" sz="2400"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4F26313-4FC4-7DC9-C132-107F38DAC223}"/>
              </a:ext>
            </a:extLst>
          </p:cNvPr>
          <p:cNvSpPr txBox="1"/>
          <p:nvPr/>
        </p:nvSpPr>
        <p:spPr>
          <a:xfrm>
            <a:off x="2362200" y="3658911"/>
            <a:ext cx="6096000" cy="523220"/>
          </a:xfrm>
          <a:prstGeom prst="rect">
            <a:avLst/>
          </a:prstGeom>
          <a:noFill/>
        </p:spPr>
        <p:txBody>
          <a:bodyPr wrap="square">
            <a:spAutoFit/>
          </a:bodyPr>
          <a:lstStyle/>
          <a:p>
            <a:r>
              <a:rPr lang="en-US" sz="2800">
                <a:solidFill>
                  <a:srgbClr val="7030A0"/>
                </a:solidFill>
                <a:latin typeface="Times New Roman" panose="02020603050405020304" pitchFamily="18" charset="0"/>
                <a:cs typeface="Times New Roman" panose="02020603050405020304" pitchFamily="18" charset="0"/>
              </a:rPr>
              <a:t>Cost = (300 $2) /0.5 = $1200</a:t>
            </a:r>
            <a:endParaRPr lang="en-IN" sz="280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42179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041135-3321-C3CA-69DC-9AA4E822A7BF}"/>
              </a:ext>
            </a:extLst>
          </p:cNvPr>
          <p:cNvSpPr txBox="1"/>
          <p:nvPr/>
        </p:nvSpPr>
        <p:spPr>
          <a:xfrm>
            <a:off x="4733925" y="2847975"/>
            <a:ext cx="3377848" cy="646331"/>
          </a:xfrm>
          <a:prstGeom prst="rect">
            <a:avLst/>
          </a:prstGeom>
          <a:noFill/>
        </p:spPr>
        <p:txBody>
          <a:bodyPr wrap="none" rtlCol="0">
            <a:spAutoFit/>
          </a:bodyPr>
          <a:lstStyle/>
          <a:p>
            <a:r>
              <a:rPr lang="en-IN" sz="3600">
                <a:solidFill>
                  <a:srgbClr val="FF0000"/>
                </a:solidFill>
                <a:latin typeface="Times New Roman" panose="02020603050405020304" pitchFamily="18" charset="0"/>
                <a:cs typeface="Times New Roman" panose="02020603050405020304" pitchFamily="18" charset="0"/>
              </a:rPr>
              <a:t>Optimum Design</a:t>
            </a:r>
          </a:p>
        </p:txBody>
      </p:sp>
    </p:spTree>
    <p:extLst>
      <p:ext uri="{BB962C8B-B14F-4D97-AF65-F5344CB8AC3E}">
        <p14:creationId xmlns:p14="http://schemas.microsoft.com/office/powerpoint/2010/main" val="517662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6A401E-C996-1BE8-10EB-5DC845BB13FF}"/>
              </a:ext>
            </a:extLst>
          </p:cNvPr>
          <p:cNvSpPr txBox="1"/>
          <p:nvPr/>
        </p:nvSpPr>
        <p:spPr>
          <a:xfrm>
            <a:off x="3048000" y="0"/>
            <a:ext cx="6096000" cy="707886"/>
          </a:xfrm>
          <a:prstGeom prst="rect">
            <a:avLst/>
          </a:prstGeom>
          <a:noFill/>
        </p:spPr>
        <p:txBody>
          <a:bodyPr wrap="square">
            <a:spAutoFit/>
          </a:bodyPr>
          <a:lstStyle/>
          <a:p>
            <a:pPr algn="ctr"/>
            <a:r>
              <a:rPr lang="en-IN" sz="4000">
                <a:solidFill>
                  <a:srgbClr val="00B0F0"/>
                </a:solidFill>
                <a:latin typeface="Times New Roman" panose="02020603050405020304" pitchFamily="18" charset="0"/>
                <a:cs typeface="Times New Roman" panose="02020603050405020304" pitchFamily="18" charset="0"/>
              </a:rPr>
              <a:t>Optimum Design</a:t>
            </a:r>
          </a:p>
        </p:txBody>
      </p:sp>
      <p:sp>
        <p:nvSpPr>
          <p:cNvPr id="5" name="TextBox 4">
            <a:extLst>
              <a:ext uri="{FF2B5EF4-FFF2-40B4-BE49-F238E27FC236}">
                <a16:creationId xmlns:a16="http://schemas.microsoft.com/office/drawing/2014/main" id="{F71779D0-D8AC-22E4-7179-06530A7C3E58}"/>
              </a:ext>
            </a:extLst>
          </p:cNvPr>
          <p:cNvSpPr txBox="1"/>
          <p:nvPr/>
        </p:nvSpPr>
        <p:spPr>
          <a:xfrm>
            <a:off x="704850" y="707886"/>
            <a:ext cx="9753600" cy="1569660"/>
          </a:xfrm>
          <a:prstGeom prst="rect">
            <a:avLst/>
          </a:prstGeom>
          <a:noFill/>
        </p:spPr>
        <p:txBody>
          <a:bodyPr wrap="square">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Optimum design is a best possible design satisfying certain criteria among many feasible or adequate design</a:t>
            </a:r>
          </a:p>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Mathematical, it is similar to finding </a:t>
            </a:r>
          </a:p>
          <a:p>
            <a:r>
              <a:rPr lang="en-US" sz="2400">
                <a:latin typeface="Times New Roman" panose="02020603050405020304" pitchFamily="18" charset="0"/>
                <a:cs typeface="Times New Roman" panose="02020603050405020304" pitchFamily="18" charset="0"/>
              </a:rPr>
              <a:t>   a maximum or minimum for a function</a:t>
            </a:r>
            <a:endParaRPr lang="en-IN" sz="24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A268549-F8C3-8178-95BF-C5E0ECFDD128}"/>
              </a:ext>
            </a:extLst>
          </p:cNvPr>
          <p:cNvPicPr>
            <a:picLocks noChangeAspect="1"/>
          </p:cNvPicPr>
          <p:nvPr/>
        </p:nvPicPr>
        <p:blipFill>
          <a:blip r:embed="rId2"/>
          <a:stretch>
            <a:fillRect/>
          </a:stretch>
        </p:blipFill>
        <p:spPr>
          <a:xfrm>
            <a:off x="6170055" y="1275022"/>
            <a:ext cx="5320640" cy="5109022"/>
          </a:xfrm>
          <a:prstGeom prst="rect">
            <a:avLst/>
          </a:prstGeom>
        </p:spPr>
      </p:pic>
    </p:spTree>
    <p:extLst>
      <p:ext uri="{BB962C8B-B14F-4D97-AF65-F5344CB8AC3E}">
        <p14:creationId xmlns:p14="http://schemas.microsoft.com/office/powerpoint/2010/main" val="39797529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D40A70-C116-33EE-A021-685949B03C14}"/>
              </a:ext>
            </a:extLst>
          </p:cNvPr>
          <p:cNvPicPr>
            <a:picLocks noChangeAspect="1"/>
          </p:cNvPicPr>
          <p:nvPr/>
        </p:nvPicPr>
        <p:blipFill>
          <a:blip r:embed="rId2"/>
          <a:stretch>
            <a:fillRect/>
          </a:stretch>
        </p:blipFill>
        <p:spPr>
          <a:xfrm>
            <a:off x="56514" y="872319"/>
            <a:ext cx="11798203" cy="3880939"/>
          </a:xfrm>
          <a:prstGeom prst="rect">
            <a:avLst/>
          </a:prstGeom>
        </p:spPr>
      </p:pic>
      <p:sp>
        <p:nvSpPr>
          <p:cNvPr id="4" name="TextBox 3">
            <a:extLst>
              <a:ext uri="{FF2B5EF4-FFF2-40B4-BE49-F238E27FC236}">
                <a16:creationId xmlns:a16="http://schemas.microsoft.com/office/drawing/2014/main" id="{7F42DFC3-739B-1B19-EC7C-DEA73DBF7329}"/>
              </a:ext>
            </a:extLst>
          </p:cNvPr>
          <p:cNvSpPr txBox="1"/>
          <p:nvPr/>
        </p:nvSpPr>
        <p:spPr>
          <a:xfrm>
            <a:off x="1019175" y="161925"/>
            <a:ext cx="2100255" cy="584775"/>
          </a:xfrm>
          <a:prstGeom prst="rect">
            <a:avLst/>
          </a:prstGeom>
          <a:noFill/>
        </p:spPr>
        <p:txBody>
          <a:bodyPr wrap="none" rtlCol="0">
            <a:spAutoFit/>
          </a:bodyPr>
          <a:lstStyle/>
          <a:p>
            <a:r>
              <a:rPr lang="en-IN" sz="3200">
                <a:solidFill>
                  <a:srgbClr val="00B050"/>
                </a:solidFill>
                <a:latin typeface="Times New Roman" panose="02020603050405020304" pitchFamily="18" charset="0"/>
                <a:cs typeface="Times New Roman" panose="02020603050405020304" pitchFamily="18" charset="0"/>
              </a:rPr>
              <a:t>Continue…</a:t>
            </a:r>
          </a:p>
        </p:txBody>
      </p:sp>
    </p:spTree>
    <p:extLst>
      <p:ext uri="{BB962C8B-B14F-4D97-AF65-F5344CB8AC3E}">
        <p14:creationId xmlns:p14="http://schemas.microsoft.com/office/powerpoint/2010/main" val="37131395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949CD6-1DB5-2AEA-8895-BEC8CF504DF9}"/>
              </a:ext>
            </a:extLst>
          </p:cNvPr>
          <p:cNvPicPr>
            <a:picLocks noChangeAspect="1"/>
          </p:cNvPicPr>
          <p:nvPr/>
        </p:nvPicPr>
        <p:blipFill>
          <a:blip r:embed="rId2"/>
          <a:stretch>
            <a:fillRect/>
          </a:stretch>
        </p:blipFill>
        <p:spPr>
          <a:xfrm>
            <a:off x="230177" y="657950"/>
            <a:ext cx="11329609" cy="5773256"/>
          </a:xfrm>
          <a:prstGeom prst="rect">
            <a:avLst/>
          </a:prstGeom>
        </p:spPr>
      </p:pic>
      <p:sp>
        <p:nvSpPr>
          <p:cNvPr id="4" name="TextBox 3">
            <a:extLst>
              <a:ext uri="{FF2B5EF4-FFF2-40B4-BE49-F238E27FC236}">
                <a16:creationId xmlns:a16="http://schemas.microsoft.com/office/drawing/2014/main" id="{A43CABF2-4DD8-5FED-3C01-8C949F95C4DD}"/>
              </a:ext>
            </a:extLst>
          </p:cNvPr>
          <p:cNvSpPr txBox="1"/>
          <p:nvPr/>
        </p:nvSpPr>
        <p:spPr>
          <a:xfrm>
            <a:off x="1019175" y="161925"/>
            <a:ext cx="2100255" cy="584775"/>
          </a:xfrm>
          <a:prstGeom prst="rect">
            <a:avLst/>
          </a:prstGeom>
          <a:noFill/>
        </p:spPr>
        <p:txBody>
          <a:bodyPr wrap="none" rtlCol="0">
            <a:spAutoFit/>
          </a:bodyPr>
          <a:lstStyle/>
          <a:p>
            <a:r>
              <a:rPr lang="en-IN" sz="3200">
                <a:solidFill>
                  <a:srgbClr val="00B050"/>
                </a:solidFill>
                <a:latin typeface="Times New Roman" panose="02020603050405020304" pitchFamily="18" charset="0"/>
                <a:cs typeface="Times New Roman" panose="02020603050405020304" pitchFamily="18" charset="0"/>
              </a:rPr>
              <a:t>Continue…</a:t>
            </a:r>
          </a:p>
        </p:txBody>
      </p:sp>
    </p:spTree>
    <p:extLst>
      <p:ext uri="{BB962C8B-B14F-4D97-AF65-F5344CB8AC3E}">
        <p14:creationId xmlns:p14="http://schemas.microsoft.com/office/powerpoint/2010/main" val="24086516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C22D40-754C-84DE-7D30-43E578CC79C1}"/>
              </a:ext>
            </a:extLst>
          </p:cNvPr>
          <p:cNvPicPr>
            <a:picLocks noChangeAspect="1"/>
          </p:cNvPicPr>
          <p:nvPr/>
        </p:nvPicPr>
        <p:blipFill>
          <a:blip r:embed="rId2"/>
          <a:stretch>
            <a:fillRect/>
          </a:stretch>
        </p:blipFill>
        <p:spPr>
          <a:xfrm>
            <a:off x="0" y="553528"/>
            <a:ext cx="12192000" cy="5750943"/>
          </a:xfrm>
          <a:prstGeom prst="rect">
            <a:avLst/>
          </a:prstGeom>
        </p:spPr>
      </p:pic>
      <p:sp>
        <p:nvSpPr>
          <p:cNvPr id="4" name="TextBox 3">
            <a:extLst>
              <a:ext uri="{FF2B5EF4-FFF2-40B4-BE49-F238E27FC236}">
                <a16:creationId xmlns:a16="http://schemas.microsoft.com/office/drawing/2014/main" id="{728DCE4A-10D7-2868-F4F8-73C6F9B90437}"/>
              </a:ext>
            </a:extLst>
          </p:cNvPr>
          <p:cNvSpPr txBox="1"/>
          <p:nvPr/>
        </p:nvSpPr>
        <p:spPr>
          <a:xfrm>
            <a:off x="238125" y="108740"/>
            <a:ext cx="2100255" cy="584775"/>
          </a:xfrm>
          <a:prstGeom prst="rect">
            <a:avLst/>
          </a:prstGeom>
          <a:noFill/>
        </p:spPr>
        <p:txBody>
          <a:bodyPr wrap="none" rtlCol="0">
            <a:spAutoFit/>
          </a:bodyPr>
          <a:lstStyle/>
          <a:p>
            <a:r>
              <a:rPr lang="en-IN" sz="3200">
                <a:solidFill>
                  <a:srgbClr val="00B050"/>
                </a:solidFill>
                <a:latin typeface="Times New Roman" panose="02020603050405020304" pitchFamily="18" charset="0"/>
                <a:cs typeface="Times New Roman" panose="02020603050405020304" pitchFamily="18" charset="0"/>
              </a:rPr>
              <a:t>Continue…</a:t>
            </a:r>
          </a:p>
        </p:txBody>
      </p:sp>
    </p:spTree>
    <p:extLst>
      <p:ext uri="{BB962C8B-B14F-4D97-AF65-F5344CB8AC3E}">
        <p14:creationId xmlns:p14="http://schemas.microsoft.com/office/powerpoint/2010/main" val="10547973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CC2111-F1A1-528C-5326-1C16FCCA455B}"/>
              </a:ext>
            </a:extLst>
          </p:cNvPr>
          <p:cNvSpPr txBox="1"/>
          <p:nvPr/>
        </p:nvSpPr>
        <p:spPr>
          <a:xfrm>
            <a:off x="5476875" y="2647950"/>
            <a:ext cx="2066591" cy="707886"/>
          </a:xfrm>
          <a:prstGeom prst="rect">
            <a:avLst/>
          </a:prstGeom>
          <a:noFill/>
        </p:spPr>
        <p:txBody>
          <a:bodyPr wrap="none" rtlCol="0">
            <a:spAutoFit/>
          </a:bodyPr>
          <a:lstStyle/>
          <a:p>
            <a:pPr algn="ctr"/>
            <a:r>
              <a:rPr lang="en-IN" sz="4000">
                <a:solidFill>
                  <a:srgbClr val="C00000"/>
                </a:solidFill>
                <a:latin typeface="Times New Roman" panose="02020603050405020304" pitchFamily="18" charset="0"/>
                <a:cs typeface="Times New Roman" panose="02020603050405020304" pitchFamily="18" charset="0"/>
              </a:rPr>
              <a:t>Usability</a:t>
            </a:r>
          </a:p>
        </p:txBody>
      </p:sp>
    </p:spTree>
    <p:extLst>
      <p:ext uri="{BB962C8B-B14F-4D97-AF65-F5344CB8AC3E}">
        <p14:creationId xmlns:p14="http://schemas.microsoft.com/office/powerpoint/2010/main" val="1900097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C8DB49-4D2C-2E7B-E76C-D4784362E81E}"/>
              </a:ext>
            </a:extLst>
          </p:cNvPr>
          <p:cNvPicPr>
            <a:picLocks noChangeAspect="1"/>
          </p:cNvPicPr>
          <p:nvPr/>
        </p:nvPicPr>
        <p:blipFill>
          <a:blip r:embed="rId2"/>
          <a:stretch>
            <a:fillRect/>
          </a:stretch>
        </p:blipFill>
        <p:spPr>
          <a:xfrm>
            <a:off x="-28" y="-76777"/>
            <a:ext cx="12190381" cy="6651498"/>
          </a:xfrm>
          <a:prstGeom prst="rect">
            <a:avLst/>
          </a:prstGeom>
        </p:spPr>
      </p:pic>
    </p:spTree>
    <p:extLst>
      <p:ext uri="{BB962C8B-B14F-4D97-AF65-F5344CB8AC3E}">
        <p14:creationId xmlns:p14="http://schemas.microsoft.com/office/powerpoint/2010/main" val="15236905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C32B1E-F7A8-BE21-50AD-D3E0CF6CB0C1}"/>
              </a:ext>
            </a:extLst>
          </p:cNvPr>
          <p:cNvPicPr>
            <a:picLocks noChangeAspect="1"/>
          </p:cNvPicPr>
          <p:nvPr/>
        </p:nvPicPr>
        <p:blipFill>
          <a:blip r:embed="rId2"/>
          <a:stretch>
            <a:fillRect/>
          </a:stretch>
        </p:blipFill>
        <p:spPr>
          <a:xfrm>
            <a:off x="-1978" y="235"/>
            <a:ext cx="12111289" cy="6858000"/>
          </a:xfrm>
          <a:prstGeom prst="rect">
            <a:avLst/>
          </a:prstGeom>
        </p:spPr>
      </p:pic>
    </p:spTree>
    <p:extLst>
      <p:ext uri="{BB962C8B-B14F-4D97-AF65-F5344CB8AC3E}">
        <p14:creationId xmlns:p14="http://schemas.microsoft.com/office/powerpoint/2010/main" val="19684628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B34E8A-E094-B568-6D2E-563D48C47145}"/>
              </a:ext>
            </a:extLst>
          </p:cNvPr>
          <p:cNvPicPr>
            <a:picLocks noChangeAspect="1"/>
          </p:cNvPicPr>
          <p:nvPr/>
        </p:nvPicPr>
        <p:blipFill>
          <a:blip r:embed="rId2"/>
          <a:stretch>
            <a:fillRect/>
          </a:stretch>
        </p:blipFill>
        <p:spPr>
          <a:xfrm>
            <a:off x="636" y="-243"/>
            <a:ext cx="12248444" cy="6860414"/>
          </a:xfrm>
          <a:prstGeom prst="rect">
            <a:avLst/>
          </a:prstGeom>
        </p:spPr>
      </p:pic>
    </p:spTree>
    <p:extLst>
      <p:ext uri="{BB962C8B-B14F-4D97-AF65-F5344CB8AC3E}">
        <p14:creationId xmlns:p14="http://schemas.microsoft.com/office/powerpoint/2010/main" val="41660137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0D58FB-2FA6-F23A-6FC4-E6AD8A7DDFFE}"/>
              </a:ext>
            </a:extLst>
          </p:cNvPr>
          <p:cNvPicPr>
            <a:picLocks noChangeAspect="1"/>
          </p:cNvPicPr>
          <p:nvPr/>
        </p:nvPicPr>
        <p:blipFill>
          <a:blip r:embed="rId2"/>
          <a:stretch>
            <a:fillRect/>
          </a:stretch>
        </p:blipFill>
        <p:spPr>
          <a:xfrm>
            <a:off x="667096" y="34119"/>
            <a:ext cx="10630346" cy="6858000"/>
          </a:xfrm>
          <a:prstGeom prst="rect">
            <a:avLst/>
          </a:prstGeom>
        </p:spPr>
      </p:pic>
    </p:spTree>
    <p:extLst>
      <p:ext uri="{BB962C8B-B14F-4D97-AF65-F5344CB8AC3E}">
        <p14:creationId xmlns:p14="http://schemas.microsoft.com/office/powerpoint/2010/main" val="2116202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5307ED-7906-D9EB-E26C-2D16D0A88D98}"/>
              </a:ext>
            </a:extLst>
          </p:cNvPr>
          <p:cNvPicPr>
            <a:picLocks noChangeAspect="1"/>
          </p:cNvPicPr>
          <p:nvPr/>
        </p:nvPicPr>
        <p:blipFill>
          <a:blip r:embed="rId2"/>
          <a:stretch>
            <a:fillRect/>
          </a:stretch>
        </p:blipFill>
        <p:spPr>
          <a:xfrm>
            <a:off x="0" y="71437"/>
            <a:ext cx="12192000" cy="6715125"/>
          </a:xfrm>
          <a:prstGeom prst="rect">
            <a:avLst/>
          </a:prstGeom>
        </p:spPr>
      </p:pic>
    </p:spTree>
    <p:extLst>
      <p:ext uri="{BB962C8B-B14F-4D97-AF65-F5344CB8AC3E}">
        <p14:creationId xmlns:p14="http://schemas.microsoft.com/office/powerpoint/2010/main" val="5629032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3D8F79-3420-DF58-F65B-92F8E2DB9FBC}"/>
              </a:ext>
            </a:extLst>
          </p:cNvPr>
          <p:cNvPicPr>
            <a:picLocks noChangeAspect="1"/>
          </p:cNvPicPr>
          <p:nvPr/>
        </p:nvPicPr>
        <p:blipFill>
          <a:blip r:embed="rId2"/>
          <a:stretch>
            <a:fillRect/>
          </a:stretch>
        </p:blipFill>
        <p:spPr>
          <a:xfrm>
            <a:off x="0" y="974398"/>
            <a:ext cx="12192000" cy="4909204"/>
          </a:xfrm>
          <a:prstGeom prst="rect">
            <a:avLst/>
          </a:prstGeom>
        </p:spPr>
      </p:pic>
    </p:spTree>
    <p:extLst>
      <p:ext uri="{BB962C8B-B14F-4D97-AF65-F5344CB8AC3E}">
        <p14:creationId xmlns:p14="http://schemas.microsoft.com/office/powerpoint/2010/main" val="22649623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A62DAC-FAD3-9189-BA64-CAB24583C06C}"/>
              </a:ext>
            </a:extLst>
          </p:cNvPr>
          <p:cNvPicPr>
            <a:picLocks noChangeAspect="1"/>
          </p:cNvPicPr>
          <p:nvPr/>
        </p:nvPicPr>
        <p:blipFill>
          <a:blip r:embed="rId2"/>
          <a:stretch>
            <a:fillRect/>
          </a:stretch>
        </p:blipFill>
        <p:spPr>
          <a:xfrm>
            <a:off x="41311" y="873497"/>
            <a:ext cx="11868150" cy="2808307"/>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13E8FC4-0B6B-9B2D-16F4-497407920E96}"/>
                  </a:ext>
                </a:extLst>
              </p14:cNvPr>
              <p14:cNvContentPartPr/>
              <p14:nvPr/>
            </p14:nvContentPartPr>
            <p14:xfrm>
              <a:off x="1385806" y="1887498"/>
              <a:ext cx="466471" cy="26231"/>
            </p14:xfrm>
          </p:contentPart>
        </mc:Choice>
        <mc:Fallback xmlns="">
          <p:pic>
            <p:nvPicPr>
              <p:cNvPr id="2" name="Ink 1">
                <a:extLst>
                  <a:ext uri="{FF2B5EF4-FFF2-40B4-BE49-F238E27FC236}">
                    <a16:creationId xmlns:a16="http://schemas.microsoft.com/office/drawing/2014/main" id="{913E8FC4-0B6B-9B2D-16F4-497407920E96}"/>
                  </a:ext>
                </a:extLst>
              </p:cNvPr>
              <p:cNvPicPr/>
              <p:nvPr/>
            </p:nvPicPr>
            <p:blipFill>
              <a:blip r:embed="rId4"/>
              <a:stretch>
                <a:fillRect/>
              </a:stretch>
            </p:blipFill>
            <p:spPr>
              <a:xfrm>
                <a:off x="1367823" y="1869774"/>
                <a:ext cx="502077" cy="61324"/>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EBBC90A3-F1CA-8438-CA7C-A7186273B9C1}"/>
                  </a:ext>
                </a:extLst>
              </p14:cNvPr>
              <p14:cNvContentPartPr/>
              <p14:nvPr/>
            </p14:nvContentPartPr>
            <p14:xfrm>
              <a:off x="1351559" y="2521071"/>
              <a:ext cx="1972675" cy="94663"/>
            </p14:xfrm>
          </p:contentPart>
        </mc:Choice>
        <mc:Fallback xmlns="">
          <p:pic>
            <p:nvPicPr>
              <p:cNvPr id="4" name="Ink 3">
                <a:extLst>
                  <a:ext uri="{FF2B5EF4-FFF2-40B4-BE49-F238E27FC236}">
                    <a16:creationId xmlns:a16="http://schemas.microsoft.com/office/drawing/2014/main" id="{EBBC90A3-F1CA-8438-CA7C-A7186273B9C1}"/>
                  </a:ext>
                </a:extLst>
              </p:cNvPr>
              <p:cNvPicPr/>
              <p:nvPr/>
            </p:nvPicPr>
            <p:blipFill>
              <a:blip r:embed="rId6"/>
              <a:stretch>
                <a:fillRect/>
              </a:stretch>
            </p:blipFill>
            <p:spPr>
              <a:xfrm>
                <a:off x="1333563" y="2503074"/>
                <a:ext cx="2008306" cy="13029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E522782A-5FF7-7397-C0F3-CFAAC88320CC}"/>
                  </a:ext>
                </a:extLst>
              </p14:cNvPr>
              <p14:cNvContentPartPr/>
              <p14:nvPr/>
            </p14:nvContentPartPr>
            <p14:xfrm>
              <a:off x="1385806" y="3052048"/>
              <a:ext cx="2756969" cy="80412"/>
            </p14:xfrm>
          </p:contentPart>
        </mc:Choice>
        <mc:Fallback xmlns="">
          <p:pic>
            <p:nvPicPr>
              <p:cNvPr id="5" name="Ink 4">
                <a:extLst>
                  <a:ext uri="{FF2B5EF4-FFF2-40B4-BE49-F238E27FC236}">
                    <a16:creationId xmlns:a16="http://schemas.microsoft.com/office/drawing/2014/main" id="{E522782A-5FF7-7397-C0F3-CFAAC88320CC}"/>
                  </a:ext>
                </a:extLst>
              </p:cNvPr>
              <p:cNvPicPr/>
              <p:nvPr/>
            </p:nvPicPr>
            <p:blipFill>
              <a:blip r:embed="rId8"/>
              <a:stretch>
                <a:fillRect/>
              </a:stretch>
            </p:blipFill>
            <p:spPr>
              <a:xfrm>
                <a:off x="1367808" y="3034099"/>
                <a:ext cx="2792605" cy="115951"/>
              </a:xfrm>
              <a:prstGeom prst="rect">
                <a:avLst/>
              </a:prstGeom>
            </p:spPr>
          </p:pic>
        </mc:Fallback>
      </mc:AlternateContent>
    </p:spTree>
    <p:extLst>
      <p:ext uri="{BB962C8B-B14F-4D97-AF65-F5344CB8AC3E}">
        <p14:creationId xmlns:p14="http://schemas.microsoft.com/office/powerpoint/2010/main" val="3678847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2779C50C2E4854291B7A94C30DEF7BF" ma:contentTypeVersion="2" ma:contentTypeDescription="Create a new document." ma:contentTypeScope="" ma:versionID="e3155a2f19cddc5683c4b1617ebac3ce">
  <xsd:schema xmlns:xsd="http://www.w3.org/2001/XMLSchema" xmlns:xs="http://www.w3.org/2001/XMLSchema" xmlns:p="http://schemas.microsoft.com/office/2006/metadata/properties" xmlns:ns2="7a86da0c-1911-4a0f-af60-b8ba93fb4900" targetNamespace="http://schemas.microsoft.com/office/2006/metadata/properties" ma:root="true" ma:fieldsID="36f8b981398f322fdb7a1b1dc3be45dd" ns2:_="">
    <xsd:import namespace="7a86da0c-1911-4a0f-af60-b8ba93fb490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86da0c-1911-4a0f-af60-b8ba93fb49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01D990-B871-4C28-A560-25506920D81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D58A22E-D7CB-46F3-81C0-EC905113DD3F}">
  <ds:schemaRefs>
    <ds:schemaRef ds:uri="7a86da0c-1911-4a0f-af60-b8ba93fb490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9A424E4-DADB-44FF-8D81-9B44BA609D0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66</Slides>
  <Notes>0</Notes>
  <HiddenSlides>0</HiddenSlide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dc:creator>
  <cp:revision>2</cp:revision>
  <dcterms:created xsi:type="dcterms:W3CDTF">2022-07-21T04:46:44Z</dcterms:created>
  <dcterms:modified xsi:type="dcterms:W3CDTF">2023-05-30T00:25:58Z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0x01010062779C50C2E4854291B7A94C30DEF7BF</vt:lpwstr>
  </property>
</Properties>
</file>
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67" r:id="rId3"/>
    <p:sldId id="257" r:id="rId4"/>
    <p:sldId id="258" r:id="rId5"/>
    <p:sldId id="259" r:id="rId6"/>
    <p:sldId id="264" r:id="rId7"/>
    <p:sldId id="260" r:id="rId8"/>
    <p:sldId id="261" r:id="rId9"/>
    <p:sldId id="262" r:id="rId10"/>
    <p:sldId id="263" r:id="rId11"/>
    <p:sldId id="265" r:id="rId12"/>
    <p:sldId id="266"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660"/>
  </p:normalViewPr>
  <p:slideViewPr>
    <p:cSldViewPr snapToGrid="0">
      <p:cViewPr varScale="1">
        <p:scale>
          <a:sx n="48" d="100"/>
          <a:sy n="48" d="100"/>
        </p:scale>
        <p:origin x="67" y="8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014F96-99AF-47E0-B7C3-9205FEC2B75D}"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IN"/>
        </a:p>
      </dgm:t>
    </dgm:pt>
    <dgm:pt modelId="{E79C3787-8C56-42D8-BD76-6FEE90AF7E8B}">
      <dgm:prSet phldrT="[Text]"/>
      <dgm:spPr/>
      <dgm:t>
        <a:bodyPr/>
        <a:lstStyle/>
        <a:p>
          <a:r>
            <a:rPr lang="en-IN" dirty="0"/>
            <a:t>COMMUNICATION</a:t>
          </a:r>
        </a:p>
      </dgm:t>
    </dgm:pt>
    <dgm:pt modelId="{DFC56D0B-2945-4BCC-ADFA-27C61AB6BC14}" type="parTrans" cxnId="{5E864659-EAD7-4B67-8601-5845D78AAC77}">
      <dgm:prSet/>
      <dgm:spPr/>
      <dgm:t>
        <a:bodyPr/>
        <a:lstStyle/>
        <a:p>
          <a:endParaRPr lang="en-IN"/>
        </a:p>
      </dgm:t>
    </dgm:pt>
    <dgm:pt modelId="{36342A2D-5728-43D7-AD66-325C39E42374}" type="sibTrans" cxnId="{5E864659-EAD7-4B67-8601-5845D78AAC77}">
      <dgm:prSet/>
      <dgm:spPr/>
      <dgm:t>
        <a:bodyPr/>
        <a:lstStyle/>
        <a:p>
          <a:endParaRPr lang="en-IN"/>
        </a:p>
      </dgm:t>
    </dgm:pt>
    <dgm:pt modelId="{D70E67BA-B41F-4CA5-BDBC-FEC2A19DBEB7}">
      <dgm:prSet phldrT="[Text]"/>
      <dgm:spPr/>
      <dgm:t>
        <a:bodyPr/>
        <a:lstStyle/>
        <a:p>
          <a:r>
            <a:rPr lang="en-IN" dirty="0"/>
            <a:t>NON-VERBAL</a:t>
          </a:r>
        </a:p>
      </dgm:t>
    </dgm:pt>
    <dgm:pt modelId="{8823CF72-6ACC-4B92-BD13-DDF9CF9325C4}" type="parTrans" cxnId="{6D7FE2CD-4E99-4C0F-932B-24F5181B4461}">
      <dgm:prSet/>
      <dgm:spPr/>
      <dgm:t>
        <a:bodyPr/>
        <a:lstStyle/>
        <a:p>
          <a:endParaRPr lang="en-IN"/>
        </a:p>
      </dgm:t>
    </dgm:pt>
    <dgm:pt modelId="{DA1AE1FD-E202-4250-BB47-D817478309E6}" type="sibTrans" cxnId="{6D7FE2CD-4E99-4C0F-932B-24F5181B4461}">
      <dgm:prSet/>
      <dgm:spPr/>
      <dgm:t>
        <a:bodyPr/>
        <a:lstStyle/>
        <a:p>
          <a:endParaRPr lang="en-IN"/>
        </a:p>
      </dgm:t>
    </dgm:pt>
    <dgm:pt modelId="{4D13125F-745C-4491-BC2B-3D733A2EFCD5}">
      <dgm:prSet phldrT="[Text]"/>
      <dgm:spPr/>
      <dgm:t>
        <a:bodyPr/>
        <a:lstStyle/>
        <a:p>
          <a:r>
            <a:rPr lang="en-IN" dirty="0"/>
            <a:t>VERBAL</a:t>
          </a:r>
        </a:p>
      </dgm:t>
    </dgm:pt>
    <dgm:pt modelId="{99B27F28-9B14-49E2-BD3F-78174BC83DC1}" type="parTrans" cxnId="{06EE8295-8FA5-468B-91EF-34A309586BD9}">
      <dgm:prSet/>
      <dgm:spPr/>
      <dgm:t>
        <a:bodyPr/>
        <a:lstStyle/>
        <a:p>
          <a:endParaRPr lang="en-IN"/>
        </a:p>
      </dgm:t>
    </dgm:pt>
    <dgm:pt modelId="{543F3133-FF49-4F05-89B2-20951AC0E8DC}" type="sibTrans" cxnId="{06EE8295-8FA5-468B-91EF-34A309586BD9}">
      <dgm:prSet/>
      <dgm:spPr/>
      <dgm:t>
        <a:bodyPr/>
        <a:lstStyle/>
        <a:p>
          <a:endParaRPr lang="en-IN"/>
        </a:p>
      </dgm:t>
    </dgm:pt>
    <dgm:pt modelId="{AAE7ADCD-3DA6-4FE9-AA0B-D1BFF056DDA4}" type="pres">
      <dgm:prSet presAssocID="{2B014F96-99AF-47E0-B7C3-9205FEC2B75D}" presName="hierChild1" presStyleCnt="0">
        <dgm:presLayoutVars>
          <dgm:chPref val="1"/>
          <dgm:dir/>
          <dgm:animOne val="branch"/>
          <dgm:animLvl val="lvl"/>
          <dgm:resizeHandles/>
        </dgm:presLayoutVars>
      </dgm:prSet>
      <dgm:spPr/>
    </dgm:pt>
    <dgm:pt modelId="{D40A388B-45B5-4B95-957A-DCDA9A3FBEE4}" type="pres">
      <dgm:prSet presAssocID="{E79C3787-8C56-42D8-BD76-6FEE90AF7E8B}" presName="hierRoot1" presStyleCnt="0"/>
      <dgm:spPr/>
    </dgm:pt>
    <dgm:pt modelId="{EAC647E6-590F-4312-9B23-FB1671193B10}" type="pres">
      <dgm:prSet presAssocID="{E79C3787-8C56-42D8-BD76-6FEE90AF7E8B}" presName="composite" presStyleCnt="0"/>
      <dgm:spPr/>
    </dgm:pt>
    <dgm:pt modelId="{94FD1E5A-728B-4AD4-B777-ADC98FA589B0}" type="pres">
      <dgm:prSet presAssocID="{E79C3787-8C56-42D8-BD76-6FEE90AF7E8B}" presName="background" presStyleLbl="node0" presStyleIdx="0" presStyleCnt="1"/>
      <dgm:spPr/>
    </dgm:pt>
    <dgm:pt modelId="{81617654-4532-4F5E-A99A-57AFDBEF6077}" type="pres">
      <dgm:prSet presAssocID="{E79C3787-8C56-42D8-BD76-6FEE90AF7E8B}" presName="text" presStyleLbl="fgAcc0" presStyleIdx="0" presStyleCnt="1" custScaleX="202364" custLinFactNeighborX="-22282" custLinFactNeighborY="0">
        <dgm:presLayoutVars>
          <dgm:chPref val="3"/>
        </dgm:presLayoutVars>
      </dgm:prSet>
      <dgm:spPr/>
    </dgm:pt>
    <dgm:pt modelId="{9C63FD2B-258B-4412-A101-7E81DC5BD30E}" type="pres">
      <dgm:prSet presAssocID="{E79C3787-8C56-42D8-BD76-6FEE90AF7E8B}" presName="hierChild2" presStyleCnt="0"/>
      <dgm:spPr/>
    </dgm:pt>
    <dgm:pt modelId="{F4531810-6EA4-407E-8BE5-2FBBFDC0F29E}" type="pres">
      <dgm:prSet presAssocID="{8823CF72-6ACC-4B92-BD13-DDF9CF9325C4}" presName="Name10" presStyleLbl="parChTrans1D2" presStyleIdx="0" presStyleCnt="2"/>
      <dgm:spPr/>
    </dgm:pt>
    <dgm:pt modelId="{243ECF47-1F04-43A3-9127-8F24C918B0B0}" type="pres">
      <dgm:prSet presAssocID="{D70E67BA-B41F-4CA5-BDBC-FEC2A19DBEB7}" presName="hierRoot2" presStyleCnt="0"/>
      <dgm:spPr/>
    </dgm:pt>
    <dgm:pt modelId="{D9AFE27D-A708-4C3C-B722-B729C85F948E}" type="pres">
      <dgm:prSet presAssocID="{D70E67BA-B41F-4CA5-BDBC-FEC2A19DBEB7}" presName="composite2" presStyleCnt="0"/>
      <dgm:spPr/>
    </dgm:pt>
    <dgm:pt modelId="{AFB7AC9D-21F9-445A-A9D3-00FA58A9647C}" type="pres">
      <dgm:prSet presAssocID="{D70E67BA-B41F-4CA5-BDBC-FEC2A19DBEB7}" presName="background2" presStyleLbl="node2" presStyleIdx="0" presStyleCnt="2"/>
      <dgm:spPr/>
    </dgm:pt>
    <dgm:pt modelId="{ED470A0F-7FE4-44CC-9002-86E2C2736A36}" type="pres">
      <dgm:prSet presAssocID="{D70E67BA-B41F-4CA5-BDBC-FEC2A19DBEB7}" presName="text2" presStyleLbl="fgAcc2" presStyleIdx="0" presStyleCnt="2" custScaleX="142870" custLinFactX="66471" custLinFactNeighborX="100000" custLinFactNeighborY="-18272">
        <dgm:presLayoutVars>
          <dgm:chPref val="3"/>
        </dgm:presLayoutVars>
      </dgm:prSet>
      <dgm:spPr/>
    </dgm:pt>
    <dgm:pt modelId="{A42520CA-E524-4F33-B07E-42F4E945EAD4}" type="pres">
      <dgm:prSet presAssocID="{D70E67BA-B41F-4CA5-BDBC-FEC2A19DBEB7}" presName="hierChild3" presStyleCnt="0"/>
      <dgm:spPr/>
    </dgm:pt>
    <dgm:pt modelId="{3CE51207-B08D-4329-9311-10128783B4D6}" type="pres">
      <dgm:prSet presAssocID="{99B27F28-9B14-49E2-BD3F-78174BC83DC1}" presName="Name10" presStyleLbl="parChTrans1D2" presStyleIdx="1" presStyleCnt="2"/>
      <dgm:spPr/>
    </dgm:pt>
    <dgm:pt modelId="{B9645309-3EDD-4B0C-87DE-688A7F69AD90}" type="pres">
      <dgm:prSet presAssocID="{4D13125F-745C-4491-BC2B-3D733A2EFCD5}" presName="hierRoot2" presStyleCnt="0"/>
      <dgm:spPr/>
    </dgm:pt>
    <dgm:pt modelId="{EABA8A9D-EFB3-458E-ADAA-9D364CBC48B3}" type="pres">
      <dgm:prSet presAssocID="{4D13125F-745C-4491-BC2B-3D733A2EFCD5}" presName="composite2" presStyleCnt="0"/>
      <dgm:spPr/>
    </dgm:pt>
    <dgm:pt modelId="{BD9A1029-6A0E-40AF-9C9A-1E51F88CAB8C}" type="pres">
      <dgm:prSet presAssocID="{4D13125F-745C-4491-BC2B-3D733A2EFCD5}" presName="background2" presStyleLbl="node2" presStyleIdx="1" presStyleCnt="2"/>
      <dgm:spPr/>
    </dgm:pt>
    <dgm:pt modelId="{238F8F35-A811-4A3F-8050-12B0449AC292}" type="pres">
      <dgm:prSet presAssocID="{4D13125F-745C-4491-BC2B-3D733A2EFCD5}" presName="text2" presStyleLbl="fgAcc2" presStyleIdx="1" presStyleCnt="2" custScaleX="122192" custLinFactX="-79587" custLinFactNeighborX="-100000" custLinFactNeighborY="-19066">
        <dgm:presLayoutVars>
          <dgm:chPref val="3"/>
        </dgm:presLayoutVars>
      </dgm:prSet>
      <dgm:spPr/>
    </dgm:pt>
    <dgm:pt modelId="{6DCAD0CE-24FE-4746-BFE7-66CEBFA6FFE0}" type="pres">
      <dgm:prSet presAssocID="{4D13125F-745C-4491-BC2B-3D733A2EFCD5}" presName="hierChild3" presStyleCnt="0"/>
      <dgm:spPr/>
    </dgm:pt>
  </dgm:ptLst>
  <dgm:cxnLst>
    <dgm:cxn modelId="{E52FAF24-89F0-4E3B-B3F1-C53619D4D988}" type="presOf" srcId="{99B27F28-9B14-49E2-BD3F-78174BC83DC1}" destId="{3CE51207-B08D-4329-9311-10128783B4D6}" srcOrd="0" destOrd="0" presId="urn:microsoft.com/office/officeart/2005/8/layout/hierarchy1"/>
    <dgm:cxn modelId="{8D56513D-051E-4E39-80B8-434D7F4FE5FB}" type="presOf" srcId="{4D13125F-745C-4491-BC2B-3D733A2EFCD5}" destId="{238F8F35-A811-4A3F-8050-12B0449AC292}" srcOrd="0" destOrd="0" presId="urn:microsoft.com/office/officeart/2005/8/layout/hierarchy1"/>
    <dgm:cxn modelId="{28B07757-9C0B-43F5-B282-56D0A8CBC860}" type="presOf" srcId="{D70E67BA-B41F-4CA5-BDBC-FEC2A19DBEB7}" destId="{ED470A0F-7FE4-44CC-9002-86E2C2736A36}" srcOrd="0" destOrd="0" presId="urn:microsoft.com/office/officeart/2005/8/layout/hierarchy1"/>
    <dgm:cxn modelId="{5E864659-EAD7-4B67-8601-5845D78AAC77}" srcId="{2B014F96-99AF-47E0-B7C3-9205FEC2B75D}" destId="{E79C3787-8C56-42D8-BD76-6FEE90AF7E8B}" srcOrd="0" destOrd="0" parTransId="{DFC56D0B-2945-4BCC-ADFA-27C61AB6BC14}" sibTransId="{36342A2D-5728-43D7-AD66-325C39E42374}"/>
    <dgm:cxn modelId="{06EE8295-8FA5-468B-91EF-34A309586BD9}" srcId="{E79C3787-8C56-42D8-BD76-6FEE90AF7E8B}" destId="{4D13125F-745C-4491-BC2B-3D733A2EFCD5}" srcOrd="1" destOrd="0" parTransId="{99B27F28-9B14-49E2-BD3F-78174BC83DC1}" sibTransId="{543F3133-FF49-4F05-89B2-20951AC0E8DC}"/>
    <dgm:cxn modelId="{86F454AA-6AFD-4C26-A00D-B83702522E59}" type="presOf" srcId="{E79C3787-8C56-42D8-BD76-6FEE90AF7E8B}" destId="{81617654-4532-4F5E-A99A-57AFDBEF6077}" srcOrd="0" destOrd="0" presId="urn:microsoft.com/office/officeart/2005/8/layout/hierarchy1"/>
    <dgm:cxn modelId="{AF46E5B1-7544-43BE-90FE-66BC4403F572}" type="presOf" srcId="{2B014F96-99AF-47E0-B7C3-9205FEC2B75D}" destId="{AAE7ADCD-3DA6-4FE9-AA0B-D1BFF056DDA4}" srcOrd="0" destOrd="0" presId="urn:microsoft.com/office/officeart/2005/8/layout/hierarchy1"/>
    <dgm:cxn modelId="{136F03B4-6B20-49DD-9535-3B61B02CB396}" type="presOf" srcId="{8823CF72-6ACC-4B92-BD13-DDF9CF9325C4}" destId="{F4531810-6EA4-407E-8BE5-2FBBFDC0F29E}" srcOrd="0" destOrd="0" presId="urn:microsoft.com/office/officeart/2005/8/layout/hierarchy1"/>
    <dgm:cxn modelId="{6D7FE2CD-4E99-4C0F-932B-24F5181B4461}" srcId="{E79C3787-8C56-42D8-BD76-6FEE90AF7E8B}" destId="{D70E67BA-B41F-4CA5-BDBC-FEC2A19DBEB7}" srcOrd="0" destOrd="0" parTransId="{8823CF72-6ACC-4B92-BD13-DDF9CF9325C4}" sibTransId="{DA1AE1FD-E202-4250-BB47-D817478309E6}"/>
    <dgm:cxn modelId="{7932D8E2-BBCC-4DA3-B11F-A1FE1CE65BC7}" type="presParOf" srcId="{AAE7ADCD-3DA6-4FE9-AA0B-D1BFF056DDA4}" destId="{D40A388B-45B5-4B95-957A-DCDA9A3FBEE4}" srcOrd="0" destOrd="0" presId="urn:microsoft.com/office/officeart/2005/8/layout/hierarchy1"/>
    <dgm:cxn modelId="{E40619D7-FB29-4308-9A00-E88FB53D43D3}" type="presParOf" srcId="{D40A388B-45B5-4B95-957A-DCDA9A3FBEE4}" destId="{EAC647E6-590F-4312-9B23-FB1671193B10}" srcOrd="0" destOrd="0" presId="urn:microsoft.com/office/officeart/2005/8/layout/hierarchy1"/>
    <dgm:cxn modelId="{9F2D92D8-A3AF-405E-A1D1-16ED5AEC93FB}" type="presParOf" srcId="{EAC647E6-590F-4312-9B23-FB1671193B10}" destId="{94FD1E5A-728B-4AD4-B777-ADC98FA589B0}" srcOrd="0" destOrd="0" presId="urn:microsoft.com/office/officeart/2005/8/layout/hierarchy1"/>
    <dgm:cxn modelId="{25EBD2D7-010C-4E6C-AAAD-F50B268654E5}" type="presParOf" srcId="{EAC647E6-590F-4312-9B23-FB1671193B10}" destId="{81617654-4532-4F5E-A99A-57AFDBEF6077}" srcOrd="1" destOrd="0" presId="urn:microsoft.com/office/officeart/2005/8/layout/hierarchy1"/>
    <dgm:cxn modelId="{DE679713-4832-4BC0-B2F7-99D7F0982087}" type="presParOf" srcId="{D40A388B-45B5-4B95-957A-DCDA9A3FBEE4}" destId="{9C63FD2B-258B-4412-A101-7E81DC5BD30E}" srcOrd="1" destOrd="0" presId="urn:microsoft.com/office/officeart/2005/8/layout/hierarchy1"/>
    <dgm:cxn modelId="{FFB2970B-CBE6-4141-B764-15660DD4FF3E}" type="presParOf" srcId="{9C63FD2B-258B-4412-A101-7E81DC5BD30E}" destId="{F4531810-6EA4-407E-8BE5-2FBBFDC0F29E}" srcOrd="0" destOrd="0" presId="urn:microsoft.com/office/officeart/2005/8/layout/hierarchy1"/>
    <dgm:cxn modelId="{09BE082C-D75C-4611-B8F7-212CCFA35078}" type="presParOf" srcId="{9C63FD2B-258B-4412-A101-7E81DC5BD30E}" destId="{243ECF47-1F04-43A3-9127-8F24C918B0B0}" srcOrd="1" destOrd="0" presId="urn:microsoft.com/office/officeart/2005/8/layout/hierarchy1"/>
    <dgm:cxn modelId="{BFF13EE8-C222-46EE-A4A5-EBF86BB1B86B}" type="presParOf" srcId="{243ECF47-1F04-43A3-9127-8F24C918B0B0}" destId="{D9AFE27D-A708-4C3C-B722-B729C85F948E}" srcOrd="0" destOrd="0" presId="urn:microsoft.com/office/officeart/2005/8/layout/hierarchy1"/>
    <dgm:cxn modelId="{6877268F-C181-4271-8FD3-AF6D7E50E3F6}" type="presParOf" srcId="{D9AFE27D-A708-4C3C-B722-B729C85F948E}" destId="{AFB7AC9D-21F9-445A-A9D3-00FA58A9647C}" srcOrd="0" destOrd="0" presId="urn:microsoft.com/office/officeart/2005/8/layout/hierarchy1"/>
    <dgm:cxn modelId="{B33BCBA3-BCCA-4170-A513-88360C10C829}" type="presParOf" srcId="{D9AFE27D-A708-4C3C-B722-B729C85F948E}" destId="{ED470A0F-7FE4-44CC-9002-86E2C2736A36}" srcOrd="1" destOrd="0" presId="urn:microsoft.com/office/officeart/2005/8/layout/hierarchy1"/>
    <dgm:cxn modelId="{62924D17-1007-4F4F-BE03-90DEDA84702C}" type="presParOf" srcId="{243ECF47-1F04-43A3-9127-8F24C918B0B0}" destId="{A42520CA-E524-4F33-B07E-42F4E945EAD4}" srcOrd="1" destOrd="0" presId="urn:microsoft.com/office/officeart/2005/8/layout/hierarchy1"/>
    <dgm:cxn modelId="{0020B575-1C3F-447B-A54F-A5CD9E0C8417}" type="presParOf" srcId="{9C63FD2B-258B-4412-A101-7E81DC5BD30E}" destId="{3CE51207-B08D-4329-9311-10128783B4D6}" srcOrd="2" destOrd="0" presId="urn:microsoft.com/office/officeart/2005/8/layout/hierarchy1"/>
    <dgm:cxn modelId="{E779693C-F538-49F0-B0A0-BD22DF03CDE8}" type="presParOf" srcId="{9C63FD2B-258B-4412-A101-7E81DC5BD30E}" destId="{B9645309-3EDD-4B0C-87DE-688A7F69AD90}" srcOrd="3" destOrd="0" presId="urn:microsoft.com/office/officeart/2005/8/layout/hierarchy1"/>
    <dgm:cxn modelId="{51CFB41A-757F-4F54-A894-F0B6F3A68057}" type="presParOf" srcId="{B9645309-3EDD-4B0C-87DE-688A7F69AD90}" destId="{EABA8A9D-EFB3-458E-ADAA-9D364CBC48B3}" srcOrd="0" destOrd="0" presId="urn:microsoft.com/office/officeart/2005/8/layout/hierarchy1"/>
    <dgm:cxn modelId="{B8B88198-AD28-4978-8FA9-9A517CEB68FB}" type="presParOf" srcId="{EABA8A9D-EFB3-458E-ADAA-9D364CBC48B3}" destId="{BD9A1029-6A0E-40AF-9C9A-1E51F88CAB8C}" srcOrd="0" destOrd="0" presId="urn:microsoft.com/office/officeart/2005/8/layout/hierarchy1"/>
    <dgm:cxn modelId="{F6DBB8BB-C28B-438D-B089-868BB1388D37}" type="presParOf" srcId="{EABA8A9D-EFB3-458E-ADAA-9D364CBC48B3}" destId="{238F8F35-A811-4A3F-8050-12B0449AC292}" srcOrd="1" destOrd="0" presId="urn:microsoft.com/office/officeart/2005/8/layout/hierarchy1"/>
    <dgm:cxn modelId="{AFB13C6E-E735-4B44-B209-2F1BED69FA07}" type="presParOf" srcId="{B9645309-3EDD-4B0C-87DE-688A7F69AD90}" destId="{6DCAD0CE-24FE-4746-BFE7-66CEBFA6FFE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D0B3204-F95B-4EDA-80F9-C2A67E13E483}"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IN"/>
        </a:p>
      </dgm:t>
    </dgm:pt>
    <dgm:pt modelId="{A7AAE37D-1B42-429F-85C2-859E337D94BB}">
      <dgm:prSet phldrT="[Text]"/>
      <dgm:spPr/>
      <dgm:t>
        <a:bodyPr/>
        <a:lstStyle/>
        <a:p>
          <a:r>
            <a:rPr lang="en-IN" dirty="0"/>
            <a:t>COMM--BARRIERS</a:t>
          </a:r>
        </a:p>
      </dgm:t>
    </dgm:pt>
    <dgm:pt modelId="{821A9A26-4E92-42E4-8196-94EFA90A55D3}" type="parTrans" cxnId="{92F7E3DE-C860-415B-9DF7-880553FF7B8D}">
      <dgm:prSet/>
      <dgm:spPr/>
      <dgm:t>
        <a:bodyPr/>
        <a:lstStyle/>
        <a:p>
          <a:endParaRPr lang="en-IN"/>
        </a:p>
      </dgm:t>
    </dgm:pt>
    <dgm:pt modelId="{775884A2-0DEA-45BC-A174-DA5A76DC2BDA}" type="sibTrans" cxnId="{92F7E3DE-C860-415B-9DF7-880553FF7B8D}">
      <dgm:prSet/>
      <dgm:spPr/>
      <dgm:t>
        <a:bodyPr/>
        <a:lstStyle/>
        <a:p>
          <a:endParaRPr lang="en-IN"/>
        </a:p>
      </dgm:t>
    </dgm:pt>
    <dgm:pt modelId="{0AAD0E25-08AC-4C57-99AC-5E24B9F80167}">
      <dgm:prSet phldrT="[Text]"/>
      <dgm:spPr/>
      <dgm:t>
        <a:bodyPr/>
        <a:lstStyle/>
        <a:p>
          <a:r>
            <a:rPr lang="en-IN" dirty="0"/>
            <a:t>PHYSICAL</a:t>
          </a:r>
        </a:p>
      </dgm:t>
    </dgm:pt>
    <dgm:pt modelId="{AEB9FAA9-9755-4940-AE40-47B0F2F24EF8}" type="parTrans" cxnId="{92D5E826-D62D-4588-83E0-996116D0D935}">
      <dgm:prSet/>
      <dgm:spPr/>
      <dgm:t>
        <a:bodyPr/>
        <a:lstStyle/>
        <a:p>
          <a:endParaRPr lang="en-IN"/>
        </a:p>
      </dgm:t>
    </dgm:pt>
    <dgm:pt modelId="{D25EECE7-1D4A-4F16-8EDB-1EB4D84463F2}" type="sibTrans" cxnId="{92D5E826-D62D-4588-83E0-996116D0D935}">
      <dgm:prSet/>
      <dgm:spPr/>
      <dgm:t>
        <a:bodyPr/>
        <a:lstStyle/>
        <a:p>
          <a:endParaRPr lang="en-IN"/>
        </a:p>
      </dgm:t>
    </dgm:pt>
    <dgm:pt modelId="{6B5EF75F-3F58-403B-A7B9-8FDC3CD2FDFB}">
      <dgm:prSet phldrT="[Text]"/>
      <dgm:spPr/>
      <dgm:t>
        <a:bodyPr/>
        <a:lstStyle/>
        <a:p>
          <a:r>
            <a:rPr lang="en-IN" dirty="0"/>
            <a:t>SEMANTIC AND LANGUAGE</a:t>
          </a:r>
        </a:p>
      </dgm:t>
    </dgm:pt>
    <dgm:pt modelId="{B2C5906E-68D0-4E44-B94C-B3B5AEEDFEF9}" type="parTrans" cxnId="{D2A9CA0C-0CDB-49B2-B936-2C3CEB975B2B}">
      <dgm:prSet/>
      <dgm:spPr/>
      <dgm:t>
        <a:bodyPr/>
        <a:lstStyle/>
        <a:p>
          <a:endParaRPr lang="en-IN"/>
        </a:p>
      </dgm:t>
    </dgm:pt>
    <dgm:pt modelId="{55B69A92-DF21-4249-8112-381C7D1A9C33}" type="sibTrans" cxnId="{D2A9CA0C-0CDB-49B2-B936-2C3CEB975B2B}">
      <dgm:prSet/>
      <dgm:spPr/>
      <dgm:t>
        <a:bodyPr/>
        <a:lstStyle/>
        <a:p>
          <a:endParaRPr lang="en-IN"/>
        </a:p>
      </dgm:t>
    </dgm:pt>
    <dgm:pt modelId="{0078E67A-78DB-4A5F-A7E8-40E269746633}">
      <dgm:prSet phldrT="[Text]"/>
      <dgm:spPr/>
      <dgm:t>
        <a:bodyPr/>
        <a:lstStyle/>
        <a:p>
          <a:r>
            <a:rPr lang="en-IN" dirty="0"/>
            <a:t>CROSS-CULTURAL</a:t>
          </a:r>
        </a:p>
      </dgm:t>
    </dgm:pt>
    <dgm:pt modelId="{4520B125-6124-4CD2-BC1E-E7E0B8ADD3B0}" type="parTrans" cxnId="{F63CCF0A-A154-4E15-8842-35A42B89F860}">
      <dgm:prSet/>
      <dgm:spPr/>
      <dgm:t>
        <a:bodyPr/>
        <a:lstStyle/>
        <a:p>
          <a:endParaRPr lang="en-IN"/>
        </a:p>
      </dgm:t>
    </dgm:pt>
    <dgm:pt modelId="{BF962E57-02F1-4EBB-88CB-21B565B2A613}" type="sibTrans" cxnId="{F63CCF0A-A154-4E15-8842-35A42B89F860}">
      <dgm:prSet/>
      <dgm:spPr/>
      <dgm:t>
        <a:bodyPr/>
        <a:lstStyle/>
        <a:p>
          <a:endParaRPr lang="en-IN"/>
        </a:p>
      </dgm:t>
    </dgm:pt>
    <dgm:pt modelId="{16E80D10-0F8F-40D0-8428-3A3C434D7F2A}">
      <dgm:prSet phldrT="[Text]"/>
      <dgm:spPr/>
      <dgm:t>
        <a:bodyPr/>
        <a:lstStyle/>
        <a:p>
          <a:r>
            <a:rPr lang="en-IN" dirty="0"/>
            <a:t>SOCIAL / PSYCHOLOGICAL</a:t>
          </a:r>
        </a:p>
      </dgm:t>
    </dgm:pt>
    <dgm:pt modelId="{82250EEB-8B60-4C59-8780-C08220404842}" type="parTrans" cxnId="{FB956E3E-CD01-40FB-8155-A1C1BD3F9B6C}">
      <dgm:prSet/>
      <dgm:spPr/>
      <dgm:t>
        <a:bodyPr/>
        <a:lstStyle/>
        <a:p>
          <a:endParaRPr lang="en-IN"/>
        </a:p>
      </dgm:t>
    </dgm:pt>
    <dgm:pt modelId="{BCB0CA7E-21D9-4E35-B10B-CD40A13ACF08}" type="sibTrans" cxnId="{FB956E3E-CD01-40FB-8155-A1C1BD3F9B6C}">
      <dgm:prSet/>
      <dgm:spPr/>
      <dgm:t>
        <a:bodyPr/>
        <a:lstStyle/>
        <a:p>
          <a:endParaRPr lang="en-IN"/>
        </a:p>
      </dgm:t>
    </dgm:pt>
    <dgm:pt modelId="{6F4FE979-4CBA-4769-866A-58E8F6F39306}" type="pres">
      <dgm:prSet presAssocID="{DD0B3204-F95B-4EDA-80F9-C2A67E13E483}" presName="hierChild1" presStyleCnt="0">
        <dgm:presLayoutVars>
          <dgm:chPref val="1"/>
          <dgm:dir/>
          <dgm:animOne val="branch"/>
          <dgm:animLvl val="lvl"/>
          <dgm:resizeHandles/>
        </dgm:presLayoutVars>
      </dgm:prSet>
      <dgm:spPr/>
    </dgm:pt>
    <dgm:pt modelId="{3F56DDD9-D0B3-42CF-ADFC-76C345FDB95C}" type="pres">
      <dgm:prSet presAssocID="{A7AAE37D-1B42-429F-85C2-859E337D94BB}" presName="hierRoot1" presStyleCnt="0"/>
      <dgm:spPr/>
    </dgm:pt>
    <dgm:pt modelId="{ADC4E967-205D-4BB5-87D8-ABD26EDA96E2}" type="pres">
      <dgm:prSet presAssocID="{A7AAE37D-1B42-429F-85C2-859E337D94BB}" presName="composite" presStyleCnt="0"/>
      <dgm:spPr/>
    </dgm:pt>
    <dgm:pt modelId="{9EEA95E2-E387-4C1E-9196-8D2A0566ACE7}" type="pres">
      <dgm:prSet presAssocID="{A7AAE37D-1B42-429F-85C2-859E337D94BB}" presName="background" presStyleLbl="node0" presStyleIdx="0" presStyleCnt="1"/>
      <dgm:spPr/>
    </dgm:pt>
    <dgm:pt modelId="{4AB772AE-98BD-4799-B7D3-5440E9FAD2FE}" type="pres">
      <dgm:prSet presAssocID="{A7AAE37D-1B42-429F-85C2-859E337D94BB}" presName="text" presStyleLbl="fgAcc0" presStyleIdx="0" presStyleCnt="1" custScaleX="130767" custScaleY="113424" custLinFactNeighborX="2912" custLinFactNeighborY="-65523">
        <dgm:presLayoutVars>
          <dgm:chPref val="3"/>
        </dgm:presLayoutVars>
      </dgm:prSet>
      <dgm:spPr/>
    </dgm:pt>
    <dgm:pt modelId="{ECD8709A-ED1C-480D-BF46-E8FE8EB687B1}" type="pres">
      <dgm:prSet presAssocID="{A7AAE37D-1B42-429F-85C2-859E337D94BB}" presName="hierChild2" presStyleCnt="0"/>
      <dgm:spPr/>
    </dgm:pt>
    <dgm:pt modelId="{BB5A27C8-4FD8-433C-B5B6-63D68E8952B7}" type="pres">
      <dgm:prSet presAssocID="{AEB9FAA9-9755-4940-AE40-47B0F2F24EF8}" presName="Name10" presStyleLbl="parChTrans1D2" presStyleIdx="0" presStyleCnt="4"/>
      <dgm:spPr/>
    </dgm:pt>
    <dgm:pt modelId="{74226B9F-1D45-48F7-A3B7-F3450EACDED7}" type="pres">
      <dgm:prSet presAssocID="{0AAD0E25-08AC-4C57-99AC-5E24B9F80167}" presName="hierRoot2" presStyleCnt="0"/>
      <dgm:spPr/>
    </dgm:pt>
    <dgm:pt modelId="{05DCEE4A-5800-4C87-8F8C-AC33F2FF1F69}" type="pres">
      <dgm:prSet presAssocID="{0AAD0E25-08AC-4C57-99AC-5E24B9F80167}" presName="composite2" presStyleCnt="0"/>
      <dgm:spPr/>
    </dgm:pt>
    <dgm:pt modelId="{3B0B35E7-5E9D-4EE6-ADF8-5BC1350B71B7}" type="pres">
      <dgm:prSet presAssocID="{0AAD0E25-08AC-4C57-99AC-5E24B9F80167}" presName="background2" presStyleLbl="node2" presStyleIdx="0" presStyleCnt="4"/>
      <dgm:spPr/>
    </dgm:pt>
    <dgm:pt modelId="{E1CF462E-DD10-429C-BE8D-3AD71FDBFAB2}" type="pres">
      <dgm:prSet presAssocID="{0AAD0E25-08AC-4C57-99AC-5E24B9F80167}" presName="text2" presStyleLbl="fgAcc2" presStyleIdx="0" presStyleCnt="4" custLinFactNeighborX="10384" custLinFactNeighborY="-61512">
        <dgm:presLayoutVars>
          <dgm:chPref val="3"/>
        </dgm:presLayoutVars>
      </dgm:prSet>
      <dgm:spPr/>
    </dgm:pt>
    <dgm:pt modelId="{FB61F57B-8228-49ED-9193-43B3F9F0F834}" type="pres">
      <dgm:prSet presAssocID="{0AAD0E25-08AC-4C57-99AC-5E24B9F80167}" presName="hierChild3" presStyleCnt="0"/>
      <dgm:spPr/>
    </dgm:pt>
    <dgm:pt modelId="{D539C7E0-A3E5-4779-A872-820F5E0B15B0}" type="pres">
      <dgm:prSet presAssocID="{4520B125-6124-4CD2-BC1E-E7E0B8ADD3B0}" presName="Name10" presStyleLbl="parChTrans1D2" presStyleIdx="1" presStyleCnt="4"/>
      <dgm:spPr/>
    </dgm:pt>
    <dgm:pt modelId="{7758FB1A-20C9-4AED-B0BB-C85C8BAD63FA}" type="pres">
      <dgm:prSet presAssocID="{0078E67A-78DB-4A5F-A7E8-40E269746633}" presName="hierRoot2" presStyleCnt="0"/>
      <dgm:spPr/>
    </dgm:pt>
    <dgm:pt modelId="{6044881E-1946-452D-A3D5-F9C4B4A8A4B6}" type="pres">
      <dgm:prSet presAssocID="{0078E67A-78DB-4A5F-A7E8-40E269746633}" presName="composite2" presStyleCnt="0"/>
      <dgm:spPr/>
    </dgm:pt>
    <dgm:pt modelId="{C8796F00-AB1C-4446-B229-98544AF90B35}" type="pres">
      <dgm:prSet presAssocID="{0078E67A-78DB-4A5F-A7E8-40E269746633}" presName="background2" presStyleLbl="node2" presStyleIdx="1" presStyleCnt="4"/>
      <dgm:spPr/>
    </dgm:pt>
    <dgm:pt modelId="{5280A632-CA75-4962-8A42-BE60C718BFF9}" type="pres">
      <dgm:prSet presAssocID="{0078E67A-78DB-4A5F-A7E8-40E269746633}" presName="text2" presStyleLbl="fgAcc2" presStyleIdx="1" presStyleCnt="4" custLinFactNeighborX="-3329" custLinFactNeighborY="57659">
        <dgm:presLayoutVars>
          <dgm:chPref val="3"/>
        </dgm:presLayoutVars>
      </dgm:prSet>
      <dgm:spPr/>
    </dgm:pt>
    <dgm:pt modelId="{21932065-B13E-40E4-AF51-03231A3EEAC7}" type="pres">
      <dgm:prSet presAssocID="{0078E67A-78DB-4A5F-A7E8-40E269746633}" presName="hierChild3" presStyleCnt="0"/>
      <dgm:spPr/>
    </dgm:pt>
    <dgm:pt modelId="{4D71EDA6-E30F-4B00-B5BC-89A7D780CF4D}" type="pres">
      <dgm:prSet presAssocID="{82250EEB-8B60-4C59-8780-C08220404842}" presName="Name10" presStyleLbl="parChTrans1D2" presStyleIdx="2" presStyleCnt="4"/>
      <dgm:spPr/>
    </dgm:pt>
    <dgm:pt modelId="{9260B330-B76B-489B-9C68-9632C51C5118}" type="pres">
      <dgm:prSet presAssocID="{16E80D10-0F8F-40D0-8428-3A3C434D7F2A}" presName="hierRoot2" presStyleCnt="0"/>
      <dgm:spPr/>
    </dgm:pt>
    <dgm:pt modelId="{299AB301-77BA-4123-A256-DA70EA2C04C3}" type="pres">
      <dgm:prSet presAssocID="{16E80D10-0F8F-40D0-8428-3A3C434D7F2A}" presName="composite2" presStyleCnt="0"/>
      <dgm:spPr/>
    </dgm:pt>
    <dgm:pt modelId="{B3E4EA8E-5732-4892-86D3-A7C1CD206156}" type="pres">
      <dgm:prSet presAssocID="{16E80D10-0F8F-40D0-8428-3A3C434D7F2A}" presName="background2" presStyleLbl="node2" presStyleIdx="2" presStyleCnt="4"/>
      <dgm:spPr/>
    </dgm:pt>
    <dgm:pt modelId="{5A8BC002-B566-4530-9BC3-A1F38F64BD2E}" type="pres">
      <dgm:prSet presAssocID="{16E80D10-0F8F-40D0-8428-3A3C434D7F2A}" presName="text2" presStyleLbl="fgAcc2" presStyleIdx="2" presStyleCnt="4" custLinFactNeighborX="90608" custLinFactNeighborY="-75232">
        <dgm:presLayoutVars>
          <dgm:chPref val="3"/>
        </dgm:presLayoutVars>
      </dgm:prSet>
      <dgm:spPr/>
    </dgm:pt>
    <dgm:pt modelId="{23F82071-5CAD-469D-AAB0-878556DEC181}" type="pres">
      <dgm:prSet presAssocID="{16E80D10-0F8F-40D0-8428-3A3C434D7F2A}" presName="hierChild3" presStyleCnt="0"/>
      <dgm:spPr/>
    </dgm:pt>
    <dgm:pt modelId="{0C72EEBB-F0D6-4E13-8AF9-09B4E57DDB00}" type="pres">
      <dgm:prSet presAssocID="{B2C5906E-68D0-4E44-B94C-B3B5AEEDFEF9}" presName="Name10" presStyleLbl="parChTrans1D2" presStyleIdx="3" presStyleCnt="4"/>
      <dgm:spPr/>
    </dgm:pt>
    <dgm:pt modelId="{216A3711-83EE-4FB9-A8C0-2C554DAD8750}" type="pres">
      <dgm:prSet presAssocID="{6B5EF75F-3F58-403B-A7B9-8FDC3CD2FDFB}" presName="hierRoot2" presStyleCnt="0"/>
      <dgm:spPr/>
    </dgm:pt>
    <dgm:pt modelId="{CE2403D7-03D7-4551-9860-E82A54BA1798}" type="pres">
      <dgm:prSet presAssocID="{6B5EF75F-3F58-403B-A7B9-8FDC3CD2FDFB}" presName="composite2" presStyleCnt="0"/>
      <dgm:spPr/>
    </dgm:pt>
    <dgm:pt modelId="{1477F620-02C7-4556-8812-A37452EB1956}" type="pres">
      <dgm:prSet presAssocID="{6B5EF75F-3F58-403B-A7B9-8FDC3CD2FDFB}" presName="background2" presStyleLbl="node2" presStyleIdx="3" presStyleCnt="4"/>
      <dgm:spPr/>
    </dgm:pt>
    <dgm:pt modelId="{7752F5B8-6F5A-4480-A611-5973C219A67B}" type="pres">
      <dgm:prSet presAssocID="{6B5EF75F-3F58-403B-A7B9-8FDC3CD2FDFB}" presName="text2" presStyleLbl="fgAcc2" presStyleIdx="3" presStyleCnt="4" custLinFactNeighborX="-66986" custLinFactNeighborY="65522">
        <dgm:presLayoutVars>
          <dgm:chPref val="3"/>
        </dgm:presLayoutVars>
      </dgm:prSet>
      <dgm:spPr/>
    </dgm:pt>
    <dgm:pt modelId="{E44AE4B4-611A-4E33-A3CF-2D7943CC9C3D}" type="pres">
      <dgm:prSet presAssocID="{6B5EF75F-3F58-403B-A7B9-8FDC3CD2FDFB}" presName="hierChild3" presStyleCnt="0"/>
      <dgm:spPr/>
    </dgm:pt>
  </dgm:ptLst>
  <dgm:cxnLst>
    <dgm:cxn modelId="{47360004-34C4-409E-A11E-BDD57C265B40}" type="presOf" srcId="{0AAD0E25-08AC-4C57-99AC-5E24B9F80167}" destId="{E1CF462E-DD10-429C-BE8D-3AD71FDBFAB2}" srcOrd="0" destOrd="0" presId="urn:microsoft.com/office/officeart/2005/8/layout/hierarchy1"/>
    <dgm:cxn modelId="{F63CCF0A-A154-4E15-8842-35A42B89F860}" srcId="{A7AAE37D-1B42-429F-85C2-859E337D94BB}" destId="{0078E67A-78DB-4A5F-A7E8-40E269746633}" srcOrd="1" destOrd="0" parTransId="{4520B125-6124-4CD2-BC1E-E7E0B8ADD3B0}" sibTransId="{BF962E57-02F1-4EBB-88CB-21B565B2A613}"/>
    <dgm:cxn modelId="{D2A9CA0C-0CDB-49B2-B936-2C3CEB975B2B}" srcId="{A7AAE37D-1B42-429F-85C2-859E337D94BB}" destId="{6B5EF75F-3F58-403B-A7B9-8FDC3CD2FDFB}" srcOrd="3" destOrd="0" parTransId="{B2C5906E-68D0-4E44-B94C-B3B5AEEDFEF9}" sibTransId="{55B69A92-DF21-4249-8112-381C7D1A9C33}"/>
    <dgm:cxn modelId="{99FB7F13-6F45-488B-97AD-59D973D76380}" type="presOf" srcId="{B2C5906E-68D0-4E44-B94C-B3B5AEEDFEF9}" destId="{0C72EEBB-F0D6-4E13-8AF9-09B4E57DDB00}" srcOrd="0" destOrd="0" presId="urn:microsoft.com/office/officeart/2005/8/layout/hierarchy1"/>
    <dgm:cxn modelId="{92D5E826-D62D-4588-83E0-996116D0D935}" srcId="{A7AAE37D-1B42-429F-85C2-859E337D94BB}" destId="{0AAD0E25-08AC-4C57-99AC-5E24B9F80167}" srcOrd="0" destOrd="0" parTransId="{AEB9FAA9-9755-4940-AE40-47B0F2F24EF8}" sibTransId="{D25EECE7-1D4A-4F16-8EDB-1EB4D84463F2}"/>
    <dgm:cxn modelId="{FB956E3E-CD01-40FB-8155-A1C1BD3F9B6C}" srcId="{A7AAE37D-1B42-429F-85C2-859E337D94BB}" destId="{16E80D10-0F8F-40D0-8428-3A3C434D7F2A}" srcOrd="2" destOrd="0" parTransId="{82250EEB-8B60-4C59-8780-C08220404842}" sibTransId="{BCB0CA7E-21D9-4E35-B10B-CD40A13ACF08}"/>
    <dgm:cxn modelId="{34718F4D-0034-429E-A20A-6B2F47D5CBDA}" type="presOf" srcId="{AEB9FAA9-9755-4940-AE40-47B0F2F24EF8}" destId="{BB5A27C8-4FD8-433C-B5B6-63D68E8952B7}" srcOrd="0" destOrd="0" presId="urn:microsoft.com/office/officeart/2005/8/layout/hierarchy1"/>
    <dgm:cxn modelId="{55213051-917B-4A36-ABB4-BB90F0B725D6}" type="presOf" srcId="{82250EEB-8B60-4C59-8780-C08220404842}" destId="{4D71EDA6-E30F-4B00-B5BC-89A7D780CF4D}" srcOrd="0" destOrd="0" presId="urn:microsoft.com/office/officeart/2005/8/layout/hierarchy1"/>
    <dgm:cxn modelId="{D393A059-6AA6-4268-862F-9909DDC16B02}" type="presOf" srcId="{A7AAE37D-1B42-429F-85C2-859E337D94BB}" destId="{4AB772AE-98BD-4799-B7D3-5440E9FAD2FE}" srcOrd="0" destOrd="0" presId="urn:microsoft.com/office/officeart/2005/8/layout/hierarchy1"/>
    <dgm:cxn modelId="{86A5108D-0E61-45A3-99F1-D53F2E49137F}" type="presOf" srcId="{6B5EF75F-3F58-403B-A7B9-8FDC3CD2FDFB}" destId="{7752F5B8-6F5A-4480-A611-5973C219A67B}" srcOrd="0" destOrd="0" presId="urn:microsoft.com/office/officeart/2005/8/layout/hierarchy1"/>
    <dgm:cxn modelId="{70F5C191-9FBD-4E97-8487-36AED965EC83}" type="presOf" srcId="{DD0B3204-F95B-4EDA-80F9-C2A67E13E483}" destId="{6F4FE979-4CBA-4769-866A-58E8F6F39306}" srcOrd="0" destOrd="0" presId="urn:microsoft.com/office/officeart/2005/8/layout/hierarchy1"/>
    <dgm:cxn modelId="{D2C052A7-AF28-4671-81F9-DAE3380BC2D5}" type="presOf" srcId="{4520B125-6124-4CD2-BC1E-E7E0B8ADD3B0}" destId="{D539C7E0-A3E5-4779-A872-820F5E0B15B0}" srcOrd="0" destOrd="0" presId="urn:microsoft.com/office/officeart/2005/8/layout/hierarchy1"/>
    <dgm:cxn modelId="{DEFDD1C3-267E-483A-BB03-DEFBF2135549}" type="presOf" srcId="{0078E67A-78DB-4A5F-A7E8-40E269746633}" destId="{5280A632-CA75-4962-8A42-BE60C718BFF9}" srcOrd="0" destOrd="0" presId="urn:microsoft.com/office/officeart/2005/8/layout/hierarchy1"/>
    <dgm:cxn modelId="{92F7E3DE-C860-415B-9DF7-880553FF7B8D}" srcId="{DD0B3204-F95B-4EDA-80F9-C2A67E13E483}" destId="{A7AAE37D-1B42-429F-85C2-859E337D94BB}" srcOrd="0" destOrd="0" parTransId="{821A9A26-4E92-42E4-8196-94EFA90A55D3}" sibTransId="{775884A2-0DEA-45BC-A174-DA5A76DC2BDA}"/>
    <dgm:cxn modelId="{51A248F6-CC3F-489E-B9AE-4921BA8E86EF}" type="presOf" srcId="{16E80D10-0F8F-40D0-8428-3A3C434D7F2A}" destId="{5A8BC002-B566-4530-9BC3-A1F38F64BD2E}" srcOrd="0" destOrd="0" presId="urn:microsoft.com/office/officeart/2005/8/layout/hierarchy1"/>
    <dgm:cxn modelId="{2D92EEF9-C132-4792-B6D1-D1ADD9D3E576}" type="presParOf" srcId="{6F4FE979-4CBA-4769-866A-58E8F6F39306}" destId="{3F56DDD9-D0B3-42CF-ADFC-76C345FDB95C}" srcOrd="0" destOrd="0" presId="urn:microsoft.com/office/officeart/2005/8/layout/hierarchy1"/>
    <dgm:cxn modelId="{96A03484-E13F-4427-B96F-A5E7691C78A6}" type="presParOf" srcId="{3F56DDD9-D0B3-42CF-ADFC-76C345FDB95C}" destId="{ADC4E967-205D-4BB5-87D8-ABD26EDA96E2}" srcOrd="0" destOrd="0" presId="urn:microsoft.com/office/officeart/2005/8/layout/hierarchy1"/>
    <dgm:cxn modelId="{3FB6D657-428C-4FCA-B6E6-D506A4255015}" type="presParOf" srcId="{ADC4E967-205D-4BB5-87D8-ABD26EDA96E2}" destId="{9EEA95E2-E387-4C1E-9196-8D2A0566ACE7}" srcOrd="0" destOrd="0" presId="urn:microsoft.com/office/officeart/2005/8/layout/hierarchy1"/>
    <dgm:cxn modelId="{77EC83D7-A88A-49D2-88B9-30A3DC56D73D}" type="presParOf" srcId="{ADC4E967-205D-4BB5-87D8-ABD26EDA96E2}" destId="{4AB772AE-98BD-4799-B7D3-5440E9FAD2FE}" srcOrd="1" destOrd="0" presId="urn:microsoft.com/office/officeart/2005/8/layout/hierarchy1"/>
    <dgm:cxn modelId="{CFE46CFE-FD1A-4173-97C2-90AAFD7CC86C}" type="presParOf" srcId="{3F56DDD9-D0B3-42CF-ADFC-76C345FDB95C}" destId="{ECD8709A-ED1C-480D-BF46-E8FE8EB687B1}" srcOrd="1" destOrd="0" presId="urn:microsoft.com/office/officeart/2005/8/layout/hierarchy1"/>
    <dgm:cxn modelId="{6F41D31D-6DE2-4BE1-B81A-EAC91DFF88FD}" type="presParOf" srcId="{ECD8709A-ED1C-480D-BF46-E8FE8EB687B1}" destId="{BB5A27C8-4FD8-433C-B5B6-63D68E8952B7}" srcOrd="0" destOrd="0" presId="urn:microsoft.com/office/officeart/2005/8/layout/hierarchy1"/>
    <dgm:cxn modelId="{3DC11BFF-54A1-487D-830C-134ACFED50CD}" type="presParOf" srcId="{ECD8709A-ED1C-480D-BF46-E8FE8EB687B1}" destId="{74226B9F-1D45-48F7-A3B7-F3450EACDED7}" srcOrd="1" destOrd="0" presId="urn:microsoft.com/office/officeart/2005/8/layout/hierarchy1"/>
    <dgm:cxn modelId="{2A177CBB-5B7C-4EDF-928E-3232C7DE0928}" type="presParOf" srcId="{74226B9F-1D45-48F7-A3B7-F3450EACDED7}" destId="{05DCEE4A-5800-4C87-8F8C-AC33F2FF1F69}" srcOrd="0" destOrd="0" presId="urn:microsoft.com/office/officeart/2005/8/layout/hierarchy1"/>
    <dgm:cxn modelId="{2EF92EEB-2EED-4851-8FB6-FAE9A6A920B8}" type="presParOf" srcId="{05DCEE4A-5800-4C87-8F8C-AC33F2FF1F69}" destId="{3B0B35E7-5E9D-4EE6-ADF8-5BC1350B71B7}" srcOrd="0" destOrd="0" presId="urn:microsoft.com/office/officeart/2005/8/layout/hierarchy1"/>
    <dgm:cxn modelId="{258D91E9-0220-4EA6-B215-401E8AB752ED}" type="presParOf" srcId="{05DCEE4A-5800-4C87-8F8C-AC33F2FF1F69}" destId="{E1CF462E-DD10-429C-BE8D-3AD71FDBFAB2}" srcOrd="1" destOrd="0" presId="urn:microsoft.com/office/officeart/2005/8/layout/hierarchy1"/>
    <dgm:cxn modelId="{0B98E635-920F-4901-B2C3-8CAD1C1E57C2}" type="presParOf" srcId="{74226B9F-1D45-48F7-A3B7-F3450EACDED7}" destId="{FB61F57B-8228-49ED-9193-43B3F9F0F834}" srcOrd="1" destOrd="0" presId="urn:microsoft.com/office/officeart/2005/8/layout/hierarchy1"/>
    <dgm:cxn modelId="{6D0F3049-FA32-473B-A74F-6ABBD11A2172}" type="presParOf" srcId="{ECD8709A-ED1C-480D-BF46-E8FE8EB687B1}" destId="{D539C7E0-A3E5-4779-A872-820F5E0B15B0}" srcOrd="2" destOrd="0" presId="urn:microsoft.com/office/officeart/2005/8/layout/hierarchy1"/>
    <dgm:cxn modelId="{4D48137B-D88E-4EEE-AE23-DA2E9890056C}" type="presParOf" srcId="{ECD8709A-ED1C-480D-BF46-E8FE8EB687B1}" destId="{7758FB1A-20C9-4AED-B0BB-C85C8BAD63FA}" srcOrd="3" destOrd="0" presId="urn:microsoft.com/office/officeart/2005/8/layout/hierarchy1"/>
    <dgm:cxn modelId="{F2FD5961-8BE5-4C86-B171-7B08B4CAD5C7}" type="presParOf" srcId="{7758FB1A-20C9-4AED-B0BB-C85C8BAD63FA}" destId="{6044881E-1946-452D-A3D5-F9C4B4A8A4B6}" srcOrd="0" destOrd="0" presId="urn:microsoft.com/office/officeart/2005/8/layout/hierarchy1"/>
    <dgm:cxn modelId="{3D4FFEF6-42BB-4B48-9A39-127C84E05353}" type="presParOf" srcId="{6044881E-1946-452D-A3D5-F9C4B4A8A4B6}" destId="{C8796F00-AB1C-4446-B229-98544AF90B35}" srcOrd="0" destOrd="0" presId="urn:microsoft.com/office/officeart/2005/8/layout/hierarchy1"/>
    <dgm:cxn modelId="{338EE1AA-4AB2-45F7-8547-47923B96EECE}" type="presParOf" srcId="{6044881E-1946-452D-A3D5-F9C4B4A8A4B6}" destId="{5280A632-CA75-4962-8A42-BE60C718BFF9}" srcOrd="1" destOrd="0" presId="urn:microsoft.com/office/officeart/2005/8/layout/hierarchy1"/>
    <dgm:cxn modelId="{44E51408-64F5-4C93-B5AC-553981AE4393}" type="presParOf" srcId="{7758FB1A-20C9-4AED-B0BB-C85C8BAD63FA}" destId="{21932065-B13E-40E4-AF51-03231A3EEAC7}" srcOrd="1" destOrd="0" presId="urn:microsoft.com/office/officeart/2005/8/layout/hierarchy1"/>
    <dgm:cxn modelId="{2A0669FC-C5A7-4951-A1AA-FC0C90341638}" type="presParOf" srcId="{ECD8709A-ED1C-480D-BF46-E8FE8EB687B1}" destId="{4D71EDA6-E30F-4B00-B5BC-89A7D780CF4D}" srcOrd="4" destOrd="0" presId="urn:microsoft.com/office/officeart/2005/8/layout/hierarchy1"/>
    <dgm:cxn modelId="{7585D596-8DD1-4AF9-87A6-1E521AE2585D}" type="presParOf" srcId="{ECD8709A-ED1C-480D-BF46-E8FE8EB687B1}" destId="{9260B330-B76B-489B-9C68-9632C51C5118}" srcOrd="5" destOrd="0" presId="urn:microsoft.com/office/officeart/2005/8/layout/hierarchy1"/>
    <dgm:cxn modelId="{FFBF6C35-3CB1-4C16-B2E0-32EFE5220EB0}" type="presParOf" srcId="{9260B330-B76B-489B-9C68-9632C51C5118}" destId="{299AB301-77BA-4123-A256-DA70EA2C04C3}" srcOrd="0" destOrd="0" presId="urn:microsoft.com/office/officeart/2005/8/layout/hierarchy1"/>
    <dgm:cxn modelId="{99F239E0-1C3C-4B15-B212-FCAC6884F3FC}" type="presParOf" srcId="{299AB301-77BA-4123-A256-DA70EA2C04C3}" destId="{B3E4EA8E-5732-4892-86D3-A7C1CD206156}" srcOrd="0" destOrd="0" presId="urn:microsoft.com/office/officeart/2005/8/layout/hierarchy1"/>
    <dgm:cxn modelId="{D61AA29D-DCE2-412F-A87C-1F778F1EA06C}" type="presParOf" srcId="{299AB301-77BA-4123-A256-DA70EA2C04C3}" destId="{5A8BC002-B566-4530-9BC3-A1F38F64BD2E}" srcOrd="1" destOrd="0" presId="urn:microsoft.com/office/officeart/2005/8/layout/hierarchy1"/>
    <dgm:cxn modelId="{2611D3C7-0A4D-4634-BF73-9C4BDD1CA640}" type="presParOf" srcId="{9260B330-B76B-489B-9C68-9632C51C5118}" destId="{23F82071-5CAD-469D-AAB0-878556DEC181}" srcOrd="1" destOrd="0" presId="urn:microsoft.com/office/officeart/2005/8/layout/hierarchy1"/>
    <dgm:cxn modelId="{1D2F53CE-392C-43A0-9CB0-9723C9535CCE}" type="presParOf" srcId="{ECD8709A-ED1C-480D-BF46-E8FE8EB687B1}" destId="{0C72EEBB-F0D6-4E13-8AF9-09B4E57DDB00}" srcOrd="6" destOrd="0" presId="urn:microsoft.com/office/officeart/2005/8/layout/hierarchy1"/>
    <dgm:cxn modelId="{712E7E33-4ED0-499F-85F6-407366985385}" type="presParOf" srcId="{ECD8709A-ED1C-480D-BF46-E8FE8EB687B1}" destId="{216A3711-83EE-4FB9-A8C0-2C554DAD8750}" srcOrd="7" destOrd="0" presId="urn:microsoft.com/office/officeart/2005/8/layout/hierarchy1"/>
    <dgm:cxn modelId="{B1202925-D51C-487F-8A76-A423DB570D6E}" type="presParOf" srcId="{216A3711-83EE-4FB9-A8C0-2C554DAD8750}" destId="{CE2403D7-03D7-4551-9860-E82A54BA1798}" srcOrd="0" destOrd="0" presId="urn:microsoft.com/office/officeart/2005/8/layout/hierarchy1"/>
    <dgm:cxn modelId="{23D8BDD0-D564-4F0C-A7B3-38BDA1ECC898}" type="presParOf" srcId="{CE2403D7-03D7-4551-9860-E82A54BA1798}" destId="{1477F620-02C7-4556-8812-A37452EB1956}" srcOrd="0" destOrd="0" presId="urn:microsoft.com/office/officeart/2005/8/layout/hierarchy1"/>
    <dgm:cxn modelId="{F704C558-250A-4F7F-BB62-0F8C6F6F0289}" type="presParOf" srcId="{CE2403D7-03D7-4551-9860-E82A54BA1798}" destId="{7752F5B8-6F5A-4480-A611-5973C219A67B}" srcOrd="1" destOrd="0" presId="urn:microsoft.com/office/officeart/2005/8/layout/hierarchy1"/>
    <dgm:cxn modelId="{CFEC60C2-9D11-4838-AD31-DF5A6C70619B}" type="presParOf" srcId="{216A3711-83EE-4FB9-A8C0-2C554DAD8750}" destId="{E44AE4B4-611A-4E33-A3CF-2D7943CC9C3D}"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374A1D6-C516-4088-BF57-60FAFC0468FD}" type="doc">
      <dgm:prSet loTypeId="urn:microsoft.com/office/officeart/2005/8/layout/rings+Icon" loCatId="relationship" qsTypeId="urn:microsoft.com/office/officeart/2005/8/quickstyle/simple1" qsCatId="simple" csTypeId="urn:microsoft.com/office/officeart/2005/8/colors/accent1_2" csCatId="accent1" phldr="1"/>
      <dgm:spPr/>
    </dgm:pt>
    <dgm:pt modelId="{75DE8C5D-852F-4EA9-A4FF-9F1BF76397DF}">
      <dgm:prSet phldrT="[Text]"/>
      <dgm:spPr/>
      <dgm:t>
        <a:bodyPr/>
        <a:lstStyle/>
        <a:p>
          <a:r>
            <a:rPr lang="en-IN" b="1" dirty="0"/>
            <a:t>RURAL</a:t>
          </a:r>
        </a:p>
      </dgm:t>
    </dgm:pt>
    <dgm:pt modelId="{44B374F6-A421-4F2E-9550-E335AAE111E0}" type="parTrans" cxnId="{04C98CCF-D0B0-4DE9-85AD-5A2F918473AA}">
      <dgm:prSet/>
      <dgm:spPr/>
      <dgm:t>
        <a:bodyPr/>
        <a:lstStyle/>
        <a:p>
          <a:endParaRPr lang="en-IN"/>
        </a:p>
      </dgm:t>
    </dgm:pt>
    <dgm:pt modelId="{091F74F6-3809-4E6B-9AAE-1223F75FA81A}" type="sibTrans" cxnId="{04C98CCF-D0B0-4DE9-85AD-5A2F918473AA}">
      <dgm:prSet/>
      <dgm:spPr/>
      <dgm:t>
        <a:bodyPr/>
        <a:lstStyle/>
        <a:p>
          <a:endParaRPr lang="en-IN"/>
        </a:p>
      </dgm:t>
    </dgm:pt>
    <dgm:pt modelId="{764A386F-968B-4F44-8406-F1CBC04DB9D1}">
      <dgm:prSet phldrT="[Text]"/>
      <dgm:spPr/>
      <dgm:t>
        <a:bodyPr/>
        <a:lstStyle/>
        <a:p>
          <a:r>
            <a:rPr lang="en-IN" b="1" dirty="0"/>
            <a:t>BEHAVIOURS</a:t>
          </a:r>
        </a:p>
      </dgm:t>
    </dgm:pt>
    <dgm:pt modelId="{F0EEBEA4-5579-4EAF-8E01-9AB7B1DBADCC}" type="parTrans" cxnId="{0CCAC54B-D537-4828-B1E4-7D8025B91566}">
      <dgm:prSet/>
      <dgm:spPr/>
      <dgm:t>
        <a:bodyPr/>
        <a:lstStyle/>
        <a:p>
          <a:endParaRPr lang="en-IN"/>
        </a:p>
      </dgm:t>
    </dgm:pt>
    <dgm:pt modelId="{89BEF7DF-80B0-45A6-A688-928098D39971}" type="sibTrans" cxnId="{0CCAC54B-D537-4828-B1E4-7D8025B91566}">
      <dgm:prSet/>
      <dgm:spPr/>
      <dgm:t>
        <a:bodyPr/>
        <a:lstStyle/>
        <a:p>
          <a:endParaRPr lang="en-IN"/>
        </a:p>
      </dgm:t>
    </dgm:pt>
    <dgm:pt modelId="{D074C10A-EE8A-4F40-9D11-BB03F557CBA5}">
      <dgm:prSet phldrT="[Text]"/>
      <dgm:spPr/>
      <dgm:t>
        <a:bodyPr/>
        <a:lstStyle/>
        <a:p>
          <a:r>
            <a:rPr lang="en-IN" b="1" dirty="0"/>
            <a:t>URBAN</a:t>
          </a:r>
        </a:p>
      </dgm:t>
    </dgm:pt>
    <dgm:pt modelId="{F0A6548F-6373-4C12-8382-293B059EC407}" type="parTrans" cxnId="{EB7CD472-FFBB-48F7-BCD3-32D26EFD1EFB}">
      <dgm:prSet/>
      <dgm:spPr/>
      <dgm:t>
        <a:bodyPr/>
        <a:lstStyle/>
        <a:p>
          <a:endParaRPr lang="en-IN"/>
        </a:p>
      </dgm:t>
    </dgm:pt>
    <dgm:pt modelId="{ABC69F64-E34C-47DD-A550-C505F9067826}" type="sibTrans" cxnId="{EB7CD472-FFBB-48F7-BCD3-32D26EFD1EFB}">
      <dgm:prSet/>
      <dgm:spPr/>
      <dgm:t>
        <a:bodyPr/>
        <a:lstStyle/>
        <a:p>
          <a:endParaRPr lang="en-IN"/>
        </a:p>
      </dgm:t>
    </dgm:pt>
    <dgm:pt modelId="{9056AE03-E2C7-49C1-9D98-5A92B34373F4}" type="pres">
      <dgm:prSet presAssocID="{2374A1D6-C516-4088-BF57-60FAFC0468FD}" presName="Name0" presStyleCnt="0">
        <dgm:presLayoutVars>
          <dgm:chMax val="7"/>
          <dgm:dir/>
          <dgm:resizeHandles val="exact"/>
        </dgm:presLayoutVars>
      </dgm:prSet>
      <dgm:spPr/>
    </dgm:pt>
    <dgm:pt modelId="{5CB1D9FA-F950-4215-AED0-5C9F502CBACC}" type="pres">
      <dgm:prSet presAssocID="{2374A1D6-C516-4088-BF57-60FAFC0468FD}" presName="ellipse1" presStyleLbl="vennNode1" presStyleIdx="0" presStyleCnt="3" custLinFactNeighborX="-52412" custLinFactNeighborY="67649">
        <dgm:presLayoutVars>
          <dgm:bulletEnabled val="1"/>
        </dgm:presLayoutVars>
      </dgm:prSet>
      <dgm:spPr/>
    </dgm:pt>
    <dgm:pt modelId="{5E587AC8-91CC-4B46-A0D4-EF9162EC89AD}" type="pres">
      <dgm:prSet presAssocID="{2374A1D6-C516-4088-BF57-60FAFC0468FD}" presName="ellipse2" presStyleLbl="vennNode1" presStyleIdx="1" presStyleCnt="3" custScaleX="149285" custScaleY="156777" custLinFactNeighborX="-30" custLinFactNeighborY="-24461">
        <dgm:presLayoutVars>
          <dgm:bulletEnabled val="1"/>
        </dgm:presLayoutVars>
      </dgm:prSet>
      <dgm:spPr/>
    </dgm:pt>
    <dgm:pt modelId="{19D696BC-D3B9-46AC-B383-CB1EAA874476}" type="pres">
      <dgm:prSet presAssocID="{2374A1D6-C516-4088-BF57-60FAFC0468FD}" presName="ellipse3" presStyleLbl="vennNode1" presStyleIdx="2" presStyleCnt="3" custScaleX="101900" custLinFactNeighborX="52690" custLinFactNeighborY="71161">
        <dgm:presLayoutVars>
          <dgm:bulletEnabled val="1"/>
        </dgm:presLayoutVars>
      </dgm:prSet>
      <dgm:spPr/>
    </dgm:pt>
  </dgm:ptLst>
  <dgm:cxnLst>
    <dgm:cxn modelId="{0CCAC54B-D537-4828-B1E4-7D8025B91566}" srcId="{2374A1D6-C516-4088-BF57-60FAFC0468FD}" destId="{764A386F-968B-4F44-8406-F1CBC04DB9D1}" srcOrd="1" destOrd="0" parTransId="{F0EEBEA4-5579-4EAF-8E01-9AB7B1DBADCC}" sibTransId="{89BEF7DF-80B0-45A6-A688-928098D39971}"/>
    <dgm:cxn modelId="{EB7CD472-FFBB-48F7-BCD3-32D26EFD1EFB}" srcId="{2374A1D6-C516-4088-BF57-60FAFC0468FD}" destId="{D074C10A-EE8A-4F40-9D11-BB03F557CBA5}" srcOrd="2" destOrd="0" parTransId="{F0A6548F-6373-4C12-8382-293B059EC407}" sibTransId="{ABC69F64-E34C-47DD-A550-C505F9067826}"/>
    <dgm:cxn modelId="{BF3C7477-8C78-41E2-907E-34A464DFA30B}" type="presOf" srcId="{764A386F-968B-4F44-8406-F1CBC04DB9D1}" destId="{5E587AC8-91CC-4B46-A0D4-EF9162EC89AD}" srcOrd="0" destOrd="0" presId="urn:microsoft.com/office/officeart/2005/8/layout/rings+Icon"/>
    <dgm:cxn modelId="{0BA55786-2358-43AB-8901-3F08CA62A95F}" type="presOf" srcId="{75DE8C5D-852F-4EA9-A4FF-9F1BF76397DF}" destId="{5CB1D9FA-F950-4215-AED0-5C9F502CBACC}" srcOrd="0" destOrd="0" presId="urn:microsoft.com/office/officeart/2005/8/layout/rings+Icon"/>
    <dgm:cxn modelId="{94AE5CA4-CCF5-454A-B96D-3039D6FF2238}" type="presOf" srcId="{D074C10A-EE8A-4F40-9D11-BB03F557CBA5}" destId="{19D696BC-D3B9-46AC-B383-CB1EAA874476}" srcOrd="0" destOrd="0" presId="urn:microsoft.com/office/officeart/2005/8/layout/rings+Icon"/>
    <dgm:cxn modelId="{04C98CCF-D0B0-4DE9-85AD-5A2F918473AA}" srcId="{2374A1D6-C516-4088-BF57-60FAFC0468FD}" destId="{75DE8C5D-852F-4EA9-A4FF-9F1BF76397DF}" srcOrd="0" destOrd="0" parTransId="{44B374F6-A421-4F2E-9550-E335AAE111E0}" sibTransId="{091F74F6-3809-4E6B-9AAE-1223F75FA81A}"/>
    <dgm:cxn modelId="{3112CED3-2AA5-4190-9923-60DCA0DD62FE}" type="presOf" srcId="{2374A1D6-C516-4088-BF57-60FAFC0468FD}" destId="{9056AE03-E2C7-49C1-9D98-5A92B34373F4}" srcOrd="0" destOrd="0" presId="urn:microsoft.com/office/officeart/2005/8/layout/rings+Icon"/>
    <dgm:cxn modelId="{7D2F4E6E-1A77-4D5B-9667-B41B312E55FD}" type="presParOf" srcId="{9056AE03-E2C7-49C1-9D98-5A92B34373F4}" destId="{5CB1D9FA-F950-4215-AED0-5C9F502CBACC}" srcOrd="0" destOrd="0" presId="urn:microsoft.com/office/officeart/2005/8/layout/rings+Icon"/>
    <dgm:cxn modelId="{9A439F7A-B99E-4431-8EA2-6951ABDFAB8F}" type="presParOf" srcId="{9056AE03-E2C7-49C1-9D98-5A92B34373F4}" destId="{5E587AC8-91CC-4B46-A0D4-EF9162EC89AD}" srcOrd="1" destOrd="0" presId="urn:microsoft.com/office/officeart/2005/8/layout/rings+Icon"/>
    <dgm:cxn modelId="{E386EAE3-7D25-4655-A014-DC5E23BCB9B1}" type="presParOf" srcId="{9056AE03-E2C7-49C1-9D98-5A92B34373F4}" destId="{19D696BC-D3B9-46AC-B383-CB1EAA874476}" srcOrd="2" destOrd="0" presId="urn:microsoft.com/office/officeart/2005/8/layout/rings+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E51207-B08D-4329-9311-10128783B4D6}">
      <dsp:nvSpPr>
        <dsp:cNvPr id="0" name=""/>
        <dsp:cNvSpPr/>
      </dsp:nvSpPr>
      <dsp:spPr>
        <a:xfrm>
          <a:off x="2209841" y="1693663"/>
          <a:ext cx="1990145" cy="451926"/>
        </a:xfrm>
        <a:custGeom>
          <a:avLst/>
          <a:gdLst/>
          <a:ahLst/>
          <a:cxnLst/>
          <a:rect l="0" t="0" r="0" b="0"/>
          <a:pathLst>
            <a:path>
              <a:moveTo>
                <a:pt x="1990145" y="0"/>
              </a:moveTo>
              <a:lnTo>
                <a:pt x="1990145" y="205314"/>
              </a:lnTo>
              <a:lnTo>
                <a:pt x="0" y="205314"/>
              </a:lnTo>
              <a:lnTo>
                <a:pt x="0" y="451926"/>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531810-6EA4-407E-8BE5-2FBBFDC0F29E}">
      <dsp:nvSpPr>
        <dsp:cNvPr id="0" name=""/>
        <dsp:cNvSpPr/>
      </dsp:nvSpPr>
      <dsp:spPr>
        <a:xfrm>
          <a:off x="4199986" y="1693663"/>
          <a:ext cx="3102550" cy="465348"/>
        </a:xfrm>
        <a:custGeom>
          <a:avLst/>
          <a:gdLst/>
          <a:ahLst/>
          <a:cxnLst/>
          <a:rect l="0" t="0" r="0" b="0"/>
          <a:pathLst>
            <a:path>
              <a:moveTo>
                <a:pt x="0" y="0"/>
              </a:moveTo>
              <a:lnTo>
                <a:pt x="0" y="218736"/>
              </a:lnTo>
              <a:lnTo>
                <a:pt x="3102550" y="218736"/>
              </a:lnTo>
              <a:lnTo>
                <a:pt x="3102550" y="465348"/>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4FD1E5A-728B-4AD4-B777-ADC98FA589B0}">
      <dsp:nvSpPr>
        <dsp:cNvPr id="0" name=""/>
        <dsp:cNvSpPr/>
      </dsp:nvSpPr>
      <dsp:spPr>
        <a:xfrm>
          <a:off x="1506435" y="3239"/>
          <a:ext cx="5387101" cy="169042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1617654-4532-4F5E-A99A-57AFDBEF6077}">
      <dsp:nvSpPr>
        <dsp:cNvPr id="0" name=""/>
        <dsp:cNvSpPr/>
      </dsp:nvSpPr>
      <dsp:spPr>
        <a:xfrm>
          <a:off x="1802222" y="284237"/>
          <a:ext cx="5387101" cy="1690423"/>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IN" sz="4300" kern="1200" dirty="0"/>
            <a:t>COMMUNICATION</a:t>
          </a:r>
        </a:p>
      </dsp:txBody>
      <dsp:txXfrm>
        <a:off x="1851733" y="333748"/>
        <a:ext cx="5288079" cy="1591401"/>
      </dsp:txXfrm>
    </dsp:sp>
    <dsp:sp modelId="{AFB7AC9D-21F9-445A-A9D3-00FA58A9647C}">
      <dsp:nvSpPr>
        <dsp:cNvPr id="0" name=""/>
        <dsp:cNvSpPr/>
      </dsp:nvSpPr>
      <dsp:spPr>
        <a:xfrm>
          <a:off x="5400876" y="2159012"/>
          <a:ext cx="3803320" cy="169042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D470A0F-7FE4-44CC-9002-86E2C2736A36}">
      <dsp:nvSpPr>
        <dsp:cNvPr id="0" name=""/>
        <dsp:cNvSpPr/>
      </dsp:nvSpPr>
      <dsp:spPr>
        <a:xfrm>
          <a:off x="5696664" y="2440010"/>
          <a:ext cx="3803320" cy="1690423"/>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IN" sz="4300" kern="1200" dirty="0"/>
            <a:t>NON-VERBAL</a:t>
          </a:r>
        </a:p>
      </dsp:txBody>
      <dsp:txXfrm>
        <a:off x="5746175" y="2489521"/>
        <a:ext cx="3704298" cy="1591401"/>
      </dsp:txXfrm>
    </dsp:sp>
    <dsp:sp modelId="{BD9A1029-6A0E-40AF-9C9A-1E51F88CAB8C}">
      <dsp:nvSpPr>
        <dsp:cNvPr id="0" name=""/>
        <dsp:cNvSpPr/>
      </dsp:nvSpPr>
      <dsp:spPr>
        <a:xfrm>
          <a:off x="583413" y="2145590"/>
          <a:ext cx="3252854" cy="169042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8F8F35-A811-4A3F-8050-12B0449AC292}">
      <dsp:nvSpPr>
        <dsp:cNvPr id="0" name=""/>
        <dsp:cNvSpPr/>
      </dsp:nvSpPr>
      <dsp:spPr>
        <a:xfrm>
          <a:off x="879201" y="2426588"/>
          <a:ext cx="3252854" cy="1690423"/>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IN" sz="4300" kern="1200" dirty="0"/>
            <a:t>VERBAL</a:t>
          </a:r>
        </a:p>
      </dsp:txBody>
      <dsp:txXfrm>
        <a:off x="928712" y="2476099"/>
        <a:ext cx="3153832" cy="15914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72EEBB-F0D6-4E13-8AF9-09B4E57DDB00}">
      <dsp:nvSpPr>
        <dsp:cNvPr id="0" name=""/>
        <dsp:cNvSpPr/>
      </dsp:nvSpPr>
      <dsp:spPr>
        <a:xfrm>
          <a:off x="5301152" y="1755151"/>
          <a:ext cx="2543888" cy="2518357"/>
        </a:xfrm>
        <a:custGeom>
          <a:avLst/>
          <a:gdLst/>
          <a:ahLst/>
          <a:cxnLst/>
          <a:rect l="0" t="0" r="0" b="0"/>
          <a:pathLst>
            <a:path>
              <a:moveTo>
                <a:pt x="0" y="0"/>
              </a:moveTo>
              <a:lnTo>
                <a:pt x="0" y="2310607"/>
              </a:lnTo>
              <a:lnTo>
                <a:pt x="2543888" y="2310607"/>
              </a:lnTo>
              <a:lnTo>
                <a:pt x="2543888" y="2518357"/>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D71EDA6-E30F-4B00-B5BC-89A7D780CF4D}">
      <dsp:nvSpPr>
        <dsp:cNvPr id="0" name=""/>
        <dsp:cNvSpPr/>
      </dsp:nvSpPr>
      <dsp:spPr>
        <a:xfrm>
          <a:off x="5301152" y="1755151"/>
          <a:ext cx="3337131" cy="513959"/>
        </a:xfrm>
        <a:custGeom>
          <a:avLst/>
          <a:gdLst/>
          <a:ahLst/>
          <a:cxnLst/>
          <a:rect l="0" t="0" r="0" b="0"/>
          <a:pathLst>
            <a:path>
              <a:moveTo>
                <a:pt x="0" y="0"/>
              </a:moveTo>
              <a:lnTo>
                <a:pt x="0" y="306208"/>
              </a:lnTo>
              <a:lnTo>
                <a:pt x="3337131" y="306208"/>
              </a:lnTo>
              <a:lnTo>
                <a:pt x="3337131" y="513959"/>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39C7E0-A3E5-4779-A872-820F5E0B15B0}">
      <dsp:nvSpPr>
        <dsp:cNvPr id="0" name=""/>
        <dsp:cNvSpPr/>
      </dsp:nvSpPr>
      <dsp:spPr>
        <a:xfrm>
          <a:off x="3790721" y="1755151"/>
          <a:ext cx="1510430" cy="2406385"/>
        </a:xfrm>
        <a:custGeom>
          <a:avLst/>
          <a:gdLst/>
          <a:ahLst/>
          <a:cxnLst/>
          <a:rect l="0" t="0" r="0" b="0"/>
          <a:pathLst>
            <a:path>
              <a:moveTo>
                <a:pt x="1510430" y="0"/>
              </a:moveTo>
              <a:lnTo>
                <a:pt x="1510430" y="2198634"/>
              </a:lnTo>
              <a:lnTo>
                <a:pt x="0" y="2198634"/>
              </a:lnTo>
              <a:lnTo>
                <a:pt x="0" y="240638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B5A27C8-4FD8-433C-B5B6-63D68E8952B7}">
      <dsp:nvSpPr>
        <dsp:cNvPr id="0" name=""/>
        <dsp:cNvSpPr/>
      </dsp:nvSpPr>
      <dsp:spPr>
        <a:xfrm>
          <a:off x="1357305" y="1755151"/>
          <a:ext cx="3943846" cy="709337"/>
        </a:xfrm>
        <a:custGeom>
          <a:avLst/>
          <a:gdLst/>
          <a:ahLst/>
          <a:cxnLst/>
          <a:rect l="0" t="0" r="0" b="0"/>
          <a:pathLst>
            <a:path>
              <a:moveTo>
                <a:pt x="3943846" y="0"/>
              </a:moveTo>
              <a:lnTo>
                <a:pt x="3943846" y="501587"/>
              </a:lnTo>
              <a:lnTo>
                <a:pt x="0" y="501587"/>
              </a:lnTo>
              <a:lnTo>
                <a:pt x="0" y="709337"/>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EA95E2-E387-4C1E-9196-8D2A0566ACE7}">
      <dsp:nvSpPr>
        <dsp:cNvPr id="0" name=""/>
        <dsp:cNvSpPr/>
      </dsp:nvSpPr>
      <dsp:spPr>
        <a:xfrm>
          <a:off x="3834869" y="139943"/>
          <a:ext cx="2932566" cy="161520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B772AE-98BD-4799-B7D3-5440E9FAD2FE}">
      <dsp:nvSpPr>
        <dsp:cNvPr id="0" name=""/>
        <dsp:cNvSpPr/>
      </dsp:nvSpPr>
      <dsp:spPr>
        <a:xfrm>
          <a:off x="4084045" y="376661"/>
          <a:ext cx="2932566" cy="161520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COMM--BARRIERS</a:t>
          </a:r>
        </a:p>
      </dsp:txBody>
      <dsp:txXfrm>
        <a:off x="4131353" y="423969"/>
        <a:ext cx="2837950" cy="1520591"/>
      </dsp:txXfrm>
    </dsp:sp>
    <dsp:sp modelId="{3B0B35E7-5E9D-4EE6-ADF8-5BC1350B71B7}">
      <dsp:nvSpPr>
        <dsp:cNvPr id="0" name=""/>
        <dsp:cNvSpPr/>
      </dsp:nvSpPr>
      <dsp:spPr>
        <a:xfrm>
          <a:off x="236011" y="2464489"/>
          <a:ext cx="2242588" cy="142404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CF462E-DD10-429C-BE8D-3AD71FDBFAB2}">
      <dsp:nvSpPr>
        <dsp:cNvPr id="0" name=""/>
        <dsp:cNvSpPr/>
      </dsp:nvSpPr>
      <dsp:spPr>
        <a:xfrm>
          <a:off x="485187" y="2701207"/>
          <a:ext cx="2242588" cy="1424043"/>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PHYSICAL</a:t>
          </a:r>
        </a:p>
      </dsp:txBody>
      <dsp:txXfrm>
        <a:off x="526896" y="2742916"/>
        <a:ext cx="2159170" cy="1340625"/>
      </dsp:txXfrm>
    </dsp:sp>
    <dsp:sp modelId="{C8796F00-AB1C-4446-B229-98544AF90B35}">
      <dsp:nvSpPr>
        <dsp:cNvPr id="0" name=""/>
        <dsp:cNvSpPr/>
      </dsp:nvSpPr>
      <dsp:spPr>
        <a:xfrm>
          <a:off x="2669427" y="4161536"/>
          <a:ext cx="2242588" cy="142404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80A632-CA75-4962-8A42-BE60C718BFF9}">
      <dsp:nvSpPr>
        <dsp:cNvPr id="0" name=""/>
        <dsp:cNvSpPr/>
      </dsp:nvSpPr>
      <dsp:spPr>
        <a:xfrm>
          <a:off x="2918603" y="4398254"/>
          <a:ext cx="2242588" cy="1424043"/>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CROSS-CULTURAL</a:t>
          </a:r>
        </a:p>
      </dsp:txBody>
      <dsp:txXfrm>
        <a:off x="2960312" y="4439963"/>
        <a:ext cx="2159170" cy="1340625"/>
      </dsp:txXfrm>
    </dsp:sp>
    <dsp:sp modelId="{B3E4EA8E-5732-4892-86D3-A7C1CD206156}">
      <dsp:nvSpPr>
        <dsp:cNvPr id="0" name=""/>
        <dsp:cNvSpPr/>
      </dsp:nvSpPr>
      <dsp:spPr>
        <a:xfrm>
          <a:off x="7516989" y="2269110"/>
          <a:ext cx="2242588" cy="142404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A8BC002-B566-4530-9BC3-A1F38F64BD2E}">
      <dsp:nvSpPr>
        <dsp:cNvPr id="0" name=""/>
        <dsp:cNvSpPr/>
      </dsp:nvSpPr>
      <dsp:spPr>
        <a:xfrm>
          <a:off x="7766166" y="2505828"/>
          <a:ext cx="2242588" cy="1424043"/>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SOCIAL / PSYCHOLOGICAL</a:t>
          </a:r>
        </a:p>
      </dsp:txBody>
      <dsp:txXfrm>
        <a:off x="7807875" y="2547537"/>
        <a:ext cx="2159170" cy="1340625"/>
      </dsp:txXfrm>
    </dsp:sp>
    <dsp:sp modelId="{1477F620-02C7-4556-8812-A37452EB1956}">
      <dsp:nvSpPr>
        <dsp:cNvPr id="0" name=""/>
        <dsp:cNvSpPr/>
      </dsp:nvSpPr>
      <dsp:spPr>
        <a:xfrm>
          <a:off x="6723746" y="4273509"/>
          <a:ext cx="2242588" cy="142404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52F5B8-6F5A-4480-A611-5973C219A67B}">
      <dsp:nvSpPr>
        <dsp:cNvPr id="0" name=""/>
        <dsp:cNvSpPr/>
      </dsp:nvSpPr>
      <dsp:spPr>
        <a:xfrm>
          <a:off x="6972922" y="4510227"/>
          <a:ext cx="2242588" cy="1424043"/>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SEMANTIC AND LANGUAGE</a:t>
          </a:r>
        </a:p>
      </dsp:txBody>
      <dsp:txXfrm>
        <a:off x="7014631" y="4551936"/>
        <a:ext cx="2159170" cy="134062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B1D9FA-F950-4215-AED0-5C9F502CBACC}">
      <dsp:nvSpPr>
        <dsp:cNvPr id="0" name=""/>
        <dsp:cNvSpPr/>
      </dsp:nvSpPr>
      <dsp:spPr>
        <a:xfrm>
          <a:off x="722430" y="1278104"/>
          <a:ext cx="2391036" cy="2391002"/>
        </a:xfrm>
        <a:prstGeom prst="ellipse">
          <a:avLst/>
        </a:prstGeom>
        <a:solidFill>
          <a:schemeClr val="accent1">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IN" sz="2900" b="1" kern="1200" dirty="0"/>
            <a:t>RURAL</a:t>
          </a:r>
        </a:p>
      </dsp:txBody>
      <dsp:txXfrm>
        <a:off x="1072589" y="1628258"/>
        <a:ext cx="1690718" cy="1690694"/>
      </dsp:txXfrm>
    </dsp:sp>
    <dsp:sp modelId="{5E587AC8-91CC-4B46-A0D4-EF9162EC89AD}">
      <dsp:nvSpPr>
        <dsp:cNvPr id="0" name=""/>
        <dsp:cNvSpPr/>
      </dsp:nvSpPr>
      <dsp:spPr>
        <a:xfrm>
          <a:off x="2616380" y="0"/>
          <a:ext cx="3569458" cy="3748541"/>
        </a:xfrm>
        <a:prstGeom prst="ellipse">
          <a:avLst/>
        </a:prstGeom>
        <a:solidFill>
          <a:schemeClr val="accent1">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IN" sz="2900" b="1" kern="1200" dirty="0"/>
            <a:t>BEHAVIOURS</a:t>
          </a:r>
        </a:p>
      </dsp:txBody>
      <dsp:txXfrm>
        <a:off x="3139115" y="548961"/>
        <a:ext cx="2523988" cy="2650619"/>
      </dsp:txXfrm>
    </dsp:sp>
    <dsp:sp modelId="{19D696BC-D3B9-46AC-B383-CB1EAA874476}">
      <dsp:nvSpPr>
        <dsp:cNvPr id="0" name=""/>
        <dsp:cNvSpPr/>
      </dsp:nvSpPr>
      <dsp:spPr>
        <a:xfrm>
          <a:off x="5672663" y="1362076"/>
          <a:ext cx="2436466" cy="2391002"/>
        </a:xfrm>
        <a:prstGeom prst="ellipse">
          <a:avLst/>
        </a:prstGeom>
        <a:solidFill>
          <a:schemeClr val="accent1">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IN" sz="2900" b="1" kern="1200" dirty="0"/>
            <a:t>URBAN</a:t>
          </a:r>
        </a:p>
      </dsp:txBody>
      <dsp:txXfrm>
        <a:off x="6029475" y="1712230"/>
        <a:ext cx="1722842" cy="169069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ings+Icon">
  <dgm:title val="Interconnected Rings"/>
  <dgm:desc val="Use to show overlapping or interconnected ideas or concepts. The first seven lines of Level 1 text correspond with a circle. Unused text does not appear, but remains available if you switch layouts.  "/>
  <dgm:catLst>
    <dgm:cat type="relationship" pri="32000"/>
    <dgm:cat type="officeonline" pri="6000"/>
  </dgm:catLst>
  <dgm:sampData useDef="1">
    <dgm:dataModel>
      <dgm:ptLst/>
      <dgm:bg/>
      <dgm:whole/>
    </dgm:dataModel>
  </dgm:sampData>
  <dgm:styleData>
    <dgm:dataModel>
      <dgm:ptLst>
        <dgm:pt modelId="0" type="doc"/>
        <dgm:pt modelId="10"/>
        <dgm:pt modelId="20"/>
      </dgm:ptLst>
      <dgm:cxnLst>
        <dgm:cxn modelId="30" srcId="0" destId="10" srcOrd="0" destOrd="0"/>
        <dgm:cxn modelId="40" srcId="0" destId="20" srcOrd="1" destOrd="0"/>
      </dgm:cxnLst>
      <dgm:bg/>
      <dgm:whole/>
    </dgm:dataModel>
  </dgm:styleData>
  <dgm:clrData>
    <dgm:dataModel>
      <dgm:ptLst>
        <dgm:pt modelId="0" type="doc"/>
        <dgm:pt modelId="10"/>
        <dgm:pt modelId="20"/>
        <dgm:pt modelId="30"/>
        <dgm:pt modelId="40"/>
      </dgm:ptLst>
      <dgm:cxnLst>
        <dgm:cxn modelId="50" srcId="0" destId="10" srcOrd="0" destOrd="0"/>
        <dgm:cxn modelId="60" srcId="0" destId="20" srcOrd="1" destOrd="0"/>
        <dgm:cxn modelId="70" srcId="0" destId="30" srcOrd="2" destOrd="0"/>
        <dgm:cxn modelId="80" srcId="0" destId="40" srcOrd="2" destOrd="0"/>
      </dgm:cxnLst>
      <dgm:bg/>
      <dgm:whole/>
    </dgm:dataModel>
  </dgm:clrData>
  <dgm:layoutNode name="Name0">
    <dgm:varLst>
      <dgm:chMax val="7"/>
      <dgm:dir/>
      <dgm:resizeHandles val="exact"/>
    </dgm:varLst>
    <dgm:choose name="Name1">
      <dgm:if name="Name2" axis="ch" ptType="node" func="cnt" op="lt" val="1">
        <dgm:alg type="composite"/>
        <dgm:shape xmlns:r="http://schemas.openxmlformats.org/officeDocument/2006/relationships" r:blip="">
          <dgm:adjLst/>
        </dgm:shape>
        <dgm:presOf/>
        <dgm:constrLst/>
        <dgm:ruleLst/>
      </dgm:if>
      <dgm:if name="Name3" axis="ch" ptType="node" func="cnt" op="equ" val="1">
        <dgm:alg type="composite">
          <dgm:param type="ar" val="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dgm:constr type="h" for="ch" forName="ellipse1" refType="h"/>
        </dgm:constrLst>
      </dgm:if>
      <dgm:if name="Name4" axis="ch" ptType="node" func="cnt" op="equ" val="2">
        <dgm:alg type="composite">
          <dgm:param type="ar" val="0.908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6602"/>
          <dgm:constr type="h" for="ch" forName="ellipse1" refType="h" fact="0.5999"/>
          <dgm:constr type="l" for="ch" forName="ellipse2" refType="w" fact="0.3398"/>
          <dgm:constr type="t" for="ch" forName="ellipse2" refType="h" fact="0.4001"/>
          <dgm:constr type="w" for="ch" forName="ellipse2" refType="w" fact="0.6602"/>
          <dgm:constr type="h" for="ch" forName="ellipse2" refType="h" fact="0.5999"/>
        </dgm:constrLst>
      </dgm:if>
      <dgm:if name="Name5" axis="ch" ptType="node" func="cnt" op="equ" val="3">
        <dgm:alg type="composite">
          <dgm:param type="ar" val="1.217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4929"/>
          <dgm:constr type="h" for="ch" forName="ellipse1" refType="h" fact="0.5999"/>
          <dgm:constr type="l" for="ch" forName="ellipse2" refType="w" fact="0.2537"/>
          <dgm:constr type="t" for="ch" forName="ellipse2" refType="h" fact="0.4001"/>
          <dgm:constr type="w" for="ch" forName="ellipse2" refType="w" fact="0.4929"/>
          <dgm:constr type="h" for="ch" forName="ellipse2" refType="h" fact="0.5999"/>
          <dgm:constr type="l" for="ch" forName="ellipse3" refType="w" fact="0.5071"/>
          <dgm:constr type="t" for="ch" forName="ellipse3" refType="h" fact="0"/>
          <dgm:constr type="w" for="ch" forName="ellipse3" refType="w" fact="0.4929"/>
          <dgm:constr type="h" for="ch" forName="ellipse3" refType="h" fact="0.5999"/>
        </dgm:constrLst>
      </dgm:if>
      <dgm:if name="Name6" axis="ch" ptType="node" func="cnt" op="equ" val="4">
        <dgm:alg type="composite">
          <dgm:param type="ar" val="1.5255"/>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932"/>
          <dgm:constr type="h" for="ch" forName="ellipse1" refType="h" fact="0.5999"/>
          <dgm:constr type="l" for="ch" forName="ellipse2" refType="w" fact="0.2023"/>
          <dgm:constr type="t" for="ch" forName="ellipse2" refType="h" fact="0.4001"/>
          <dgm:constr type="w" for="ch" forName="ellipse2" refType="w" fact="0.3932"/>
          <dgm:constr type="h" for="ch" forName="ellipse2" refType="h" fact="0.5999"/>
          <dgm:constr type="l" for="ch" forName="ellipse3" refType="w" fact="0.4045"/>
          <dgm:constr type="t" for="ch" forName="ellipse3" refType="h" fact="0"/>
          <dgm:constr type="w" for="ch" forName="ellipse3" refType="w" fact="0.3932"/>
          <dgm:constr type="h" for="ch" forName="ellipse3" refType="h" fact="0.5999"/>
          <dgm:constr type="l" for="ch" forName="ellipse4" refType="w" fact="0.6068"/>
          <dgm:constr type="t" for="ch" forName="ellipse4" refType="h" fact="0.4001"/>
          <dgm:constr type="w" for="ch" forName="ellipse4" refType="w" fact="0.3932"/>
          <dgm:constr type="h" for="ch" forName="ellipse4" refType="h" fact="0.5999"/>
        </dgm:constrLst>
      </dgm:if>
      <dgm:if name="Name7" axis="ch" ptType="node" func="cnt" op="equ" val="5">
        <dgm:alg type="composite">
          <dgm:param type="ar" val="1.834"/>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271"/>
          <dgm:constr type="h" for="ch" forName="ellipse1" refType="h" fact="0.5999"/>
          <dgm:constr type="l" for="ch" forName="ellipse2" refType="w" fact="0.1682"/>
          <dgm:constr type="t" for="ch" forName="ellipse2" refType="h" fact="0.4001"/>
          <dgm:constr type="w" for="ch" forName="ellipse2" refType="w" fact="0.3271"/>
          <dgm:constr type="h" for="ch" forName="ellipse2" refType="h" fact="0.5999"/>
          <dgm:constr type="l" for="ch" forName="ellipse3" refType="w" fact="0.3365"/>
          <dgm:constr type="t" for="ch" forName="ellipse3" refType="h" fact="0"/>
          <dgm:constr type="w" for="ch" forName="ellipse3" refType="w" fact="0.3271"/>
          <dgm:constr type="h" for="ch" forName="ellipse3" refType="h" fact="0.5999"/>
          <dgm:constr type="l" for="ch" forName="ellipse4" refType="w" fact="0.5047"/>
          <dgm:constr type="t" for="ch" forName="ellipse4" refType="h" fact="0.4001"/>
          <dgm:constr type="w" for="ch" forName="ellipse4" refType="w" fact="0.3271"/>
          <dgm:constr type="h" for="ch" forName="ellipse4" refType="h" fact="0.5999"/>
          <dgm:constr type="l" for="ch" forName="ellipse5" refType="w" fact="0.6729"/>
          <dgm:constr type="t" for="ch" forName="ellipse5" refType="h" fact="0"/>
          <dgm:constr type="w" for="ch" forName="ellipse5" refType="w" fact="0.3271"/>
          <dgm:constr type="h" for="ch" forName="ellipse5" refType="h" fact="0.5999"/>
        </dgm:constrLst>
      </dgm:if>
      <dgm:if name="Name8" axis="ch" ptType="node" func="cnt" op="equ" val="6">
        <dgm:alg type="composite">
          <dgm:param type="ar" val="2.1873"/>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78"/>
          <dgm:constr type="h" for="ch" forName="ellipse1" refType="h" fact="0.6081"/>
          <dgm:constr type="l" for="ch" forName="ellipse2" refType="w" fact="0.1444"/>
          <dgm:constr type="t" for="ch" forName="ellipse2" refType="h" fact="0.3919"/>
          <dgm:constr type="w" for="ch" forName="ellipse2" refType="w" fact="0.278"/>
          <dgm:constr type="h" for="ch" forName="ellipse2" refType="h" fact="0.6081"/>
          <dgm:constr type="l" for="ch" forName="ellipse3" refType="w" fact="0.2888"/>
          <dgm:constr type="t" for="ch" forName="ellipse3" refType="h" fact="0"/>
          <dgm:constr type="w" for="ch" forName="ellipse3" refType="w" fact="0.278"/>
          <dgm:constr type="h" for="ch" forName="ellipse3" refType="h" fact="0.6081"/>
          <dgm:constr type="l" for="ch" forName="ellipse4" refType="w" fact="0.4332"/>
          <dgm:constr type="t" for="ch" forName="ellipse4" refType="h" fact="0.3919"/>
          <dgm:constr type="w" for="ch" forName="ellipse4" refType="w" fact="0.278"/>
          <dgm:constr type="h" for="ch" forName="ellipse4" refType="h" fact="0.6081"/>
          <dgm:constr type="l" for="ch" forName="ellipse5" refType="w" fact="0.5776"/>
          <dgm:constr type="t" for="ch" forName="ellipse5" refType="h" fact="0"/>
          <dgm:constr type="w" for="ch" forName="ellipse5" refType="w" fact="0.278"/>
          <dgm:constr type="h" for="ch" forName="ellipse5" refType="h" fact="0.6081"/>
          <dgm:constr type="l" for="ch" forName="ellipse6" refType="w" fact="0.722"/>
          <dgm:constr type="t" for="ch" forName="ellipse6" refType="h" fact="0.3919"/>
          <dgm:constr type="w" for="ch" forName="ellipse6" refType="w" fact="0.278"/>
          <dgm:constr type="h" for="ch" forName="ellipse6" refType="h" fact="0.6081"/>
        </dgm:constrLst>
      </dgm:if>
      <dgm:else name="Name9">
        <dgm:alg type="composite">
          <dgm:param type="ar" val="2.346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455"/>
          <dgm:constr type="h" for="ch" forName="ellipse1" refType="h" fact="0.5761"/>
          <dgm:constr type="l" for="ch" forName="ellipse2" refType="w" fact="0.1257"/>
          <dgm:constr type="t" for="ch" forName="ellipse2" refType="h" fact="0.4239"/>
          <dgm:constr type="w" for="ch" forName="ellipse2" refType="w" fact="0.2455"/>
          <dgm:constr type="h" for="ch" forName="ellipse2" refType="h" fact="0.5761"/>
          <dgm:constr type="l" for="ch" forName="ellipse3" refType="w" fact="0.2515"/>
          <dgm:constr type="t" for="ch" forName="ellipse3" refType="h" fact="0"/>
          <dgm:constr type="w" for="ch" forName="ellipse3" refType="w" fact="0.2455"/>
          <dgm:constr type="h" for="ch" forName="ellipse3" refType="h" fact="0.5761"/>
          <dgm:constr type="l" for="ch" forName="ellipse4" refType="w" fact="0.3772"/>
          <dgm:constr type="t" for="ch" forName="ellipse4" refType="h" fact="0.4239"/>
          <dgm:constr type="w" for="ch" forName="ellipse4" refType="w" fact="0.2455"/>
          <dgm:constr type="h" for="ch" forName="ellipse4" refType="h" fact="0.5761"/>
          <dgm:constr type="l" for="ch" forName="ellipse5" refType="w" fact="0.503"/>
          <dgm:constr type="t" for="ch" forName="ellipse5" refType="h" fact="0"/>
          <dgm:constr type="w" for="ch" forName="ellipse5" refType="w" fact="0.2455"/>
          <dgm:constr type="h" for="ch" forName="ellipse5" refType="h" fact="0.5761"/>
          <dgm:constr type="l" for="ch" forName="ellipse6" refType="w" fact="0.6287"/>
          <dgm:constr type="t" for="ch" forName="ellipse6" refType="h" fact="0.4239"/>
          <dgm:constr type="w" for="ch" forName="ellipse6" refType="w" fact="0.2455"/>
          <dgm:constr type="h" for="ch" forName="ellipse6" refType="h" fact="0.5761"/>
          <dgm:constr type="l" for="ch" forName="ellipse7" refType="w" fact="0.7545"/>
          <dgm:constr type="t" for="ch" forName="ellipse7" refType="h" fact="0"/>
          <dgm:constr type="w" for="ch" forName="ellipse7" refType="w" fact="0.2455"/>
          <dgm:constr type="h" for="ch" forName="ellipse7" refType="h" fact="0.5761"/>
        </dgm:constrLst>
      </dgm:else>
    </dgm:choose>
    <dgm:choose name="Name10">
      <dgm:if name="Name11" axis="ch" ptType="node" func="cnt" op="gte" val="1">
        <dgm:layoutNode name="ellipse1" styleLbl="vennNode1">
          <dgm:varLst>
            <dgm:bulletEnabled val="1"/>
          </dgm:varLst>
          <dgm:alg type="tx"/>
          <dgm:shape xmlns:r="http://schemas.openxmlformats.org/officeDocument/2006/relationships" type="ellipse" r:blip="">
            <dgm:adjLst/>
          </dgm:shape>
          <dgm:choose name="Name12">
            <dgm:if name="Name13" func="var" arg="dir" op="equ" val="norm">
              <dgm:presOf axis="ch desOrSelf" ptType="node node" st="1 1" cnt="1 0"/>
            </dgm:if>
            <dgm:else name="Name14">
              <dgm:choose name="Name15">
                <dgm:if name="Name16" axis="ch" ptType="node" func="cnt" op="equ" val="1">
                  <dgm:presOf axis="ch desOrSelf" ptType="node node" st="1 1" cnt="1 0"/>
                </dgm:if>
                <dgm:if name="Name17" axis="ch" ptType="node" func="cnt" op="equ" val="2">
                  <dgm:presOf axis="ch desOrSelf" ptType="node node" st="2 1" cnt="1 0"/>
                </dgm:if>
                <dgm:if name="Name18" axis="ch" ptType="node" func="cnt" op="equ" val="3">
                  <dgm:presOf axis="ch desOrSelf" ptType="node node" st="3 1" cnt="1 0"/>
                </dgm:if>
                <dgm:if name="Name19" axis="ch" ptType="node" func="cnt" op="equ" val="4">
                  <dgm:presOf axis="ch desOrSelf" ptType="node node" st="4 1" cnt="1 0"/>
                </dgm:if>
                <dgm:if name="Name20" axis="ch" ptType="node" func="cnt" op="equ" val="5">
                  <dgm:presOf axis="ch desOrSelf" ptType="node node" st="5 1" cnt="1 0"/>
                </dgm:if>
                <dgm:if name="Name21" axis="ch" ptType="node" func="cnt" op="equ" val="6">
                  <dgm:presOf axis="ch desOrSelf" ptType="node node" st="6 1" cnt="1 0"/>
                </dgm:if>
                <dgm:if name="Name22" axis="ch" ptType="node" func="cnt" op="gte" val="7">
                  <dgm:presOf axis="ch desOrSelf" ptType="node node" st="7 1" cnt="1 0"/>
                </dgm:if>
                <dgm:else name="Name2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4"/>
    </dgm:choose>
    <dgm:choose name="Name25">
      <dgm:if name="Name26" axis="ch" ptType="node" func="cnt" op="gte" val="2">
        <dgm:layoutNode name="ellipse2" styleLbl="vennNode1">
          <dgm:varLst>
            <dgm:bulletEnabled val="1"/>
          </dgm:varLst>
          <dgm:alg type="tx"/>
          <dgm:choose name="Name27">
            <dgm:if name="Name28" func="var" arg="dir" op="equ" val="norm">
              <dgm:shape xmlns:r="http://schemas.openxmlformats.org/officeDocument/2006/relationships" type="ellipse" r:blip="">
                <dgm:adjLst/>
              </dgm:shape>
              <dgm:presOf axis="ch desOrSelf" ptType="node node" st="2 1" cnt="1 0"/>
            </dgm:if>
            <dgm:else name="Name29">
              <dgm:shape xmlns:r="http://schemas.openxmlformats.org/officeDocument/2006/relationships" type="ellipse" r:blip="" zOrderOff="-2">
                <dgm:adjLst/>
              </dgm:shape>
              <dgm:choose name="Name30">
                <dgm:if name="Name31" axis="ch" ptType="node" func="cnt" op="equ" val="2">
                  <dgm:presOf axis="ch desOrSelf" ptType="node node" st="1 1" cnt="1 0"/>
                </dgm:if>
                <dgm:if name="Name32" axis="ch" ptType="node" func="cnt" op="equ" val="3">
                  <dgm:presOf axis="ch desOrSelf" ptType="node node" st="2 1" cnt="1 0"/>
                </dgm:if>
                <dgm:if name="Name33" axis="ch" ptType="node" func="cnt" op="equ" val="4">
                  <dgm:presOf axis="ch desOrSelf" ptType="node node" st="3 1" cnt="1 0"/>
                </dgm:if>
                <dgm:if name="Name34" axis="ch" ptType="node" func="cnt" op="equ" val="5">
                  <dgm:presOf axis="ch desOrSelf" ptType="node node" st="4 1" cnt="1 0"/>
                </dgm:if>
                <dgm:if name="Name35" axis="ch" ptType="node" func="cnt" op="equ" val="6">
                  <dgm:presOf axis="ch desOrSelf" ptType="node node" st="5 1" cnt="1 0"/>
                </dgm:if>
                <dgm:if name="Name36" axis="ch" ptType="node" func="cnt" op="gte" val="7">
                  <dgm:presOf axis="ch desOrSelf" ptType="node node" st="6 1" cnt="1 0"/>
                </dgm:if>
                <dgm:else name="Name37"/>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8"/>
    </dgm:choose>
    <dgm:choose name="Name39">
      <dgm:if name="Name40" axis="ch" ptType="node" func="cnt" op="gte" val="3">
        <dgm:layoutNode name="ellipse3" styleLbl="vennNode1">
          <dgm:varLst>
            <dgm:bulletEnabled val="1"/>
          </dgm:varLst>
          <dgm:alg type="tx"/>
          <dgm:shape xmlns:r="http://schemas.openxmlformats.org/officeDocument/2006/relationships" type="ellipse" r:blip="">
            <dgm:adjLst/>
          </dgm:shape>
          <dgm:choose name="Name41">
            <dgm:if name="Name42" func="var" arg="dir" op="equ" val="norm">
              <dgm:shape xmlns:r="http://schemas.openxmlformats.org/officeDocument/2006/relationships" type="ellipse" r:blip="">
                <dgm:adjLst/>
              </dgm:shape>
              <dgm:presOf axis="ch desOrSelf" ptType="node node" st="3 1" cnt="1 0"/>
            </dgm:if>
            <dgm:else name="Name43">
              <dgm:shape xmlns:r="http://schemas.openxmlformats.org/officeDocument/2006/relationships" type="ellipse" r:blip="" zOrderOff="-4">
                <dgm:adjLst/>
              </dgm:shape>
              <dgm:choose name="Name44">
                <dgm:if name="Name45" axis="ch" ptType="node" func="cnt" op="equ" val="3">
                  <dgm:presOf axis="ch desOrSelf" ptType="node node" st="1 1" cnt="1 0"/>
                </dgm:if>
                <dgm:if name="Name46" axis="ch" ptType="node" func="cnt" op="equ" val="4">
                  <dgm:presOf axis="ch desOrSelf" ptType="node node" st="2 1" cnt="1 0"/>
                </dgm:if>
                <dgm:if name="Name47" axis="ch" ptType="node" func="cnt" op="equ" val="5">
                  <dgm:presOf axis="ch desOrSelf" ptType="node node" st="3 1" cnt="1 0"/>
                </dgm:if>
                <dgm:if name="Name48" axis="ch" ptType="node" func="cnt" op="equ" val="6">
                  <dgm:presOf axis="ch desOrSelf" ptType="node node" st="4 1" cnt="1 0"/>
                </dgm:if>
                <dgm:if name="Name49" axis="ch" ptType="node" func="cnt" op="gte" val="7">
                  <dgm:presOf axis="ch desOrSelf" ptType="node node" st="5 1" cnt="1 0"/>
                </dgm:if>
                <dgm:else name="Name50"/>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1"/>
    </dgm:choose>
    <dgm:choose name="Name52">
      <dgm:if name="Name53" axis="ch" ptType="node" func="cnt" op="gte" val="4">
        <dgm:layoutNode name="ellipse4" styleLbl="vennNode1">
          <dgm:varLst>
            <dgm:bulletEnabled val="1"/>
          </dgm:varLst>
          <dgm:alg type="tx"/>
          <dgm:choose name="Name54">
            <dgm:if name="Name55" func="var" arg="dir" op="equ" val="norm">
              <dgm:shape xmlns:r="http://schemas.openxmlformats.org/officeDocument/2006/relationships" type="ellipse" r:blip="">
                <dgm:adjLst/>
              </dgm:shape>
              <dgm:presOf axis="ch desOrSelf" ptType="node node" st="4 1" cnt="1 0"/>
            </dgm:if>
            <dgm:else name="Name56">
              <dgm:shape xmlns:r="http://schemas.openxmlformats.org/officeDocument/2006/relationships" type="ellipse" r:blip="" zOrderOff="-6">
                <dgm:adjLst/>
              </dgm:shape>
              <dgm:choose name="Name57">
                <dgm:if name="Name58" axis="ch" ptType="node" func="cnt" op="equ" val="4">
                  <dgm:presOf axis="ch desOrSelf" ptType="node node" st="1 1" cnt="1 0"/>
                </dgm:if>
                <dgm:if name="Name59" axis="ch" ptType="node" func="cnt" op="equ" val="5">
                  <dgm:presOf axis="ch desOrSelf" ptType="node node" st="2 1" cnt="1 0"/>
                </dgm:if>
                <dgm:if name="Name60" axis="ch" ptType="node" func="cnt" op="equ" val="6">
                  <dgm:presOf axis="ch desOrSelf" ptType="node node" st="3 1" cnt="1 0"/>
                </dgm:if>
                <dgm:if name="Name61" axis="ch" ptType="node" func="cnt" op="gte" val="7">
                  <dgm:presOf axis="ch desOrSelf" ptType="node node" st="4 1" cnt="1 0"/>
                </dgm:if>
                <dgm:else name="Name62"/>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3"/>
    </dgm:choose>
    <dgm:choose name="Name64">
      <dgm:if name="Name65" axis="ch" ptType="node" func="cnt" op="gte" val="5">
        <dgm:layoutNode name="ellipse5" styleLbl="vennNode1">
          <dgm:varLst>
            <dgm:bulletEnabled val="1"/>
          </dgm:varLst>
          <dgm:alg type="tx"/>
          <dgm:choose name="Name66">
            <dgm:if name="Name67" func="var" arg="dir" op="equ" val="norm">
              <dgm:shape xmlns:r="http://schemas.openxmlformats.org/officeDocument/2006/relationships" type="ellipse" r:blip="">
                <dgm:adjLst/>
              </dgm:shape>
              <dgm:presOf axis="ch desOrSelf" ptType="node node" st="5 1" cnt="1 0"/>
            </dgm:if>
            <dgm:else name="Name68">
              <dgm:shape xmlns:r="http://schemas.openxmlformats.org/officeDocument/2006/relationships" type="ellipse" r:blip="" zOrderOff="-8">
                <dgm:adjLst/>
              </dgm:shape>
              <dgm:choose name="Name69">
                <dgm:if name="Name70" axis="ch" ptType="node" func="cnt" op="equ" val="5">
                  <dgm:presOf axis="ch desOrSelf" ptType="node node" st="1 1" cnt="1 0"/>
                </dgm:if>
                <dgm:if name="Name71" axis="ch" ptType="node" func="cnt" op="equ" val="6">
                  <dgm:presOf axis="ch desOrSelf" ptType="node node" st="2 1" cnt="1 0"/>
                </dgm:if>
                <dgm:if name="Name72" axis="ch" ptType="node" func="cnt" op="gte" val="7">
                  <dgm:presOf axis="ch desOrSelf" ptType="node node" st="3 1" cnt="1 0"/>
                </dgm:if>
                <dgm:else name="Name7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4"/>
    </dgm:choose>
    <dgm:choose name="Name75">
      <dgm:if name="Name76" axis="ch" ptType="node" func="cnt" op="gte" val="6">
        <dgm:layoutNode name="ellipse6" styleLbl="vennNode1">
          <dgm:varLst>
            <dgm:bulletEnabled val="1"/>
          </dgm:varLst>
          <dgm:alg type="tx"/>
          <dgm:choose name="Name77">
            <dgm:if name="Name78" func="var" arg="dir" op="equ" val="norm">
              <dgm:shape xmlns:r="http://schemas.openxmlformats.org/officeDocument/2006/relationships" type="ellipse" r:blip="">
                <dgm:adjLst/>
              </dgm:shape>
              <dgm:presOf axis="ch desOrSelf" ptType="node node" st="6 1" cnt="1 0"/>
            </dgm:if>
            <dgm:else name="Name79">
              <dgm:shape xmlns:r="http://schemas.openxmlformats.org/officeDocument/2006/relationships" type="ellipse" r:blip="" zOrderOff="-10">
                <dgm:adjLst/>
              </dgm:shape>
              <dgm:choose name="Name80">
                <dgm:if name="Name81" axis="ch" ptType="node" func="cnt" op="equ" val="6">
                  <dgm:presOf axis="ch desOrSelf" ptType="node node" st="1 1" cnt="1 0"/>
                </dgm:if>
                <dgm:if name="Name82" axis="ch" ptType="node" func="cnt" op="gte" val="7">
                  <dgm:presOf axis="ch desOrSelf" ptType="node node" st="2 1" cnt="1 0"/>
                </dgm:if>
                <dgm:else name="Name8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choose name="Name85">
      <dgm:if name="Name86" axis="ch" ptType="node" func="cnt" op="gte" val="7">
        <dgm:layoutNode name="ellipse7" styleLbl="vennNode1">
          <dgm:varLst>
            <dgm:bulletEnabled val="1"/>
          </dgm:varLst>
          <dgm:alg type="tx"/>
          <dgm:choose name="Name87">
            <dgm:if name="Name88" func="var" arg="dir" op="equ" val="norm">
              <dgm:shape xmlns:r="http://schemas.openxmlformats.org/officeDocument/2006/relationships" type="ellipse" r:blip="">
                <dgm:adjLst/>
              </dgm:shape>
              <dgm:presOf axis="ch desOrSelf" ptType="node node" st="7 1" cnt="1 0"/>
            </dgm:if>
            <dgm:else name="Name89">
              <dgm:shape xmlns:r="http://schemas.openxmlformats.org/officeDocument/2006/relationships" type="ellipse" r:blip="" zOrderOff="-12">
                <dgm:adjLst/>
              </dgm:shape>
              <dgm:presOf axis="ch desOrSelf" ptType="node node" st="1 1" cnt="1 0"/>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B265492F-9622-455B-91F8-AF0D4C314A8D}" type="datetimeFigureOut">
              <a:rPr lang="en-IN" smtClean="0"/>
              <a:t>20-10-2023</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4C0E23B1-2A95-4563-8485-739EAC4F4DEE}" type="slidenum">
              <a:rPr lang="en-IN" smtClean="0"/>
              <a:t>‹#›</a:t>
            </a:fld>
            <a:endParaRPr lang="en-IN"/>
          </a:p>
        </p:txBody>
      </p:sp>
    </p:spTree>
    <p:extLst>
      <p:ext uri="{BB962C8B-B14F-4D97-AF65-F5344CB8AC3E}">
        <p14:creationId xmlns:p14="http://schemas.microsoft.com/office/powerpoint/2010/main" val="55216244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65492F-9622-455B-91F8-AF0D4C314A8D}" type="datetimeFigureOut">
              <a:rPr lang="en-IN" smtClean="0"/>
              <a:t>20-10-2023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0E23B1-2A95-4563-8485-739EAC4F4DEE}" type="slidenum">
              <a:rPr lang="en-IN" smtClean="0"/>
              <a:t>‹#›</a:t>
            </a:fld>
            <a:endParaRPr lang="en-IN"/>
          </a:p>
        </p:txBody>
      </p:sp>
    </p:spTree>
    <p:extLst>
      <p:ext uri="{BB962C8B-B14F-4D97-AF65-F5344CB8AC3E}">
        <p14:creationId xmlns:p14="http://schemas.microsoft.com/office/powerpoint/2010/main" val="223543795"/>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65492F-9622-455B-91F8-AF0D4C314A8D}" type="datetimeFigureOut">
              <a:rPr lang="en-IN" smtClean="0"/>
              <a:t>20-10-2023</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C0E23B1-2A95-4563-8485-739EAC4F4DEE}" type="slidenum">
              <a:rPr lang="en-IN" smtClean="0"/>
              <a:t>‹#›</a:t>
            </a:fld>
            <a:endParaRPr lang="en-IN"/>
          </a:p>
        </p:txBody>
      </p:sp>
    </p:spTree>
    <p:extLst>
      <p:ext uri="{BB962C8B-B14F-4D97-AF65-F5344CB8AC3E}">
        <p14:creationId xmlns:p14="http://schemas.microsoft.com/office/powerpoint/2010/main" val="290608994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265492F-9622-455B-91F8-AF0D4C314A8D}" type="datetimeFigureOut">
              <a:rPr lang="en-IN" smtClean="0"/>
              <a:t>20-10-2023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0E23B1-2A95-4563-8485-739EAC4F4DEE}" type="slidenum">
              <a:rPr lang="en-IN" smtClean="0"/>
              <a:t>‹#›</a:t>
            </a:fld>
            <a:endParaRPr lang="en-IN"/>
          </a:p>
        </p:txBody>
      </p:sp>
    </p:spTree>
    <p:extLst>
      <p:ext uri="{BB962C8B-B14F-4D97-AF65-F5344CB8AC3E}">
        <p14:creationId xmlns:p14="http://schemas.microsoft.com/office/powerpoint/2010/main" val="683381685"/>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265492F-9622-455B-91F8-AF0D4C314A8D}" type="datetimeFigureOut">
              <a:rPr lang="en-IN" smtClean="0"/>
              <a:t>20-10-2023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C0E23B1-2A95-4563-8485-739EAC4F4DEE}" type="slidenum">
              <a:rPr lang="en-IN" smtClean="0"/>
              <a:t>‹#›</a:t>
            </a:fld>
            <a:endParaRPr lang="en-IN"/>
          </a:p>
        </p:txBody>
      </p:sp>
    </p:spTree>
    <p:extLst>
      <p:ext uri="{BB962C8B-B14F-4D97-AF65-F5344CB8AC3E}">
        <p14:creationId xmlns:p14="http://schemas.microsoft.com/office/powerpoint/2010/main" val="421015364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265492F-9622-455B-91F8-AF0D4C314A8D}" type="datetimeFigureOut">
              <a:rPr lang="en-IN" smtClean="0"/>
              <a:t>20-10-2023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C0E23B1-2A95-4563-8485-739EAC4F4DEE}" type="slidenum">
              <a:rPr lang="en-IN" smtClean="0"/>
              <a:t>‹#›</a:t>
            </a:fld>
            <a:endParaRPr lang="en-IN"/>
          </a:p>
        </p:txBody>
      </p:sp>
    </p:spTree>
    <p:extLst>
      <p:ext uri="{BB962C8B-B14F-4D97-AF65-F5344CB8AC3E}">
        <p14:creationId xmlns:p14="http://schemas.microsoft.com/office/powerpoint/2010/main" val="70409340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65492F-9622-455B-91F8-AF0D4C314A8D}" type="datetimeFigureOut">
              <a:rPr lang="en-IN" smtClean="0"/>
              <a:t>20-10-2023</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4C0E23B1-2A95-4563-8485-739EAC4F4DEE}" type="slidenum">
              <a:rPr lang="en-IN" smtClean="0"/>
              <a:t>‹#›</a:t>
            </a:fld>
            <a:endParaRPr lang="en-IN"/>
          </a:p>
        </p:txBody>
      </p:sp>
    </p:spTree>
    <p:extLst>
      <p:ext uri="{BB962C8B-B14F-4D97-AF65-F5344CB8AC3E}">
        <p14:creationId xmlns:p14="http://schemas.microsoft.com/office/powerpoint/2010/main" val="75649405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65492F-9622-455B-91F8-AF0D4C314A8D}" type="datetimeFigureOut">
              <a:rPr lang="en-IN" smtClean="0"/>
              <a:t>20-10-2023</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C0E23B1-2A95-4563-8485-739EAC4F4DEE}" type="slidenum">
              <a:rPr lang="en-IN" smtClean="0"/>
              <a:t>‹#›</a:t>
            </a:fld>
            <a:endParaRPr lang="en-IN"/>
          </a:p>
        </p:txBody>
      </p:sp>
    </p:spTree>
    <p:extLst>
      <p:ext uri="{BB962C8B-B14F-4D97-AF65-F5344CB8AC3E}">
        <p14:creationId xmlns:p14="http://schemas.microsoft.com/office/powerpoint/2010/main" val="130339816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65492F-9622-455B-91F8-AF0D4C314A8D}" type="datetimeFigureOut">
              <a:rPr lang="en-IN" smtClean="0"/>
              <a:t>20-10-2023</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C0E23B1-2A95-4563-8485-739EAC4F4DEE}" type="slidenum">
              <a:rPr lang="en-IN" smtClean="0"/>
              <a:t>‹#›</a:t>
            </a:fld>
            <a:endParaRPr lang="en-IN"/>
          </a:p>
        </p:txBody>
      </p:sp>
    </p:spTree>
    <p:extLst>
      <p:ext uri="{BB962C8B-B14F-4D97-AF65-F5344CB8AC3E}">
        <p14:creationId xmlns:p14="http://schemas.microsoft.com/office/powerpoint/2010/main" val="60555494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65492F-9622-455B-91F8-AF0D4C314A8D}" type="datetimeFigureOut">
              <a:rPr lang="en-IN" smtClean="0"/>
              <a:t>20-10-2023</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C0E23B1-2A95-4563-8485-739EAC4F4DEE}" type="slidenum">
              <a:rPr lang="en-IN" smtClean="0"/>
              <a:t>‹#›</a:t>
            </a:fld>
            <a:endParaRPr lang="en-IN"/>
          </a:p>
        </p:txBody>
      </p:sp>
    </p:spTree>
    <p:extLst>
      <p:ext uri="{BB962C8B-B14F-4D97-AF65-F5344CB8AC3E}">
        <p14:creationId xmlns:p14="http://schemas.microsoft.com/office/powerpoint/2010/main" val="350244144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265492F-9622-455B-91F8-AF0D4C314A8D}" type="datetimeFigureOut">
              <a:rPr lang="en-IN" smtClean="0"/>
              <a:t>20-10-2023</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C0E23B1-2A95-4563-8485-739EAC4F4DEE}" type="slidenum">
              <a:rPr lang="en-IN" smtClean="0"/>
              <a:t>‹#›</a:t>
            </a:fld>
            <a:endParaRPr lang="en-IN"/>
          </a:p>
        </p:txBody>
      </p:sp>
    </p:spTree>
    <p:extLst>
      <p:ext uri="{BB962C8B-B14F-4D97-AF65-F5344CB8AC3E}">
        <p14:creationId xmlns:p14="http://schemas.microsoft.com/office/powerpoint/2010/main" val="357547682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265492F-9622-455B-91F8-AF0D4C314A8D}" type="datetimeFigureOut">
              <a:rPr lang="en-IN" smtClean="0"/>
              <a:t>20-10-2023</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C0E23B1-2A95-4563-8485-739EAC4F4DEE}" type="slidenum">
              <a:rPr lang="en-IN" smtClean="0"/>
              <a:t>‹#›</a:t>
            </a:fld>
            <a:endParaRPr lang="en-IN"/>
          </a:p>
        </p:txBody>
      </p:sp>
    </p:spTree>
    <p:extLst>
      <p:ext uri="{BB962C8B-B14F-4D97-AF65-F5344CB8AC3E}">
        <p14:creationId xmlns:p14="http://schemas.microsoft.com/office/powerpoint/2010/main" val="3940795185"/>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65492F-9622-455B-91F8-AF0D4C314A8D}" type="datetimeFigureOut">
              <a:rPr lang="en-IN" smtClean="0"/>
              <a:t>20-10-2023</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C0E23B1-2A95-4563-8485-739EAC4F4DEE}" type="slidenum">
              <a:rPr lang="en-IN" smtClean="0"/>
              <a:t>‹#›</a:t>
            </a:fld>
            <a:endParaRPr lang="en-IN"/>
          </a:p>
        </p:txBody>
      </p:sp>
    </p:spTree>
    <p:extLst>
      <p:ext uri="{BB962C8B-B14F-4D97-AF65-F5344CB8AC3E}">
        <p14:creationId xmlns:p14="http://schemas.microsoft.com/office/powerpoint/2010/main" val="266566099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265492F-9622-455B-91F8-AF0D4C314A8D}" type="datetimeFigureOut">
              <a:rPr lang="en-IN" smtClean="0"/>
              <a:t>20-10-2023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C0E23B1-2A95-4563-8485-739EAC4F4DEE}" type="slidenum">
              <a:rPr lang="en-IN" smtClean="0"/>
              <a:t>‹#›</a:t>
            </a:fld>
            <a:endParaRPr lang="en-IN"/>
          </a:p>
        </p:txBody>
      </p:sp>
    </p:spTree>
    <p:extLst>
      <p:ext uri="{BB962C8B-B14F-4D97-AF65-F5344CB8AC3E}">
        <p14:creationId xmlns:p14="http://schemas.microsoft.com/office/powerpoint/2010/main" val="3069533945"/>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265492F-9622-455B-91F8-AF0D4C314A8D}" type="datetimeFigureOut">
              <a:rPr lang="en-IN" smtClean="0"/>
              <a:t>20-10-2023</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4C0E23B1-2A95-4563-8485-739EAC4F4DEE}" type="slidenum">
              <a:rPr lang="en-IN" smtClean="0"/>
              <a:t>‹#›</a:t>
            </a:fld>
            <a:endParaRPr lang="en-IN"/>
          </a:p>
        </p:txBody>
      </p:sp>
    </p:spTree>
    <p:extLst>
      <p:ext uri="{BB962C8B-B14F-4D97-AF65-F5344CB8AC3E}">
        <p14:creationId xmlns:p14="http://schemas.microsoft.com/office/powerpoint/2010/main" val="213562879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B265492F-9622-455B-91F8-AF0D4C314A8D}" type="datetimeFigureOut">
              <a:rPr lang="en-IN" smtClean="0"/>
              <a:t>20-10-2023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0E23B1-2A95-4563-8485-739EAC4F4DEE}" type="slidenum">
              <a:rPr lang="en-IN" smtClean="0"/>
              <a:t>‹#›</a:t>
            </a:fld>
            <a:endParaRPr lang="en-IN"/>
          </a:p>
        </p:txBody>
      </p:sp>
    </p:spTree>
    <p:extLst>
      <p:ext uri="{BB962C8B-B14F-4D97-AF65-F5344CB8AC3E}">
        <p14:creationId xmlns:p14="http://schemas.microsoft.com/office/powerpoint/2010/main" val="44755865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B265492F-9622-455B-91F8-AF0D4C314A8D}" type="datetimeFigureOut">
              <a:rPr lang="en-IN" smtClean="0"/>
              <a:t>20-10-2023</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C0E23B1-2A95-4563-8485-739EAC4F4DEE}" type="slidenum">
              <a:rPr lang="en-IN" smtClean="0"/>
              <a:t>‹#›</a:t>
            </a:fld>
            <a:endParaRPr lang="en-IN"/>
          </a:p>
        </p:txBody>
      </p:sp>
    </p:spTree>
    <p:extLst>
      <p:ext uri="{BB962C8B-B14F-4D97-AF65-F5344CB8AC3E}">
        <p14:creationId xmlns:p14="http://schemas.microsoft.com/office/powerpoint/2010/main" val="380987352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B265492F-9622-455B-91F8-AF0D4C314A8D}" type="datetimeFigureOut">
              <a:rPr lang="en-IN" smtClean="0"/>
              <a:t>20-10-2023</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4C0E23B1-2A95-4563-8485-739EAC4F4DEE}" type="slidenum">
              <a:rPr lang="en-IN" smtClean="0"/>
              <a:t>‹#›</a:t>
            </a:fld>
            <a:endParaRPr lang="en-IN"/>
          </a:p>
        </p:txBody>
      </p:sp>
    </p:spTree>
    <p:extLst>
      <p:ext uri="{BB962C8B-B14F-4D97-AF65-F5344CB8AC3E}">
        <p14:creationId xmlns:p14="http://schemas.microsoft.com/office/powerpoint/2010/main" val="2132338089"/>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406BF-74E3-BD27-0A5E-0B42460D760C}"/>
              </a:ext>
            </a:extLst>
          </p:cNvPr>
          <p:cNvSpPr>
            <a:spLocks noGrp="1"/>
          </p:cNvSpPr>
          <p:nvPr>
            <p:ph type="ctrTitle"/>
          </p:nvPr>
        </p:nvSpPr>
        <p:spPr>
          <a:xfrm>
            <a:off x="1154955" y="2099733"/>
            <a:ext cx="10026392" cy="2677648"/>
          </a:xfrm>
        </p:spPr>
        <p:txBody>
          <a:bodyPr/>
          <a:lstStyle/>
          <a:p>
            <a:r>
              <a:rPr lang="en-IN" b="1" dirty="0"/>
              <a:t>PRINCIPLES OF COMMUNICATION</a:t>
            </a:r>
          </a:p>
        </p:txBody>
      </p:sp>
      <p:sp>
        <p:nvSpPr>
          <p:cNvPr id="3" name="Subtitle 2">
            <a:extLst>
              <a:ext uri="{FF2B5EF4-FFF2-40B4-BE49-F238E27FC236}">
                <a16:creationId xmlns:a16="http://schemas.microsoft.com/office/drawing/2014/main" id="{98821D55-E81D-CE51-BA81-5D4E50FC44ED}"/>
              </a:ext>
            </a:extLst>
          </p:cNvPr>
          <p:cNvSpPr>
            <a:spLocks noGrp="1"/>
          </p:cNvSpPr>
          <p:nvPr>
            <p:ph type="subTitle" idx="1"/>
          </p:nvPr>
        </p:nvSpPr>
        <p:spPr>
          <a:xfrm>
            <a:off x="1755322" y="4921759"/>
            <a:ext cx="8825658" cy="861420"/>
          </a:xfrm>
        </p:spPr>
        <p:txBody>
          <a:bodyPr>
            <a:noAutofit/>
          </a:bodyPr>
          <a:lstStyle/>
          <a:p>
            <a:r>
              <a:rPr lang="en-IN" sz="2800" b="1" dirty="0">
                <a:solidFill>
                  <a:schemeClr val="bg2"/>
                </a:solidFill>
                <a:latin typeface="Corbel Light" panose="020B0303020204020204" pitchFamily="34" charset="0"/>
                <a:ea typeface="Yu Gothic" panose="020B0400000000000000" pitchFamily="34" charset="-128"/>
              </a:rPr>
              <a:t>													-VIJAY RAJESH R</a:t>
            </a:r>
          </a:p>
        </p:txBody>
      </p:sp>
    </p:spTree>
    <p:extLst>
      <p:ext uri="{BB962C8B-B14F-4D97-AF65-F5344CB8AC3E}">
        <p14:creationId xmlns:p14="http://schemas.microsoft.com/office/powerpoint/2010/main" val="220311131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9F8789-E2D4-6FBE-B43E-7F434FF58407}"/>
              </a:ext>
            </a:extLst>
          </p:cNvPr>
          <p:cNvSpPr/>
          <p:nvPr/>
        </p:nvSpPr>
        <p:spPr>
          <a:xfrm>
            <a:off x="1575318" y="2828835"/>
            <a:ext cx="9041363" cy="1200329"/>
          </a:xfrm>
          <a:prstGeom prst="rect">
            <a:avLst/>
          </a:prstGeom>
          <a:noFill/>
        </p:spPr>
        <p:txBody>
          <a:bodyPr wrap="square" lIns="91440" tIns="45720" rIns="91440" bIns="45720">
            <a:spAutoFit/>
          </a:bodyPr>
          <a:lstStyle/>
          <a:p>
            <a:pPr algn="ctr"/>
            <a:r>
              <a:rPr lang="en-US" sz="7200" b="1" cap="none" spc="0" dirty="0">
                <a:ln w="12700">
                  <a:solidFill>
                    <a:schemeClr val="accent3">
                      <a:lumMod val="50000"/>
                    </a:schemeClr>
                  </a:solidFill>
                  <a:prstDash val="solid"/>
                </a:ln>
                <a:solidFill>
                  <a:schemeClr val="accent6">
                    <a:lumMod val="60000"/>
                    <a:lumOff val="40000"/>
                  </a:schemeClr>
                </a:solidFill>
                <a:effectLst>
                  <a:innerShdw blurRad="177800">
                    <a:schemeClr val="accent3">
                      <a:lumMod val="50000"/>
                    </a:schemeClr>
                  </a:innerShdw>
                </a:effectLst>
              </a:rPr>
              <a:t>COMMUNICATION</a:t>
            </a:r>
          </a:p>
        </p:txBody>
      </p:sp>
    </p:spTree>
    <p:extLst>
      <p:ext uri="{BB962C8B-B14F-4D97-AF65-F5344CB8AC3E}">
        <p14:creationId xmlns:p14="http://schemas.microsoft.com/office/powerpoint/2010/main" val="42991237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E3000-C414-895D-C002-6935DB0C708C}"/>
              </a:ext>
            </a:extLst>
          </p:cNvPr>
          <p:cNvSpPr>
            <a:spLocks noGrp="1"/>
          </p:cNvSpPr>
          <p:nvPr>
            <p:ph type="title"/>
          </p:nvPr>
        </p:nvSpPr>
        <p:spPr/>
        <p:txBody>
          <a:bodyPr/>
          <a:lstStyle/>
          <a:p>
            <a:r>
              <a:rPr lang="en-IN" dirty="0"/>
              <a:t>What Is </a:t>
            </a:r>
            <a:r>
              <a:rPr lang="en-IN" b="1" dirty="0"/>
              <a:t>Communication</a:t>
            </a:r>
            <a:r>
              <a:rPr lang="en-IN" dirty="0"/>
              <a:t>?</a:t>
            </a:r>
          </a:p>
        </p:txBody>
      </p:sp>
      <p:sp>
        <p:nvSpPr>
          <p:cNvPr id="3" name="Content Placeholder 2">
            <a:extLst>
              <a:ext uri="{FF2B5EF4-FFF2-40B4-BE49-F238E27FC236}">
                <a16:creationId xmlns:a16="http://schemas.microsoft.com/office/drawing/2014/main" id="{95301A41-DAC7-A6DB-4437-410DE8E627B6}"/>
              </a:ext>
            </a:extLst>
          </p:cNvPr>
          <p:cNvSpPr>
            <a:spLocks noGrp="1"/>
          </p:cNvSpPr>
          <p:nvPr>
            <p:ph idx="1"/>
          </p:nvPr>
        </p:nvSpPr>
        <p:spPr/>
        <p:txBody>
          <a:bodyPr>
            <a:noAutofit/>
          </a:bodyPr>
          <a:lstStyle/>
          <a:p>
            <a:r>
              <a:rPr lang="en-US" sz="2800" b="1" dirty="0"/>
              <a:t>Communication is the exchange of information, ideas, or feelings between individuals or groups using various methods such as speech, writing, body language, or technology. It serves to convey thoughts, establish connections, share knowledge, express emotions, and facilitate cooperation, enabling effective interaction and understanding in human society.</a:t>
            </a:r>
            <a:endParaRPr lang="en-IN" sz="2800" b="1" dirty="0"/>
          </a:p>
        </p:txBody>
      </p:sp>
    </p:spTree>
    <p:extLst>
      <p:ext uri="{BB962C8B-B14F-4D97-AF65-F5344CB8AC3E}">
        <p14:creationId xmlns:p14="http://schemas.microsoft.com/office/powerpoint/2010/main" val="380113046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8D8BF-51CF-E889-16FF-0C930E9BDBFD}"/>
              </a:ext>
            </a:extLst>
          </p:cNvPr>
          <p:cNvSpPr>
            <a:spLocks noGrp="1"/>
          </p:cNvSpPr>
          <p:nvPr>
            <p:ph type="title"/>
          </p:nvPr>
        </p:nvSpPr>
        <p:spPr/>
        <p:txBody>
          <a:bodyPr/>
          <a:lstStyle/>
          <a:p>
            <a:r>
              <a:rPr lang="en-IN" dirty="0"/>
              <a:t>Why Communication?</a:t>
            </a:r>
          </a:p>
        </p:txBody>
      </p:sp>
      <p:sp>
        <p:nvSpPr>
          <p:cNvPr id="3" name="Content Placeholder 2">
            <a:extLst>
              <a:ext uri="{FF2B5EF4-FFF2-40B4-BE49-F238E27FC236}">
                <a16:creationId xmlns:a16="http://schemas.microsoft.com/office/drawing/2014/main" id="{2DACF164-4147-25F5-B0D7-9D12197A53F0}"/>
              </a:ext>
            </a:extLst>
          </p:cNvPr>
          <p:cNvSpPr>
            <a:spLocks noGrp="1"/>
          </p:cNvSpPr>
          <p:nvPr>
            <p:ph idx="1"/>
          </p:nvPr>
        </p:nvSpPr>
        <p:spPr>
          <a:xfrm>
            <a:off x="1122830" y="2468032"/>
            <a:ext cx="8825659" cy="3416300"/>
          </a:xfrm>
        </p:spPr>
        <p:txBody>
          <a:bodyPr>
            <a:noAutofit/>
          </a:bodyPr>
          <a:lstStyle/>
          <a:p>
            <a:r>
              <a:rPr lang="en-US" sz="2800" b="1" dirty="0"/>
              <a:t>Communication can be answered humorously to foster a lighthearted atmosphere, connect with others, and ease tension. Humor often breaks down barriers, making interactions more enjoyable and memorable. It's a social lubricant that encourages engagement and bonding, making communication more effective and enjoyable.</a:t>
            </a:r>
            <a:endParaRPr lang="en-IN" sz="2800" b="1" dirty="0"/>
          </a:p>
        </p:txBody>
      </p:sp>
    </p:spTree>
    <p:extLst>
      <p:ext uri="{BB962C8B-B14F-4D97-AF65-F5344CB8AC3E}">
        <p14:creationId xmlns:p14="http://schemas.microsoft.com/office/powerpoint/2010/main" val="1063242910"/>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F8334-9490-3C5B-E94C-B0CCB797CA6D}"/>
              </a:ext>
            </a:extLst>
          </p:cNvPr>
          <p:cNvSpPr>
            <a:spLocks noGrp="1"/>
          </p:cNvSpPr>
          <p:nvPr>
            <p:ph type="title"/>
          </p:nvPr>
        </p:nvSpPr>
        <p:spPr/>
        <p:txBody>
          <a:bodyPr/>
          <a:lstStyle/>
          <a:p>
            <a:r>
              <a:rPr lang="en-IN" dirty="0"/>
              <a:t>What is Effective Communication</a:t>
            </a:r>
          </a:p>
        </p:txBody>
      </p:sp>
      <p:sp>
        <p:nvSpPr>
          <p:cNvPr id="3" name="Content Placeholder 2">
            <a:extLst>
              <a:ext uri="{FF2B5EF4-FFF2-40B4-BE49-F238E27FC236}">
                <a16:creationId xmlns:a16="http://schemas.microsoft.com/office/drawing/2014/main" id="{F4B5E838-2C98-5CDD-B617-FFDD6E9142C9}"/>
              </a:ext>
            </a:extLst>
          </p:cNvPr>
          <p:cNvSpPr>
            <a:spLocks noGrp="1"/>
          </p:cNvSpPr>
          <p:nvPr>
            <p:ph idx="1"/>
          </p:nvPr>
        </p:nvSpPr>
        <p:spPr>
          <a:xfrm>
            <a:off x="1090708" y="2202447"/>
            <a:ext cx="8825659" cy="3416300"/>
          </a:xfrm>
        </p:spPr>
        <p:txBody>
          <a:bodyPr>
            <a:noAutofit/>
          </a:bodyPr>
          <a:lstStyle/>
          <a:p>
            <a:r>
              <a:rPr lang="en-US" sz="2800" b="1" dirty="0"/>
              <a:t>Effective communication is the clear, thoughtful exchange of ideas, information, or emotions between individuals or groups. It involves active listening, empathy, clarity, and the use of appropriate language and channels to ensure that the intended message is understood and achieves its desired outcome. Effective communication is crucial in personal relationships, workplaces, and society as a whole.</a:t>
            </a:r>
            <a:endParaRPr lang="en-IN" sz="2800" b="1" dirty="0"/>
          </a:p>
        </p:txBody>
      </p:sp>
    </p:spTree>
    <p:extLst>
      <p:ext uri="{BB962C8B-B14F-4D97-AF65-F5344CB8AC3E}">
        <p14:creationId xmlns:p14="http://schemas.microsoft.com/office/powerpoint/2010/main" val="389249414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18B7064-DD6A-4CCC-EE69-34D26B74559A}"/>
              </a:ext>
            </a:extLst>
          </p:cNvPr>
          <p:cNvSpPr/>
          <p:nvPr/>
        </p:nvSpPr>
        <p:spPr>
          <a:xfrm>
            <a:off x="1265190" y="2892690"/>
            <a:ext cx="9661619" cy="923330"/>
          </a:xfrm>
          <a:prstGeom prst="rect">
            <a:avLst/>
          </a:prstGeom>
          <a:noFill/>
        </p:spPr>
        <p:txBody>
          <a:bodyPr wrap="none" lIns="91440" tIns="45720" rIns="91440" bIns="45720">
            <a:spAutoFit/>
          </a:bodyPr>
          <a:lstStyle/>
          <a:p>
            <a:pPr algn="ctr"/>
            <a:r>
              <a:rPr lang="en-U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TYPES OF COMMUNICATION</a:t>
            </a:r>
          </a:p>
        </p:txBody>
      </p:sp>
    </p:spTree>
    <p:extLst>
      <p:ext uri="{BB962C8B-B14F-4D97-AF65-F5344CB8AC3E}">
        <p14:creationId xmlns:p14="http://schemas.microsoft.com/office/powerpoint/2010/main" val="400836248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2BCE0-C163-1DF8-53EE-038164097F5C}"/>
              </a:ext>
            </a:extLst>
          </p:cNvPr>
          <p:cNvSpPr>
            <a:spLocks noGrp="1"/>
          </p:cNvSpPr>
          <p:nvPr>
            <p:ph type="title"/>
          </p:nvPr>
        </p:nvSpPr>
        <p:spPr/>
        <p:txBody>
          <a:bodyPr/>
          <a:lstStyle/>
          <a:p>
            <a:r>
              <a:rPr lang="en-IN" dirty="0"/>
              <a:t>						</a:t>
            </a:r>
          </a:p>
        </p:txBody>
      </p:sp>
      <p:graphicFrame>
        <p:nvGraphicFramePr>
          <p:cNvPr id="4" name="Content Placeholder 3">
            <a:extLst>
              <a:ext uri="{FF2B5EF4-FFF2-40B4-BE49-F238E27FC236}">
                <a16:creationId xmlns:a16="http://schemas.microsoft.com/office/drawing/2014/main" id="{9891FBA9-75EB-6EE7-2F9B-18259FD7163A}"/>
              </a:ext>
            </a:extLst>
          </p:cNvPr>
          <p:cNvGraphicFramePr>
            <a:graphicFrameLocks noGrp="1"/>
          </p:cNvGraphicFramePr>
          <p:nvPr>
            <p:ph idx="1"/>
            <p:extLst>
              <p:ext uri="{D42A27DB-BD31-4B8C-83A1-F6EECF244321}">
                <p14:modId xmlns:p14="http://schemas.microsoft.com/office/powerpoint/2010/main" val="3772650456"/>
              </p:ext>
            </p:extLst>
          </p:nvPr>
        </p:nvGraphicFramePr>
        <p:xfrm>
          <a:off x="1154954" y="1441784"/>
          <a:ext cx="9882092" cy="44425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8006383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51511-3EB9-5AE6-AA28-591E06CDA5D1}"/>
              </a:ext>
            </a:extLst>
          </p:cNvPr>
          <p:cNvSpPr>
            <a:spLocks noGrp="1"/>
          </p:cNvSpPr>
          <p:nvPr>
            <p:ph type="title"/>
          </p:nvPr>
        </p:nvSpPr>
        <p:spPr/>
        <p:txBody>
          <a:bodyPr/>
          <a:lstStyle/>
          <a:p>
            <a:r>
              <a:rPr lang="en-IN" dirty="0"/>
              <a:t>VERBAL COMMUNICATION</a:t>
            </a:r>
          </a:p>
        </p:txBody>
      </p:sp>
      <p:sp>
        <p:nvSpPr>
          <p:cNvPr id="3" name="Content Placeholder 2">
            <a:extLst>
              <a:ext uri="{FF2B5EF4-FFF2-40B4-BE49-F238E27FC236}">
                <a16:creationId xmlns:a16="http://schemas.microsoft.com/office/drawing/2014/main" id="{C35F62F2-C7D5-0F64-FF54-ED88E9C7ECC8}"/>
              </a:ext>
            </a:extLst>
          </p:cNvPr>
          <p:cNvSpPr>
            <a:spLocks noGrp="1"/>
          </p:cNvSpPr>
          <p:nvPr>
            <p:ph idx="1"/>
          </p:nvPr>
        </p:nvSpPr>
        <p:spPr/>
        <p:txBody>
          <a:bodyPr>
            <a:noAutofit/>
          </a:bodyPr>
          <a:lstStyle/>
          <a:p>
            <a:r>
              <a:rPr lang="en-US" sz="2800" b="1" dirty="0"/>
              <a:t>Verbal communication is the process of conveying information, thoughts, and emotions through spoken language. It involves words, tone, and delivery to effectively express ideas. Effective verbal communication requires clarity, active listening, and adapting one's communication style to the audience, ensuring a shared understanding of the message.</a:t>
            </a:r>
            <a:endParaRPr lang="en-IN" sz="2800" b="1" dirty="0"/>
          </a:p>
        </p:txBody>
      </p:sp>
    </p:spTree>
    <p:extLst>
      <p:ext uri="{BB962C8B-B14F-4D97-AF65-F5344CB8AC3E}">
        <p14:creationId xmlns:p14="http://schemas.microsoft.com/office/powerpoint/2010/main" val="422158484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A88B5-D1CA-0BEF-C014-0FC1008920AA}"/>
              </a:ext>
            </a:extLst>
          </p:cNvPr>
          <p:cNvSpPr>
            <a:spLocks noGrp="1"/>
          </p:cNvSpPr>
          <p:nvPr>
            <p:ph type="title"/>
          </p:nvPr>
        </p:nvSpPr>
        <p:spPr/>
        <p:txBody>
          <a:bodyPr/>
          <a:lstStyle/>
          <a:p>
            <a:r>
              <a:rPr lang="en-IN" dirty="0"/>
              <a:t>NON-VERBAL COMMUNICATION</a:t>
            </a:r>
          </a:p>
        </p:txBody>
      </p:sp>
      <p:sp>
        <p:nvSpPr>
          <p:cNvPr id="3" name="Content Placeholder 2">
            <a:extLst>
              <a:ext uri="{FF2B5EF4-FFF2-40B4-BE49-F238E27FC236}">
                <a16:creationId xmlns:a16="http://schemas.microsoft.com/office/drawing/2014/main" id="{AEAF31B2-789A-1073-6BC4-08D42355E121}"/>
              </a:ext>
            </a:extLst>
          </p:cNvPr>
          <p:cNvSpPr>
            <a:spLocks noGrp="1"/>
          </p:cNvSpPr>
          <p:nvPr>
            <p:ph idx="1"/>
          </p:nvPr>
        </p:nvSpPr>
        <p:spPr/>
        <p:txBody>
          <a:bodyPr>
            <a:normAutofit/>
          </a:bodyPr>
          <a:lstStyle/>
          <a:p>
            <a:r>
              <a:rPr lang="en-US" sz="2400" b="1" dirty="0"/>
              <a:t>Nonverbal communication involves conveying information and emotions without words, using body language, facial expressions, gestures, posture, and tone of voice. It complements verbal communication, often revealing true feelings and attitudes. Nonverbal cues can impact relationships, as they influence how messages are interpreted and play a significant role in effective communication.</a:t>
            </a:r>
            <a:endParaRPr lang="en-IN" sz="2400" b="1" dirty="0"/>
          </a:p>
        </p:txBody>
      </p:sp>
    </p:spTree>
    <p:extLst>
      <p:ext uri="{BB962C8B-B14F-4D97-AF65-F5344CB8AC3E}">
        <p14:creationId xmlns:p14="http://schemas.microsoft.com/office/powerpoint/2010/main" val="167398072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934E23D-6F68-6F9A-95DB-FC857A552691}"/>
              </a:ext>
            </a:extLst>
          </p:cNvPr>
          <p:cNvSpPr/>
          <p:nvPr/>
        </p:nvSpPr>
        <p:spPr>
          <a:xfrm>
            <a:off x="2927504" y="2462909"/>
            <a:ext cx="6336991" cy="2585323"/>
          </a:xfrm>
          <a:prstGeom prst="rect">
            <a:avLst/>
          </a:prstGeom>
          <a:noFill/>
        </p:spPr>
        <p:txBody>
          <a:bodyPr wrap="none" lIns="91440" tIns="45720" rIns="91440" bIns="45720">
            <a:spAutoFit/>
          </a:bodyPr>
          <a:lstStyle/>
          <a:p>
            <a:pPr algn="ctr"/>
            <a:r>
              <a:rPr lang="en-IN" sz="5400" b="1" cap="none" spc="0" dirty="0">
                <a:ln w="13462">
                  <a:solidFill>
                    <a:schemeClr val="bg1"/>
                  </a:solidFill>
                  <a:prstDash val="solid"/>
                </a:ln>
                <a:solidFill>
                  <a:schemeClr val="accent2">
                    <a:lumMod val="75000"/>
                  </a:schemeClr>
                </a:solidFill>
                <a:effectLst>
                  <a:outerShdw dist="38100" dir="2700000" algn="bl" rotWithShape="0">
                    <a:schemeClr val="accent5"/>
                  </a:outerShdw>
                </a:effectLst>
              </a:rPr>
              <a:t>BARRIERS</a:t>
            </a:r>
          </a:p>
          <a:p>
            <a:pPr algn="ctr"/>
            <a:r>
              <a:rPr lang="en-IN" sz="5400" b="1" cap="none" spc="0" dirty="0">
                <a:ln w="13462">
                  <a:solidFill>
                    <a:schemeClr val="bg1"/>
                  </a:solidFill>
                  <a:prstDash val="solid"/>
                </a:ln>
                <a:solidFill>
                  <a:schemeClr val="accent2">
                    <a:lumMod val="75000"/>
                  </a:schemeClr>
                </a:solidFill>
                <a:effectLst>
                  <a:outerShdw dist="38100" dir="2700000" algn="bl" rotWithShape="0">
                    <a:schemeClr val="accent5"/>
                  </a:outerShdw>
                </a:effectLst>
              </a:rPr>
              <a:t> OF </a:t>
            </a:r>
          </a:p>
          <a:p>
            <a:pPr algn="ctr"/>
            <a:r>
              <a:rPr lang="en-IN" sz="5400" b="1" cap="none" spc="0" dirty="0">
                <a:ln w="13462">
                  <a:solidFill>
                    <a:schemeClr val="bg1"/>
                  </a:solidFill>
                  <a:prstDash val="solid"/>
                </a:ln>
                <a:solidFill>
                  <a:schemeClr val="accent2">
                    <a:lumMod val="75000"/>
                  </a:schemeClr>
                </a:solidFill>
                <a:effectLst>
                  <a:outerShdw dist="38100" dir="2700000" algn="bl" rotWithShape="0">
                    <a:schemeClr val="accent5"/>
                  </a:outerShdw>
                </a:effectLst>
              </a:rPr>
              <a:t>COMMUNICATION</a:t>
            </a:r>
          </a:p>
        </p:txBody>
      </p:sp>
    </p:spTree>
    <p:extLst>
      <p:ext uri="{BB962C8B-B14F-4D97-AF65-F5344CB8AC3E}">
        <p14:creationId xmlns:p14="http://schemas.microsoft.com/office/powerpoint/2010/main" val="1087643604"/>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A2A8EA3C-9440-8010-C554-1A7C5357FAF2}"/>
              </a:ext>
            </a:extLst>
          </p:cNvPr>
          <p:cNvGraphicFramePr>
            <a:graphicFrameLocks noGrp="1"/>
          </p:cNvGraphicFramePr>
          <p:nvPr>
            <p:ph idx="1"/>
            <p:extLst>
              <p:ext uri="{D42A27DB-BD31-4B8C-83A1-F6EECF244321}">
                <p14:modId xmlns:p14="http://schemas.microsoft.com/office/powerpoint/2010/main" val="4044694215"/>
              </p:ext>
            </p:extLst>
          </p:nvPr>
        </p:nvGraphicFramePr>
        <p:xfrm>
          <a:off x="391886" y="447869"/>
          <a:ext cx="10720873" cy="6074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5678729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23454F54-E9E8-B131-6DC5-8C0FC53B822E}"/>
              </a:ext>
            </a:extLst>
          </p:cNvPr>
          <p:cNvGraphicFramePr>
            <a:graphicFrameLocks noGrp="1"/>
          </p:cNvGraphicFramePr>
          <p:nvPr>
            <p:ph idx="1"/>
            <p:extLst>
              <p:ext uri="{D42A27DB-BD31-4B8C-83A1-F6EECF244321}">
                <p14:modId xmlns:p14="http://schemas.microsoft.com/office/powerpoint/2010/main" val="2769323683"/>
              </p:ext>
            </p:extLst>
          </p:nvPr>
        </p:nvGraphicFramePr>
        <p:xfrm>
          <a:off x="1831889" y="2407298"/>
          <a:ext cx="8824913" cy="39856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3">
            <a:extLst>
              <a:ext uri="{FF2B5EF4-FFF2-40B4-BE49-F238E27FC236}">
                <a16:creationId xmlns:a16="http://schemas.microsoft.com/office/drawing/2014/main" id="{783CE399-F85F-B01B-FACA-3B32E0FE5D64}"/>
              </a:ext>
            </a:extLst>
          </p:cNvPr>
          <p:cNvSpPr/>
          <p:nvPr/>
        </p:nvSpPr>
        <p:spPr>
          <a:xfrm>
            <a:off x="5621078" y="3349891"/>
            <a:ext cx="184730" cy="923330"/>
          </a:xfrm>
          <a:prstGeom prst="rect">
            <a:avLst/>
          </a:prstGeom>
          <a:noFill/>
        </p:spPr>
        <p:txBody>
          <a:bodyPr wrap="none" lIns="91440" tIns="45720" rIns="91440" bIns="45720">
            <a:spAutoFit/>
          </a:bodyPr>
          <a:lstStyle/>
          <a:p>
            <a:pPr algn="ctr"/>
            <a:endParaRPr lang="en-US" sz="5400" b="1" cap="none" spc="0" dirty="0">
              <a:ln w="22225">
                <a:solidFill>
                  <a:schemeClr val="accent2"/>
                </a:solidFill>
                <a:prstDash val="solid"/>
              </a:ln>
              <a:solidFill>
                <a:schemeClr val="accent2">
                  <a:lumMod val="40000"/>
                  <a:lumOff val="60000"/>
                </a:schemeClr>
              </a:solidFill>
              <a:effectLst/>
            </a:endParaRPr>
          </a:p>
        </p:txBody>
      </p:sp>
      <p:sp>
        <p:nvSpPr>
          <p:cNvPr id="8" name="Rectangle 7">
            <a:extLst>
              <a:ext uri="{FF2B5EF4-FFF2-40B4-BE49-F238E27FC236}">
                <a16:creationId xmlns:a16="http://schemas.microsoft.com/office/drawing/2014/main" id="{B93619E8-3932-FC7F-6530-5256DBD24759}"/>
              </a:ext>
            </a:extLst>
          </p:cNvPr>
          <p:cNvSpPr/>
          <p:nvPr/>
        </p:nvSpPr>
        <p:spPr>
          <a:xfrm>
            <a:off x="1654720" y="984680"/>
            <a:ext cx="8882560" cy="707886"/>
          </a:xfrm>
          <a:prstGeom prst="rect">
            <a:avLst/>
          </a:prstGeom>
          <a:noFill/>
        </p:spPr>
        <p:txBody>
          <a:bodyPr wrap="none" lIns="91440" tIns="45720" rIns="91440" bIns="45720">
            <a:spAutoFit/>
          </a:bodyPr>
          <a:lstStyle/>
          <a:p>
            <a:pPr algn="ctr"/>
            <a:r>
              <a:rPr lang="en-US" sz="4000" b="1" cap="none" spc="0" dirty="0">
                <a:ln w="0"/>
                <a:solidFill>
                  <a:schemeClr val="bg1"/>
                </a:solidFill>
                <a:effectLst>
                  <a:outerShdw blurRad="38100" dist="19050" dir="2700000" algn="tl" rotWithShape="0">
                    <a:schemeClr val="dk1">
                      <a:alpha val="40000"/>
                    </a:schemeClr>
                  </a:outerShdw>
                </a:effectLst>
              </a:rPr>
              <a:t>BEHAVIOURS OF COMMUNICATION</a:t>
            </a:r>
          </a:p>
        </p:txBody>
      </p:sp>
    </p:spTree>
    <p:extLst>
      <p:ext uri="{BB962C8B-B14F-4D97-AF65-F5344CB8AC3E}">
        <p14:creationId xmlns:p14="http://schemas.microsoft.com/office/powerpoint/2010/main" val="49082611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9A02F43-890F-2A97-18FB-C157C87D8B6B}"/>
              </a:ext>
            </a:extLst>
          </p:cNvPr>
          <p:cNvSpPr/>
          <p:nvPr/>
        </p:nvSpPr>
        <p:spPr>
          <a:xfrm>
            <a:off x="933060" y="1427583"/>
            <a:ext cx="10496939" cy="4982547"/>
          </a:xfrm>
          <a:prstGeom prst="rect">
            <a:avLst/>
          </a:prstGeom>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cxnSp>
        <p:nvCxnSpPr>
          <p:cNvPr id="8" name="Straight Connector 7">
            <a:extLst>
              <a:ext uri="{FF2B5EF4-FFF2-40B4-BE49-F238E27FC236}">
                <a16:creationId xmlns:a16="http://schemas.microsoft.com/office/drawing/2014/main" id="{F41191C4-622E-8C72-7E4D-A71CEA0EF571}"/>
              </a:ext>
            </a:extLst>
          </p:cNvPr>
          <p:cNvCxnSpPr>
            <a:stCxn id="5" idx="0"/>
            <a:endCxn id="5" idx="2"/>
          </p:cNvCxnSpPr>
          <p:nvPr/>
        </p:nvCxnSpPr>
        <p:spPr>
          <a:xfrm>
            <a:off x="6181530" y="1427583"/>
            <a:ext cx="0" cy="4982547"/>
          </a:xfrm>
          <a:prstGeom prst="line">
            <a:avLst/>
          </a:prstGeom>
          <a:ln w="57150"/>
          <a:effectLst>
            <a:innerShdw blurRad="114300">
              <a:prstClr val="black"/>
            </a:innerShdw>
          </a:effectLst>
        </p:spPr>
        <p:style>
          <a:lnRef idx="3">
            <a:schemeClr val="accent2"/>
          </a:lnRef>
          <a:fillRef idx="0">
            <a:schemeClr val="accent2"/>
          </a:fillRef>
          <a:effectRef idx="2">
            <a:schemeClr val="accent2"/>
          </a:effectRef>
          <a:fontRef idx="minor">
            <a:schemeClr val="tx1"/>
          </a:fontRef>
        </p:style>
      </p:cxnSp>
      <p:cxnSp>
        <p:nvCxnSpPr>
          <p:cNvPr id="14" name="Straight Connector 13">
            <a:extLst>
              <a:ext uri="{FF2B5EF4-FFF2-40B4-BE49-F238E27FC236}">
                <a16:creationId xmlns:a16="http://schemas.microsoft.com/office/drawing/2014/main" id="{2DBFABE6-A25E-25BD-BB78-1B92B99D3B1E}"/>
              </a:ext>
            </a:extLst>
          </p:cNvPr>
          <p:cNvCxnSpPr/>
          <p:nvPr/>
        </p:nvCxnSpPr>
        <p:spPr>
          <a:xfrm>
            <a:off x="933061" y="2248678"/>
            <a:ext cx="10496939" cy="0"/>
          </a:xfrm>
          <a:prstGeom prst="line">
            <a:avLst/>
          </a:prstGeom>
          <a:ln w="57150"/>
        </p:spPr>
        <p:style>
          <a:lnRef idx="1">
            <a:schemeClr val="accent2"/>
          </a:lnRef>
          <a:fillRef idx="0">
            <a:schemeClr val="accent2"/>
          </a:fillRef>
          <a:effectRef idx="0">
            <a:schemeClr val="accent2"/>
          </a:effectRef>
          <a:fontRef idx="minor">
            <a:schemeClr val="tx1"/>
          </a:fontRef>
        </p:style>
      </p:cxnSp>
      <p:sp>
        <p:nvSpPr>
          <p:cNvPr id="15" name="Rectangle 14">
            <a:extLst>
              <a:ext uri="{FF2B5EF4-FFF2-40B4-BE49-F238E27FC236}">
                <a16:creationId xmlns:a16="http://schemas.microsoft.com/office/drawing/2014/main" id="{5111878F-BDB1-2CBC-5FA8-5B2D4C74BAB2}"/>
              </a:ext>
            </a:extLst>
          </p:cNvPr>
          <p:cNvSpPr/>
          <p:nvPr/>
        </p:nvSpPr>
        <p:spPr>
          <a:xfrm>
            <a:off x="2631750" y="1427583"/>
            <a:ext cx="6928500"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URBAN 						RURAL</a:t>
            </a:r>
          </a:p>
        </p:txBody>
      </p:sp>
      <p:sp>
        <p:nvSpPr>
          <p:cNvPr id="24" name="TextBox 23">
            <a:extLst>
              <a:ext uri="{FF2B5EF4-FFF2-40B4-BE49-F238E27FC236}">
                <a16:creationId xmlns:a16="http://schemas.microsoft.com/office/drawing/2014/main" id="{CBC46F22-F533-FE1A-E924-EA0D0C5EF526}"/>
              </a:ext>
            </a:extLst>
          </p:cNvPr>
          <p:cNvSpPr txBox="1"/>
          <p:nvPr/>
        </p:nvSpPr>
        <p:spPr>
          <a:xfrm>
            <a:off x="1310048" y="2350913"/>
            <a:ext cx="4494495" cy="3970318"/>
          </a:xfrm>
          <a:prstGeom prst="rect">
            <a:avLst/>
          </a:prstGeom>
          <a:noFill/>
        </p:spPr>
        <p:txBody>
          <a:bodyPr wrap="square" rtlCol="0">
            <a:spAutoFit/>
          </a:bodyPr>
          <a:lstStyle/>
          <a:p>
            <a:pPr marL="342900" indent="-342900">
              <a:buFont typeface="Arial" panose="020B0604020202020204" pitchFamily="34" charset="0"/>
              <a:buChar char="•"/>
            </a:pPr>
            <a:r>
              <a:rPr lang="en-US" sz="2800" b="1" i="0" dirty="0">
                <a:solidFill>
                  <a:schemeClr val="bg2">
                    <a:lumMod val="10000"/>
                  </a:schemeClr>
                </a:solidFill>
                <a:effectLst/>
                <a:latin typeface="Corbel Light" panose="020B0303020204020204" pitchFamily="34" charset="0"/>
              </a:rPr>
              <a:t>Advanced technology and infrastructure.</a:t>
            </a:r>
          </a:p>
          <a:p>
            <a:pPr marL="342900" indent="-342900">
              <a:buFont typeface="Arial" panose="020B0604020202020204" pitchFamily="34" charset="0"/>
              <a:buChar char="•"/>
            </a:pPr>
            <a:r>
              <a:rPr lang="en-US" sz="2800" b="1" i="0" dirty="0">
                <a:solidFill>
                  <a:schemeClr val="bg2">
                    <a:lumMod val="10000"/>
                  </a:schemeClr>
                </a:solidFill>
                <a:effectLst/>
                <a:latin typeface="Corbel Light" panose="020B0303020204020204" pitchFamily="34" charset="0"/>
              </a:rPr>
              <a:t>High population density.</a:t>
            </a:r>
          </a:p>
          <a:p>
            <a:pPr marL="342900" indent="-342900">
              <a:buFont typeface="Arial" panose="020B0604020202020204" pitchFamily="34" charset="0"/>
              <a:buChar char="•"/>
            </a:pPr>
            <a:r>
              <a:rPr lang="en-US" sz="2800" b="1" i="0" dirty="0">
                <a:solidFill>
                  <a:schemeClr val="bg2">
                    <a:lumMod val="10000"/>
                  </a:schemeClr>
                </a:solidFill>
                <a:effectLst/>
                <a:latin typeface="Corbel Light" panose="020B0303020204020204" pitchFamily="34" charset="0"/>
              </a:rPr>
              <a:t>Varied, including digital and in-person.</a:t>
            </a:r>
          </a:p>
          <a:p>
            <a:pPr marL="342900" indent="-342900">
              <a:buFont typeface="Arial" panose="020B0604020202020204" pitchFamily="34" charset="0"/>
              <a:buChar char="•"/>
            </a:pPr>
            <a:r>
              <a:rPr lang="en-US" sz="2800" b="1" i="0" dirty="0">
                <a:solidFill>
                  <a:schemeClr val="bg2">
                    <a:lumMod val="10000"/>
                  </a:schemeClr>
                </a:solidFill>
                <a:effectLst/>
                <a:latin typeface="Corbel Light" panose="020B0303020204020204" pitchFamily="34" charset="0"/>
              </a:rPr>
              <a:t>Fast-paced, often rushed.</a:t>
            </a:r>
          </a:p>
          <a:p>
            <a:pPr marL="342900" indent="-342900">
              <a:buFont typeface="Arial" panose="020B0604020202020204" pitchFamily="34" charset="0"/>
              <a:buChar char="•"/>
            </a:pPr>
            <a:r>
              <a:rPr lang="en-US" sz="2800" b="1" i="0" dirty="0">
                <a:solidFill>
                  <a:schemeClr val="bg2">
                    <a:lumMod val="10000"/>
                  </a:schemeClr>
                </a:solidFill>
                <a:effectLst/>
                <a:latin typeface="Corbel Light" panose="020B0303020204020204" pitchFamily="34" charset="0"/>
              </a:rPr>
              <a:t>More formal and structured.</a:t>
            </a:r>
          </a:p>
          <a:p>
            <a:pPr marL="342900" indent="-342900">
              <a:buFont typeface="Arial" panose="020B0604020202020204" pitchFamily="34" charset="0"/>
              <a:buChar char="•"/>
            </a:pPr>
            <a:r>
              <a:rPr lang="en-US" sz="2800" b="1" i="0" dirty="0">
                <a:solidFill>
                  <a:schemeClr val="bg2">
                    <a:lumMod val="10000"/>
                  </a:schemeClr>
                </a:solidFill>
                <a:effectLst/>
                <a:latin typeface="Corbel Light" panose="020B0303020204020204" pitchFamily="34" charset="0"/>
              </a:rPr>
              <a:t>Highly connected, internet access.</a:t>
            </a:r>
          </a:p>
        </p:txBody>
      </p:sp>
      <p:sp>
        <p:nvSpPr>
          <p:cNvPr id="27" name="TextBox 26">
            <a:extLst>
              <a:ext uri="{FF2B5EF4-FFF2-40B4-BE49-F238E27FC236}">
                <a16:creationId xmlns:a16="http://schemas.microsoft.com/office/drawing/2014/main" id="{F5F6F480-79AE-EAF2-30F7-B551A7D46ED4}"/>
              </a:ext>
            </a:extLst>
          </p:cNvPr>
          <p:cNvSpPr txBox="1"/>
          <p:nvPr/>
        </p:nvSpPr>
        <p:spPr>
          <a:xfrm>
            <a:off x="6377616" y="2344245"/>
            <a:ext cx="4494495" cy="3970318"/>
          </a:xfrm>
          <a:prstGeom prst="rect">
            <a:avLst/>
          </a:prstGeom>
          <a:noFill/>
        </p:spPr>
        <p:txBody>
          <a:bodyPr wrap="square" rtlCol="0">
            <a:spAutoFit/>
          </a:bodyPr>
          <a:lstStyle/>
          <a:p>
            <a:pPr marL="342900" indent="-342900">
              <a:buFont typeface="Arial" panose="020B0604020202020204" pitchFamily="34" charset="0"/>
              <a:buChar char="•"/>
            </a:pPr>
            <a:r>
              <a:rPr lang="en-US" sz="2800" b="1" i="0" dirty="0">
                <a:solidFill>
                  <a:schemeClr val="bg2">
                    <a:lumMod val="10000"/>
                  </a:schemeClr>
                </a:solidFill>
                <a:effectLst/>
                <a:latin typeface="Corbel Light" panose="020B0303020204020204" pitchFamily="34" charset="0"/>
              </a:rPr>
              <a:t>Limited technology and infrastructure.</a:t>
            </a:r>
          </a:p>
          <a:p>
            <a:pPr marL="342900" indent="-342900">
              <a:buFont typeface="Arial" panose="020B0604020202020204" pitchFamily="34" charset="0"/>
              <a:buChar char="•"/>
            </a:pPr>
            <a:r>
              <a:rPr lang="en-US" sz="2800" b="1" i="0" dirty="0">
                <a:solidFill>
                  <a:schemeClr val="bg2">
                    <a:lumMod val="10000"/>
                  </a:schemeClr>
                </a:solidFill>
                <a:effectLst/>
                <a:latin typeface="Corbel Light" panose="020B0303020204020204" pitchFamily="34" charset="0"/>
              </a:rPr>
              <a:t>Low population density.</a:t>
            </a:r>
          </a:p>
          <a:p>
            <a:pPr marL="342900" indent="-342900">
              <a:buFont typeface="Arial" panose="020B0604020202020204" pitchFamily="34" charset="0"/>
              <a:buChar char="•"/>
            </a:pPr>
            <a:r>
              <a:rPr lang="en-US" sz="2800" b="1" i="0" dirty="0">
                <a:solidFill>
                  <a:schemeClr val="bg2">
                    <a:lumMod val="10000"/>
                  </a:schemeClr>
                </a:solidFill>
                <a:effectLst/>
                <a:latin typeface="Corbel Light" panose="020B0303020204020204" pitchFamily="34" charset="0"/>
              </a:rPr>
              <a:t>Often face-to-face and limited digital.</a:t>
            </a:r>
          </a:p>
          <a:p>
            <a:pPr marL="342900" indent="-342900">
              <a:buFont typeface="Arial" panose="020B0604020202020204" pitchFamily="34" charset="0"/>
              <a:buChar char="•"/>
            </a:pPr>
            <a:r>
              <a:rPr lang="en-US" sz="2800" b="1" i="0" dirty="0">
                <a:solidFill>
                  <a:schemeClr val="bg2">
                    <a:lumMod val="10000"/>
                  </a:schemeClr>
                </a:solidFill>
                <a:effectLst/>
                <a:latin typeface="Corbel Light" panose="020B0303020204020204" pitchFamily="34" charset="0"/>
              </a:rPr>
              <a:t>Slower, more leisurely.</a:t>
            </a:r>
          </a:p>
          <a:p>
            <a:pPr marL="342900" indent="-342900">
              <a:buFont typeface="Arial" panose="020B0604020202020204" pitchFamily="34" charset="0"/>
              <a:buChar char="•"/>
            </a:pPr>
            <a:r>
              <a:rPr lang="en-US" sz="2800" b="1" i="0" dirty="0">
                <a:solidFill>
                  <a:schemeClr val="bg2">
                    <a:lumMod val="10000"/>
                  </a:schemeClr>
                </a:solidFill>
                <a:effectLst/>
                <a:latin typeface="Corbel Light" panose="020B0303020204020204" pitchFamily="34" charset="0"/>
              </a:rPr>
              <a:t>Often informal and personal</a:t>
            </a:r>
          </a:p>
          <a:p>
            <a:pPr marL="342900" indent="-342900">
              <a:buFont typeface="Arial" panose="020B0604020202020204" pitchFamily="34" charset="0"/>
              <a:buChar char="•"/>
            </a:pPr>
            <a:r>
              <a:rPr lang="en-US" sz="2800" b="1" i="0" dirty="0">
                <a:solidFill>
                  <a:schemeClr val="bg2">
                    <a:lumMod val="10000"/>
                  </a:schemeClr>
                </a:solidFill>
                <a:effectLst/>
                <a:latin typeface="Corbel Light" panose="020B0303020204020204" pitchFamily="34" charset="0"/>
              </a:rPr>
              <a:t>Limited connectivity in remote areas.</a:t>
            </a:r>
          </a:p>
        </p:txBody>
      </p:sp>
    </p:spTree>
    <p:extLst>
      <p:ext uri="{BB962C8B-B14F-4D97-AF65-F5344CB8AC3E}">
        <p14:creationId xmlns:p14="http://schemas.microsoft.com/office/powerpoint/2010/main" val="122000370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F523A-4605-C203-00F7-E5910F5DF7A7}"/>
              </a:ext>
            </a:extLst>
          </p:cNvPr>
          <p:cNvSpPr>
            <a:spLocks noGrp="1"/>
          </p:cNvSpPr>
          <p:nvPr>
            <p:ph type="title"/>
          </p:nvPr>
        </p:nvSpPr>
        <p:spPr>
          <a:xfrm>
            <a:off x="7391323" y="4989095"/>
            <a:ext cx="8761413" cy="706964"/>
          </a:xfrm>
        </p:spPr>
        <p:txBody>
          <a:bodyPr/>
          <a:lstStyle/>
          <a:p>
            <a:r>
              <a:rPr lang="en-IN" sz="2000" b="1" dirty="0">
                <a:solidFill>
                  <a:schemeClr val="tx1">
                    <a:lumMod val="95000"/>
                    <a:lumOff val="5000"/>
                  </a:schemeClr>
                </a:solidFill>
              </a:rPr>
              <a:t>George Benard Shaw (1856-1950) </a:t>
            </a:r>
          </a:p>
        </p:txBody>
      </p:sp>
      <p:pic>
        <p:nvPicPr>
          <p:cNvPr id="5" name="Content Placeholder 4">
            <a:extLst>
              <a:ext uri="{FF2B5EF4-FFF2-40B4-BE49-F238E27FC236}">
                <a16:creationId xmlns:a16="http://schemas.microsoft.com/office/drawing/2014/main" id="{77029D6D-E381-EAB9-A695-477FBFC53008}"/>
              </a:ext>
            </a:extLst>
          </p:cNvPr>
          <p:cNvPicPr>
            <a:picLocks noGrp="1" noChangeAspect="1"/>
          </p:cNvPicPr>
          <p:nvPr>
            <p:ph idx="1"/>
          </p:nvPr>
        </p:nvPicPr>
        <p:blipFill>
          <a:blip r:embed="rId2"/>
          <a:stretch>
            <a:fillRect/>
          </a:stretch>
        </p:blipFill>
        <p:spPr>
          <a:xfrm>
            <a:off x="7788413" y="1580816"/>
            <a:ext cx="3404077" cy="34163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8" name="TextBox 7">
            <a:extLst>
              <a:ext uri="{FF2B5EF4-FFF2-40B4-BE49-F238E27FC236}">
                <a16:creationId xmlns:a16="http://schemas.microsoft.com/office/drawing/2014/main" id="{5252C76D-8E72-F331-B56C-5049C6FFF238}"/>
              </a:ext>
            </a:extLst>
          </p:cNvPr>
          <p:cNvSpPr txBox="1"/>
          <p:nvPr/>
        </p:nvSpPr>
        <p:spPr>
          <a:xfrm>
            <a:off x="1387425" y="2281844"/>
            <a:ext cx="4708575" cy="3477875"/>
          </a:xfrm>
          <a:prstGeom prst="rect">
            <a:avLst/>
          </a:prstGeom>
          <a:noFill/>
        </p:spPr>
        <p:txBody>
          <a:bodyPr wrap="square" rtlCol="0">
            <a:spAutoFit/>
          </a:bodyPr>
          <a:lstStyle/>
          <a:p>
            <a:r>
              <a:rPr lang="en-US" sz="4400" b="1" i="1" dirty="0">
                <a:solidFill>
                  <a:schemeClr val="tx1">
                    <a:lumMod val="95000"/>
                    <a:lumOff val="5000"/>
                  </a:schemeClr>
                </a:solidFill>
                <a:effectLst/>
                <a:latin typeface="Söhne"/>
              </a:rPr>
              <a:t>"The single biggest problem in communication is the illusion that it has taken place."</a:t>
            </a:r>
            <a:endParaRPr lang="en-IN" sz="4400" b="1" i="1" dirty="0">
              <a:solidFill>
                <a:schemeClr val="tx1">
                  <a:lumMod val="95000"/>
                  <a:lumOff val="5000"/>
                </a:schemeClr>
              </a:solidFill>
            </a:endParaRPr>
          </a:p>
        </p:txBody>
      </p:sp>
    </p:spTree>
    <p:extLst>
      <p:ext uri="{BB962C8B-B14F-4D97-AF65-F5344CB8AC3E}">
        <p14:creationId xmlns:p14="http://schemas.microsoft.com/office/powerpoint/2010/main" val="254037374"/>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7254A6F-ED02-9E74-BA3B-55FBDDABFB8F}"/>
              </a:ext>
            </a:extLst>
          </p:cNvPr>
          <p:cNvSpPr/>
          <p:nvPr/>
        </p:nvSpPr>
        <p:spPr>
          <a:xfrm>
            <a:off x="3230359" y="2828835"/>
            <a:ext cx="5731282" cy="1200329"/>
          </a:xfrm>
          <a:prstGeom prst="rect">
            <a:avLst/>
          </a:prstGeom>
          <a:noFill/>
        </p:spPr>
        <p:txBody>
          <a:bodyPr wrap="square" lIns="91440" tIns="45720" rIns="91440" bIns="45720">
            <a:spAutoFit/>
          </a:bodyPr>
          <a:lstStyle/>
          <a:p>
            <a:pPr algn="ctr"/>
            <a:r>
              <a:rPr lang="en-US" sz="72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THANK YOU</a:t>
            </a:r>
          </a:p>
        </p:txBody>
      </p:sp>
    </p:spTree>
    <p:extLst>
      <p:ext uri="{BB962C8B-B14F-4D97-AF65-F5344CB8AC3E}">
        <p14:creationId xmlns:p14="http://schemas.microsoft.com/office/powerpoint/2010/main" val="259742534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TM02900722[[fn=Ion Boardroom]]</Template>
  <TotalTime>75</TotalTime>
  <Words>454</Words>
  <Application>Microsoft Office PowerPoint</Application>
  <PresentationFormat>Widescreen</PresentationFormat>
  <Paragraphs>46</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Century Gothic</vt:lpstr>
      <vt:lpstr>Corbel Light</vt:lpstr>
      <vt:lpstr>Söhne</vt:lpstr>
      <vt:lpstr>Wingdings 3</vt:lpstr>
      <vt:lpstr>Ion Boardroom</vt:lpstr>
      <vt:lpstr>PRINCIPLES OF COMMUNICATION</vt:lpstr>
      <vt:lpstr>PowerPoint Presentation</vt:lpstr>
      <vt:lpstr>What Is Communication?</vt:lpstr>
      <vt:lpstr>Why Communication?</vt:lpstr>
      <vt:lpstr>What is Effective Communication</vt:lpstr>
      <vt:lpstr>PowerPoint Presentation</vt:lpstr>
      <vt:lpstr>      </vt:lpstr>
      <vt:lpstr>VERBAL COMMUNICATION</vt:lpstr>
      <vt:lpstr>NON-VERBAL COMMUNICATION</vt:lpstr>
      <vt:lpstr>PowerPoint Presentation</vt:lpstr>
      <vt:lpstr>PowerPoint Presentation</vt:lpstr>
      <vt:lpstr>PowerPoint Presentation</vt:lpstr>
      <vt:lpstr>PowerPoint Presentation</vt:lpstr>
      <vt:lpstr>George Benard Shaw (1856-1950)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COMMUNICATION</dc:title>
  <dc:creator>VIJAY RAJESH R</dc:creator>
  <cp:lastModifiedBy>VIJAY RAJESH R</cp:lastModifiedBy>
  <cp:revision>1</cp:revision>
  <dcterms:created xsi:type="dcterms:W3CDTF">2023-10-20T08:22:18Z</dcterms:created>
  <dcterms:modified xsi:type="dcterms:W3CDTF">2023-10-20T09:37:50Z</dcterms:modified>
</cp:coreProperties>
</file>
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ink/ink1.xml" ContentType="application/inkml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ink/ink2.xml" ContentType="application/inkml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ink/ink3.xml" ContentType="application/inkml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6.xml" ContentType="application/vnd.openxmlformats-officedocument.presentationml.notesSlide+xml"/>
  <Override PartName="/ppt/ink/ink4.xml" ContentType="application/inkml+xml"/>
  <Override PartName="/ppt/theme/themeOverride17.xml" ContentType="application/vnd.openxmlformats-officedocument.themeOverride+xml"/>
  <Override PartName="/ppt/notesSlides/notesSlide1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theme/themeOverride18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0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theme/themeOverride21.xml" ContentType="application/vnd.openxmlformats-officedocument.themeOverride+xml"/>
  <Override PartName="/ppt/notesSlides/notesSlide21.xml" ContentType="application/vnd.openxmlformats-officedocument.presentationml.notesSlide+xml"/>
  <Override PartName="/ppt/ink/ink15.xml" ContentType="application/inkml+xml"/>
  <Override PartName="/ppt/theme/themeOverride22.xml" ContentType="application/vnd.openxmlformats-officedocument.themeOverride+xml"/>
  <Override PartName="/ppt/notesSlides/notesSlide22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9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19T06:48:37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20315 10790,'0'25,"0"24,0 51,25 24,-25 25,0-25,50 0,-50-25,0-25,0 1,0-51,0 26,25-50,-25 25</inkml:trace>
  <inkml:trace contextRef="#ctx0" brushRef="#br0" timeOffset="429.02">20167 10988,'0'-49,"0"-1,0-24,0 24,49 1,1-1,24 50,-24-50,-1 50,-24 0,-25 25,0 25,0 24,0 1,-25 24,-24-25,49-24,-50 24,50-49,0 0,0 25,25 24,25-49,-26 24,26-24,-50 25,25-25,-25-1,0 26,-25-25,0-25,-24 49,-1-49,0 0,1 0,-1 0,50-24,0-26,99 0,-24 1</inkml:trace>
  <inkml:trace contextRef="#ctx0" brushRef="#br0" timeOffset="647.03">20712 11212,'0'25,"25"24,-25-24,50 25,-50-26,24 26,-24 0</inkml:trace>
  <inkml:trace contextRef="#ctx0" brushRef="#br0" timeOffset="798.04">20737 11088,'0'-25,"50"25,-26 0</inkml:trace>
  <inkml:trace contextRef="#ctx0" brushRef="#br0" timeOffset="1157.06">20911 11088,'0'24,"0"51,74-50,-74 24,25-24,-25 25,25-50,-25 25,0-50,0-25,0 1,0-26,0 25,0 1,0 49,49 0,1 0,-50 25,50-25,-50 74,24-74,-24 50,25-50,50 0</inkml:trace>
  <inkml:trace contextRef="#ctx0" brushRef="#br0" timeOffset="1495.08">21506 10939,'0'0,"-74"25,24-1,0 26,26-25,24 0,-50 24,50-24,25-25,49 0,-24 0,-1 0,-24-50,25 26,-50-26,0 25,0 0,0 50,0 25,25-1,49-49,-49 0</inkml:trace>
  <inkml:trace contextRef="#ctx0" brushRef="#br0" timeOffset="2168.12">21754 10964,'-50'0,"75"0,-25 24,50-24,-50 75,0-125,0 25,0-24,49-1,-49-24,50 49,0 25,-26 0,-24 0,0 25,0 24,0 1,0-25,75-25,-25 0,-1-25,1-25,-25 26,-25-26,49 0,-49-24,0 49,0 0,-25 25,25 0,0 25,50 50,-25-26,24 1,-24 49,25-25,-1 50,-49 1,0-26,0-25,0 1,-24-75,-26 24,0-24,50 0,-24-49,24-26,0-24,0-25,74-50,-49 100,49 49,-49 25,0-49</inkml:trace>
  <inkml:trace contextRef="#ctx0" brushRef="#br0" timeOffset="2948.16">21184 12452,'0'50,"0"24,49 0,-49 1,0-1,50-24,-50-1,0 1,0-25,0 0</inkml:trace>
  <inkml:trace contextRef="#ctx0" brushRef="#br0" timeOffset="3116.17">20811 12576,'-49'-25,"49"-24,25 24,49-50,50 26,25-1,0 50,-25-49,0 49,-75-50</inkml:trace>
  <inkml:trace contextRef="#ctx0" brushRef="#br0" timeOffset="3969.22">22126 12452,'0'-25,"0"50,-49 25,24 24,25-49,-50 0,50 24,50-49,-25 0,24 0,1-49,24 24,-49-25,-25 25,50 1,-50-26,0 25,-50 25,25 0,0 0,-24 0,-26 25,51 0,24 0,0 24,74-49,-24 0</inkml:trace>
  <inkml:trace contextRef="#ctx0" brushRef="#br0" timeOffset="4263.24">22498 12328,'0'0,"25"25,25 0,-50 24,0-24,0 25,0-75,0 0,0-49,0-1,0 1,49-1,1 26,-1 49,1 0</inkml:trace>
  <inkml:trace contextRef="#ctx0" brushRef="#br0" timeOffset="4555.26">23044 11981,'0'-25,"0"25,25 49,-25 1,49 49,-49 25,75 0,-75-49,0-1,25-24,-25-1,49-49,-24 0</inkml:trace>
  <inkml:trace contextRef="#ctx0" brushRef="#br0" timeOffset="4765.27">23118 12080,'-49'-25,"49"-25,49 50,1-49,24 49,26-75,-1 75,-50 0,-24 0,-25 25,-49 0</inkml:trace>
  <inkml:trace contextRef="#ctx0" brushRef="#br0" timeOffset="4936.28">23094 12378,'0'49,"-25"-49,50 0,49-25,50-24,-50-1,26 25,-26-24,-24 49,-1-25,-24 25</inkml:trace>
  <inkml:trace contextRef="#ctx0" brushRef="#br0" timeOffset="5919.33">21655 13742,'0'0,"0"49,25 51,-25-26,24-24,-24-1,0-24,50 25,-50-1,50-49,-26 0,1 0,25-25</inkml:trace>
  <inkml:trace contextRef="#ctx0" brushRef="#br0" timeOffset="6106.34">21903 13742,'0'-25,"0"25,0 50,49-1,-49 1,50 24,-50-24,0-25,0-1,0 26,0-25,0 0</inkml:trace>
  <inkml:trace contextRef="#ctx0" brushRef="#br0" timeOffset="6243.35">21729 14039,'0'-24,"25"24,0-50,24 0,51 1,-1 24,0-25</inkml:trace>
  <inkml:trace contextRef="#ctx0" brushRef="#br0" timeOffset="6841.39">22523 13593,'-25'0,"25"25,-49 49,49-24,-25-25,25 24,0-24,25-25,24 0,1-25,24 0,-49-24,-25 24,25 0,-25-24,0 24,-25 25,0-25,0 25,-49 0,49 0,0 0,25 25,50-25</inkml:trace>
  <inkml:trace contextRef="#ctx0" brushRef="#br0" timeOffset="7105.4">22721 13593,'0'-50,"50"50,0 25,-50 0,0 0,24-25,-24 74,0-123,0 24,0 0,0-25,0-49,75 50,-50 24,24-25</inkml:trace>
  <inkml:trace contextRef="#ctx0" brushRef="#br0" timeOffset="7495.42">23515 13271,'0'24,"0"51,0-26,0 1,0-25,0 24,0-24,0-25,50 0,-25 0,24-25,26 1,-26-26,1 25,24-24,-24 49,-25-25,-25 25,-25 0</inkml:trace>
  <inkml:trace contextRef="#ctx0" brushRef="#br0" timeOffset="8515.48">22176 14833,'0'50,"0"-1,49 26,-49-1,0 1,25-26,-25 26,50-51,-50 1,25-25,-25-49,0-1,49-24</inkml:trace>
  <inkml:trace contextRef="#ctx0" brushRef="#br0" timeOffset="8948.51">23044 14858,'0'0,"-50"25,50 0,-25 24,25 1,0-25,50-25,-25 0,25 0,-1-50,-49 25,50-24,-50-26,0 50,-25-24,0 49,-49 0,24 25,0-25,1 49,49 1,25-50,24 0,26 0</inkml:trace>
  <inkml:trace contextRef="#ctx0" brushRef="#br0" timeOffset="9218.52">23267 14684,'25'0,"0"0,-25 25,49 25,-49-25,0 24,0-49,0-25,0 1,0-51,0 1,0-1,50 26,-50-1,74 50</inkml:trace>
  <inkml:trace contextRef="#ctx0" brushRef="#br0" timeOffset="9571.54">24061 14362,'0'0,"-50"0,1 25,24 24,-25 1,50 24,0-49,0 0,0 25,25-50,25 0,-26 0,1 0,25-75,-25 26,-25-1,0 0,0 26,0-1,0 0,-50 25,0 0,1 0,-26 0,-24 50,74-1,25 1</inkml:trace>
  <inkml:trace contextRef="#ctx0" brushRef="#br0" timeOffset="10247.58">22126 16123,'25'0,"49"-50,-24 26,49-51,50 1,25-1,-75 26,-25 49,-24-25,-50 50,-25 0</inkml:trace>
  <inkml:trace contextRef="#ctx0" brushRef="#br0" timeOffset="10523.6">22201 16173,'-25'24,"0"-24,25 0,50 0,24-49,50-1,0 1,25-26,0 1,-25-1,-50 26,-24 49,-50-25,0 25,-50 0,0-25</inkml:trace>
  <inkml:trace contextRef="#ctx0" brushRef="#br0" timeOffset="11851.67">23267 11385,'75'-49,"-51"49,26 0,0-50,24 50,-24 0,-26 0,1 0,-25 25,0 25,0 24,-49 0,-1 26,50-26,-25-24,25-1,0-24,25 25,25-50,24 49,-24-49,-1 50,1-50,-1 49,-24 26,-25-26,0-24,0 0,-25 25,1-1,24 1,0 24,24-74,51 50,-26-50,1 50,0-1,-25 26,-25-51,0 51,-50-26,0 51,25-51,-24-24,49 25,0-26,0 1,0 25,49-50,1 74,25-24,24-25,-50 24,1-24,0 50,-50-26,0 1,0-1,0 1,0 0,0-26,-50 26,50-25,0 24,0 1,0 0,0 24,25-24,0-1,24 26,-24-1,25 0,-50 26,49 24,-49-25,0 0,0 0,-49-24,24-50,0-25,-25 49,26-49,-26 0,25 0,25 0,-25-74,25 24,0 25</inkml:trace>
  <inkml:trace contextRef="#ctx0" brushRef="#br0" timeOffset="17274.98">20687 12278,'0'-24,"0"24,-49 24,49 26,-25-25,25 0,0 24,-50 1,50-1,0 1,0 49,0-24,0-26,25 1,-25-25,50-25,-1 74,-24-74,25 50,-1-50,1 49,-25-49,25 75,-26-75,-24 49,25-49,-25 50,50-25,-50 24,0-24,25 25,-25-25,0 24,0 1,0-1,0 1,-50-25,25-25,25 0,0-25,0-25,25 1,25 24,-26 25,26 0,0 0,24 99,-24-49,-1 49,-49-49,50 49,-50-25,49 1,-49-1,0-24,25 24,-25-49,0 24,50-49,-50 50,0 0,25-50,-25 25,0-1,24-24,-24 50,0-25,50-25,-50 74,0-24,0-1,25 26,-25-1,0-24,0-25,0-1,0 26,0-25,0 24,0 1,0-25,0 0,0 24,0-24,0 0,0 24,0 26,49-1,-49-49,0 0,0 25,0-26,25 1,-25 25,0-1,0 1,25-50,-25 25,50-25,-50 49,24-49,1 0,25 0,-25 0,24 0,1 0,-25 0,0 0,-25-24,24 24,51-25,-26 25,-49-25,25 25,25-50,-50 26,25 24,-25-25,-25-25</inkml:trace>
  <inkml:trace contextRef="#ctx0" brushRef="#br0" timeOffset="20220.15">17587 14734,'-50'0,"25"0,25 0,0 25,0-25,50 0,-25 0,24 49,-24-49,25 0,-25 0,0 0,49 0,-24 0,-26 0,1 0,25 0,-25 0,-25 25,49-25,-49 50,50-50,-25 25,-1 24,51-49,-75 25,49-25,-24 25,25-25,-1 49,-24-49,25 0,24 0,-49 0,0 0,24 0,26 0,-50 0,-1 0,26 0,25-24,-26 24,-49-25,50 25,-50-25,49 25,-49-50,50 50,-50-24,50 24,-50-25,24 25,-24-50,25 50,-25-25,50 1,-50-26,25 50</inkml:trace>
  <inkml:trace contextRef="#ctx0" brushRef="#br0" timeOffset="22134.26">5606 15999,'0'-25,"0"25,50-49,49-26,-25 50,-24-24,0 24,-1-25,26 26,-26-26,-24 50,-25-25,50 25,-125 50,26-1</inkml:trace>
  <inkml:trace contextRef="#ctx0" brushRef="#br0" timeOffset="22389.28">5681 16098,'0'-25,"49"-24,26-50,-26 74,-24-25,49 25,-49-24,0 49,25-50,-26 50,-24 0,0 0</inkml:trace>
  <inkml:trace contextRef="#ctx0" brushRef="#br0" timeOffset="27331.56">20241 12303,'-50'-49,"26"49,24 0,74-25,-24 25,-1-50,1 50,-1-50,26 50,24-49,-25 49,26-75,-26 75,25-49,-24 49,-26-75,1 75,49-24,-49 24,-1-50,-24 50,25 0,-50-25,49 25,-24 0,-25-49,50 49,24 0,-74-25,25 25,0 0,24-25,-24 25,0 0,-25-50,50 50,-26-24,1 24,25-50,-25 50,24-25,-24 25,-50 0,-49 25,24-25</inkml:trace>
  <inkml:trace contextRef="#ctx0" brushRef="#br0" timeOffset="28277.61">20191 12278,'-24'0,"-1"0,25-24,0 24,25 0,24-25,-24 25,25-50,-1 50,-24-25,25 25,-1-49,1 49,-1-25,26 25,-1-50,-24 50,-1-25,1 25,25-49,-26 49,1-25,-1 25,26-50,-26 50,1-49,0 49,-26-25,1 25,25 0,-25-50,-1 50,51-49,-26 49,-24-25,25 25,-25-50,-1 50,26-24,-25 24,24 0,-98 0,24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19T06:55:44.0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5557 16049,'0'-25,"0"0,0 50,0 49,-50 25,0 1,50-51,-49 1,49 0,-50-1,50-24,-49 25,49-26,0 1,-25-25</inkml:trace>
  <inkml:trace contextRef="#ctx0" brushRef="#br0" timeOffset="1155.06">5085 16098,'0'-25,"0"25,0 0,0 50,50-50,-50 25,25-25,-25 25,25-25,-25 49,49-49,-49 25,50-25,-50 25,25-25,-25 25,49-25,-49 49,50-49,-50 50,25-50,-25 50,24-50,-24 49,50-49,-50 50,25-50,-25 74,25-49,-25 0,0-25,0-25</inkml:trace>
  <inkml:trace contextRef="#ctx0" brushRef="#br0" timeOffset="2139.12">6425 15850,'0'-25,"0"75,0 49,0 75,0 74,25 50,-25-50,0-50,0 0,0-49,0-49,0-26,0-24,0-26,0 26,49-50</inkml:trace>
  <inkml:trace contextRef="#ctx0" brushRef="#br0" timeOffset="3556.2">6970 16024,'-49'0,"74"0,49-50,-49 50,24-25,1 25,0-49,-25 49,24-25,-24 25,-25 50,-50 24,-24 25,-1 0,26-49,24-25,25 24,-50-49,50 25,0-25,50 0,-50-49,25 49,0 0,49 0,-24 0,-25 0,-1 0,26 0,0 24,-1-24,1 0,-1 0,1 0,-25 0,0-24,-25-1,-25 25,-25 25,25-25</inkml:trace>
  <inkml:trace contextRef="#ctx0" brushRef="#br0" timeOffset="4179.23">5333 16917,'0'0,"25"0,50 0,-1 0,25 0,25 0,50 0,49-50,-24 50,49-49,-50 49,25-75,-24 75,-26-74,-73 74,24-50,-50 50,-24 0,-1-25,-98 25,-26 25,50-25</inkml:trace>
  <inkml:trace contextRef="#ctx0" brushRef="#br0" timeOffset="6280.35">5780 17115,'-50'0,"50"-25,-25 25,1 0,-1 0,25 0,0 25,-50-25,50 50,-25-1,25 1,-49 0,49-1,0-24,0 0,0 24,0-24,0-25,49 25,-24-25,25 0,-25 0,-25 50,24-50,1 0,25 0,-50-25,25 25,-1 0,-24-25,50 0,-50-24,25 24,-25 0,0-49,0 49,0 0,0-25,0 26,0-1,0-25,0 25,0 25,-25 0,25-24,-50 24,26 0,-1 0,-25 0,25 0,25 0,-24 0,-1 0,25 49,25-49</inkml:trace>
  <inkml:trace contextRef="#ctx0" brushRef="#br0" timeOffset="7364.42">7144 17090,'0'-24,"0"48,0 26,0-25,0 49,0-24,0-1,0-24,0 25,0-25,0-1,0 26,25-50,-25 50</inkml:trace>
  <inkml:trace contextRef="#ctx0" brushRef="#br0" timeOffset="11100.63">5829 18008,'0'-25,"0"25,0 25,0 50,0-1,0-49,0 0,0 24,0 1,0-25,0-1,0 26,0-25,0 24,0 1,75-75,-26 25</inkml:trace>
  <inkml:trace contextRef="#ctx0" brushRef="#br0" timeOffset="12570.71">6474 17661,'0'0,"0"50,0-26,0 1,0 25,0-1,0 1,0 24,0 1,0-1,0 1,0-1,0-24,0-1,0 1,0-1,0 1,0 25,0-51,0 1,0 25,0-100,0 1,0-1</inkml:trace>
  <inkml:trace contextRef="#ctx0" brushRef="#br0" timeOffset="13289.76">7094 18083,'0'-50,"25"50,-25-25,-25 25,1 25,-26-25,50 74,-50-24,50 0,-24-1,24 1,0-25,0-1,0 26,0-50,0 25,49-25,-24 0,25 0,-26 0,1 0,25 0,-25-25,49-25,-49 26,25-51,-26 26,-24 24,25-25,-25 25,0 1,-25 24,-24-75,-1 75,-24-25,24 25,0 0,1 0,-1 25,25-25,25 75,0-26,0 1</inkml:trace>
  <inkml:trace contextRef="#ctx0" brushRef="#br0" timeOffset="13868.79">7318 18653,'-25'0,"25"0,0-49,50 24,24 25,0-75,26 26,-26 49,0-50,1 50,24-74,-49 74,-26-25,26 25,-75 0,0 0,-24 0,-1 0</inkml:trace>
  <inkml:trace contextRef="#ctx0" brushRef="#br0" timeOffset="14139.8">7343 18752,'0'0,"24"0,51-49,-1-1,50 1,-49 49,-1-50,0 50,26-50,-51 50,1-49,-25 49,24 0,-98 0,24 0</inkml:trace>
  <inkml:trace contextRef="#ctx0" brushRef="#br0" timeOffset="16154.92">8087 15900,'24'0,"26"-25,25 25,-1 0,0 0,-24 0,0 0,-26 0,-24 25,50 0,-50 24,0 50,-74-24,24 24,-24-25,-1 26,50-51,25 1,0 0,0-1,0-24,0 0,50-25,0 74,-1-74,26 0,-51 0,-24 25,25-25,-25 74,0-49,-25 25,1-25,-26 24,25-24,25 25,-49-26,49 1,0 25,24-1,26-24,0 50,24-51,-24 26,-26-25,-24 24,50 1,-50 0,0 24,-25 1,0 24,-24-50,-1 1,50 24,-49-49,24 25,-50-50,26 0,-1 0,50-75,25 1</inkml:trace>
  <inkml:trace contextRef="#ctx0" brushRef="#br0" timeOffset="16611.95">9649 16371,'0'-25,"0"25,0 50,0 24,0 26,0 24,0-50,25 0,-25 26,0-26,0 0,0-24,25-25,-25 24</inkml:trace>
  <inkml:trace contextRef="#ctx0" brushRef="#br0" timeOffset="16927.96">9773 16470,'0'-24,"0"24,0 24,75 26,-26 49,1 0,0 25,-26-49,26 24,0-25,-26-24,26 24,-50-49,50-25,-50 25,24-25</inkml:trace>
  <inkml:trace contextRef="#ctx0" brushRef="#br0" timeOffset="17249.98">10220 16371,'0'-25,"-25"25,25 25,25 25,-25 24,0 25,0 50,0 25,0-75,0 0,0-24,0-26,0 26,0-51,0 26</inkml:trace>
  <inkml:trace contextRef="#ctx0" brushRef="#br0" timeOffset="17611">10567 16842,'0'0,"-25"0,-24 50,49-25,-25 0,25 24,0 1,0-25,0 24,74-49,-24 25,24-25,-24 0,0 0,-1-25,1-24,-25-1,24-24,-49-1,50 1,-50-1,0 51,-50 24,-24-25,-1 25,-24 0,25 25,-1 24,75-24,-24-25,24 74,49-74,26 50,49-50</inkml:trace>
  <inkml:trace contextRef="#ctx0" brushRef="#br0" timeOffset="17903.02">11510 16470,'0'-49,"0"98,0 1,0 49,0 0,0 1,-25-1,25-50,0-24,0 0,0 49,0-74,0-24,0-1</inkml:trace>
  <inkml:trace contextRef="#ctx0" brushRef="#br0" timeOffset="18194.04">11187 16545,'-25'0,"25"-25,-24 25,24-25,49 25,26 0,24 0,50-49,-50 49,0 0,-24 0,-26 0,26 0,-51-50,1 50,-25 0</inkml:trace>
  <inkml:trace contextRef="#ctx0" brushRef="#br0" timeOffset="18945.08">12155 17090,'0'-24,"-50"48,50 26,-50-25,50 0,-49 24,49-24,-50-25,50 50,25-50</inkml:trace>
  <inkml:trace contextRef="#ctx0" brushRef="#br0" timeOffset="19310.1">12899 16619,'0'50,"0"-25,0 24,0 1,0-1,0-24,0 25,0-25,0 24,25-49</inkml:trace>
  <inkml:trace contextRef="#ctx0" brushRef="#br0" timeOffset="19740.12">13196 16768,'-24'50,"24"-26,0 1,0 25,0-25,0-1,0 1,0-50,0 1,0-1,0-50,24 26,-24-1,25 25,25-24,-25 49,-25 0,24 0,-24 74,50-49,-50 0,0 24,0 1,0-25</inkml:trace>
  <inkml:trace contextRef="#ctx0" brushRef="#br0" timeOffset="20078.14">13519 16669,'0'25,"0"-1,0 26,0-25,0 0,50 24,-50 1,24-50,-24-50,0 1,75-1,-50-49,24 49,-24 25,25 25,-50 25</inkml:trace>
  <inkml:trace contextRef="#ctx0" brushRef="#br0" timeOffset="21001.2">13817 16768,'49'0,"-49"-25,50 25,-50-25,49 25,-49-24,50 24,-50-50,-25 50,-24 0,-26 0,26 50,-26-26,50 26,25-25,0 0,0 24,0 1,50-50,0 0,-1 0,26 0,-26-25,26 25,-1-74,0 24,-49 25,-25-24,25 49,-25-75,0 50,-50 25,50-24,0 24,50-50,-25 50,24 0,-49 50,0-1,0-24,0 0,0 24,0-24,0 25,0-50,25 0,50 0,-26 0,26 0,-26 0,-24 0,25-99,-25 74,-25-25,49-24,-49 24,0 1,0-1,-25 0,25 25,-24 1,-26-51,25 75,25 50,0-1,0 1,0 25,0-1,0-24,0-1,0 1,0-25,0-25,0 49,75-49,-26 0,1 50,-25-50,49-50,-74-24</inkml:trace>
  <inkml:trace contextRef="#ctx0" brushRef="#br0" timeOffset="21183.21">14685 16495,'0'0,"25"-49,49 49,-24 0,-1 0,1 0,-25 0,-25 24</inkml:trace>
  <inkml:trace contextRef="#ctx0" brushRef="#br0" timeOffset="21750.24">14908 16768,'25'-50,"0"50,24-74,1 24,-50 26,-50 24,-24 49,-1 1,51-25,24-1,-25-24,25 50,0-50,49 0,1 0,0 0,49 0,-25 0,1-74,-26 49,1-25,-50 1,0-1,0 0,0 1,0 24,-25 25,25-25,0 25,50 0,-1 0,26 0,-51 0,1 50,-25-1,0-24,0 50,50-26,-50-24,0 0,25 24,-25-24,0 25,0-25,0-1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19T06:58:16.5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17264 12129,'0'-24,"-24"48,-1 1,-25 50,1-1,24 1,-25-1,25-49,-24 24,49-24,-25-25,25 25</inkml:trace>
  <inkml:trace contextRef="#ctx0" brushRef="#br0" timeOffset="231.01">16892 12055,'-24'0,"24"25,0 24,49-24,-24 25,25 24,-1-24,1 0,24-26,-49-24,0 50,49 49</inkml:trace>
  <inkml:trace contextRef="#ctx0" brushRef="#br0" timeOffset="1456.08">18455 12179,'0'-25,"0"25,0 75,50-26,-50-24,24 0,-24 25,50-50,-50 74,74-74,-49 25,0-25,25 0,24 0</inkml:trace>
  <inkml:trace contextRef="#ctx0" brushRef="#br0" timeOffset="1739.09">18926 12055,'-49'0,"49"25,0 0,0 24,-25 1,25 24,-50 75,50-50,-74 1,74-51,-50 1,50-1,0-24,0 0,0 0</inkml:trace>
  <inkml:trace contextRef="#ctx0" brushRef="#br0" timeOffset="5415.3">17240 13246,'0'-25,"0"0,0-25,-25 50,-25 0,25 25,-24 0,-1 50,50-51,-25 1,25 25,0-25,0-1,0 26,0 0,25-26,25-24,-25 0,24 0,-24 0,0 0,24 0,-49 0,50 0,-50-49,25 49,-25-50,0-24,0 24,0 1,0-1,-25 0,-25 50,-24 0,49 0,0 0,-24 0,24 0,25 50,-50-50,50 50,0-26,0 1,0 25,25-50</inkml:trace>
  <inkml:trace contextRef="#ctx0" brushRef="#br0" timeOffset="6856.39">18728 13221,'0'-25,"0"25,-25 0,25-25,-50 25,26 0,-1 0,-25 50,1 0,49-26,-75 26,75-25,-25 24,25-24,0 0,0 0,0 24,0-24,0 25,25-50,-25 49,75-49,-26 0,-24 0,49 0,1 0,-50 0,24-24,-24 24,25-50,-25 0,24 1,-49-1,50 50,-50-49,0-26,0 26,0-1,0 25,-25 25,25-50,-50 50,1 0,49-24,-50 24,0 0,1 24,24-24,25 25,0 0,0 25,0-50</inkml:trace>
  <inkml:trace contextRef="#ctx0" brushRef="#br0" timeOffset="12165.69">17165 14263,'0'-25,"-25"25,25 0,-49 49,-1 26,25-25,-24-1,49 1,0 24,0-24,0-25,0-1,25-24,24 75,-24-75,25 0,-1 0,26-25,-26 25,-24-50,25 1,-50 24,24 0,-24-24,0 24,0 0,0-25,0 26,0-1,-49 25,-1-75,25 75,1 0,-26 0,25 0,0 0,-24 0,24 50,25-25,0 0,0 24,0-49</inkml:trace>
  <inkml:trace contextRef="#ctx0" brushRef="#br0" timeOffset="13216.75">18678 14213,'0'-25,"0"75,0-1,0 26,0-1,0 26,0-1,-49 99,49-74,0-49,0-26,0 26,0-51,49-48</inkml:trace>
  <inkml:trace contextRef="#ctx0" brushRef="#br0" timeOffset="14069.8">17289 15404,'0'25,"0"24,0 1,0-1,0 1,0 49,0-24,0-26,0 26,0-26,0-24,0 25,0-50,50-25</inkml:trace>
  <inkml:trace contextRef="#ctx0" brushRef="#br0" timeOffset="14871.85">18554 15701,'0'-24,"-49"24,49 0,0 24,-25 26,25 24,-50-24,50 0,0-26,0 26,0 0,50-50,-25 0,-1 0,1 0,25 0,-50 0,49 0,-49-75,25 50,-25-24,0-1,0 1,0 49,-74-25,24 25,-24 0,49 0,25 0</inkml:trace>
  <inkml:trace contextRef="#ctx0" brushRef="#br0" timeOffset="18904.08">20390 12154,'0'-25,"0"1,0-26,0 100,0-26,0 26,-50 25,50-1,-25-24,25-1,0-24,-49 25,49-26,0-48,25-1,-25-50,24 1,-24 0,75-1,-75 1,25 49,-25 0,0-25,49 26,-49 24,0 49,0 1,0-1,25 1,-25 0,0 24,0-49,50 0,-50 24,24-24,26 25,-25-50,-25-25,0 0</inkml:trace>
  <inkml:trace contextRef="#ctx0" brushRef="#br0" timeOffset="19178.09">20266 12378,'-25'0,"50"0,24-25,-24 25,0 0,25-25,-26 25,26 0,-25-50,0 50,24 0,-24-24</inkml:trace>
  <inkml:trace contextRef="#ctx0" brushRef="#br0" timeOffset="19477.11">20712 12105,'0'24,"0"1,0 0,0 25,0-25,0-1,0 26,50 0</inkml:trace>
  <inkml:trace contextRef="#ctx0" brushRef="#br0" timeOffset="19693.12">20762 12129,'0'25,"49"25,-49-25,50 24,-50-24,75-25,-75 50,24-50,1 49,25-49</inkml:trace>
  <inkml:trace contextRef="#ctx0" brushRef="#br0" timeOffset="19941.14">21084 12080,'-24'0,"24"0,0 49,0 1,0 0,0-1,0 1,0 0,0-26,0 26,0-25</inkml:trace>
  <inkml:trace contextRef="#ctx0" brushRef="#br0" timeOffset="20459.17">21382 12179,'-25'0,"25"0,-25 50,25-25,0-25,0-25,0 25,0 49,0-24,0 50,0-51,0 1,0 0,25-25</inkml:trace>
  <inkml:trace contextRef="#ctx0" brushRef="#br0" timeOffset="20743.18">21332 12204,'0'-25,"50"-49,-25 74,0-25,49 25,-24 0,-26 0,1 0,-25 0,0 25,0 49,0-24,0-1,-25 1,1 0,-26-50,25 49,-49-49,24 50,25-50</inkml:trace>
  <inkml:trace contextRef="#ctx0" brushRef="#br0" timeOffset="23227.32">20762 13271,'0'-50,"-25"50,0 0,0 25,25 0,-49-25,49 74,0-24,0-26,0 1,0 0,25 25,24-50,-24 0,25 0,-1 0,-24 0,-25 0,50 0,-1-75,-49 50,25 25,-25-49,0-1,0 1,-25 24,1 25,-26 0,0 0,1 0,-1 0,0 0,1 0,49 0,-25 0</inkml:trace>
  <inkml:trace contextRef="#ctx0" brushRef="#br0" timeOffset="26160.49">16793 12998,'-25'0,"25"0,50 0,0 0,-26 0,26 0,0-25,-26 25,51 0,-26 0,-24 0,0 0,25 0,24-50,-24 50,-26 0,26 0,-25 0,0 0,-1 0,51 0,-50 0,-1 0,26 0,-25 0,25 0,-1-25,-24 25,0 0,0 0,24 0,1 0,-1 0,-24 0,25 0,-1 0,1 0,0 0,24 0,-24 0,-1 0,-24 0,25 0,-1 0,1 0,-50-24,74 24,-49 0,25 0,-1 0,1 0,0 0,-26 0,26 0,-25 0,49 0,-49 0,25 0,-26 0,1 0,50 0,-51 0,1 0,0 0,25 0,-26 0,1 0,25 0,-25 0,-1 0,26 0,-25 0,0 0,24 0,-24 0,0 0,24 0,-24 0,0 0,0 0,25 0,-26 0,1 0,50-50,-26 50,1 0,-25 0,49 0,-49 0,0 0,24 0,1 0,-1 0,-24 0,25 0,24 0,-49 0,0 0,0 0,49 0,0 0,-49 0,0 0,25 0,-25 0,-1 0,26 0,-25 0,0 0,24 0,-24 0,0 0,0 0,49 0,-49 0,0 0,24 0,-24 0,0 0,49 0,-24 0,-25 0,-1 0,26 0,-25 0,24 0,-24 0,25 0,-25 0,24 0,-24 0,25 0,-26 0,51 0,-25 0,-1 0,1 0,-25 0,-1 0,26 0,-25 0,0 0,24 0,-24 0,0 0,24 0,-24 0,0 0,25 0,-26 0,51 0,-50 0,24 0,-24 0,0 0,0 0,24 0,-24 0,0 0,24 0,-24 0,0 0,25 0,-25 0,-1 0,26 0,-25 0,0 0,-1 0,26 0,-25 0,0 0,24 0,-24 0,25 0,-1 0,1 0,-25 0,24 0,1 0,-1 0,1 0,-25 0,24 0,1 0,0 0,-50-25,49 25,1 0,0 0,-26 0,26 0,0 0,-1 0,26 0,-51 0,1 0,25 0,24 0,-49 0,0 0,24 0,-24 0,0 0,-25-49,50 49,-26 0,1 0,0 0,25 0,-26 0,1 0,25 0,-25 0,-25 0,-50 0</inkml:trace>
  <inkml:trace contextRef="#ctx0" brushRef="#br0" timeOffset="28161.61">17413 16917,'-49'0,"49"0,0-50,0 75,0 0,0 24,0 51,0-26,0 0,0 1,0-1,0 1,0-51,0 1,0 25,24-50,1 0,25 0</inkml:trace>
  <inkml:trace contextRef="#ctx0" brushRef="#br0" timeOffset="28720.64">18554 16917,'0'49,"0"-24,25 25,-25 24,0 1,0-1,0 0,0-24,0-25,0 0,0-50,99-25,-99-24</inkml:trace>
  <inkml:trace contextRef="#ctx0" brushRef="#br0" timeOffset="30298.73">20687 14412,'0'-25,"-49"25,49 0,-50 49,50-24,-25 25,25 24,-49-49,49 0,0 24,0-24,0 25,0-50,0 25,74-25,-49 0,0 0,24 0,1 0,-25 0,0 0,24 0,-24-50,25 0,-1 1,-49-1,50-24,-50 49,0 0,0-24,0 24,0 0,0 0,-25 25,0 0,25-50,-49 50,-1 0,-24 0,24 0,25 25,-24 0,49 0,0 25</inkml:trace>
  <inkml:trace contextRef="#ctx0" brushRef="#br0" timeOffset="31970.82">20836 15627,'0'-25,"-25"25,25 50,-99-1,74 1,-24-25,49 24,-25-24,25 25,0-1,0-49,50 25,-1-25,1 0,24 0,-24 0,24 0,-24 0,0-74,-1 49,-49-25,50 1,-50 24,0 0,0-49,-50 49,-24 25,24 0,1 0,-1 0,0 0,1 0,24 25,25 24</inkml:trace>
  <inkml:trace contextRef="#ctx0" brushRef="#br0" timeOffset="34461.97">20886 16793,'0'-50,"0"75,0 25,0-1,0-24,0 25,0-26,0 26,0 0,0 24,0-24,0-26,0 1,0 25,0-25,-50 24,50-24,0-25,0-74,0 49</inkml:trace>
  <inkml:trace contextRef="#ctx0" brushRef="#br0" timeOffset="37569.14">19447 11881,'0'25,"0"25,25-1,-25-24,0 0,0 25,0-26,0 1,0 50,0-26,0 26,-25-1,25-24,0-1,0 26,0-26,0 26,0-1,0-24,0-1,0 26,-25-26,25 1,0 0,0-1,0 26,0-26,0 1,0 0,0-26,0 26,0-25,0 24,0 1,0 24,0-24,0-25,0 24,0 26,0-50,0 24,0-24,0 25,0-26,0 1,0 25,0-1,0-24,0 25,0-25,0-1,0 1,0 25,0-25,0 0,0 24,0 1,0-1,0-24,0 25,0-25,0 24,0 1,50 24,-50-24,0-1,0 1,0 0,0 24,0-24,0 24,0-24,0-1,0 1,0 24,-25-49,25 25,0-1,0 26,0-50,0-1,0 26,0-25,-25 24,25 1,0 0,0-26,0 1,0 25,0 49,0-49,0-26,0 26,0 0,0 24,0-49,0 0,0 24,-24-24,24 0,0 25,0-1,0-24,0 0,-50 24,50-24,0 0,0 25,0-1,0 1,0-1,0 1,-25-25,25 24,0 1,0 0,0-26,0 26,0 0,-49-26,49 1,0 50,0-26,0-24,0 0,0 25,0-26,0 1,0 25,24-25,-24 24,0 1,0-1,0-24,25-25,-25 25,0 25,25-50,-25-50,74-49</inkml:trace>
  <inkml:trace contextRef="#ctx0" brushRef="#br0" timeOffset="40808.33">22052 11757,'0'-24,"0"-1,0 25,0 49,0-24,0 25,0-1,49-24,-49 25,0-1,0 1,0 0,0-1,25 26,-25-26,0 26,0-1,50 1,-50-1,0-24,0-1,0 1,49-1,-49-24,0 25,0-1,0 1,0 24,0 26,0-26,0 1,25-1,-25-24,0-1,50 50,-50-24,0-1,0 1,0-26,25 1,-25-1,0 26,0-26,0 1,0 0,0-1,0 26,0-1,0-24,0 24,0 1,0-1,0 0,0-24,0 0,0 24,0 0,0-24,0-25,0 0,0 24,0 1,0-1,0 1,0 24,0-24,-50 0,50 24,0-24,0-25,0-1,0 1,0 50,0-26,-25 1,25-25,0 49,0-24,0-26,-49 26,49-25,0 24,0-24,0 25,0-25,-25-1,25 51,0-26,0 1,0-25,0 25,-50-1,50 1,0-1,0 26,-25-26,25-24,0 0,0 25,0-1,0-24,-49 25,49-26,0 26,0 0,0-1,0-24,0 0,0 49,0-49,0 0,0 0,0 24,0-24,0 0,0 24,0-24,-25 0,25 50,0-1,0-24,0-26,0 26,-25-50,25 25,0-25,0-75,0-24</inkml:trace>
  <inkml:trace contextRef="#ctx0" brushRef="#br0" timeOffset="45271.58">22920 13196,'0'-25,"-50"25,25 0,1 0,-26 25,50 0,-74 25,74-26,-25 1,25 25,0-25,0-1,0 26,0 0,49-26,1-24,-50 50,50-50,-1 0,1 0,-25 0,-25-25,49 25,-49-25,50-24,-50-26,0 26,0 24,-25 25,-49-50,49 50,0 0,-25 0,26 25,-1-25,25 25,0-25</inkml:trace>
  <inkml:trace contextRef="#ctx0" brushRef="#br0" timeOffset="46013.63">22597 12229,'-24'0,"-1"74,25-49,0 25,0-1,0 1,0-25,0 24,0-49,25 0,-1 0,26 0,-25 0,24 0,-49-49,50 24,-50 0,0-25,0 1,0-1,0 25,0-24,0 49,-74 0,49 0,0 0,25 25,-50-25,50 74,25-74,0 0</inkml:trace>
  <inkml:trace contextRef="#ctx0" brushRef="#br0" timeOffset="46320.64">22945 12105,'0'0,"0"49,49 1,-49 0,0-1,0 26,0-51,0 1,0 0,0 49,0-49</inkml:trace>
  <inkml:trace contextRef="#ctx0" brushRef="#br0" timeOffset="46732.67">22994 12105,'0'-25,"0"-25,25 25,0 25,-25-24,74 24,1 0,-75 0,0 49,0 1,-25 24,25-24,-50-25,50 24,-49-49,49 25,25 0,49 49,-24-74,-26 25,1-25,50 50,-51-50</inkml:trace>
  <inkml:trace contextRef="#ctx0" brushRef="#br0" timeOffset="56888.25">22845 14412,'0'-50,"0"75,0 0,25 24,-25 1,0-1,0 1,0 0,0-1,0 1,0-25,0-1,0 26,0-25,0 0,50-25,-50 49,-25-49</inkml:trace>
  <inkml:trace contextRef="#ctx0" brushRef="#br0" timeOffset="60097.43">22721 15602,'0'-49,"0"73,0 51,0-50,0-1,0 26,0-25,0 0,0-1,0 26,0-25,0 24,25 26,-25-26,0 1,0 0,0-26,0 26,0 0,0-1,0-24,0-25,50-50,-50 1</inkml:trace>
  <inkml:trace contextRef="#ctx0" brushRef="#br0" timeOffset="62933.59">22597 17016,'0'-50,"0"26,0 24,0 49,0-24,0 0,0 24,0-24,0 0,0 49,0-49,0 0,25 25,-25-26,0 1,0 25,0-25,0 24,0-24,0-50,0 0,50-49</inkml:trace>
  <inkml:trace contextRef="#ctx0" brushRef="#br0" timeOffset="67036.83">23515 11683,'0'0,"0"25,0 0,0-1,0 26,0 24,0-49,0-25,0 25,0 25,0-26,0 1,0 0,0 25,0-1,0-24,0 25,0-25,0-1,0 26,0-25,0 24,0 1,0 0,0-1,0-24,0 0,0 24,0 1,0-25,25-25,-25 25,0 49,0-49,0 0,0 24,0 1,0-25,0-1,0 26,0-25,0 0,0 24,0-24,0 0,0 25,0-26,0 1,0 25,0-1,0-24,0 25,0-1,0-24,-25-25,25 25,0 25,0-1,0-24,-49 25,49-26,0 1,-25 25,25-1,0-24,-50-25,50 25,0 25,0-26,0 1,-25-25,25 75,0-26,0 1,-24 24,24-49,0 50,0-51,0 1,0 25,0-25,0-1,0 26,-50-50,50 50,0-1,0 26,0-51,0 26,0-25,0 0,0 24,0-24,-25-25,25 50,0-1,0 1,0-1,0 1,-25-50,25 50,0-26,0 26,0-25,0 0,0 24,0-24,0 0,0 25,-49-26,49 1,0 25,0-25,0-1,0 26,0 0,0-1,-25 1,25-1,0-24,0 0,0 0,-50 24,50 1,0-25,0 24,0-24,0 0,0 25,0-26,0 26,0 0,0-1,0-24,0 25,0-1,0 26,0-50,0 24,-24-24,24 25,0-1,0 1,0-25,0 24,0 1,0-25,-50-25,50 49,0-24,0 25,0-1,0 1,0-1,-25-49,25 25,0 0,0 25,0-1,0 1,0-25,0 49,0-49,0 25,0-26,0 26,0 0,0-26,0 26,0-25,0 0,0-1,0 26,0-25,0 0,0 24,0-24,0 25,0-26,0 26,0-124,0-75,0-25</inkml:trace>
  <inkml:trace contextRef="#ctx0" brushRef="#br0" timeOffset="70199.01">23838 11832,'0'0</inkml:trace>
  <inkml:trace contextRef="#ctx0" brushRef="#br0" timeOffset="87244.99">23763 12105,'0'0,"0"74,0-24,0-1,0 26,0 24,-49-25,49 1,-50-26,50 1,0 0,-25-50,25 24,0-24,0 0,50 0,-25 0,24 0,1 0,-25 0,-1 0,-24-49,0-1</inkml:trace>
  <inkml:trace contextRef="#ctx0" brushRef="#br0" timeOffset="87583">23738 12303,'0'0,"0"-25,75 25,-50 0,24-49,1 49,24-50,-49 50,0 0</inkml:trace>
  <inkml:trace contextRef="#ctx0" brushRef="#br0" timeOffset="87772.02">23763 12477,'0'0,"50"0,-1 0,26 0,-26 0,-24 0,0 0,-25-50</inkml:trace>
  <inkml:trace contextRef="#ctx0" brushRef="#br0" timeOffset="88077.03">24383 12328,'-24'0,"24"0,-25 50,25-26,-50 26,50-25,-25 0,25 24,-24-49,24 50,0-25</inkml:trace>
  <inkml:trace contextRef="#ctx0" brushRef="#br0" timeOffset="88274.04">24160 12427,'50'0,"24"0,-24 0,-1 50,-24-50,25 0,-50 49,25-49</inkml:trace>
  <inkml:trace contextRef="#ctx0" brushRef="#br0" timeOffset="88886.08">24656 12154,'-25'0,"25"0,-24 25,24 25,0-25,-50-1,50 26,0 0,50-50,-50 24,74-24,-49 0,0 0,24-24,-24 24,-25-50,50 0,-50 26,0-1,0-25,-50 25,25 25,0 0,-24 0,-1 0,50 0,-25 0,25 25,0-25</inkml:trace>
  <inkml:trace contextRef="#ctx0" brushRef="#br0" timeOffset="89173.1">24929 11881,'0'25,"0"25,0-25,0 24,0 1,0-1,25 26,-25-25,0-26,0 26,0 0,49-50,-49 24</inkml:trace>
  <inkml:trace contextRef="#ctx0" brushRef="#br0" timeOffset="89517.12">24979 11931,'0'-50,"0"26,0-1,24-25,1 50,0 0,25 0,-50 50,0 24,0-24,0-25,0 24,-25-24,25 0,-50-25,50 74,0-49,25 0,25-25,-26 0,26 0,25 0,-51 0,1 50,25-50</inkml:trace>
  <inkml:trace contextRef="#ctx0" brushRef="#br0" timeOffset="106394.08">24135 14486,'0'-25,"0"0,0 50,0 0,0 25,0 24,0-24,0-1,0 1,0-1,0 1,0 24,25-49</inkml:trace>
  <inkml:trace contextRef="#ctx0" brushRef="#br0" timeOffset="107173.12">24061 15900,'0'-50,"0"100,0-1,0 1,0 24,0 1,0 24,0-49,0-1,0-24,25 0,-25-50,0-25</inkml:trace>
  <inkml:trace contextRef="#ctx0" brushRef="#br0" timeOffset="108667.21">17562 14536,'0'0</inkml:trace>
  <inkml:trace contextRef="#ctx0" brushRef="#br0" timeOffset="109932.28">18753 14932</inkml:trace>
  <inkml:trace contextRef="#ctx0" brushRef="#br0" timeOffset="110816.33">17364 15925,'49'0</inkml:trace>
  <inkml:trace contextRef="#ctx0" brushRef="#br0" timeOffset="111755.39">18653 16049,'50'-25,"-50"0</inkml:trace>
  <inkml:trace contextRef="#ctx0" brushRef="#br0" timeOffset="112278.42">17091 14784</inkml:trace>
  <inkml:trace contextRef="#ctx0" brushRef="#br0" timeOffset="113314.48">17165 14486</inkml:trace>
  <inkml:trace contextRef="#ctx0" brushRef="#br0" timeOffset="113816.5">19100 14635</inkml:trace>
  <inkml:trace contextRef="#ctx0" brushRef="#br0" timeOffset="114214.53">16744 14610</inkml:trace>
  <inkml:trace contextRef="#ctx0" brushRef="#br0" timeOffset="114942.57">18728 14759,'0'49,"0"-49</inkml:trace>
  <inkml:trace contextRef="#ctx0" brushRef="#br0" timeOffset="118234.76">17587 13444,'0'0,"0"50</inkml:trace>
  <inkml:trace contextRef="#ctx0" brushRef="#br0" timeOffset="118796.79">18753 13271,'24'0</inkml:trace>
  <inkml:trace contextRef="#ctx0" brushRef="#br0" timeOffset="119658.84">17264 13345</inkml:trace>
  <inkml:trace contextRef="#ctx0" brushRef="#br0" timeOffset="120175.87">18926 13345,'50'0</inkml:trace>
  <inkml:trace contextRef="#ctx0" brushRef="#br0" timeOffset="120552.89">17165 13345,'0'25,"25"-25</inkml:trace>
  <inkml:trace contextRef="#ctx0" brushRef="#br0" timeOffset="120955.91">19026 13221,'-25'0</inkml:trace>
  <inkml:trace contextRef="#ctx0" brushRef="#br0" timeOffset="121354.94">16768 13345</inkml:trace>
  <inkml:trace contextRef="#ctx0" brushRef="#br0" timeOffset="121661.95">18653 13221,'0'50</inkml:trace>
  <inkml:trace contextRef="#ctx0" brushRef="#br0" timeOffset="122654.01">17240 17636,'24'0</inkml:trace>
  <inkml:trace contextRef="#ctx0" brushRef="#br0" timeOffset="123206.04">19075 17090</inkml:trace>
  <inkml:trace contextRef="#ctx0" brushRef="#br0" timeOffset="123569.06">17339 17388,'0'50</inkml:trace>
  <inkml:trace contextRef="#ctx0" brushRef="#br0" timeOffset="126582.24">23986 17090,'0'-24,"0"24,-24 0,-26 0,50 0,-25 0,25 24,-25-24,25 50,-49-25,49 0,-25 24,25-24,0 25,-50 24,50-24,0-1,0 1,0 0,0-1,25-24,-25 0,25 24,25-24,-26-25,1 0,-25 50,50-50,-1 0,1 0,-25 0,25 0,-50-25,74 25,-49-25,0 25,-25-25,74 25,-74-49,25 49,-25-25,25 0,-25-49,0 49,0-25,49 1,-49-1,0 25,0 0,0-24,-25 24,25 0,0-24,-24 24,24-25,-25 25,-25 25,50-24,-25 24,1 0,24-50,-50 50,25 0,0 0,-24 0,24 0,0 0,-25 25,50 0,-24 24,24 1,0-25,-25-25,25 24</inkml:trace>
  <inkml:trace contextRef="#ctx0" brushRef="#br0" timeOffset="128966.37">24210 13271,'-25'0,"-49"0,49 49,0-49,25 25,-50 0,50 24,-25-49,25 25,-49 0,49 49,-25-24,25 0,0-1,0 1,0-25,0-1,0 26,50-50,-1 25,1-25,0 0,-1 0,1 0,-25 0,24 0,1 0,24 0,-74 0,50 0,-1-50,-24 50,-25-25,50 25,-25-24,24-26,-24 25,-25-24,25 49,-25-25,0 0,0-25,0-24,49 24,-49 1,0 24,0-25,0 26,0-1,0 25,0-50,-49 50,49-25,-25 25,-25-25,26 25,-1-49,-25 49,1 0,24 0,25-25,-25 25,-25 0,26 0,-1 0,-25 0,25 0,25 50,-24-50,24 24,0 1,-50-25,50 25,0 25,-25-25,25 24,0-24,-25-25,25 25,0 0,0 24,0-24</inkml:trace>
  <inkml:trace contextRef="#ctx0" brushRef="#br0" timeOffset="132514.57">24879 12774,'0'-24,"25"24,25 0,-1 0,-24 0,0 0,25-50,-26 50,1 0,25 0,-25-25,0 25,24 0</inkml:trace>
  <inkml:trace contextRef="#ctx0" brushRef="#br0" timeOffset="132732.59">25127 12750,'25'0,"25"0,-25 0,0 0</inkml:trace>
  <inkml:trace contextRef="#ctx0" brushRef="#br0" timeOffset="143842.22">17289 13444</inkml:trace>
  <inkml:trace contextRef="#ctx0" brushRef="#br0" timeOffset="144278.25">19050 13370</inkml:trace>
  <inkml:trace contextRef="#ctx0" brushRef="#br0" timeOffset="146577.38">24830 13692,'-25'0,"-49"0</inkml:trace>
  <inkml:trace contextRef="#ctx0" brushRef="#br0" timeOffset="157513">23813 18405,'0'0,"74"0,-49 0,0-50,49 50,1-49,-1 49,1-25,-26 25,26-50,-26 50,-24-24,25 24,-50-25,24 25,-73 0</inkml:trace>
  <inkml:trace contextRef="#ctx0" brushRef="#br0" timeOffset="157819.02">23763 18604,'0'0,"25"0,25-25,-1 25,1-50,24 0,1 26,-1 24,-24-75,24 75,-24-25,-25 25,24-49,-74 49</inkml:trace>
  <inkml:trace contextRef="#ctx0" brushRef="#br0" timeOffset="161456.23">6648 15007,'0'-50,"0"1,0 98,0 75,0 0,0 25,0-25,0 0,0-74,0-1,50 1,-50-50,0-50,0-24,0-25,0-50,0-25,0 50,0 25,24 49,-24 50,50 75,49 49,-49-25,-25-49,-25-1,49 1,-49-25,0 0,25-25,-25 49,0 1,25-50</inkml:trace>
  <inkml:trace contextRef="#ctx0" brushRef="#br0" timeOffset="161928.26">6648 15429,'74'0,"-24"-50,0 0,-1 50,26-74,-26 49,1 25,-50-50</inkml:trace>
  <inkml:trace contextRef="#ctx0" brushRef="#br0" timeOffset="163399.34">7070 16173,'0'-25,"0"74,0 26,0-50,0-1,0 26,0-25,0 25,74-50,-24 0,-1 0,-24 0,25 0,-25 0,-25-75,24 75,-24-74,0 49,0 0,0-25,-99 1,74 49,-24 0,24 0,-25 0,50 0,0 25,25 24,25-49,-25 0</inkml:trace>
  <inkml:trace contextRef="#ctx0" brushRef="#br0" timeOffset="163954.37">7442 15925,'0'-75,"0"50,49 50,-49 25,25-1,-25 1,50 24,-50-24,0-25,25 24,-25 1,49 0,-49-26</inkml:trace>
  <inkml:trace contextRef="#ctx0" brushRef="#br0" timeOffset="164426.4">7516 16049,'0'-50,"0"0,0 1,0-1,0 25,0 1,0 24,50-75,-25 75,24-25,-24 25,0 0,-25 0,0 50,0 0,0 24,0-24,-99 24,99-49,-25-25,25 25,49 24,-24-49,25 25,-25-25,24 50,-24-50,0 0,-25 24,49-24,51 0,-51 0,1-74,-1 24,-49 26</inkml:trace>
  <inkml:trace contextRef="#ctx0" brushRef="#br0" timeOffset="166115.5">8037 16991,'-50'-49,"50"123,25 25,-25-24,25-26,-25 1,50-1,-50 1,24-25,26 24,-50-98,0-26,0 26,0-26,-25-24,25 0,0 25,0 49,0 0,0 25,0 25,25 24,25-24,-25-25,24 75,-24-75,0 0,24 0,1-25,-50 0,0 0,0-49,0 24,-25 1,25-1,-74 50,74-50,-25 50,25 25,50-25,-1 0</inkml:trace>
  <inkml:trace contextRef="#ctx0" brushRef="#br0" timeOffset="166436.51">8657 16743,'0'50,"0"-25,-49 24,49 1,-25-25,25 24,0-24,0 25,74-50,1 0,-26 0,1-25,-1-25,-24-24,-25 49,50 0,-50-24,0 24,-25 25,25-50,-74 50,24 0,0 0,1 0,-1 0,50 50,0-1,50-49</inkml:trace>
  <inkml:trace contextRef="#ctx0" brushRef="#br0" timeOffset="166668.53">9079 16520,'0'25,"0"24,0 1,74 24,-74-49,25 0,-25 49,50-74,-50 25</inkml:trace>
  <inkml:trace contextRef="#ctx0" brushRef="#br0" timeOffset="166924.54">8905 16619,'0'-25,"50"-24,-1 49,51-50,-51 50,1-49,-1 49,1 0,-50-25,50 25,-50 25</inkml:trace>
  <inkml:trace contextRef="#ctx0" brushRef="#br0" timeOffset="167763.59">9228 17388,'0'74,"0"26,-25-26,25 25,0-24,0-26,0 1,0-25,0-25,-25-50,50 25,0 25,24-49,-24 49,-25 0</inkml:trace>
  <inkml:trace contextRef="#ctx0" brushRef="#br0" timeOffset="168056.61">9054 17636,'25'0,"24"50,26-50,49 25,-50-25,1 0,-26 0,-24 49,25-49,-50-25,49-49</inkml:trace>
  <inkml:trace contextRef="#ctx0" brushRef="#br0" timeOffset="168378.63">9773 17388,'0'50,"0"-26,0 51,0-50,75-25,-50 0,-1 0,-24-50,50 0,-50 26,0-26,0 0,0 1,0 24,-25 25,0 0,1 0,-51 25,50-25,25 74,0-49,0-25,50 0,24 0</inkml:trace>
  <inkml:trace contextRef="#ctx0" brushRef="#br0" timeOffset="168610.64">10170 17090,'0'-49,"0"98,0 26,0-50,50-1,-50 26,0-25,25-25,-25 49,0-24,0 25,24-50</inkml:trace>
  <inkml:trace contextRef="#ctx0" brushRef="#br0" timeOffset="168985.66">10071 17041,'0'-50,"0"25,0-24,0 49,50-50,-1 50,1 0,-25 0,24 0,-49 75,0-26,0 26,-25-26,1 1,24-1,-75-24,150-25,-26 0,1 0,-25 0,0 0,49 0,-49 0,0 0,24 0,-49-49</inkml:trace>
  <inkml:trace contextRef="#ctx0" brushRef="#br0" timeOffset="170120.73">8260 13915,'-24'0,"24"-49,0 24,49 25,1-50,24 50,-49 0,0 0,0 0,-25 25,74 74,-74 50,0 25,0 24,-25 1,25-26,0-24,0-50,0-24,50-1,24-49,25-25,25 0,25 0,0-50,-25 1,-49 24,-26-25,1 50,-50-24,0 24,-75 74,26 0,49-24,-50 24,50 1,25-1,25 1,49-26,0 1,50-50,0 74,-50-74,0 0,-25 0,-49 0,-25 25,0 25,-25-25,25 24,0 26,25 49,50 24,-1 1,25 0,-24 25,24 24,-25-24,1 24,-1 25,-24-74,-1-25,-49-49,25-50,-25-1,0-24,-74 0,24 0,1 0,24-24,25-51,-50 26,50-1,0-24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19T07:09:34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1613 992,'-50'0,"50"25,0 49,0 26,0 48,0-24,0 25,0-25,0 25,-25-50,25-24,0-50,0-25,0-75,0-24,0 0</inkml:trace>
  <inkml:trace contextRef="#ctx0" brushRef="#br0" timeOffset="337.01">1563 1067,'-50'-25,"100"25,-25 0,0 0,49-50,-24 50,-1-25,-24 25,25 0,-50-49,25 49,-25 25,-25-1</inkml:trace>
  <inkml:trace contextRef="#ctx0" brushRef="#br0" timeOffset="560.03">1439 1538,'-25'0,"50"-25,25 25,49-74,-50 74,1-50,0 50,-1 0,-24-25</inkml:trace>
  <inkml:trace contextRef="#ctx0" brushRef="#br0" timeOffset="961.05">2506 819,'0'-25,"0"25,-100 49,1 26,-25 123,0-24,25 24,49-49,50-50,0-24,25-1,25-24,49-50,75 49,-1-49,1-24,-25-26,-50-49</inkml:trace>
  <inkml:trace contextRef="#ctx0" brushRef="#br0" timeOffset="1941.11">3200 1017,'0'25,"0"49,-99 25,49 50,-24 0,-1 0,26-25,-1-50,50 1,-25-75,25 25,0-50,0-25</inkml:trace>
  <inkml:trace contextRef="#ctx0" brushRef="#br0" timeOffset="2288.13">2754 1439,'-25'0,"25"-25,0 25,74 49,-24-24,-1 50,26-1,-25-24,-1 24,1-24,-1-1,-24-24,-25-50,0 1,0-51</inkml:trace>
  <inkml:trace contextRef="#ctx0" brushRef="#br0" timeOffset="2817.16">3572 1712,'0'24,"0"26,0-25,0 24,-25 1,25 0,0-26,0 26</inkml:trace>
  <inkml:trace contextRef="#ctx0" brushRef="#br0" timeOffset="3314.18">3919 1166,'0'-50,"0"75,0 0,0 0,50 24,-50-24,50 0,-50 24,25-24,-25 25,49-25,1 24</inkml:trace>
  <inkml:trace contextRef="#ctx0" brushRef="#br0" timeOffset="3538.2">4242 1017,'0'50,"0"24,0 0,-25 26,25-1,-74 50,24 0,1-25,49-75,0 1</inkml:trace>
  <inkml:trace contextRef="#ctx0" brushRef="#br0" timeOffset="3870.22">4564 1563,'0'-25,"0"25,0 49,-24 26,24-25,-25-1,25 1,-50-1,50-24,25-25</inkml:trace>
  <inkml:trace contextRef="#ctx0" brushRef="#br0" timeOffset="4529.25">4912 1017,'-50'0,"75"0,24 0,26 0,-1-25,1 25,-1-49,-49 49,-25-25,25 25,-25 0,-75 74,26 1,-26 73,1-24,24-74,50 0,-49-1,98-98,26 24,-50-25,24 25,-24 25,0-24,24 24,-49 0,50 0,-50 49,25-24,24 25,-24-50,25 0,-50 0,49-50</inkml:trace>
  <inkml:trace contextRef="#ctx0" brushRef="#br0" timeOffset="4828.27">5383 769,'0'-25,"25"25,49 0,-24 0,-1 25,26 25,-50 24,-25 0,0 50,0-24,0-1,-25 50,0-75,-25 0,26-49,-26-25,50 25,-25-25,25-25,25-24</inkml:trace>
  <inkml:trace contextRef="#ctx0" brushRef="#br0" timeOffset="5300.3">6102 1116,'50'0,"24"0,26 0,-26-25,0 25,-24 0,-25 0,-25 0</inkml:trace>
  <inkml:trace contextRef="#ctx0" brushRef="#br0" timeOffset="5518.31">6102 1439,'75'0,"24"0,25-25,-25 25,25-50,-49 50,-1-25,-49 25,-25 0,-50 0</inkml:trace>
  <inkml:trace contextRef="#ctx0" brushRef="#br0" timeOffset="10154.58">7615 769,'0'-25,"0"75,0 24,-24 1,24-1,-75 25,75-49,-25-1,25 1,0-25,-49-25,49 25,0-25,0-25</inkml:trace>
  <inkml:trace contextRef="#ctx0" brushRef="#br0" timeOffset="10408.59">7417 943,'-50'-50,"100"100,-25-26,24 26,26-25,-50 24,24-24,-24 25,25-25,-50-50</inkml:trace>
  <inkml:trace contextRef="#ctx0" brushRef="#br0" timeOffset="11031.63">8037 843,'-50'0,"125"0,-50 0,-1-49,51 49,-50-25,0 25,24 0,-49 25,-25 49,-24 25,-1-24,0 24,50-49,-49-26,-1 51,50-100,25 0,49 25,-24-49,-25 49,25 0,-26 0,26 0,-25 0,-25-25</inkml:trace>
  <inkml:trace contextRef="#ctx0" brushRef="#br0" timeOffset="11787.67">7938 571,'-50'0,"75"0,0 0,24 0,1 0,0 0,-1 0,1 0,0 0,-1 0,1 0,-1-25,-49 25,0 0</inkml:trace>
  <inkml:trace contextRef="#ctx0" brushRef="#br0" timeOffset="12337.7">8657 1017,'-25'0,"25"0,50 0,-25 0,0-25,24 25,-24 0,0 0,24 0,-24-25,0 25,49 0,-74-49</inkml:trace>
  <inkml:trace contextRef="#ctx0" brushRef="#br0" timeOffset="12576.71">8831 868,'-25'-49,"25"98,0-24,50 0,-50 24,24-24,-24 0,50 25,-50-26,25-24,-25 25,49-25</inkml:trace>
  <inkml:trace contextRef="#ctx0" brushRef="#br0" timeOffset="12845.73">9178 620,'50'99,"-50"-49,49-25,1 24,-25-24,24 25,-24-1,0-49,25 0</inkml:trace>
  <inkml:trace contextRef="#ctx0" brushRef="#br0" timeOffset="13069.74">9600 620,'-50'75,"50"-26,0 26,-49-1,49 0,-25 26,25-26,-50-24,50-1,-25 1</inkml:trace>
  <inkml:trace contextRef="#ctx0" brushRef="#br0" timeOffset="35528.03">2754 2629,'-75'0,"26"0,24 0,74 0,1-25,24 25,26 0,49-74,-1 74,1-50,-25 50,50 0,24-49,-49 49,25 0,-25-50,-1 50,-48-25,24 25,-25-49,-25 49,1-50,-51 50,1 0,25 0,-50 0,-50 25</inkml:trace>
  <inkml:trace contextRef="#ctx0" brushRef="#br0" timeOffset="36030.06">2555 2853,'25'0,"49"0,50-25,50 25,49-50,-24 50,24-74,0 74,-49-50,0 50,-1-50,-24 50,-75-49,1 49,-26-50,-24 50,25-25,-50 25,0 0</inkml:trace>
  <inkml:trace contextRef="#ctx0" brushRef="#br0" timeOffset="37132.12">3002 4242,'0'-50,"-25"149,-25-24,1 49,-26 24,50-48,-49-1,24-49,26-1,24 1,-25-50,25 25,0-25,0-50,0 25,0 0</inkml:trace>
  <inkml:trace contextRef="#ctx0" brushRef="#br0" timeOffset="37455.14">2605 4490,'-50'-25,"50"25,50 25,-1 24,26 1,-26 24,51-24,-51 24,1-49,24 25,-49-25,25 24,-50-98</inkml:trace>
  <inkml:trace contextRef="#ctx0" brushRef="#br0" timeOffset="38288.18">4440 4415,'0'-25,"0"25,0 0,0 50,0 0,50 24,-50-24,50-1,-50 1,49-1,-49-24,50-25,-50 50,25-50,24-25</inkml:trace>
  <inkml:trace contextRef="#ctx0" brushRef="#br0" timeOffset="38559.2">4763 4415,'-25'-49,"25"98,-25 26,25-1,0 25,-74 25,74 0,0-24,-50-1,50-50,0-24,0 25,0-100</inkml:trace>
  <inkml:trace contextRef="#ctx0" brushRef="#br0" timeOffset="39630.26">5606 4440,'50'0,"-1"0,26 0,-26 0,26-50,-26 50,-24 0,-25-24,50 24,-75 0,-25 74,1 0,-26 50,1-49,24 24,-24-24,24-1,50-49,-49-25,49 25,25-75,24 25,26 25,-26-74,26 74,-1 0,-24 0,-1 0,26 0,-26 0,-24 49,25-24,-25-25,-25-49</inkml:trace>
  <inkml:trace contextRef="#ctx0" brushRef="#br0" timeOffset="42857.45">6995 2729,'0'-50,"0"50,-25 50,25 24,-49 0,49-49,-25-25,25 50,-50-50,26 0,24 0,0-50,0 1,0-1,0 0,0 1,24-26,-24 50,75 25,-26-24,-24 24,0 0,25 0,-1 24,-49 1,50 50,-50-1,0 1,0-1,0 0,-50 1,25-26,25 26,-99-50,74-25,1 49,-26-49,25 0,25-25,0-24,0 24,0 0,25-24,25 49,-26 0,1 0,0 0,25 24,-26-24,26 0,-50 25,50-25,-25 25</inkml:trace>
  <inkml:trace contextRef="#ctx0" brushRef="#br0" timeOffset="43368.48">7367 2381,'0'75,"0"-26,0 1,0-25,0 24,0-24,0 0,0-50,0-25,0 1,0-26,0-24,0 74,0 1,50 24,0 0,-26 0,-24 49,75 26,-75-26,0 1,0-1,0 1,0-25,0 0,25-25,24 0</inkml:trace>
  <inkml:trace contextRef="#ctx0" brushRef="#br0" timeOffset="44134.52">7814 2853,'-25'0,"75"0,-1 0,26 0,-26 0,1 0,-25 0,24 0,-98 24</inkml:trace>
  <inkml:trace contextRef="#ctx0" brushRef="#br0" timeOffset="44314.53">7888 3076,'0'0,"50"0,-25-50,24 50,1-25,-25 25,-1 0,51 0,-50 0</inkml:trace>
  <inkml:trace contextRef="#ctx0" brushRef="#br0" timeOffset="44890.56">8831 2580,'-50'24,"50"1,-49 25,-26-25,26-25,24 0,25-50,0 25,0-24,25-1,-25 0,74 1,-49-1,24 50,1 0,0 0,-50 0,24 50,-24-1,0 26,0 24,0 0,-49 25,24 0,-49-49,24-26,25-24,0-25,-24 0,49-25,0-24,0 24,25-25,-1 50,-24-24,50 24,24 0,-24 0,-25 0,0 0,49 49,-49-49,0 0</inkml:trace>
  <inkml:trace contextRef="#ctx0" brushRef="#br0" timeOffset="45334.59">9128 2009,'-24'-49,"24"-1,24 50,26 0,-25 0,-25 0,0 74,0-24,0-25,0 0,-50-25,50 74,0-49,0-25,25 0,25 25,-26 49,-24-49,0 0,0 24,0-24,0-25,0 50,-49-50,24 0,-25 49,26-49,48 0</inkml:trace>
  <inkml:trace contextRef="#ctx0" brushRef="#br0" timeOffset="45619.6">9451 2729,'25'0,"74"0,-25 0,1 0,-26 0,-24-25,25 25,-75 0,0 0,-24 25</inkml:trace>
  <inkml:trace contextRef="#ctx0" brushRef="#br0" timeOffset="45784.61">9575 2927,'0'0,"0"0,50-50,24 50,0 0,1-24,-1 24,-24-50</inkml:trace>
  <inkml:trace contextRef="#ctx0" brushRef="#br0" timeOffset="46413.65">10592 2183,'50'-25,"-50"-25,0 26,0-1,-25 25,-25 0,1 0,-26 0,1 0,-1 25,1 24,49 1,25-1,-50 1,50-25,0 0,0 24,75-24,-26 25,1-26,0-24,-1 75,-24-50,-25-1,75 26,-75-25,0 25,0-1,0-24,-25-25,-25 0,25 0,1 0,-26 0,25 0,25-74,-74 24,74 0,0 25,0-24,0 24,49-25,-24 26,50-26,-1 25,-24-24,24 24,0-25,-49 50,-25-25,25 25,-25 25</inkml:trace>
  <inkml:trace contextRef="#ctx0" brushRef="#br0" timeOffset="48746.78">3151 5779,'-25'0,"-25"0,25 0,1 0,24 0,-50 0,50 25,-25-25,25 75,-25-26,25-24,0 25,0-1,0-24,0 0,0 25,0-26,25-24,-25 25,50-25,-25 0,24 0,-24 0,0 0,0 0,24 0,-24 0,-25-49,50-1,-50 25,0-24,0 24,0 0,0 0,0-24,0 24,-50-25,25 50,0-25,-24 25,24 0,0 0,-24 0,24 0,25 25,-25 25,25 24,0-24,25-50</inkml:trace>
  <inkml:trace contextRef="#ctx0" brushRef="#br0" timeOffset="49749.84">4763 5779,'0'-24,"-25"24,0 0,-49 0,24 24,25 51,-24-25,49-1,-25-24,25 25,0-26,0 1,25-25,24 50,1-50,24 0,26 0,-51 0,1-25,-25 25,-25-50,49 26,-49-26,0-24,0 24,-25 25,1 25,-26-50,0 50,-49 0,50 0,24 50,25-25,0 0</inkml:trace>
  <inkml:trace contextRef="#ctx0" brushRef="#br0" timeOffset="50867.9">6177 5779,'0'-24,"-50"24,25 0,0 0,-24 0,24 49,-49 26,24-1,0 1,50-26,-24 1,24-25,0 24,0-49,24 50,51-50,-26 0,26 0,-26-25,1 0,-25-24,25-1,-26 0,-24 1,50-50,-50 49,0 25,-25 25,0-50,1 50,-51 0,25 0,26 50,-26-25,25 49,-24-49</inkml:trace>
  <inkml:trace contextRef="#ctx0" brushRef="#br0" timeOffset="51955.97">3225 7169,'0'-50,"-50"50,1 0,24 50,-25-1,1 1,49 24,-25 1,25-51,0 1,0 25,0-50,50 25,-1-25,1 0,-1 0,26 0,-50 0,-1-100,-24 51,50-26,-50-24,0 25,0-1,0 51,-50 24,1-50,-26 50,1 0,24 50,1-1,49 26,0-26,99 1</inkml:trace>
  <inkml:trace contextRef="#ctx0" brushRef="#br0" timeOffset="52631.01">4812 7069,'0'0,"-74"0,24 0,-49 50,50 0,-1-1,50 1,-25 24,25-49,0 0,25 49,0-74,49 0,-24 0,-1 0,1 0,-50-25,50-24,-50-1,0 1,0-26,0 1,0 49,-25 25,-25-25,-24 25,-1 0,1 0,0 0,49 50,25-1,0-24,74 25</inkml:trace>
  <inkml:trace contextRef="#ctx0" brushRef="#br0" timeOffset="53435.05">6177 6796,'0'0,"0"75,-50 24,50-24,-50-1,50 25,-49 25,49-74,0-1,0-24,0-25,0-49</inkml:trace>
  <inkml:trace contextRef="#ctx0" brushRef="#br0" timeOffset="54400.11">3200 8582,'-25'0,"1"25,-26 25,25-1,25 1,-74 0,74 24,0-49,0 0,49 24,-24-49,25 0,-1 0,1 0,24-25,-49 25,-25-74,50 24,-50-24,0 0,0-1,0 50,-25 25,0-24,-24 24,-26 0,-24 0,74 0,25 49,0-24,0-25</inkml:trace>
  <inkml:trace contextRef="#ctx0" brushRef="#br0" timeOffset="55091.15">4812 8334,'0'0,"-49"75,49-1,-50 1,50-1,0-24,0-1,0 1,0-1,0-24,0 0,0 25,75-50</inkml:trace>
  <inkml:trace contextRef="#ctx0" brushRef="#br0" timeOffset="55795.19">6251 8409,'-25'0,"25"-50,-24 50,-26 0,25 0,25 25,-50 0,1 49,24-24,-25-1,26 1,24 0,-50-1,50-24,0 25,25-1,0-49,-1 0,26 0,-25 0,0-25,24 1,-49-26,50-24,-50-1,50 26,-50-1,0 25,-25-24,0 49,0-25,-49 25,24 0,25 0,25 25,0 49</inkml:trace>
  <inkml:trace contextRef="#ctx0" brushRef="#br0" timeOffset="58548.34">3299 9723,'-49'50,"24"24,25-24,-74 24,74 1,-25-25,25 24,0-24,0-26,0 26,74-50,-24 25,-1-25,1 0,0 0,24 0,-49 0,-25-75,49 51,-49-26,50-24,-50 24,0 0,0 1,-25-1,-49 50,24-25,-24 25,24 0,1 0,49 50,-25-1,25 1,49-50</inkml:trace>
  <inkml:trace contextRef="#ctx0" brushRef="#br0" timeOffset="59246.38">4912 9674,'-50'-25,"50"75,-25-1,25 26,-49-1,49 0,0 1,0-25,0-26,0 1,0 25,49-50,50-50</inkml:trace>
  <inkml:trace contextRef="#ctx0" brushRef="#br0" timeOffset="59846.42">6053 9599,'0'25,"0"25,0 24,-50 25,50-24,-50-1,50-24,0 0,0-1,-24-49,24 25,0-25</inkml:trace>
  <inkml:trace contextRef="#ctx0" brushRef="#br0" timeOffset="60722.47">3448 11286,'0'-25,"0"100,0-26,0 1,0 74,-25-50,25 1,0-1,-24-24,24-1,0 1,0-75,0-24,24 24,26-25,24 1</inkml:trace>
  <inkml:trace contextRef="#ctx0" brushRef="#br0" timeOffset="61502.51">5085 11212,'-49'-50,"24"50,0 0,25 50,-74-25,49 24,-25 26,25-26,25 1,-49 24,49-24,0-25,0-1,25 26,49-50,0 0,1 0,-1 0,-24-25,0-24,24-1,-49 0,24-24,-49 0,50-1,-50 50,0 1,0-26,-50 50,1-50,-1 50,1 0,-1 0,25 0,0 25,25 50,25-75,0 0</inkml:trace>
  <inkml:trace contextRef="#ctx0" brushRef="#br0" timeOffset="63197.61">5978 11162,'0'-50,"0"75,0 0,0 0,-74 49,74-24,-50 0,50-1,0-24,0 0,0 24,0-49,75 0,-1 0,-24 0,-50-24,49-26,-49 25,50-49,-50 24,0 25,0 1,-25-51,0 75,0 0,-49 25,74 0,-50-25</inkml:trace>
  <inkml:trace contextRef="#ctx0" brushRef="#br0" timeOffset="64188.67">3547 12576,'0'50,"0"24,0 0,0 50,0-49,-24-1,24 25,0-24,-50-25,50-1,50-49,74-99,-25-25</inkml:trace>
  <inkml:trace contextRef="#ctx0" brushRef="#br0" timeOffset="64938.71">4738 12700,'-25'0,"-24"0,24 0,25 25,-50 0,50 24,-49 26,49-26,0 1,-25-1,25-24,0 0,0-25,74 0,-24 0,49-25,-49-24,-1-1,26-24,-51 24,-24 25,0 0,0-49,0 74,-49-25,24 25,-25 0,26 0,-26 0,75 75,0-75</inkml:trace>
  <inkml:trace contextRef="#ctx0" brushRef="#br0" timeOffset="65748.76">6102 12477,'0'-50,"-49"50,49 25,-25 25,25 24,-50 0,50 26,0 24,-25-25,25 0,0 0,0-49,0-25,0-75,0 25,25-49,-25 49</inkml:trace>
  <inkml:trace contextRef="#ctx0" brushRef="#br0" timeOffset="68450.91">3547 14039,'0'-24,"0"24,-24 74,24 0,0 50,0-24,0-1,0-25,0 26,0-51,0-24,0 0,0-25,24-25</inkml:trace>
  <inkml:trace contextRef="#ctx0" brushRef="#br0" timeOffset="69358.96">4738 13990,'0'-25,"0"50,0 49,-25 1,25-26,0 26,0-1,0 1,0-26,0 1,0-25,0-1,25-24,-25-49</inkml:trace>
  <inkml:trace contextRef="#ctx0" brushRef="#br0" timeOffset="70266.01">5929 14238,'0'-25,"0"0,0 50,-75 74,50-24,-24-1,49 25,-50-49,50 0,0-1,50 1,-25-50,24 49,26-49,-1 0,0 0,-49 0,25-49,-25 24,-25-25,49-49,-49 25,0-1,0 26,-49-1,24 50,-25-50,-24 50,-25 0,-1 50,51 0,-1-1,50 1</inkml:trace>
  <inkml:trace contextRef="#ctx0" brushRef="#br0" timeOffset="71077.06">3771 15652,'-25'0,"25"-50,0 100,0 24,0 25,0 1,-50 24,50-50,0-24,0-26,0 1,0 25,50-50,24-75</inkml:trace>
  <inkml:trace contextRef="#ctx0" brushRef="#br0" timeOffset="71625.09">5135 15751,'0'-25,"0"25,0 25,0 49,0 26,0-1,0-25,0 1,0-26,0 26,0-51,0 1,0 25,25-50,74-50</inkml:trace>
  <inkml:trace contextRef="#ctx0" brushRef="#br0" timeOffset="72074.12">6177 15726,'0'0,"0"50,0 24,0 50,0-25,0-24,0-26,0 26,0-26,0-24,0 0,0-25,0-74</inkml:trace>
  <inkml:trace contextRef="#ctx0" brushRef="#br0" timeOffset="75777.33">2431 5655,'-49'0,"98"0,1 0,-25 0,-1 0,26 0,-25 0,24 0,-49-49,50 49,24 0,-24 0,0 0,-26 0,26 0,-25 0,0 0,0 0,24 0,-24 0,0 0,49 0,-49 0,0 0,24 0,-24 0,0 0,0 0,-25 25,74-25,-24 0,-1 0,1 0,0 0,-26 0,1 24,25-24,-25 0,-1 0,26 0,-25 50,24-50,26 0,-25 0,-26 25,26-25,0 0,24 0,-24 0,-1 49,-24-49,25 0,24 0,-49 0,0 0,24 0,-24 0,25 0,-1 0,26 0,-26 0,-24 0,0 0,24 0,-24 0,50 0,-50 0,24 0,-24 0,0 0,24 0,-24 0,0 0,25 0,-26 0,26 0,0 0,-26 0,51 0,-26 0,-24 0,0 0,25 0,-26 0,1 0,25 0,-25 0,-1 0,51 0,-26 0,-24 0,0 0,25 0,-1 0,-24 0,0 0,25 0,-26 0,26 0,0 0,-26 0,1 0,25 0,-25 0,-1 0,1 0,25 0,-25 0,24 0,1 0,49 0,-74 0,0 0,-1 0,26 0,-25 0,0 0,24 0,1 0,-1 0,1 0,0 0,-1 0,-49-24,50 24,-25 0,24 0,1 0,0 0,-1 0,-24 0,25 0,-26 0,1 0,50 0,-1 0,-24 0,-26 0,1 0,25 0,-25 0,-1 0,-73 0</inkml:trace>
  <inkml:trace contextRef="#ctx0" brushRef="#br0" timeOffset="78572.49">7913 5779,'-50'0,"75"0,0 0,0 0,24 0,-24 0,0 0,25 0,-26 0,26 0,-25 0,25-49,-1 49,1 0,-1 0,-24 0,0-25,25 25,-26 0,1 0,25 0,-1-50,-24 50,0 0,25 0,-26 0,1 0,25 0,-25 0,-1 0,26 0,-25 0,0-24,24 24,-24 0,25-50,-26 50,1 0,0 0,25 0,-26 0,1 0,50 0,-26-25,-24 25,0 0,25 0,-1 0,1 0,-1 0,26 0,-26 0,1 0,24 0,-49 0,25 0,-25 0,-1 0,26 0,0 0,-1 0,26 0,-26 0,26 0,-1 0,1 0,24 0,0 0,-25 0,1 0,-1 0,1 0,-1 0,0 0,1 0,-1 50,-24-50,24 0,1 0,-1 0,1 0,-1 0,0 0,50 49,-24-49,-1 0,0 0,0 0,0 25,-24-25,-1 0,1 0,-1 0,25 0,25 50,0-50,0 0,-49 0,-1 0,1 49,-26-49,26 0,-26 0,26 0,-26 0,26 0,-26 0,26 25,-1-25,1 0,-26 0,1 0,-25 0,24 0,-24 0,0 0,24 0,-24 0,0 0,0 0,24 0,-24 0,-25 0,-49 0</inkml:trace>
  <inkml:trace contextRef="#ctx0" brushRef="#br0" timeOffset="80535.6">7591 1538,'24'0,"1"0,25 0,24 0,25 0,50 0,-50 0,50 0,25 0,0-25,-50 25,24 0,-24 0,0 0,-24 0,-26-50,1 50,-1 0,25-49,-49 49,-25 0,24-25,-98 25,-1 0,0 0</inkml:trace>
  <inkml:trace contextRef="#ctx0" brushRef="#br0" timeOffset="81083.63">7764 1736,'0'-24,"50"24,24 0,1 0,24 0,50 0,24 0,1 0,-50 0,50 0,-26 0,-48-25,24 25,-50 0,1 0,-26 0,-24 0,25 0,-1 0,-49-50,25 50,-25 25,0 0,0 0</inkml:trace>
  <inkml:trace contextRef="#ctx0" brushRef="#br0" timeOffset="84700.84">8980 4812,'-50'0,"75"0,24 0,1 0,-25 0,24 0,26-50,-26 50,26-24,-1 24,1-50,-50 50,-25-25,24 25,-48 50,-51-1,1 51,-1-1,1-25,49 1,-25-50,50-1,-24-24,24 0,74-49,-24 49,24 0,-49 0,49 0,-49 0,0 49,25-49,-26 0,26 0,-25 0,-25-49,0-1</inkml:trace>
  <inkml:trace contextRef="#ctx0" brushRef="#br0" timeOffset="85553.89">8880 4490,'-24'0,"24"-25,24 25,1 0,25 0,-1 0,26 0,-1 0,1 0,24 0,0 0,25-50,-49 50,-26 0,1 0,-50-25,25 25,-25 0,-75 0</inkml:trace>
  <inkml:trace contextRef="#ctx0" brushRef="#br0" timeOffset="87203.98">9972 4762,'0'0,"0"50,0-25,-50 25,50-26,0 1,0 25,25-50,25 0,-26 0,1 0,25 0,-1 0,-49-50,0 25,0 1,0-26,0 25,-24 25,-26 0,75 0,0 0</inkml:trace>
  <inkml:trace contextRef="#ctx0" brushRef="#br0" timeOffset="87593.01">10294 4663,'0'0,"25"0,25 0,-1 0,-49 25,0 0,0 24,0 1,0 25,0-51,-24 1,24-25,0-49,0-1,0 0,24-49,-24 49,50 1,-50-1,50 50</inkml:trace>
  <inkml:trace contextRef="#ctx0" brushRef="#br0" timeOffset="88044.03">9699 4787,'-25'0,"25"50,-49 24,49 1,-25-26,25 1,0 24,0-49,25 0,24 25,26-50,73 0,-24 0</inkml:trace>
  <inkml:trace contextRef="#ctx0" brushRef="#br0" timeOffset="88591.06">10567 4341,'25'0,"-25"0,50 49,-50 1,49 24,-49 1,0 24,0-25,-25 1,1-1,-26 26,25-76,-24-24,24 50,0-50</inkml:trace>
  <inkml:trace contextRef="#ctx0" brushRef="#br0" timeOffset="89304.1">10964 4713,'-25'-50,"50"50,0 0,49-25,-49 25,0 0,24-49,1 49,-50 25,-25 24,-24 1,-1 49,-24-24,24 24,25-50,25-24,-49-25,73-25,1-24,-25 24,50 25,-1 0,-24 0,25 25,-25 24,-1-49,-24-24,50-1</inkml:trace>
  <inkml:trace contextRef="#ctx0" brushRef="#br0" timeOffset="89707.13">11361 4242,'0'49,"0"-24,0 0,0 24,0-24,0 0,0 25,0-1,0 1</inkml:trace>
  <inkml:trace contextRef="#ctx0" brushRef="#br0" timeOffset="95506.46">6003 6176,'74'0</inkml:trace>
  <inkml:trace contextRef="#ctx0" brushRef="#br0" timeOffset="104512.97">9897 5928,'0'-49,"0"74,0-1,0 1,0 50,0-26,0 1,0-1,0-24,0 25,0-25,0 24,0 1,0-75,-24 25</inkml:trace>
  <inkml:trace contextRef="#ctx0" brushRef="#br0" timeOffset="106923.11">6077 7243,'25'0</inkml:trace>
  <inkml:trace contextRef="#ctx0" brushRef="#br0" timeOffset="108422.2">9897 7020,'0'-25,"-24"25,-26 0,25 0,0 0,25 25,-49-25,49 25,-25 49,25-24,0-26,0 1,0 25,0-25,0-1,0 26,50 0,-26-1,51-49,-50 25,24-25,1 0,24 0,-24 0,-25 0,-25 0,49 0,-49-50,50 50,-50-49,25 24,-25 0,49-49,-49 49,0-25,0 1,0-1,0 25,-25 25,25-24,-24 24,24-50,-25 50,-50-25,51 25,-26 0,0 0,1 0,-1 0,50 0,-25 0,25 25,-49 25</inkml:trace>
  <inkml:trace contextRef="#ctx0" brushRef="#br0" timeOffset="109285.25">6202 8706,'49'0</inkml:trace>
  <inkml:trace contextRef="#ctx0" brushRef="#br0" timeOffset="110680.33">10021 8285,'0'49,"0"1,0 24,0-24,0 24,0-24,0 0,0-26,0 26,0-25,-49-25,49 25,0-25,0-25</inkml:trace>
  <inkml:trace contextRef="#ctx0" brushRef="#br0" timeOffset="111773.39">5829 10046</inkml:trace>
  <inkml:trace contextRef="#ctx0" brushRef="#br0" timeOffset="112959.46">9947 9525,'-25'0,"-24"25,-1 24,0 1,26 24,-26 1,50-26,-25 1,25 0,0-26,0 1,0-25,25 50,25-50,-1 0,1 0,-1 0,1 0,0-25,-26 25,26-74,-25 24,-25 25,74-24,-74-1,0-24,0 49,0 0,0 0,-25-24,1 49,-26-25,0 25,-24 0,0 0,-1 0,1 0,-1 49,26-24,24 50,-25-51</inkml:trace>
  <inkml:trace contextRef="#ctx0" brushRef="#br0" timeOffset="114318.53">6028 11336,'0'25,"0"-50</inkml:trace>
  <inkml:trace contextRef="#ctx0" brushRef="#br0" timeOffset="115908.62">9773 11187,'-49'74,"49"1,0-26,0 1,-50 0,50 24,0-24,-25 24,25 0,0-24,0-50,0-50,0 26,0-1,25-50,25 26</inkml:trace>
  <inkml:trace contextRef="#ctx0" brushRef="#br0" timeOffset="117481.71">6797 6251,'-25'0,"25"-25,25 25,24 0,26 0,24 0,50 0,-25 0,74 50,-74-50,50 0,24 0,-24 0,-25 49,0-49,-50 0,-25 0,-24 0,0 0,-1 0,-24 0,0 0,0 0,-25 0</inkml:trace>
  <inkml:trace contextRef="#ctx0" brushRef="#br0" timeOffset="117803.73">8756 6201,'-24'0,"48"0,26 0,24 50,-24-50,0 0,-1 25,-24-25,-25 74,-25-49,-49 24,49-49,-25 75,26-75,24 74,-50-74</inkml:trace>
  <inkml:trace contextRef="#ctx0" brushRef="#br0" timeOffset="118764.79">6574 7193,'0'0,"49"0,26 0,24 0,50 0,24 0,26 0,24 0,25 0,0 0,-49 0,-1 25,-24-25,-100 0,-24 0,-1 0,-24 0,25 0,-1 0,-24 0,0 0,-25 0,0 0,0-25</inkml:trace>
  <inkml:trace contextRef="#ctx0" brushRef="#br0" timeOffset="119108.81">8831 7069,'0'0,"25"0,24 0,-24 50,0-50,24 0,-24 25,25-25,-50 49,0 1,-50-25,1 49,-1-24,50-25,-50 24,1-24</inkml:trace>
  <inkml:trace contextRef="#ctx0" brushRef="#br0" timeOffset="120180.87">6524 8582,'25'0,"24"0,26 0,24 0,0 0,50 0,0 0,74 0,-24 0,-1 0,0 0,1 0,-25 0,-26 0,-24 0,0 0,-49 0,-26 0,1 0,-25 0,49 0,-49 0,0 0,-25 0</inkml:trace>
  <inkml:trace contextRef="#ctx0" brushRef="#br0" timeOffset="120512.89">8980 8409,'0'25,"0"-25,49 49,-24-49,25 50,-26-50,1 0,25 0,-50 49,-25 1,25 0,-74-26,24 26,0-25,1 49,24-49,0-25</inkml:trace>
  <inkml:trace contextRef="#ctx0" brushRef="#br0" timeOffset="121607.95">6450 9971,'-25'0,"25"0,25 0,49 0,0 0,50 0,0 0,75 25,-1-25,1 0,49 50,25-50,-50 0,0 0,-74 0,0 0,-50 0,-25 0,-24 0,0 0,-26 0,26-25,-75 25,25-50,-25 50</inkml:trace>
  <inkml:trace contextRef="#ctx0" brushRef="#br0" timeOffset="121912.97">8930 9847,'25'25,"24"0,-24-25,25 50,-25-50,-1 0,-24 24,0 51,-74-25,0-1,24-24,0 25,26-26</inkml:trace>
  <inkml:trace contextRef="#ctx0" brushRef="#br0" timeOffset="122961.03">6350 11460,'25'0,"50"0,24 0,50 0,24 74,26-74,24 0,0 0,-24 0,49 0,0 50,-50-50,-24 0,-75 0,-25 0,-24 0,24 0,-49 0,0 0,0 0,-25-25,74 25,-49 0,-25-50,0 26</inkml:trace>
  <inkml:trace contextRef="#ctx0" brushRef="#br0" timeOffset="123244.04">9004 11385,'0'25,"25"-25,0 50,0-50,24 25,1-25,-50 49,0-24,-25-25,-24 74,-1-24,0-25,-24 24,24-24,26 25,-26-50</inkml:trace>
  <inkml:trace contextRef="#ctx0" brushRef="#br0" timeOffset="124112.09">6623 12948,'-25'0,"50"0,25 0,24 0,25 0,50 0,0 0,74 0,50 0,-25 0,25 0,0-50,-25 50,-50 0,-24 0,-25-49,-75 49,-49 0,25 0,-50-75,0 1</inkml:trace>
  <inkml:trace contextRef="#ctx0" brushRef="#br0" timeOffset="124441.11">9178 12526,'-50'0,"75"25,0-25,49 75,-24-75,0 49,-1-49,-24 0,-25 25,0 25,0-1,0-24,-25 25,-24-26,24 1,-50 50,75-51</inkml:trace>
  <inkml:trace contextRef="#ctx0" brushRef="#br0" timeOffset="126069.21">9972 12526,'0'-49,"-50"49,25 0,25 49,-24-49,24 50,0-25,-50 24,50 1,0-25,0 0,0 49,0-49,0 0,25 24,0-24,-1-25,26 0,-25 0,0 0,24 0,26 0,-26 0,1 0,-50-50,49 50,-49-24,50 24,-50-50,0 0,25 26,-25-1,0-50,0 51,0-1,0 0,0-49,0 49,-50-25,25 50,25-25,-49 25,-1-24,25 24,1 0,-26 0,25 0,25 0,-25 0,25 24,-49-24,49 50</inkml:trace>
  <inkml:trace contextRef="#ctx0" brushRef="#br0" timeOffset="128049.32">6574 14412,'-25'0,"124"0,0 0,75 0,24 0,50-75,0 75,50 0,-25 0,0 0,-75 0,-74 0,-25-25,-49 25,-25 0,-25 0,0-49</inkml:trace>
  <inkml:trace contextRef="#ctx0" brushRef="#br0" timeOffset="128364.34">8732 14139,'-25'0,"25"0,25 0,24 49,1-49,24 0,1 25,-1-25,0 0,-49 50,-25-26,-25 26,-24-25,-1 25,1-26,-51 26,51-25,-1 74,75-99</inkml:trace>
  <inkml:trace contextRef="#ctx0" brushRef="#br0" timeOffset="129602.41">9947 14015,'-25'0,"25"-50,0 75,0 24,0 26,0-1,0 25,0 1,0-26,0-24,0-1,0-24,0-25</inkml:trace>
  <inkml:trace contextRef="#ctx0" brushRef="#br0" timeOffset="131058.49">6450 16123,'49'0,"26"0,24 0,50 0,24 0,26 25,24-25,-25 0,50 49,-49-49,-25 0,-1 0,-49 0,-49 0,-26 0,1 0,-75 0</inkml:trace>
  <inkml:trace contextRef="#ctx0" brushRef="#br0" timeOffset="131440.51">8434 16024,'-25'0,"50"0,0 0,24 0,-24 0,25 49,-1-49,1 25,-25-25,24 50,1-25,-50 24,0-24,0-25,0 50,-99-50,74 49,0-49,25 50,-49-50,49 25,24-25,1 0</inkml:trace>
  <inkml:trace contextRef="#ctx0" brushRef="#br0" timeOffset="132220.56">9823 15602,'0'0,"-25"0,-24 50,-26 49,26 25,49-25,-25-24,25-26,0 1,0-1,25-24,24 25,-24-50,0 0,24 0,26 0,-26-50,-24 25,-25-24,50-26,-50-49,0 25,0 0,-50 49,1 50,-1 0,-24 0,24 0,0 25,50 74,0-49</inkml:trace>
  <inkml:trace contextRef="#ctx0" brushRef="#br0" timeOffset="141487.09">7640 1042,'25'0</inkml:trace>
  <inkml:trace contextRef="#ctx0" brushRef="#br0" timeOffset="143370.2">13246 4762,'50'0,"-50"-49,24 49,1-25,25 25,-25-25,-25-24,0 73,-25 1,-25 25,25 24,-49 1,24 24,-24-49,49-1,-24 1,49-25,-25-25,25 24,0-24,49 0,-49-24</inkml:trace>
  <inkml:trace contextRef="#ctx0" brushRef="#br0" timeOffset="143789.22">13048 4663,'0'-49,"-25"49,25-25,-25 25,25 0,0 49,74-24,-74 25,75 24,-50-24,24 24,1-24,24 0,-24 24,-1-24,1-26,-25 26,-25-25,0-50,0-49,0 24</inkml:trace>
  <inkml:trace contextRef="#ctx0" brushRef="#br0" timeOffset="144742.27">13916 4663,'-50'0,"100"0,-25 0,-1 0,26 0,0-25,-1 25,-24 0,25 0,-26 0,1 0,-25 25,0 25,-49 24,24-24,-50 24,26 1,-26-26,26 1,24-25,-25-25,50 25,-24-25,48-25,26-25,0 1,-1 49,1 0,24 0,-49 0,25 24,-1-24,1 0,-25 0,24 25,-24-25,0 0,-25 0,0-25,0 25,0-49,0-1</inkml:trace>
  <inkml:trace contextRef="#ctx0" brushRef="#br0" timeOffset="145220.3">13817 4390,'0'-49,"49"49,26 0,-1 0,0 0,26 0,-1 0,-25 0,-24 0,-1 0,-24 0,-25 0,-49 0,49 25</inkml:trace>
  <inkml:trace contextRef="#ctx0" brushRef="#br0" timeOffset="147728.44">9897 6251,'0'25,"-49"-75</inkml:trace>
  <inkml:trace contextRef="#ctx0" brushRef="#br0" timeOffset="149295.53">3002 6077,'49'0,"-24"0,25 0,24 0</inkml:trace>
  <inkml:trace contextRef="#ctx0" brushRef="#br0" timeOffset="150268.59">9699 6226,'0'0</inkml:trace>
  <inkml:trace contextRef="#ctx0" brushRef="#br0" timeOffset="151289.65">3027 6102,'0'25,"0"0,0 24,0-49,24 0</inkml:trace>
  <inkml:trace contextRef="#ctx0" brushRef="#br0" timeOffset="152354.71">9922 6524,'0'0,"0"0</inkml:trace>
  <inkml:trace contextRef="#ctx0" brushRef="#br0" timeOffset="155488.89">3076 6102,'0'0,"50"0</inkml:trace>
  <inkml:trace contextRef="#ctx0" brushRef="#br0" timeOffset="156801.96">3051 6077,'0'50,"0"-50,50 0</inkml:trace>
  <inkml:trace contextRef="#ctx0" brushRef="#br0" timeOffset="157815.02">9873 6201,'0'0</inkml:trace>
  <inkml:trace contextRef="#ctx0" brushRef="#br0" timeOffset="163820.37">14337 992,'0'-25,"0"1,0 73,-24 1,24 24,-50 1,50-1,-74-24,74-1,-50 26,50-26,-50-24,50 25,0-26,-49-24</inkml:trace>
  <inkml:trace contextRef="#ctx0" brushRef="#br0" timeOffset="164135.38">13941 1191,'0'-25,"-25"25,25 0,25 49,24-24,1 25,-1-1,26 1,-26-25,-24-25,25 49,-25-49,-1 0</inkml:trace>
  <inkml:trace contextRef="#ctx0" brushRef="#br0" timeOffset="166693.53">14883 943,'0'-50,"-49"50,73 0,26 0,-25 0,0 0,24-25,-24 25,0 0,24-49,-24 49,25-25,-50 74,-75 75,1-49,49-1,-49 1,49-51,25 26,-25-50,25 25,0-50,25 25,25-50,-26 50,-24-24,50 24,0 0,-1 0,-49 0,50 0,-1 0,1 0,-25 0,0 0,24 0,-49 0,25 0</inkml:trace>
  <inkml:trace contextRef="#ctx0" brushRef="#br0" timeOffset="167370.57">15702 422,'0'-25,"0"25,0 74,25-24,-25 49,74 75,0 74,-74 99,75-49,-75-25,74-25,-74-75,75-49,-75-49,49-26,-49-24,0-25,0-25,0-24</inkml:trace>
  <inkml:trace contextRef="#ctx0" brushRef="#br0" timeOffset="168720.65">14511 1910,'0'-25,"0"25,-25 50,25-1,-49 1,49-25,0 49,49-74,-24 0,25-25,-1 1,-24-26,-25 25,25-24,-25-1,0 25,0-24,-25 49,0 0,-24 0,-1 0,50 49,0-24,25 25,49-50,1 0</inkml:trace>
  <inkml:trace contextRef="#ctx0" brushRef="#br0" timeOffset="169107.67">15106 1761,'0'-49,"0"98,0 1,0-25,0 24,0 1,25-50,25 0,49-25,-49 25,-26-50,-24 26,75-26,-75 25,0-24,-50 49,25 0,-49 0,-25 49,-25 26,49-1,75 0,0-24</inkml:trace>
  <inkml:trace contextRef="#ctx0" brushRef="#br0" timeOffset="169588.7">14858 2456,'-49'0,"24"0,0 24,-24 26,49 0,0-1,0-49,49 0,-24 0,25-49,-1 24,-49-25,25 25,-25-24,0 49,-25 0,-24 0,-1 0,0 25,1 24,49-24,25-25</inkml:trace>
  <inkml:trace contextRef="#ctx0" brushRef="#br0" timeOffset="170052.72">15404 2133,'-25'0,"25"-25,0 100,0-26,0 26,0-1,0 1,0-26,0 26,0-26,0 1,0 0</inkml:trace>
  <inkml:trace contextRef="#ctx0" brushRef="#br0" timeOffset="170459.74">14982 2952,'0'-25,"0"50,0 0,0 24,0-24,0 0,0 24,0-24,0 25,0-50,0 49,100-49,-26 0</inkml:trace>
  <inkml:trace contextRef="#ctx0" brushRef="#br0" timeOffset="170773.76">15553 2927,'0'0,"-50"50,50-1,0 1,25-50,49 0,-24 0,-25 0,-25-50,25 25,-25 1,0-51,0 50,-25-24,0 49,-49 0,-26 49,51 1,49 0,-25-26</inkml:trace>
  <inkml:trace contextRef="#ctx0" brushRef="#br0" timeOffset="171215.79">15330 3597,'0'49,"0"-24,0 0,0 0,0 24,0-24,0 25,74-50,-49 49,49-49,1-24</inkml:trace>
  <inkml:trace contextRef="#ctx0" brushRef="#br0" timeOffset="171433.8">15925 3324,'0'0,"0"74,0-24,0-1,0 1,0 0,0-1,0-24,50-25,-50 25,24-25,1 0</inkml:trace>
  <inkml:trace contextRef="#ctx0" brushRef="#br0" timeOffset="172686.87">14387 1637,'-25'0,"50"0,25 0,24 0,25 0,50-25,50-24,-1-1,75 0,0-49,49 25,-24-25,24 24,-49 1,-25-25,0 24,-49 26,-75-26,-25 26,-74 49,-25-25,0 25,0 0,0 49</inkml:trace>
  <inkml:trace contextRef="#ctx0" brushRef="#br0" timeOffset="175573.04">16347 670,'0'-25,"0"25</inkml:trace>
  <inkml:trace contextRef="#ctx0" brushRef="#br0" timeOffset="175985.06">16223 645,'-25'0,"0"0</inkml:trace>
  <inkml:trace contextRef="#ctx0" brushRef="#br0" timeOffset="176436.09">16123 620,'0'0,"0"25,0 25,25-50,50 0,-26 0,26 0,-26 0,1 0,-1 0,-24 0,0 0,25 0</inkml:trace>
  <inkml:trace contextRef="#ctx0" brushRef="#br0" timeOffset="176632.1">16619 422,'-49'49,"49"1,-25 24,25 26,-50 73,1 26,-26-26,51-24,24-25,0-74</inkml:trace>
  <inkml:trace contextRef="#ctx0" brushRef="#br0" timeOffset="177696.16">16520 1488,'0'0,"-74"99,49-49,25 0,-74-1,74 1,0-25,24 24,1-49,25 0,24 0,25-24,-49-26,0 25,-1-24,-49 24,0-25,0 0,-24 1,-1 49,-25 0,-24 0,-50 99,24-24,76 24,24-25,0-24</inkml:trace>
  <inkml:trace contextRef="#ctx0" brushRef="#br0" timeOffset="178101.18">16644 2158,'0'0,"-49"0,24 0,-25 25,25 0,25 24,-49-49,49 50,25-50,-1 25,26-25,0 0,24-25,-24 0,-1-25,-49 1,0-1,-24 50,-1 0,-25 0,-24 0,-26 50,51 24,49-24,-50-25</inkml:trace>
  <inkml:trace contextRef="#ctx0" brushRef="#br0" timeOffset="178512.21">16694 2704,'0'0,"-50"0,50 49,-25-24,25 0,0 25,25-50,25 0,24 0,26-50,-51 25,-24-24,-25 24,0 0,0-25,0 1,-25 49,-24 0,-26 49,-24-24,49 50,1-26,49 1</inkml:trace>
  <inkml:trace contextRef="#ctx0" brushRef="#br0" timeOffset="179006.23">16992 3150,'0'0,"0"50,0 24,0 1,0-1,49 0,-49-24,0 0,0-26,0 26</inkml:trace>
  <inkml:trace contextRef="#ctx0" brushRef="#br0" timeOffset="180711.33">3101 5978,'0'0,"50"0,-1 0,-24 0</inkml:trace>
  <inkml:trace contextRef="#ctx0" brushRef="#br0" timeOffset="182412.43">9972 6052</inkml:trace>
  <inkml:trace contextRef="#ctx0" brushRef="#br0" timeOffset="183006.46">2952 6152,'0'49,"50"-49,-25 0</inkml:trace>
  <inkml:trace contextRef="#ctx0" brushRef="#br0" timeOffset="185237.59">13693 6201,'0'0,"0"-49,0 49,-25 0,-25 0,25 0,1 0,24 24,-50-24,50 25,-25 25,25-25,-50 24,50 1,-24 24,24-24,0 24,0-24,0-25,0 24,0-24,0 0,49-25,-24 74,25-74,24 0,1 0,-1 0,0 0,-24-25,0 25,-1-49,1-1,-50 25,49 1,-49-26,0 25,0-24,50-1,-50 25,0-24,0-1,-25 25,25 0,-25-24,25 24,-49 25,49-50,-75 50,26-49,-1 49,1 0,-26 0,26 0,-1 0,0 25,26-25,24 24,-75-24,75 25,-25-25,25 50,0-1,0-24</inkml:trace>
  <inkml:trace contextRef="#ctx0" brushRef="#br0" timeOffset="188602.78">10344 7268,'-50'0,"25"0,25 49,-24-49,-26 0</inkml:trace>
  <inkml:trace contextRef="#ctx0" brushRef="#br0" timeOffset="188836.8">10145 7317,'0'-24</inkml:trace>
  <inkml:trace contextRef="#ctx0" brushRef="#br0" timeOffset="190259.88">13717 7342,'0'-25,"-24"25,24-49,-25 49,-50 0,51 0,24 49,-75-24,25 50,50-26,-49 26,49-1,-50 0,50 1,0-1,25-24,0-25,24 24,51-49,-1 50,0-50,-24 0,-1 0,25-50,-24 1,-26 24,26-25,-51-24,-24 24,75 1,-75-1,0 25,0 0,0-24,-50 24,25 0,-24 25,-26-49,1 49,-25 0,24 0,1 0,0 24,-1 26,50-25,-24 24,49-24</inkml:trace>
  <inkml:trace contextRef="#ctx0" brushRef="#br0" timeOffset="191925.97">3275 8830,'24'25,"26"-25</inkml:trace>
  <inkml:trace contextRef="#ctx0" brushRef="#br0" timeOffset="193268.05">9897 8632,'50'0,"-25"0,24 25,51-25</inkml:trace>
  <inkml:trace contextRef="#ctx0" brushRef="#br0" timeOffset="194521.12">13742 8582,'0'-24,"0"24,0 24,-74 26,24 0,1 49,24-25,25 1,-50-26,50 1,0 0,0-26,25 26,0-50,24 50,26-50,-1 0,-24 0,-1 0,1-25,0 25,-1-99,1 74,-1-50,-24 26,-25-1,50 25,-50-24,0 24,0 0,0-49,0 74,0-25,-50 25,50-25,-49 25,-1 0,0 0,1 0,-50 0,49 0,0 0,1 50,-1-50,25 49,25 1,0-1</inkml:trace>
  <inkml:trace contextRef="#ctx0" brushRef="#br0" timeOffset="196044.21">3349 10120,'0'0,"50"0,24 0,-24 0</inkml:trace>
  <inkml:trace contextRef="#ctx0" brushRef="#br0" timeOffset="196806.25">10046 9996,'0'0,"0"25,25-25</inkml:trace>
  <inkml:trace contextRef="#ctx0" brushRef="#br0" timeOffset="198239.33">13643 9773,'-25'0,"-24"25,24 24,-25 26,0-1,50 1,-49-1,49-24,0-1,0 1,25 0,-1-26,26-24,0 50,24-50,-24 0,24 0,-24-50,-1 50,26-74,-50 49,24-49,-49 24,50-24,-50-1,0 1,0 24,-25-24,0 49,-49 25,-25-50,-1 50,1 0,0 25,49 0,1 49,49 1,-50-1,50 1,0-26</inkml:trace>
  <inkml:trace contextRef="#ctx0" brushRef="#br0" timeOffset="199658.41">3423 11708,'100'0,"-26"0</inkml:trace>
  <inkml:trace contextRef="#ctx0" brushRef="#br0" timeOffset="200746.48">9922 11633,'25'0,"25"0,24 0,0-24</inkml:trace>
  <inkml:trace contextRef="#ctx0" brushRef="#br0" timeOffset="202124.56">13618 11212,'0'0,"0"25,0 24,0 26,0-1,0 0,0 26,0-1,0-25,0 1,0-26,0 1,0-1,0-73,25 24</inkml:trace>
  <inkml:trace contextRef="#ctx0" brushRef="#br0" timeOffset="204118.67">3473 13122,'50'0,"-1"0,1 0,24 0</inkml:trace>
  <inkml:trace contextRef="#ctx0" brushRef="#br0" timeOffset="205035.72">10245 12750,'49'0,"26"0</inkml:trace>
  <inkml:trace contextRef="#ctx0" brushRef="#br0" timeOffset="206152.79">13668 12526,'0'0,"-50"0,50 0,-49 0,-1 75,50-1,-50-49,50 25,0-1,0 1,0-25,0-1,0 26,75 0,-26-50,1 0,0 0,-1 0,1 0,-1 0,-24-25,25-25,-25 25,24 25,-49-49,25 49,-25-50,0-24,0 49,0 0,0-24,0 24,0 0,0 25,0-50,-50 50,50-49,-74 49,49 0,0 0,-49 0,0 0,-1 0,1 0,24 25,0-1,1 26,49 0</inkml:trace>
  <inkml:trace contextRef="#ctx0" brushRef="#br0" timeOffset="207521.86">3622 14610,'-50'0,"100"0,-1 0</inkml:trace>
  <inkml:trace contextRef="#ctx0" brushRef="#br0" timeOffset="208793.94">9947 14362,'50'0</inkml:trace>
  <inkml:trace contextRef="#ctx0" brushRef="#br0" timeOffset="210276.02">13717 14039,'0'0,"0"-49,0 98,0 75,0-24,0 24,-49 25,49 24,0 1,0-1,0-49,-50 25,50-25,0-74,-25-25,25 24,0-98,0 24,-49 0,49-24</inkml:trace>
  <inkml:trace contextRef="#ctx0" brushRef="#br0" timeOffset="211650.1">3597 16123,'25'25,"24"-25,1 0,24 0</inkml:trace>
  <inkml:trace contextRef="#ctx0" brushRef="#br0" timeOffset="212258.14">9972 15875,'0'50,"25"-50</inkml:trace>
  <inkml:trace contextRef="#ctx0" brushRef="#br0" timeOffset="214044.24">13469 15949,'-25'0,"25"50,0 0,-49-26,49 1,0 25,0-25,0-1,0 26,0-25,25-25,-25 49,49-49,1 50,-25-50,24 0,-24 0,0 0,25 0,-50-25,49 25,1-25,-1-24,26 24,-50-25,-25 26,0-1,0-25,0 1,0 24,0 0,0 25,0-50,-50 50,0 0,50-24,-24 24,24-25,-25 25,-25 0,25 0,25-50,-24 50,-26 0,25 0,0 0,-24 0,24 0,0 0,-25 0,50 25,-24 0,24 0,-50 49,50-49,0 0,50-25,-26-75</inkml:trace>
  <inkml:trace contextRef="#ctx0" brushRef="#br0" timeOffset="-213992.41">13395 5259</inkml:trace>
  <inkml:trace contextRef="#ctx0" brushRef="#br0" timeOffset="-212409.32">10518 6325,'-25'0,"25"-49,25 49,24 0,50 0,1 24,24-24,49 0,1 0,49 50,0-50,-24 0,-26 0,-24 0,-50 0,-49 0,0 0,-75 0,25 0</inkml:trace>
  <inkml:trace contextRef="#ctx0" brushRef="#br0" timeOffset="-212102.3">12254 6176,'-25'0,"25"25,25-25,49 50,-24-50,24 49,-24-49,24 0,-49 25,-25 0,-25 25,-49-26,24-24,25 75,-24-50,49 24,0 1,0-25</inkml:trace>
  <inkml:trace contextRef="#ctx0" brushRef="#br0" timeOffset="-211330.26">10890 7317,'-25'0,"74"0,1 0,24 0,26 0,48 0,1 25,25-25,0 0,24 75,0-75,-49 0,-50 0,-24 0,-25 0,-1 0,-24 0</inkml:trace>
  <inkml:trace contextRef="#ctx0" brushRef="#br0" timeOffset="-211038.24">12452 7342,'0'0,"50"0,24 0,-24 0,24 0,-49 0,0 0,-25 25,0 25,0-26,-50 26,1-25,-1 24,-49-24,24 25,26-1,49 1,-50-50</inkml:trace>
  <inkml:trace contextRef="#ctx0" brushRef="#br0" timeOffset="-210053.18">10518 8682,'24'0,"26"0,24 0,26 49,48-49,26 50,74-50,-25 0,25 0,0 49,-49-49,-1 0,-24 0,-25 50,-75-50,-24 0,-25 0,24 0,-74 0,25-25</inkml:trace>
  <inkml:trace contextRef="#ctx0" brushRef="#br0" timeOffset="-209754.17">12700 8657,'50'0,"0"0,24 49,0-49,1 25,-1-25,-24 0,-50 50,25-50,-50 49,0-49,-25 50,1-50,-26 74,51-74,24 50,-50-25,50 25</inkml:trace>
  <inkml:trace contextRef="#ctx0" brushRef="#br0" timeOffset="-208982.12">10666 9947,'-24'-25,"48"25,51 0,24 0,75 0,-1 49,51-49,-26 0,50 75,-74-75,-50 0,0 25,-50-25,-24 0,-26 0,26 0,-25 0</inkml:trace>
  <inkml:trace contextRef="#ctx0" brushRef="#br0" timeOffset="-208699.11">12378 9947,'-25'0,"75"0,-1 0,26 24,-1-24,1 0,-51 25,1-25,-25 50,0-25,-25 0,-24 24,-50 1,24-1,25 1,1 0,49-1,-25 1</inkml:trace>
  <inkml:trace contextRef="#ctx0" brushRef="#br0" timeOffset="-207512.04">9997 11584,'0'0,"49"0,26 0,-1 0,25 0,75 0,24 0,26 0,48 0,1 0,0 0,-50 0,1 0,-51 0,-74 0,-49 0,-25 0,-25 0,0-50</inkml:trace>
  <inkml:trace contextRef="#ctx0" brushRef="#br0" timeOffset="-207213.02">12452 11410,'-25'0,"25"25,50 25,-25-26,49-24,-24 75,24-75,-24 25,0-25,-26 49,-24-24,-24-25,-51 74,1-24,-1 0,1-26,74 1,-25 25</inkml:trace>
  <inkml:trace contextRef="#ctx0" brushRef="#br0" timeOffset="-206289.97">10766 12774,'-25'0,"25"0,25 0,74 0,0 50,25-50,74 50,-24-50,25 0,-1 49,0-49,-49 0,0 0,-50 0,-49 0,-25 0</inkml:trace>
  <inkml:trace contextRef="#ctx0" brushRef="#br0" timeOffset="-205992.95">12427 12824,'0'25,"0"24,50-49,0 50,-1-50,1 0,24 25,-49-25,-25 49,0-24,-49 25,-26-1,1 26,-1-25,1 24,24-24,50-1,-25-49</inkml:trace>
  <inkml:trace contextRef="#ctx0" brushRef="#br0" timeOffset="-205008.89">10394 14585,'0'-49,"-25"49,74 0,26 0,24 24,50-24,49 0,1 0,74 0,49 50,-24-50,-26 0,-23 74,-51-74,-99 0,-74 0,-25-24</inkml:trace>
  <inkml:trace contextRef="#ctx0" brushRef="#br0" timeOffset="-204720.88">12725 14486,'-49'0,"49"25,49-25,75 74,-25-74,-24 50,-1-50,-49 0,-25 25,-25 24,0 1,-24-25,-26 24,1 1,24-25,-24 24,24-49</inkml:trace>
  <inkml:trace contextRef="#ctx0" brushRef="#br0" timeOffset="-204060.84">10592 15974,'-25'0,"25"25,0-25,75 50,49-50,49 0,26 49,49-49,-25 0,75 0,-50 0,-50 0,-49 0,-75 0,-49-25,-25 1</inkml:trace>
  <inkml:trace contextRef="#ctx0" brushRef="#br0" timeOffset="-203778.82">12378 15900,'74'0,"-24"0,24 0,26 49,-26-49,-24 0,-1 0,-49 25,-25 74,-24-49,-50 0,24-1,-24 1,74-1,25-24,-50 0</inkml:trace>
  <inkml:trace contextRef="#ctx0" brushRef="#br0" timeOffset="-200748.65">14437 5804,'-50'0,"25"0,50 0,0 0,49 0,1 0,24 0,75 0,24 0,25 0,50 0,124-49,25 49,123 0,1 0,-50 0,50 0,49 49,-49-49,-25 75,-174-75,-74 0,-75 49,-49-49,-74 0,-51 0,-24-24,0-1,0 0,50 25</inkml:trace>
  <inkml:trace contextRef="#ctx0" brushRef="#br0" timeOffset="-199718.59">18108 4688,'-50'74,"-24"26,-1 24,1 0,49-50,-24-24,24-1,25-24,0 0,0-25,25 0,-25-25</inkml:trace>
  <inkml:trace contextRef="#ctx0" brushRef="#br0" timeOffset="-199488.58">17736 4887,'25'24,"24"26,26-25,24 24,-25 1,25-25,-49-25,-25 74,24-49</inkml:trace>
  <inkml:trace contextRef="#ctx0" brushRef="#br0" timeOffset="-198820.54">18579 4911,'-50'-24,"50"24,50-50,-25 50,24-25,1 25,-25-50,24 50,-24 0,-25 25,-25 75,1-26,-26-24,0 49,26-50,24-24,-25-25,25 50,0-75,49 25,-24-74,50 24,-51 50,26-25,0 25,-1 0,-24 0</inkml:trace>
  <inkml:trace contextRef="#ctx0" brushRef="#br0" timeOffset="-198451.52">18455 4490,'0'0,"25"0,0 0,24 0,26 0,-1 0,25 0,-24 0,-26 0,1-50,-25 50,-25 25,0 0</inkml:trace>
  <inkml:trace contextRef="#ctx0" brushRef="#br0" timeOffset="-197813.48">19447 5011,'25'0,"49"-25,1 25,-1 0,1-50,-1 50,1 0,-26 0,1-25,-75 25,0 0</inkml:trace>
  <inkml:trace contextRef="#ctx0" brushRef="#br0" timeOffset="-197546.47">19745 4762,'0'50,"25"0,-25-1,49 1,-49 24,75-24,-75-25,25 24,-25-24,0 25,0-1,24-49</inkml:trace>
  <inkml:trace contextRef="#ctx0" brushRef="#br0" timeOffset="-196630.42">20365 4564,'-50'0,"50"0,0 50,50-26,-25 26,0-50,49 50,-24-50,-26 24,26-24,-25 50,0-50,24 0,1 0,-1 0</inkml:trace>
  <inkml:trace contextRef="#ctx0" brushRef="#br0" timeOffset="-196315.4">20836 4514,'0'-49,"-25"49,25-25,0 50,-49 49,49 1,-50 49,50 0,-74 25,74-25,-25-50,25-24,0-1,-50 1,50-25,0-50,25-25</inkml:trace>
  <inkml:trace contextRef="#ctx0" brushRef="#br0" timeOffset="-193150.22">13717 6449,'25'0</inkml:trace>
  <inkml:trace contextRef="#ctx0" brushRef="#br0" timeOffset="-190508.07">4763 6052,'74'0,"-49"0,0 0</inkml:trace>
  <inkml:trace contextRef="#ctx0" brushRef="#br0" timeOffset="-189194.99">14561 6747,'-50'0,"50"-25,-25 25,75 0,24 0,50 0,25 0,25 0,-1 50,26-50,49 74,0-74,-25 50,0-50,-49 49,-50-49,0 0,-49 50,-26-50,1 0,-75 0</inkml:trace>
  <inkml:trace contextRef="#ctx0" brushRef="#br0" timeOffset="-188964.98">15429 6970,'25'0</inkml:trace>
  <inkml:trace contextRef="#ctx0" brushRef="#br0" timeOffset="-187546.9">16744 7020,'0'0,"49"0,-24 0,25 0,-1 0,1 0,-25 0,24 0,1 0,-1-50,1 50,-25 0,24 0,-49-25,-24 25</inkml:trace>
  <inkml:trace contextRef="#ctx0" brushRef="#br0" timeOffset="-187206.88">17066 6722,'25'25,"0"-25,24 25,26-25,-26 49,-24-49,25 25,-50 0,0 49,-50-74,25 75,-24-50,24 24,-25-24,50 25,-25-50</inkml:trace>
  <inkml:trace contextRef="#ctx0" brushRef="#br0" timeOffset="-185522.78">13866 6449,'50'0,"-50"0</inkml:trace>
  <inkml:trace contextRef="#ctx0" brushRef="#br0" timeOffset="-184087.7">4837 6176,'50'0,"-25"0,24-24,1 24</inkml:trace>
  <inkml:trace contextRef="#ctx0" brushRef="#br0" timeOffset="-182041.58">18852 6524,'0'-25,"-50"25,50-50,-25 50,1 0,-26 0,25 0,25 25,-49-25,49 25,-50-25,50 49,-50-49,50 50,0 0,0 24,0-24,0-1,50-49,-50 25,25-25,-25 50,49-50,-24 0,25 25,-1-25,1 0,0 0,24 0,-24 0,-25 0,-1 0,51 0,-75 0,49 0,-49-50,50 50,-50-75,25 75,-25-24,0-1,0 0,0-25,0 26,0-26,-50 50,50-25,-25 25,1-49,-26 49,50-25,-50 25,1-75,-1 75,1 0,24 0,0 0,-25 0,25 0,1 0,-26 25,0-25,50 25,50-25,0 0</inkml:trace>
  <inkml:trace contextRef="#ctx0" brushRef="#br0" timeOffset="-180054.47">13841 7789,'-24'0</inkml:trace>
  <inkml:trace contextRef="#ctx0" brushRef="#br0" timeOffset="-179536.44">13817 7789,'-25'0</inkml:trace>
  <inkml:trace contextRef="#ctx0" brushRef="#br0" timeOffset="-178441.38">4738 7317,'0'0,"25"0,24 0,1 0,24 0</inkml:trace>
  <inkml:trace contextRef="#ctx0" brushRef="#br0" timeOffset="-177332.31">15082 7813,'-25'-24,"25"24,49 0,26 0,24 0,25 0,50 0,24 74,-24-74,-1 0,1 50,-25-50,-25 0,25 0,-50 49,-25-49,1 0,-26 0,1 0,-50 0</inkml:trace>
  <inkml:trace contextRef="#ctx0" brushRef="#br0" timeOffset="-177016.29">16768 7789,'75'24,"-26"-24,1 75,49-50,-49-25,-1 74,1-74,-25 25,0-25,-25 25,0 24,-25-49,-25 50,1-50,-51 50,51-50,24 24,25 1,74-25</inkml:trace>
  <inkml:trace contextRef="#ctx0" brushRef="#br0" timeOffset="-176057.24">18827 7714,'0'-25,"0"25,-74 25,49-25,-25 50,25-25,-24 49,49-24,-50-26,50 26,0 0,0-25,0-1,25 51,25-75,-26 25,26-25,24 0,-24 0,0 0,-1 0,26-50,-26 25,1-24,0 24,-26-50,-24 26,0-1,0 25,0 25,0-49,-24 49,24-25,-75 25,50-25,1 25,-51 0,1-50,24 50,0 0,1 0,24 0,0 0,25 75,0-26,0-24</inkml:trace>
  <inkml:trace contextRef="#ctx0" brushRef="#br0" timeOffset="-174114.13">13916 8930,'0'0,"-75"-50,26 25</inkml:trace>
  <inkml:trace contextRef="#ctx0" brushRef="#br0" timeOffset="-172545.04">4788 8706,'74'50,"-49"-50,24 0</inkml:trace>
  <inkml:trace contextRef="#ctx0" brushRef="#br0" timeOffset="-171502.98">15230 8930,'50'0,"0"0,-1 0,26 0,-1 0,0 0,26 24,24-24,-50 0,25 0,1 0,-26 0,-24 0,-1 0,26 0,-26 0,-24 0,0 0,24 25,1-25,0 0,-50 0,-25 0</inkml:trace>
  <inkml:trace contextRef="#ctx0" brushRef="#br0" timeOffset="-171188.96">16322 8880,'49'0,"26"0,-26 0,1 50,0-50,24 24,-24-24,-25 0,-1 0,-24 50,0 0,0-25,-24-25,-51 74,25-74,26 25,-26 24,75 1</inkml:trace>
  <inkml:trace contextRef="#ctx0" brushRef="#br0" timeOffset="-170312.91">18902 8855,'0'0,"0"25,-25 49,25 1,-75 24,75-24,-25-1,25-24,-49-26,49 1,0-25,0-25</inkml:trace>
  <inkml:trace contextRef="#ctx0" brushRef="#br0" timeOffset="-168847.83">13717 10195,'25'0,"-25"0,0-50</inkml:trace>
  <inkml:trace contextRef="#ctx0" brushRef="#br0" timeOffset="-165285.62">15354 10220,'-24'0,"73"0,1 0,24 0,1 0,24 0,50 24,0-24,-1 0,76 0,-26 0,-24 0,-50 0,0 0,-50 0,-24 0,-25 0,-1 0,-24 25,-24-25</inkml:trace>
  <inkml:trace contextRef="#ctx0" brushRef="#br0" timeOffset="-164972.61">16967 10145,'-25'0,"25"-25,25 25,24 0,1 0,0 50,24-50,-24 25,-1-25,1 49,-1-49,-24 0,-25 25,0 0,0 25,-99-1,25-24,-1-25,1 74,24-74,50 50,124 0,0-50</inkml:trace>
  <inkml:trace contextRef="#ctx0" brushRef="#br0" timeOffset="-164222.56">18802 9947,'0'-50,"0"75,0 24,0 26,0-1,0 1,0-1,0 1,0-1,0-24,0-26,0-24</inkml:trace>
  <inkml:trace contextRef="#ctx0" brushRef="#br0" timeOffset="-158124.21">14238 11708,'-25'0,"25"-25,0 25,75 0,-26 0,26 0,24 0,50 0,25 0,-1 0,1 0,-25 0,-1 0,1 0,-49 0,-26 0,-24 0,-1 0,1 0,-25 0,-1 0,26 0,-50-25</inkml:trace>
  <inkml:trace contextRef="#ctx0" brushRef="#br0" timeOffset="-157833.2">15975 11534,'-50'0,"100"0,-26 0,26 0,24 50,1-50,-1 0,-49 25,0-25,24 0,-49 49,0 1,-24-25,-26 24,0-24,26-25,-1 74,-25-49</inkml:trace>
  <inkml:trace contextRef="#ctx0" brushRef="#br0" timeOffset="-156737.13">18777 11187,'0'-25,"0"25,0 75,0-1,0 0,0 26,0-26,0 0,0-24,0 0,0-1,0-24,25-25,25 0</inkml:trace>
  <inkml:trace contextRef="#ctx0" brushRef="#br0" timeOffset="-155081.04">4862 12576</inkml:trace>
  <inkml:trace contextRef="#ctx0" brushRef="#br0" timeOffset="-154601.01">4763 12774</inkml:trace>
  <inkml:trace contextRef="#ctx0" brushRef="#br0" timeOffset="-150940.8">15429 12750,'25'0,"24"0,26 0,-26 0,26 0,-1 0,25 0,25 24,-24-24,-26 0,0 0,26 0,-1 0,0 0,0 0,1 0,-26 0,-24 0,-1 0,1 0,-1 0,1 0,-25 0,-50 0,-25 0</inkml:trace>
  <inkml:trace contextRef="#ctx0" brushRef="#br0" timeOffset="-150520.78">16868 12576,'24'0,"1"0,50 50,-26-50,1 24,-1-24,26 50,-26-50,1 25,0-25,-1 0,-49 25,50-25,-50 49,0 1,-25-50,-49 49,24-49,0 50,1-50,24 25,-25 49</inkml:trace>
  <inkml:trace contextRef="#ctx0" brushRef="#br0" timeOffset="-149050.69">18976 12452,'0'0,"0"-50,-50 50,26 25,-26-25,0 50,25-50,-24 74,24-49,25 0,-74 24,74-24,0 0,0 25,0-26,49 26,1-50,-1 50,1-50,-25 24,0-24,24 0,-24 0,25 0,-25 0,49 0,-24 0,-1-24,1-1,-1-25,-24 25,25-24,-50 24,25-25,-25 26,0-26,0 0,0 50,0-49,-25 49,25-50,-75 50,1-25,24 25,-24 0,0-49,24 49,-24 0,49 0,-25 25,0-1,50 26,0 0</inkml:trace>
  <inkml:trace contextRef="#ctx0" brushRef="#br0" timeOffset="-144782.45">4688 14387,'0'49,"25"-24</inkml:trace>
  <inkml:trace contextRef="#ctx0" brushRef="#br0" timeOffset="-142787.34">13693 14684</inkml:trace>
  <inkml:trace contextRef="#ctx0" brushRef="#br0" timeOffset="-141827.28">14834 14709,'-25'0,"74"0,26 0,24 0,50 0,24 0,26 0,-1 0,50 0,-24 50,-1-50,-50 0,-48 0,-26 0,-25 0,1 0,-51 0,1 0,-25-25,0 25,-25 0</inkml:trace>
  <inkml:trace contextRef="#ctx0" brushRef="#br0" timeOffset="-141499.26">16744 14511,'-50'0,"100"0,49 0,0 0,0 49,25-49,-25 50,-24-50,-1 25,-49-25,-25 49,-25 1,-49 0,24-26,1 26,-26-25,26-25,24 49,-25 26</inkml:trace>
  <inkml:trace contextRef="#ctx0" brushRef="#br0" timeOffset="-140199.19">18653 14287,'0'-24,"0"24,0 74,0-49,50 25,-50 24,0 25,0 25,0-49,0-1,0-24,-25-1,25-24,0 25,0-26,0-24</inkml:trace>
  <inkml:trace contextRef="#ctx0" brushRef="#br0" timeOffset="-138572.1">4639 16396,'0'50,"74"-1,-74-24,75-25,-51 50,26-50,-25 49,24-49,1 0,25 0,24-25,-50 25,-24-24,25 24</inkml:trace>
  <inkml:trace contextRef="#ctx0" brushRef="#br0" timeOffset="-134799.88">15131 16173,'-25'0,"25"-25,-24 25,48 0,1 0,0 0,49 0,1 0,24 0,0 0,0 0,75 0,0 0,-1 0,-49 0,25 0,0 0,-25 0,-25 0,25-50,-24 50,-26 0,0 0,1 0,-50 0,-1 0,26 0,-50 0,0-25</inkml:trace>
  <inkml:trace contextRef="#ctx0" brushRef="#br0" timeOffset="-134462.86">17140 15925,'-24'0,"73"0,1 24,24-24,1 75,-1-75,0 25,-24-25,0 0,-50 24,24-24,-24 50,25-50,-25 25,-25 24,1 1,-51-50,1 50,-1-50,26 74,-1-49,50 25</inkml:trace>
  <inkml:trace contextRef="#ctx0" brushRef="#br0" timeOffset="-132880.77">18728 15701,'0'-24,"0"24,25 74,-25 0,0 1,0 24,0 0,0-24,0-1,0-24,0-1,0-24,0-50,0-49,0 24</inkml:trace>
  <inkml:trace contextRef="#ctx0" brushRef="#br0" timeOffset="-125691.36">21134 4217,'0'-25,"-25"0,25-24,-25 49,1-25,-26 25,50-25,-25 25,25-50,-25 50,25-24,-74 24,74-25,-50 25,-24-50,49 50,-25-25,-24-24,49 49,-24-50,24 50,-50-25,26 25,-1 0,25 0,-24-49,24 49,0-25,-24-25,-1 50,0-25,-24 25,24-49,26 49,-26 0,25-25,0 25,-24 0,49-25,-50 25,25 0,0 0,-49 0,24-49,-24 49,24 0,1 0,-26 0,26-25,-26 25,1 0,24 0,1 0,-1 0,25 0,-24 0,-1 0,0 0,26 0,-1 0,-25 0,-24 0,24 0,1 0,-26 0,1 0,-1 0,-73 0,73 0,26 0,-1 0,0 49,1-49,-1 0,25 25,-24-25,24 50,0-50,-25 49,26-24,-51 25,26-25,-1 24,-24-24,-1 25,26-1,-1-24,25 25,0-25,-24 24,-1 50,50-74,-25 0,-24 74,49-74,-25-25,25 74,-25-49,25 25,-49-25,49 24,-25 1,25-1,0 1,-50 0,50-26,0 26,0 25,-25 24,25-74,0-1,0 1,0 25,-49-25,49 24,0 1,0-25,0-1,0 26,25-25,-25 24,24 1,-24 0,25-50,-25 24,50-24,-50 50,25-25,24 24,1 1,24-25,-49-25,25 49,-1-24,26 25,-51-25,1-25,-25 49,50-49,-50 25,49-25,-24 50,25-50,-25 25,-1-25,26 0,-25 24,24-24,26 50,-25-50,-1 0,-49 25,50-25,-1 0,26 0,-26 0,-24 0,0 49,25-49,-26 0,1 0,25 0,-25 0,24 0,1 0,24 0,-24 0,-25 0,-1 0,26 0,-25 0,24 0,1 25,0-25,24 0,-24 0,-1 0,1 0,24 0,-24 0,-25 0,0 0,24 0,-24 50,25-50,-1 0,-24 0,25 0,-1 0,26 0,-51 0,1 0,25 0,-25 0,-25-25,74 25,-49 0,49 0,-24 0,-25-25,0 25,24 0,-24 0,0 0,24 0,-49-25,75 25,-50 0,24 0,1-49,-25 49,-1 0,26 0,0 0,-50-25,24 25,1 0,-25-25,50 25,-50-49,49 49,-49-25,50 25,0-50,-26 50,-24-49,50 49,0-50,-1 0,1-24,0 49,-1-25,1 26,-25-26,24-24,-49 49,25-25,-25 25,50 1,-26-51,26 26,-50-1,25 50,-25-25,0-24,0 24,25 25,-25-25,0-25,49 26,-49-1,0-25,25 50,-25-25,0 1,0-26,25 50,-25-25,0 0,0-24,0 24,0-25,0 1,0-1,0 25,-25 25,25-25,0-24,0 24,0 0,-50 25,50-49,-24 24,24 0,-50-25,50 26,-25 24,25-25,-25 25,-24-50,24 50,0 0,-24-25,24 25,0 0,25-49,-74 49,49 0,0 0</inkml:trace>
  <inkml:trace contextRef="#ctx0" brushRef="#br0" timeOffset="-125136.33">21258 4291,'-50'0,"50"-25,50 25,24 0,1 0,-1 0,25 0,-24 0,-1-24,25 24,1 0,-1-50,-25 50,1-25,-26 25,1 0,-25 0,0-49,-50 49,-25 24,1-24,-1 0</inkml:trace>
  <inkml:trace contextRef="#ctx0" brushRef="#br0" timeOffset="-124738.3">21804 4018,'0'-24,"0"-26,0 75,0 0,-25-1,-25 51,-24-26,-1 26,1-50,24-25,50 49,-24-49,24 0,49 0,-24 0,25 25,-1 25,26 24,-75-49,49 24,1-24,24 25</inkml:trace>
  <inkml:trace contextRef="#ctx0" brushRef="#br0" timeOffset="-100963.94">18951 9004,'0'-25,"0"-24,0 24,0 0,0 25,0 0,0 50,0 24,0-24,0-25,0-1,0 1,0 25,-49-25,49 24,0 1,0-1,0-24,0 25,0-25,-25-25,25 0,0-75</inkml:trace>
  <inkml:trace contextRef="#ctx0" brushRef="#br0" timeOffset="-100018.89">18852 9029,'0'-25,"0"0,0 50,0 25,0 24,0-24,0-1,0 26,0-26,0 1,0-25,0 49,0-99,0-24,0-26,0 1,0 24,0 1,0-1,0 25,0 1,0-26,0 25,0 0,0-24,0 98,0 1,0 24,0 1,0-26,0 1,0 0,0-1,0-24,50 25,-50-100,0 0,0 1,0-1,0 25,0-49,0 99</inkml:trace>
  <inkml:trace contextRef="#ctx0" brushRef="#br0" timeOffset="-99553.86">18926 9376</inkml:trace>
  <inkml:trace contextRef="#ctx0" brushRef="#br0" timeOffset="-95033.6">2258 8731,'-25'0,"25"25,0 0,0 49,0-24,0-1,0 1,0 0,49-1,-49 1,25-50,-25 0,0-25,0-24,25 49,-25-50,74 0,-24 1,0-1,74-24,24-26,51 1,-1-25,26 50,-76 24,-73 1</inkml:trace>
  <inkml:trace contextRef="#ctx0" brushRef="#br0" timeOffset="-92599.47">2307 10145,'0'0,"50"75,-50-51,25 1,-25 25,24-25,-24 24,50-49,-50 50,0-75,0 0,50-49,-1 24,-24 25,49-24,-24-1,24-24,50-1,1 1,-1-1,0 1,-25 24,-25 50,-49-49,25 49</inkml:trace>
  <inkml:trace contextRef="#ctx0" brushRef="#br0" timeOffset="-90084.32">2778 11584,'-24'0,"24"-25,0 50,0 24,0-24,0 25,0-1,49 26,-49-26,25-24,-25 25,0-100,0 25,50 1,-50-51,74 26,25-51,50-24,50 0,-26-24,26 48,-1 26,-24 74,-100-50</inkml:trace>
  <inkml:trace contextRef="#ctx0" brushRef="#br0" timeOffset="-87977.2">2580 14287,'-25'0,"25"50,25 0,-25 24,74 25,-24-24,0 24,-26-49,26-26,-50 26,25-50,-25 25,0-25,25 0,-25-50,49 25,1-24,0-1,-1 25,75-74,50-74,49 24,75-99,148-100,25 51,-74 198,-149 49,-99 0</inkml:trace>
  <inkml:trace contextRef="#ctx0" brushRef="#br0" timeOffset="-86106.09">2754 15875,'-50'-25,"50"75,25-1,-25 1,25 24,-25 1,49-26,-49 1,0-25,25-25,-25 49,0-98,50-26,-50 1,74-25,1-50,-1 0,0 75,-24 24,49 1,0-1,25 0,-74 1</inkml:trace>
  <inkml:trace contextRef="#ctx0" brushRef="#br0" timeOffset="-69001.12">19770 7913,'0'-25,"0"25,0-50,0 75,0 25,0 24,0 25,-50 1,50 24,-25-50,25-24,0-1,0 1,0-1,0-73,0-26,0 0</inkml:trace>
  <inkml:trace contextRef="#ctx0" brushRef="#br0" timeOffset="-68658.1">19720 7937,'0'-24,"0"-26,25 50,24 0,-24-25,25 25,24 0,-24-49,-25 49,24 0,-49-25,0 50</inkml:trace>
  <inkml:trace contextRef="#ctx0" brushRef="#br0" timeOffset="-68364.08">19745 8136,'25'0,"-1"0,1 0,25 0,-25 0,24-50,-24 50,0-24,25 24,-26 0</inkml:trace>
  <inkml:trace contextRef="#ctx0" brushRef="#br0" timeOffset="-67974.06">20216 8037,'-25'0,"25"0,0 0,50 0,24 0,-74-50,50 50,-25 0,0 0,24-25,-49 50,-25 0</inkml:trace>
  <inkml:trace contextRef="#ctx0" brushRef="#br0" timeOffset="-67742.04">20142 8235,'25'0,"-1"-25,26 25,-25 0,0-24,49 24,-49 0,0-50,24 50</inkml:trace>
  <inkml:trace contextRef="#ctx0" brushRef="#br0" timeOffset="-64987.89">3275 8830,'24'0</inkml:trace>
  <inkml:trace contextRef="#ctx0" brushRef="#br0" timeOffset="-54437.28">21035 7689,'0'-24,"0"-1,0 25,0 25,0 24,0 1,-25-1,25 1,-50 24,50-24,-24-25,24 25,-50-26,50 1,0-25</inkml:trace>
  <inkml:trace contextRef="#ctx0" brushRef="#br0" timeOffset="-53664.24">20762 7739,'0'0,"25"25,24-25,-49 25,75-25,-26 49,1-49,24 75,-24-75,-25 24,24-24,-49 25,25-25,-25 50</inkml:trace>
  <inkml:trace contextRef="#ctx0" brushRef="#br0" timeOffset="-48497.94">21258 7491,'0'50,"0"-26,74 26,-74 0,50-50,-50 49,50-49,-50 25,49-25,1 50</inkml:trace>
  <inkml:trace contextRef="#ctx0" brushRef="#br0" timeOffset="-48054.92">21630 7417,'0'-25,"0"50,-25 24,25 26,0 49,-49-25,49-25,0-24,-50 24,50-49,0 0,0 49,0-49,0-25,0-49</inkml:trace>
  <inkml:trace contextRef="#ctx0" brushRef="#br0" timeOffset="-46208.81">20712 7590,'-49'0,"49"-49,24 49,1-25,0 25,49 0,-74-25,50 25,0 0,-50-50,25 50,24-24,-24 24,-25 0</inkml:trace>
  <inkml:trace contextRef="#ctx0" brushRef="#br0" timeOffset="-42729.61">21853 7516,'0'0,"50"0,-50 0,49 0,-24 0,0 0,25-50,-25 50,24 0,1-25,-25 25,-1 0,-48 0,-1 25,-25 25,1-25,-1 24,-25-24,26 25,24-26,-25 26,26-25,-26 24,50 1,25-50,-25-25,74 25,-49-25,0 25,24-24,1-26,25 50,-26-25,-24 25,0 0,24-49,-24 49,0 0,25 0,-50-25,-50 25</inkml:trace>
  <inkml:trace contextRef="#ctx0" brushRef="#br0" timeOffset="-41769.56">21804 7243,'24'0,"1"0,-25-50,25 50,25 0,-26 0,1 0,25-24,24 24,-49 0,0-50,25 50,-75 25</inkml:trace>
  <inkml:trace contextRef="#ctx0" brushRef="#br0" timeOffset="-40751.5">22597 7466,'-24'0,"24"0,49 0,-24-25,0 25,49 0,-49-49,0 49,24 0,1 0,-25 0,24-25,-24 25,-25 0</inkml:trace>
  <inkml:trace contextRef="#ctx0" brushRef="#br0" timeOffset="-40375.48">22721 7193,'0'25,"0"25,25-1,-25 26,0-1,-25 25,25-24,0-1,0 1,0-26,0-24,-24-25,24 0</inkml:trace>
  <inkml:trace contextRef="#ctx0" brushRef="#br0" timeOffset="-34090.12">21332 9029,'0'-25,"-24"75,24 24,-75 25,75 25,-74-49,24 24,1-49,49-26,-25 26,25-25,0-25,0-50,0 25</inkml:trace>
  <inkml:trace contextRef="#ctx0" brushRef="#br0" timeOffset="-33763.1">21035 9252,'0'-25,"25"25,24 50,-24-25,25 24,-50 26,49-26,-49 1,50 0,-50-26,25-24,-25 25,24-25,-24 0,0-25,0-24</inkml:trace>
  <inkml:trace contextRef="#ctx0" brushRef="#br0" timeOffset="-32922.05">21010 9004,'-25'0,"50"-25,49 25,-49 0,25-49,-25 49,24 0,1 0,-25-25,-1 25,26 0,0-50,-26 50,-24-25</inkml:trace>
  <inkml:trace contextRef="#ctx0" brushRef="#br0" timeOffset="-28802.82">21580 9029,'0'0,"0"50,0-26,25 1,-25 25,25-25,25 24,-1 1,-24-50,-25 25,25-25,24 0,-49 0</inkml:trace>
  <inkml:trace contextRef="#ctx0" brushRef="#br0" timeOffset="-28531.8">21928 8979,'-50'0,"50"50,0 0,0 24,-25 0,25 1,-74 24,74-25,-50 1,50-26,-49 26,49-50,0-1,24-24</inkml:trace>
  <inkml:trace contextRef="#ctx0" brushRef="#br0" timeOffset="-26260.67">22225 9054,'-24'0,"48"-50,26 50,-25-25,24 25,-24-49,50 24,-26 25,-49-50,25 50,-25 25,0 0,-50 49,1 1,24-26,-25 1,26 24,24-49,-50 25,50-25,-50-25,75 0,-25 0,50 0,-1-50,1 50,24-50,-24 50,-25 0,-25-24,49 24,1 0,-50-25</inkml:trace>
  <inkml:trace contextRef="#ctx0" brushRef="#br0" timeOffset="-25630.64">22796 8930,'0'0,"49"0,26 0,-1 0,1 0,-1-50,1 50,-1-25,-49 25,0 0,-25-49,0 49</inkml:trace>
  <inkml:trace contextRef="#ctx0" brushRef="#br0" timeOffset="-25313.62">23143 8682,'0'-25,"0"74,25 1,-25 24,0 1,25-1,-25 26,0-26,0-24,0 24,0-49,0 0,0-50,0 0,0-25</inkml:trace>
  <inkml:trace contextRef="#ctx0" brushRef="#br0" timeOffset="-24063.55">18902 11757,'0'-24</inkml:trace>
  <inkml:trace contextRef="#ctx0" brushRef="#br0" timeOffset="-14308.99">21382 10368,'0'-24,"25"24,-25 49,0 26,-25 24,-25 50,1-25,49-50,-75 0,75 1,0-1,-24-49,24 25,0-100,0 0</inkml:trace>
  <inkml:trace contextRef="#ctx0" brushRef="#br0" timeOffset="-14028.97">21109 10716,'0'0,"50"24,-25 1,24 25,26-25,-51 24,26-24,-25-25,-25 50,25-50,-25 49,0-74,0 1,0-1</inkml:trace>
  <inkml:trace contextRef="#ctx0" brushRef="#br0" timeOffset="-13437.94">21828 10393,'0'25,"0"0,0 0,0 24,75 26,-50-51,-25 26,24-25,-24 0,50 24,-25-49</inkml:trace>
  <inkml:trace contextRef="#ctx0" brushRef="#br0" timeOffset="-13227.93">22250 10344,'0'0,"0"49,0 1,-25 24,25 1,-74-1,74 25,-74 0,74-49,-50 0,50-1,-25-24,25 0</inkml:trace>
  <inkml:trace contextRef="#ctx0" brushRef="#br0" timeOffset="-12701.9">21754 10170,'25'0,"0"0,24 0,26 0,-26 0,1 0,-25-25,24 25,1 0</inkml:trace>
  <inkml:trace contextRef="#ctx0" brushRef="#br0" timeOffset="-11906.85">22548 10393,'25'-25,"-1"25,26 0,-25-24,0 24,24-50,-24 50,-50 74,0-24,-24 24,-26 50,51-49,-26-1,25-49,-24 25,73-50,1-50,0 50,25-25,-1 25,1-49,-1 49,1 0,-25 0,0 0,24 0,-49-50,0 25</inkml:trace>
  <inkml:trace contextRef="#ctx0" brushRef="#br0" timeOffset="-11367.82">22573 10120,'-50'0,"75"0,24 0,1 0,0 0,24-49,0 49,26 0,-51-25,-24 25,0 0,-25 0</inkml:trace>
  <inkml:trace contextRef="#ctx0" brushRef="#br0" timeOffset="-5983.51">23565 10344,'-25'0,"75"0,-1 0,26 0,-1 0,0-50,1 50,49-74,-50 74,1-50,-26 50,-49 0</inkml:trace>
  <inkml:trace contextRef="#ctx0" brushRef="#br0" timeOffset="-5482.48">23962 9947,'0'-25,"0"74,0 1,0 49,0 1,0 24,0 24,0-24,0 0,0-24,0-51,0-24,0 25,0-75,0 25</inkml:trace>
  <inkml:trace contextRef="#ctx0" brushRef="#br0" timeOffset="-4676.44">21952 12055,'0'-25,"0"25,0 25,0 49,0 1,-49-1,49-24,-50 24,50 1,-25-26,25-24,0 25,0-25,-49-50</inkml:trace>
  <inkml:trace contextRef="#ctx0" brushRef="#br0" timeOffset="-4400.42">21655 12154,'0'-25,"0"25,25 50,24-25,-24 0,25 24,24-24,-24 25,-1-25,-24 24,25 1,-50-1,0-73</inkml:trace>
  <inkml:trace contextRef="#ctx0" brushRef="#br0" timeOffset="-3867.39">22225 12030,'0'0,"25"25,0 0,0 24,24-24,-24 0,25-25,-50 75,49-75,-49 24,25-24,25 0,-1 0</inkml:trace>
  <inkml:trace contextRef="#ctx0" brushRef="#br0" timeOffset="-3635.38">22622 11981,'0'49,"0"1,0 49,0-24,-49-1,49 0,-50-24,50 0,0 24,0-49,0 24</inkml:trace>
  <inkml:trace contextRef="#ctx0" brushRef="#br0" timeOffset="-1700.27">22945 11981,'24'0,"-24"-25,50 25,0-50,-1 50,-24-25,0 25,25-49,-26 49,-24-25,0 99,-24 26,-1-26,-50 25,51-49,-26 0,25-1,25-24,0-25,50 0,-25-74,-1 74,26-50,-25 50,24-25,-24 25,0 0,25 0,-26 0,-48-74</inkml:trace>
  <inkml:trace contextRef="#ctx0" brushRef="#br0" timeOffset="-1146.23">22796 11708,'25'0,"74"-25,-50 25,1 0,0-74,24 74,1-25,-26 25,-24 0,-25-50,50 50,-50 25,-25-25,25 25</inkml:trace>
  <inkml:trace contextRef="#ctx0" brushRef="#br0" timeOffset="4124.07">23813 11782,'-25'0,"0"0,50 0,25 0,-1 0,26-49,-26 49,1 0,0-25,24 25,-49 0,-25-50,0 25,0 25</inkml:trace>
  <inkml:trace contextRef="#ctx0" brushRef="#br0" timeOffset="4380.08">24036 11559,'0'25,"0"24,0 26,0-1,0 1,0-1,25-24,-25 24,0-49,0 0,0 24,0-24,0 0,0 0</inkml:trace>
  <inkml:trace contextRef="#ctx0" brushRef="#br0" timeOffset="5199.13">22126 13469,'0'-25,"0"25,-25 99,25-24,-74-1,24 50,25-49,-24 24,49-50,-50 1,50-25,0 49,0-99</inkml:trace>
  <inkml:trace contextRef="#ctx0" brushRef="#br0" timeOffset="5409.14">21853 13667,'0'-24,"0"24,0 24,50 51,-25-26,24 1,-24 0,25-26,-25-24,-25 50,49-50,-49 50,50-50,-1 0</inkml:trace>
  <inkml:trace contextRef="#ctx0" brushRef="#br0" timeOffset="5774.16">22523 13469,'-25'0,"25"0,0 25,25 49,0-49,24 25,-24-50,25 49,-25-49,-25 25,49-25,1 0</inkml:trace>
  <inkml:trace contextRef="#ctx0" brushRef="#br0" timeOffset="5978.17">22870 13345,'0'50,"0"-1,-49 50,49 1,-50 24,50-25,-50-25,1 25,49-49,0 0,0-26</inkml:trace>
  <inkml:trace contextRef="#ctx0" brushRef="#br0" timeOffset="6571.21">23168 13419,'0'-49,"50"49,24-25,-24 25,-1-74,1 74,-25-50,24 25,-74 25,1 50,-51 49,1 25,-1 25,1 0,24-75,50-24,-24-1,48-49,26 0,24-74,-24 49,0-25,-26 26,1 24,25 0,-25 0,-25 0,24 0,26 0,-50 49,25-49,0 0,-25-25,49 25,-49-24,25-26</inkml:trace>
  <inkml:trace contextRef="#ctx0" brushRef="#br0" timeOffset="13921.63">19596 7466,'-25'0,"25"0,-49 0,49-49,0 24,49 25,26-50,-51 50,26 0,-25-25,24 25,1 0,25-49,-1 49,0-25,1 25,-1-50,50 50,-25-49,1 49,24-50,-50 50,0-25,1 25,-1 0,1-49,-1 49,1-25,-1 25,50-50,-25 50,0-49,-24 49,49 0,0-50,0 50,-25 0,25-50,-25 50,1 0,24-49,-25 49,0-50,25 50,25-49,-50 49,0 0,-49 0,0 0,24 0,-24 0,-26-25,26 25,-25 0,0 0,24-25,1 25,-1 0,26 0,-1-50,1 50,-1 0,-24 0,-25 0,-25 0,0 50,24-50,-24 50,0-1,50 1,-50-25,0 24,0-24,0 0,25 25,-25-26,49 26,-49-25,50 0,-50 24,50-24,-50 25,74-1,-74 1,25-1,-25 1,0 0,0-26,0 51,49-50,-49 24,0-24,0 25,25-26,-25 26,0 24,0-24,0 0,0-1,0 1,0 24,50-24,-50 0,0-1,25 26,-25-26,0 1,0-25,0 24,0-24,0 0,0 0,0 24,0-24,0 25,0-1,0 1,0-1,0 1,0 0,0-1,0 26,0-26,0 1,0 24,0 1,0-1,0 50,0-25,0-24,-50-1,50 1,0-1,0-24,0 24,0-49,-50 25,50-1,0 26,0-26,-24 1,24-1,0 26,0-1,0-24,0-1,-50 1,50 0,0 24,0-49,0 0,0-1,0 26,0 0,0-26,0 26,0 0,0-26,0 1,0 50,0-26,0 1,0 0,0-1,0 1,0-25,0 24,0-24,0 49,0-49,0 0,0 25,0-1,0-24,0 0,0 24,0-24,0 0,0 25,0-26,0 1,0 25,0-1,0-24,0 0,0 25,0-25,0-1,-25 26,25-25,0 0,0 49,-49-24,49-26,0 26,0-25,0 24,0-24,0 25,0-25,0-1,0 26,0 24,0 1,0-26,-25 1,25 0,0 24,0-49,0 0,0 0,0 24,0-24,0 0,0 24,0-24,0 0,0 25,0 24,0-24,0-1,0 1,0 24,0 100,0-149,0-1,0 26,0 0,0-26,0 1,-50-25,50 75,0-51,0 1,-25-25,25 25,-24-25,-26 0,0 0,26 0,24 50,-25-50,-25 0,0 0,26 0,-26 0,-24 25,24-25,25 0,-24 0,-1 0,25 0,0 0,1 0,-26 49,0-49,1 0,-26 0,26 0,-1 0,1 25,-26-25,26 0,-26 0,25 0,26 0,-1 0,-25 0,25 0,-24 0,-1 0,-24 0,24 0,25 50,-24-50,-26 0,26 0,24 0,0 0,-24 0,24 0,0 0,-25 0,26 0,-1 0,-25 0,1 0,-1 0,0 0,-24 0,24 0,-24 0,49 0,0 24,-24-24,24 0,-25 0,25 0,-24 50,24-50,-25 0,1 0,24 0,0 0,25-25,-49 25,49-25,-25-24,25-26,-50 26,50 24,-25-25,25-24,-49 24,49 25,0 1,-25-26,25 25,0-24,-50 24,50-25,-24-24,24-25,-50-1,50 1,-50-25,50 75,-24-1,24 0,-50-24,50 49,-25 0,25-49,-50 24,50 1,-49-1,49-49,-75 24,51 1,24 0,-100-1,100 26,-49-1,-1-24,50 24,-74 0,24-24,25 24,-24 1,24-51,25 26,-74 24,49-24,25 0,-75 24,75-24,-49-26,49-24,-50 25,50 0,-49-25,49 25,0-25,-50 24,50 26,0 0,-50-26,50 1,0 0,0 25,0-26,-25 1,25 25,0-1,0-24,-49 25,49-1,0 1,0 24,0-24,-50-50,50 49,0 1,0 24,0 1,-25-26,25 26,0 24,-49-25,49 25,0 1,0-26,-25 25,25 0,0-24,0-1,-50 25,50-24,0 24,0-25,0 26,0-51,0 50,0 1,0-1,0-25,0 25,0 1,0-26,0 25,0 0,0-24,25 49,-25-25,0 0,25 25,-25-50,0 26,25 24,-25-25,0-25,49 50,-49-49,0-1,25 25,-25-24,0 24,0 0,25 25,-25-50,0 26,50-1,-50-25,0 25,24 25,-24-49,0 24,25 25,-25-74,0 49,50 0,-25 25,-25-50,0 75,0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20T09:27:22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4143 10294,'0'50,"0"24,0 0,0 1,0 24,0 0,0-24,0-1,0 0,0-49,0 0,0-25,0-50,0-24,0-25</inkml:trace>
  <inkml:trace contextRef="#ctx0" brushRef="#br0" timeOffset="308.01">4168 10393,'0'-49,"49"49,-24-25,0 25,24 0,-24-25,25 25,-1 0,-73 25</inkml:trace>
  <inkml:trace contextRef="#ctx0" brushRef="#br0" timeOffset="548.03">4118 10716,'50'0,"-1"-25,1 25,-1 0,1 0,-25-25,24 25,1 0,-50-25</inkml:trace>
  <inkml:trace contextRef="#ctx0" brushRef="#br0" timeOffset="839.04">4936 10716,'0'-25,"50"25,-25 0,0-25,24 25,1 0,-25 0,0 0</inkml:trace>
  <inkml:trace contextRef="#ctx0" brushRef="#br0" timeOffset="1020.05">4986 10889,'25'0,"0"-25,24 25,26 0,-50-24,24 24</inkml:trace>
  <inkml:trace contextRef="#ctx0" brushRef="#br0" timeOffset="2782.15">6350 10319,'0'-25,"0"25,0 0,-74 74,24 26,-24-26,24 25,25-24,-24-1,-1-24,50-75</inkml:trace>
  <inkml:trace contextRef="#ctx0" brushRef="#br0" timeOffset="2977.17">6003 10468,'0'0,"0"24,0 1,25 25,-25-25,49 24,-49-24,50-25,-50 50,25-50,-25 24,74-24</inkml:trace>
  <inkml:trace contextRef="#ctx0" brushRef="#br0" timeOffset="3727.21">6623 10393,'25'0,"0"-49,-25 49,0 0,74 0,-49 0,0 0,0 0,49 0,-74 74,-50-24,26-1,-26 1,25-1,25-24,-49-25,49 50,0-75,24 25,-24-25,50 25,0 0,-1 0,26 0,-51 0,-24-25</inkml:trace>
  <inkml:trace contextRef="#ctx0" brushRef="#br0" timeOffset="4079.23">6797 10145,'0'0,"74"0,-49 0,25 0,-26 0,1 0,25 0</inkml:trace>
  <inkml:trace contextRef="#ctx0" brushRef="#br0" timeOffset="4529.25">7318 10616,'-25'0,"50"0,24 0,26 0,-26 0,26-24,-1 24,-24 0,-1 0,-24 0</inkml:trace>
  <inkml:trace contextRef="#ctx0" brushRef="#br0" timeOffset="4807.27">7591 10492,'-25'0,"25"-24,0 24,0 24,0 26,0 0,0-1,0-24,0 25,0-26,0 26,0 0,0-50</inkml:trace>
  <inkml:trace contextRef="#ctx0" brushRef="#br0" timeOffset="5361.3">8037 10344,'0'49,"0"-24,50 25,-1-1,1-24,-25-25,24 0</inkml:trace>
  <inkml:trace contextRef="#ctx0" brushRef="#br0" timeOffset="5579.31">8335 10319,'0'0,"0"49,0 1,0 0,0 24,-75 25,75-49,-49-1,-1 26,50-26,-25-24</inkml:trace>
  <inkml:trace contextRef="#ctx0" brushRef="#br0" timeOffset="6973.39">4465 10939,'0'-25,"-49"25,24 0,25 0,-25 0,25 74,-74-24,74 24,-25 26,25-51,0 1,-50 0,50-26,0 26,25-50,-25 25,74-25,-49 0,0 0,-25 0,50 0</inkml:trace>
  <inkml:trace contextRef="#ctx0" brushRef="#br0" timeOffset="7319.41">4639 11162,'-25'0,"25"75,-74-26,74-24,-50 0,25 49,-24-49,24-25</inkml:trace>
  <inkml:trace contextRef="#ctx0" brushRef="#br0" timeOffset="7507.42">4366 11286,'0'0,"50"0,-1 0,26 50,-51-50,-24 25,50-25,24 49,-49-49,0 0</inkml:trace>
  <inkml:trace contextRef="#ctx0" brushRef="#br0" timeOffset="7862.44">4887 11187,'0'0,"0"74,49-49,1 25,-25-50,0 0</inkml:trace>
  <inkml:trace contextRef="#ctx0" brushRef="#br0" timeOffset="8039.45">5085 11187,'0'25,"0"0,-24 24,24 1,-25-1,25 1,-75 0,75-1,-49 1,49-25</inkml:trace>
  <inkml:trace contextRef="#ctx0" brushRef="#br0" timeOffset="8593.49">5209 11261,'50'0,"0"-49,-26 49,1 0,-25-25,75 25,-75 0,-50 50,50-26,-50 26,50-25,-24 24,24 1,24-75,1 25,25 0,-25 0,-1 0,1 0,25-25</inkml:trace>
  <inkml:trace contextRef="#ctx0" brushRef="#br0" timeOffset="8870.5">5507 11038,'50'0,"-1"25,-49 0,25 24,-25 26,0-1,0-24,0-1,-25 1,25-25,-25-25,25 25,-49-25</inkml:trace>
  <inkml:trace contextRef="#ctx0" brushRef="#br0" timeOffset="11990.68">8682 10616,'-25'0,"0"0,-24 0,123-49,-24 49,24 0,25 0,1 0,-1 0,25 0,-50 0,1 0,-26 0,1 0,0-25,-26 25,-24 0</inkml:trace>
  <inkml:trace contextRef="#ctx0" brushRef="#br0" timeOffset="12418.71">8831 10691,'-25'0,"25"0,50 0,-26 49,1-49,50 0,-26 0,1 0,24 0,1 0,-26 0,1 0,24 0,-24 0,-25 0,24-24</inkml:trace>
  <inkml:trace contextRef="#ctx0" brushRef="#br0" timeOffset="12860.73">9401 10468,'25'0,"-25"24,50-24,-50 50,49-50,-24 50,25-50,-25 49,24-49,-24 0,0 0,24 25,-49 25,-49-50,-26 74,26-49,-1-25,-24 49,49-49,25 50,-25-50,25 25</inkml:trace>
  <inkml:trace contextRef="#ctx0" brushRef="#br0" timeOffset="13310.76">10294 10443,'0'-25,"0"50,0 24,0-24,0 0,0 0,0 24,0 1,0-25</inkml:trace>
  <inkml:trace contextRef="#ctx0" brushRef="#br0" timeOffset="14249.81">10443 10220,'0'-25,"-25"25,25-50,-49 50,24 0,0 0,-49 0,74 25,-75-25,50 25,1-25,-26 49,25 1,25-25,-99 24,99-24,-25 0,25 25,0-1,0 1,-49-1,49 26,0-26,0-24,0 0,0 25,24-26,1 51,50-50,-51-25,26 0,-25 0,49 0,-49 0,0 0,24-25,-24-25,25 50,-25-49,24 24,-24-25,0 25,25-24,-50 24,49 25,-49-50,25 50,-25-74,0 24,0 1,0-1,0 25,0-24,0 49,0-25,-25 25,-24-25,24 25,0 0,25-49,-50 49,26 0,-1 0,-25 0,-24 0,74 24,-50-24,50 50,-25-50,-24 25,49 24,-25-49,25 25,0-25,74 0</inkml:trace>
  <inkml:trace contextRef="#ctx0" brushRef="#br0" timeOffset="16230.92">14958 9203,'24'0,"1"0,0 0,0 0,24 0,-24 0,0 0,25 0,-75 0</inkml:trace>
  <inkml:trace contextRef="#ctx0" brushRef="#br0" timeOffset="16504.94">14883 9351,'50'0,"-25"0,-1 0,26 0,0 0,-26 0,26-24,-25 24,0 0,24 0,-49-25</inkml:trace>
  <inkml:trace contextRef="#ctx0" brushRef="#br0" timeOffset="16858.96">15181 9203,'-25'0,"25"0,50 0,-1 0,26 0,-26 0,1 0,-50 49,49-49,-49 25,0 0,-49-25,24 49,0-49,-49 25,49-25,25 50,-25-50</inkml:trace>
  <inkml:trace contextRef="#ctx0" brushRef="#br0" timeOffset="17901.02">15652 9153,'0'-50,"25"75,-25 0,0 0,0 24,0-24,-50-25,50 25,-49-25,24 0,25-25,0-24,25-1,24-24,-24 74,25 0,-25 0,-1 24,-24 1,0 0,0 49,0-24,0 0,-49-1,24 26,-25-51,25 26,1-50,-26 0,25 0,25-25,0 0,0 1,75-51,-26 75,1 0,-25 0,-25 25,49-25,-49 25,25-25,0 25,25-25,-1 0,1-75</inkml:trace>
  <inkml:trace contextRef="#ctx0" brushRef="#br0" timeOffset="18305.04">16024 9103,'0'-24,"0"-1,0-25,0 0,-25 50,25-49,-24 49,-1 0,-25 0,1 0,-1 0,-24 25,-26-1,26 51,-25 24,-1-24,51 24,-1-25,50 1,-49-1,49-24,24-26,1 26,50-50,-1 25,25-25,0 0,26 0,-51 0,-24 0,24-99,-49 49,24 0,-24-24,-25 0,0 24,0 25,0 0,-49-24,-1 49,-49-50,24 50,-24 0,0 0,49 25,1 0,49 24</inkml:trace>
  <inkml:trace contextRef="#ctx0" brushRef="#br0" timeOffset="30951.77">7591 7665,'-25'0,"25"-25,0 0,-50 25,50-25,-25 25,1 0,24 0,-75 0,50 25,25 25,0-1,0-24,50 25,-25-1,-25 1,0-25,0 24,0-24,0 0,0-25,-25 50,-25-50,1 0,24 0,25 0,0 0,0 0,50 24,-50 26,0 0,0-1,0 1,-25-1,25-24,0 0,-25-25,25 50,0-1,0-24,0 0,0 49,0-24,-50-25,50 24,0-24,50-25,0-25,-1 25,1-49,24-1,-24 25,-1-24</inkml:trace>
  <inkml:trace contextRef="#ctx0" brushRef="#br0" timeOffset="32900.88">14759 8756,'-49'-50,"24"50,25-24,-25 24,25-25,0-25,0 50,25 0,-25-25,49 25,1 0,-25-24,0 24,-25 24,0 1,0 0,0 25,0-26,0 1,0 25,-25-25,-25 49,50-49,0-25,0 49,0-24,0 25,0-25,0 0,0 49,0-24,25-1,49 26,-74-51,25 1,-25 25,0-25,0-1,0 26,0 0,-49-1,49 1,-50-1,50-24,-50-25,50 25,-49-25,24 0,25-25,-25 25,25-49,0 24,0-25,0 25,0 1,0 24,25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20T09:28:49.2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17711 3225,'0'-25,"0"25,0 99,0-25,0 26,0-1,-50 25,50-25,0-24,0-26,0-24,0 25,0-26,25-24,0-49,-25-26,50 1</inkml:trace>
  <inkml:trace contextRef="#ctx0" brushRef="#br0" timeOffset="338.01">17761 3522,'-50'0,"50"-25,0-24,25 49,-25-25,49 25,-24-25,0 25,25-49,-26 49,26 0,-25-25,-25 25,0 25</inkml:trace>
  <inkml:trace contextRef="#ctx0" brushRef="#br0" timeOffset="608.03">17686 3721,'-25'0,"25"0,25 0,25 0,-25 0,-1 0,26 0,-25-50,0 50,24-25</inkml:trace>
  <inkml:trace contextRef="#ctx0" brushRef="#br0" timeOffset="1319.07">18331 3522,'0'0,"-50"25,1 25,-1 24,25 25,25-49,-74 0,74-1,0 1,0-1,25-49,49 0,1 0,-1 0,-24 0,-1-24</inkml:trace>
  <inkml:trace contextRef="#ctx0" brushRef="#br0" timeOffset="1558.08">18653 3646,'0'0,"-49"75,49-26,-50-24,50 0,-25 25,25-26,-24-24,24 50,-50-50</inkml:trace>
  <inkml:trace contextRef="#ctx0" brushRef="#br0" timeOffset="1738.09">18430 3795,'0'-49,"0"73,25 26,-25-25,50 24,-50-24,49-25,-49 50,50-50,-1 0,-24 0</inkml:trace>
  <inkml:trace contextRef="#ctx0" brushRef="#br0" timeOffset="2055.11">18926 3671,'0'0,"0"50,0-1,25-49,-25 50,25-50,-25 25,50-25,-1 0,-24 0,0 0,24-25</inkml:trace>
  <inkml:trace contextRef="#ctx0" brushRef="#br0" timeOffset="2226.12">19249 3621,'-25'25,"-25"25,50 0,-74 49,49-25,-24 25,-1-24,25-1,25-24,0-1</inkml:trace>
  <inkml:trace contextRef="#ctx0" brushRef="#br0" timeOffset="2768.15">19274 3795,'49'0,"-49"-25,50 25,-1-49,-24 49,-25 49,0 26,-99-26,74 1,25 0,-49-26,49 26,0-75,49 25,-49-25,50 25,-1 0,-24 0,-25 0,25 0,49 0,-74 0,50 0,-50-49</inkml:trace>
  <inkml:trace contextRef="#ctx0" brushRef="#br0" timeOffset="3021.17">19546 3597,'0'0,"25"0,25 0,-25 49,-25 1,74 0,-74-1,0 26,0-26,0 1,-25-1,25 1,-49-50,49 25,-25-25,25 0,0-75</inkml:trace>
  <inkml:trace contextRef="#ctx0" brushRef="#br0" timeOffset="3283.18">20117 3398,'0'0,"74"0,-24 0,24-49,-49 49,0 0,-25 24,-74 26,24 0,0 24</inkml:trace>
  <inkml:trace contextRef="#ctx0" brushRef="#br0" timeOffset="3470.19">20067 3646,'0'25,"0"-25,25 0,0 0,25-25,-26 25,26 0,-25-49,0 49,24 0,-49-25</inkml:trace>
  <inkml:trace contextRef="#ctx0" brushRef="#br0" timeOffset="5377.3">21308 3001,'0'50,"-25"24,-25 26,1-26,-1 50,25-50,-24 1,49-1,-25-74,25 25,0-25</inkml:trace>
  <inkml:trace contextRef="#ctx0" brushRef="#br0" timeOffset="5587.31">21035 3175,'0'25,"0"24,25-24,24 25,-24-25,-25-1,74 26,-74-25,50-25,-50 49,25-49,-25 50,49-50</inkml:trace>
  <inkml:trace contextRef="#ctx0" brushRef="#br0" timeOffset="6291.35">21456 3150,'-24'0,"24"0,49-25,1 25,-50-49,49 49,-24-25,25 25,-25-50,-1 50,26 0,-50 25,-25 0,0 25,-24 24,24-24,-25-1,26 1,24-25,-50-25,50 49,25-49,0 0,24-49,26 49,-51-25,26 25,-25 0,24 0,-24 0,-25-25,0-49</inkml:trace>
  <inkml:trace contextRef="#ctx0" brushRef="#br0" timeOffset="6966.39">21481 2853,'-25'0,"75"0,-25 0,49-25,-24 25,-1 0,1-50,24 50,-49 0,0-25,25 25</inkml:trace>
  <inkml:trace contextRef="#ctx0" brushRef="#br0" timeOffset="7430.42">22201 3026,'-25'0,"50"0,24 0,26 0,-1 0,0-49,-24 49,24-25,-49 25,-25-25</inkml:trace>
  <inkml:trace contextRef="#ctx0" brushRef="#br0" timeOffset="7656.43">22424 2803,'0'50,"0"-26,0 1,25 25,-25-25,24-1,-24 26,75-50,-75 50,25-50,-25 24,74-24,-49 0</inkml:trace>
  <inkml:trace contextRef="#ctx0" brushRef="#br0" timeOffset="7903.45">22870 2729,'-49'0,"49"0,49 49,-24-24,0 25,24-26,-24-24,-25 50,50-50,24 0,-49 0,0 0,0 0</inkml:trace>
  <inkml:trace contextRef="#ctx0" brushRef="#br0" timeOffset="8106.46">23292 2704,'0'25,"0"24,-74 26,49 24,-25-25,1 50,-1-25,0 1,50-51,-25 1,25-1,25-49</inkml:trace>
  <inkml:trace contextRef="#ctx0" brushRef="#br0" timeOffset="11593.66">794 1662,'-50'-50,"50"25,0 125,0-1,0 50,-49-50,49 0,0-49,0-25,0-1,0-24,0-49,0-1,0-24,0-25,0-50,0 0,25 74,-25 51,0-26,24 50,51 25,-25-25,-26 74,26-24,-25-25,-25 24,74 1,-74-25,0 24,25-24,-25 0,0 25</inkml:trace>
  <inkml:trace contextRef="#ctx0" brushRef="#br0" timeOffset="11757.67">695 1935,'0'-25,"25"25,24-74,51 49,-1-25,25 1,-50-1,1 25,-51-25</inkml:trace>
  <inkml:trace contextRef="#ctx0" brushRef="#br0" timeOffset="12243.7">1315 1414,'0'-25,"0"75,0-1,0 1,0 24,0-24,25 0,-25-1,0 1,0-125,0 1,0-1,0 1,0 0,0 24,49 75,-24 24,25-24,-25 25,-1-50,26 25,0-25,-1 0,-49-25,50-25,-50 25,0-24,0-1,0 1,-25-26,25 50,-25 25,25-24,-25 24,25 24,50-24</inkml:trace>
  <inkml:trace contextRef="#ctx0" brushRef="#br0" timeOffset="12475.71">1886 1166,'49'49,"-49"1,25 0,-25-1,50 26,-50-26,24 1,-24-25,25-25,-25 49,50-49</inkml:trace>
  <inkml:trace contextRef="#ctx0" brushRef="#br0" timeOffset="12730.72">1886 1166,'0'-25,"0"-25,24 26,26 24,0 0,-1 0,-24 0,0 24,-25 1,49 50,-49-26,0 1,0-25,0 24,0-24,-74-25,24 50,1-50,-1 0</inkml:trace>
  <inkml:trace contextRef="#ctx0" brushRef="#br0" timeOffset="13623.77">1216 2629,'0'-25,"0"25,0 50,-50 25,50-1,-25 0,25 26,0-51,0-24,0 25,25-50,0 0,49 0,26-50,-26-24,0 24,-49-24,-25 24,0 0,0 1,0-1,0 0,-25 50,1-24,-51 24,26 0,-26 49,26 1,49-25,0 0,49-25,26 0</inkml:trace>
  <inkml:trace contextRef="#ctx0" brushRef="#br0" timeOffset="13862.79">1861 2381,'0'-49,"0"98,0 26,0-1,0 0,25 1,-25-25,0-1,0 1,0-25,49-25,-49 24</inkml:trace>
  <inkml:trace contextRef="#ctx0" brushRef="#br0" timeOffset="14283.81">1861 2307,'0'-75,"0"26,0 24,0-25,0 50,0-49,74 49,-49 0,25 0,-1 49,-49-24,0 25,0-1,0 26,-25-26,-24-24,-1 25,75-50,25 25,-26-25,1 74,25-74,-25 25,24-25,1 0,-1 0,-49-25,50-25,-50 1,74-1,-74 25,25 25,-25-49</inkml:trace>
  <inkml:trace contextRef="#ctx0" brushRef="#br0" timeOffset="15048.86">1340 3646,'0'50,"0"24,49-24,-49 0,50 24,-50-24,0-26,25-24,-25 50</inkml:trace>
  <inkml:trace contextRef="#ctx0" brushRef="#br0" timeOffset="15236.87">1414 3795,'-49'0,"49"-25,24 25,1 0,25 50,-1-50,1 25,0-25,24 0,-49 49,0-49,24 0,-24 0,0-24</inkml:trace>
  <inkml:trace contextRef="#ctx0" brushRef="#br0" timeOffset="15430.88">1836 3597,'-25'0,"25"24,0 26,0 0,0-1,0 1,0-25,0 24,0-49,0 25,25-25,25 0,-1-25</inkml:trace>
  <inkml:trace contextRef="#ctx0" brushRef="#br0" timeOffset="15746.9">2134 3547,'0'0,"0"25,-50 24,50 1,0-25,0 0,0 24,0-49,74 0,-24-24,-25-1,24-25,-49 25,25 0,-25-24,0 24,-25-25,-24 50,-1 0,25 0,25 50,-24-50,24 25,0-25,49 0,26-25</inkml:trace>
  <inkml:trace contextRef="#ctx0" brushRef="#br0" timeOffset="15947.91">2506 3324,'0'25,"0"24,0-24,0 25,0-26,0 26,0-25,0 0,24-25,-24 49</inkml:trace>
  <inkml:trace contextRef="#ctx0" brushRef="#br0" timeOffset="16104.92">2357 3373,'-25'0,"25"-49,25-26,24 51,1-26,49 50,-24-50,-26 50,-24 0</inkml:trace>
  <inkml:trace contextRef="#ctx0" brushRef="#br0" timeOffset="16639.95">1687 4762,'0'25,"0"25,0 0,0-1,0 1,-25 24,25-24,0-25,0 24,0-24,-25-25,25 0</inkml:trace>
  <inkml:trace contextRef="#ctx0" brushRef="#br0" timeOffset="16827.96">1513 4936,'-24'0,"24"0,24 0,26 0,0 0,-1 50,1-50,24 0,-49 25,0-25,25 0,-1 0,1 0,-1-25</inkml:trace>
  <inkml:trace contextRef="#ctx0" brushRef="#br0" timeOffset="17140.98">2183 4738,'-49'0,"-1"0,50 24,-50 1,50 50,0-50,0-1,0 26,0-50,75 0,-50 0,-1 0,26-25,-50-24,25 24,-25-25,0 25,0 0,0 1,0 24,0-50,-50 50,1 0,24 0,0 25,25 0,25-25,24 0</inkml:trace>
  <inkml:trace contextRef="#ctx0" brushRef="#br0" timeOffset="17365.99">2530 4514,'-24'0,"24"50,0 0,0 24,0-24,0-26,0 1,24 50,-24-50,25-1</inkml:trace>
  <inkml:trace contextRef="#ctx0" brushRef="#br0" timeOffset="17741.01">2456 4440,'0'-25,"0"-24,50 49,-26 0,26 0,-50 49,0 1,0-1,0 26,-74-1,24-24,25-50,25 25,25-25,25 0,-1 0,1 0,24 0,-49 0,0 0,24 0,-24 0,0 0,25 0,-50-25,0 0,0-25,0 26</inkml:trace>
  <inkml:trace contextRef="#ctx0" brushRef="#br0" timeOffset="19751.12">25 1687,'0'-25,"50"50,-25 24,-25-24,49 25,-49-25,75 24,-75 26,24 24,-24-25,0 25,0 1,-49 48,-1-24,-24-74,49 0,0-50,25 49,-49-49,73 0,51 50,-26-50,1 0,0 25,-26 24,-24 1,0 74,0 0,0 25,0-25,-49 25,49-25,-50-50,50 1,0-26,0-24,50 25,-1-50,26 0,24 0,-25-25,1 25,-26 0,-24 49,-25 1,0 24,0 1,-25-1,25 25,-49 25,49-49,0-1,0 1,0-26,0 26,0-26,49 1,1 24,-25-49,24 25,1-50,0 0,-25 0,-1 0,26 0</inkml:trace>
  <inkml:trace contextRef="#ctx0" brushRef="#br0" timeOffset="48001.74">2927 5457,'0'-25,"0"25,-25 25,25 49,-49 1,-1 49,1-50,-1 1,25 24,-24-49,49-26,-25 26,25-25,-50-25,50-25,0 0,25-49</inkml:trace>
  <inkml:trace contextRef="#ctx0" brushRef="#br0" timeOffset="48481.77">2481 5556,'0'0,"25"0,-1 99,26-49,0 0,-26 24,26 25,0-24,-26-26,26 26,-50-50,50 24,-50-24,0-25,0-50</inkml:trace>
  <inkml:trace contextRef="#ctx0" brushRef="#br0" timeOffset="50160.86">5829 5606,'0'49,"0"1,0-25,0 0,50 49,-50-49,50 25,-50-26,49 1,-49 25,25-50,25 0,-26 0,26-50</inkml:trace>
  <inkml:trace contextRef="#ctx0" brushRef="#br0" timeOffset="50385.88">6177 5705,'0'-50,"0"26,-25 48,25 1,-50 25,50 24,-99 50,49-24,1 24,-1 0,1-50,-1 0,50-49,-25 0,25 25,0-50</inkml:trace>
  <inkml:trace contextRef="#ctx0" brushRef="#br0" timeOffset="52409.99">8856 5631,'-25'0,"25"0,74 0,-24 0,-25-25,-1 25,26 0,-25-50,24 50,-49-25,50 25,-50 0,-25 75,-24-1,-1 1,-24 24,24-49,-24 24,49-24,-25-26,25 26,25-50,25-50,25 50,-1 0,-24 0,0 0,25 0,-26 0,26 25,0 25,-26-50,-24 25,25-25,25 0,-25-25,24-25,-49 1,25 24</inkml:trace>
  <inkml:trace contextRef="#ctx0" brushRef="#br0" timeOffset="68490.91">2778 6350,'-49'0,"49"0,0 25,0 24,0-24,0 0,0 25,0-26,0 1,0 0,0 25,0-26,0 1,0 25,0-25,0-1,0 26,25-50,-25 25,0 0,0 24,0-24,0 0,0 25,0-26,0 1,0 0,0 25,0-26,0 1,0 25,0-25,0-1,0 26,0-25,0 0,0 24,0-24,0 0,0 0,0 24,0-24,0 0,0 49,-25-49,25 0,0 24,0-24,0 0,-25 25,25-26,0 1,0 25,-50-50,50 25,0 0,0 24,-24-24,24 0,0 24,0-24,-25-25,25 25,0 49,0-24,-50 0,50-1,0 1,0 24,-25-74,25 50,0 24,0-49,0 0,0 24,0-24,0 0,-49 25,49-26,0 1,0 50,0-50,0-1,0 26,0 24,0-24,0-25,0 24,-25 26,25-26,0-24,0 0,0 25,0-26,0 26,0 0,0-26,0 1,0 0,0 25,0-26,0 1,0 25,0-25,0-1,0 26,0-25,0 25,0-26,0 51,0-50,0-1,0 26,0-25,0 0,0-1,0 26,0 0,0-1,0 1,0 24,0-24,0-1,-50 1,50 0,0 24,0-24,0-1,0 1,-24-1,24-24,0 0,-50 25,50-25,0-1,0 26,0-25,-25 0,25 24,0-24,0 0,0 24,-49-24,49 0,0 25,0-26,0 1,0 25,0-25,0 24,0 1,0 24,-25-24,25-1,0-24,0 25,0-25,0-1,0 26,0-25,0 0,0 0,0 24,0-24,0 0,0 24,0-24,0 0,0 25,0-26,0 1,0 25,0-25,0-1,0 26,0-25,0 0,0-1,0 51,0-50,0-1,0 26,0-25,0 24,0 1,0-50,0 50,0 24,0-24,49-1,-49 1,0 0,25-50,-25 74,0-24,0-1,25-49,-25 50,0-1,0-24,0 0,0 0,0 24,0-24,0 0,0 49,0 1,0-50,0-1,0 26,0-25,50 0,-50 24,0-24,0 25,0 24,0-24,0-25,0 49,24-49,-24 49,0-24,0-25,0 24,0 1,0-25,0-1,50-24,-50 25,0 50,0-51,0 1,0 25,25 24,-25-24,0-25,0 24,0-24,49-25,-49 25,0 24,0 1,0 0,0-1,0-24,0 50,0-51,0 1,0 25,0-25,25-1,-25 51,0-50,0-1,0 51,0-26,0-24,0 0,0 0,50 24,-50-24,0 25,0-1,0-24,0 0,0 49,0-49,0 0,0 25,0-1,0 1,0-25,0 0,0 24,0 1,25-75,-25-49,0-26</inkml:trace>
  <inkml:trace contextRef="#ctx0" brushRef="#br0" timeOffset="71388.08">2803 6945,'-49'0</inkml:trace>
  <inkml:trace contextRef="#ctx0" brushRef="#br0" timeOffset="77664.44">2778 6970,'0'0,"-49"0,74 0,-1 0,1 0,50-49,-51 49,1 0,25 0,-25 0,0-25,24 25,-24 0,0 0,24 0,-24 0,-25-50,25 50,25 0,-26 0,1 0,0 0,25-25,-26 25,26 0,-25 0,0 0,-1 0,26 0,-50-25,25 25,0 0,24 0,-24 0,0 0,24 0,-49-49,25 49,0 0,25 0,-26 0,-24-25,25 25,0 0,-25 0,0 50,0-26,0 1,0 0,0 25,0-25,0-1,0 26,0-25,0 0,0 24,0-24,0 0,0 24,0-24,0 0,0 25,0-26,0 26,0-25,0 24,0-98,0 24,0 0,50-24,-25 24</inkml:trace>
  <inkml:trace contextRef="#ctx0" brushRef="#br0" timeOffset="78539.49">3597 7491,'-50'0,"75"0,0 0,25 0,24 0,-24 0,-26 0,1 0,25 0,-25 0,-1 0,26 0,0 0,-25 0,24-25,26 25,-26 0,-24 0,-25-25,25 25,24 0,-49-49</inkml:trace>
  <inkml:trace contextRef="#ctx0" brushRef="#br0" timeOffset="79334.53">3547 7491,'0'0,"0"25,50-25,-50 25,50-25,-50 49,49-49,1 50,-25-50,24 49,-24-49,-25 75,50-75,-50 49,24-49,-24 25,50-25,-25 0,0 0,-25 0</inkml:trace>
  <inkml:trace contextRef="#ctx0" brushRef="#br0" timeOffset="80192.58">4341 7392,'-25'0,"1"0,24 0,-50 0,50 49,-25 1,25-25,-49 24,49-24,-25-25,25 50,-25-1,25 1,-50 0,50-26,-49 26,49 0,-50-50,50 49,0-49,0-25,0-24,25 49,-25-25</inkml:trace>
  <inkml:trace contextRef="#ctx0" brushRef="#br0" timeOffset="81863.68">4019 7962,'0'0,"0"0,-50 0,25 0,0 0,-24 0,24 0,25 0,-25 0,25 50,-49-50,24 25,25 0,-50 24,50-24,0 25,0-26,0 26,0-25,0 24,0-24,25 0,0 25,24-50,1 24,-25-24,24 0,-24 0,0 0,25 0,-25 0,24 0,1-24,-25 24,-25-50,24 50,26-50,-25 1,-25 24,0 0,0 0,0-24,0 24,0 0,0-24,0 24,0 0,0 25,0-50,-25 50,-25 0,50-25,-24 25,-1 0,-25 0,25 0,1 0,24 0,-50 0,0 50,25-50,25 25,-24-25,24 50,24-50</inkml:trace>
  <inkml:trace contextRef="#ctx0" brushRef="#br0" timeOffset="86391.94">4044 8558,'0'0,"0"0,0 24,0 26,0-25,0 0,0 24,0-24,0 0,0 24,0-24,0 0,0 25,0-26,0 1,0 0,0 25,0-25,0-1,-25-24,25 50,0-25,0 0,-50-25,50 74,0-24,-25-26,25 1,0 25,0-25,-49 24,49 1,0-25,0-1,-25-24,25 75,0-26,-25-49,25 50,0-25,-50 49,50-49,0 0,0 0,-24-25,24 74,0-49,0 0,0 24,0-24,-25-25,25 25,0 25,0-26,0 1,0 0,0 25,0-26,-50-24,50 25,0 25,0-25,0-1,-25 26,25-25,0 0,0 24,0-24,0 0,-24-25,24 49,0-24,0 0,0 25,0-1,0-24,-50 25,50-26,0 1,0 0,0 25,0-26,0 26,0 0,0-25,0-1,0 26,0-25,0 0,-25-25,25 24,0 51,0-50,0 24,0 1,0-1,0 1,0 0,0-26,0 26,0-25,0 0,0 24,0 26,0-51,0 1,0 25,0-25,0-1,0 1,0 25,0 0,0 24,0-24,0-1,0 1,0-25,0-1,0 51,0-50,0-1,0 1,0 50,0-51,0 26,0-25,0 24,0-24,0 0,0 25,0-26,0 26,0 24,0 1,0-25,0 24,0-49,50 24,-50 1,0 0,0-26,0 26,0-25,25 0,-25 24,0 1,0-1,0-24,0 25,49-25,-49 24,0 26,0-26,0 1,0-25,0-1,25 26,-25 0,0-26,0 51,0-50,0 0,0 24,50-49,-50 75,0-51,0 1,0 25,0-25,0 49,0-24,0-26,24-24,-24 50,0 0,0-26,0 26,0-25,0 0,0-1,0 26,0-25,0 0,0 24,0-24,0 25,0-26,25-24,-25 50,0-25,0 0,0 24,0-24,0 25,0-1,50 26,-50-26,0 1,0 0,0-1,0-24,0 0,0 24,0-24,0 25,0-25,0 24,0-24</inkml:trace>
  <inkml:trace contextRef="#ctx0" brushRef="#br0" timeOffset="86482.94">3870 16123,'0'-50,"0"-49,0-74</inkml:trace>
  <inkml:trace contextRef="#ctx0" brushRef="#br0" timeOffset="88804.07">3944 6400,'0'-25,"0"-25,0 25,0 25,0 50,0-25,-25 24,25 1,-74 0,74-26,-25-24,25 50,-25 0,25-50</inkml:trace>
  <inkml:trace contextRef="#ctx0" brushRef="#br0" timeOffset="89134.09">3671 6375,'25'0,"50"0,-51 49,-24-24,75 0,-75 25,49-26,1 51,0-75</inkml:trace>
  <inkml:trace contextRef="#ctx0" brushRef="#br0" timeOffset="89840.13">3597 6251,'-25'0,"50"0,49-50,-24 50,0-25,-1 25,26 0,-1-49,-49 49,0 0,-25-25,0 50</inkml:trace>
  <inkml:trace contextRef="#ctx0" brushRef="#br0" timeOffset="91954.25">5829 6648,'0'-50</inkml:trace>
  <inkml:trace contextRef="#ctx0" brushRef="#br0" timeOffset="97520.57">5904 6623,'0'0,"0"49,0-24,0 0,0 25,0-26,0 1,0 25,-50-50,50 50,0-26,0 1,0 25,0-25,0-1,0 26,0-25,0 0,0 24,0-24,0 0,0 24,-25-49,25 75,0-50,0-1,0 51,0-26,0-24,0 0,0 25,0-26,0 1,0 25,0-25,0-1,0 1,0 25,0-25,0-1,0 51,0-25,0-1,0 1,0-25,0 24,0-24,-24 25,24-26,0 1,0 0,-50 25,50-26,0 26,0-25,0 0,-25-25,25 24,0 26,0-25,0 0,-49 49,49-24,0-1,-25 1,25 24,0-24,0-25,0 24,0 1,0-25,-50 0,50 24,0-24,0 0,0 24,-25-24,25 25,0-1,0 26,0-26,-49-24,49 25,0-1,0-24,0 0,0 49,-25-49,25 0,0 25,0-1,0 1,0-25,-50 49,50-24,0-1,0 1,0 0,0 24,-24-24,24-26,0 1,0 50,0-26,0 1,0-25,0 24,-50-24,50 0,0 24,0-24,0 0,0 25,-25-26,25 1,0 25,0-25,0-1,0 26,0-25,-25 0,25 24,0-24,0 0,0 25,0-26,0 26,0-25,-49 49,49-24,0-25,0 24,0-24,0 25,0-1,0 1,0 24,-50-24,50-1,0-24,0 50,0-51,0 26,0 0,0-1,-25 26,25-26,0 1,0 0,0 24,0-24,0 24,0 0,0-24,0 0,0-1,0 26,-49-26,49 26,0-1,0-24,0-1,0 26,0-26,0 1,0 0,0-1,0 1,0 24,0-24,0-1,0 1,-25 24,25 1,0-1,0-24,0-1,0 1,0 0,0-1,0 1,0-25,0 24,0-24,-50 0,50 25,0-26,0 1,0 25,0-25,0 24,0-24,0 49,-24-74,24 50,0 0,0-26,0 26,0-25,0 0,0-1,0 26,0-25,0 24,0 1,0 0,0-26,0-24,0 75,0-50,49 49,-49-24,0-25,0 24,0-24,0 25,0-26,0 26,0-100,0 1,50-26</inkml:trace>
  <inkml:trace contextRef="#ctx0" brushRef="#br0" timeOffset="100099.72">5904 7739,'25'0,"24"25,1-25,-1 0,1 0,0 0,-1 0,26 0,-26 0,1-25,24 25,1-50,-1 50,-24-24,-1 24,-24 0,25 0,-50-25,0 25,0 25,0 24,0-24,0 0,0 0,25 24,-25 1,0-1,0 1,0-25,0 0,0-25</inkml:trace>
  <inkml:trace contextRef="#ctx0" brushRef="#br0" timeOffset="100787.76">6524 8086,'-25'0,"25"0,25 0,25 0,-1 0,1 0,24-24,1 24,24 0,-25 0,-24-50,-1 50,1 0,0 0,-50-25,49 25</inkml:trace>
  <inkml:trace contextRef="#ctx0" brushRef="#br0" timeOffset="101383.79">6524 8086,'25'25,"24"-25,1 50,-25-50,24 74,26-74,-26 50,-24-25,25-25,-25 74,-1-74,-24 25,50-25,-50-25</inkml:trace>
  <inkml:trace contextRef="#ctx0" brushRef="#br0" timeOffset="101777.82">7268 8012,'-49'0,"49"0,-25 50,25-26,-50 51,50-26,-50 1,50 0,-99 24,99-24,-25-1,25-24,0-50</inkml:trace>
  <inkml:trace contextRef="#ctx0" brushRef="#br0" timeOffset="102453.86">7020 8434,'0'0,"-25"0,25 24,0 26,-49-25,49 0,-50 49,50-49,25-25,49 0,-49 0,25 0,-1-50,-49 1,0-1,0 25,0 25,-74 0,24 25,25 25</inkml:trace>
  <inkml:trace contextRef="#ctx0" brushRef="#br0" timeOffset="103653.92">7144 8607,'0'0,"0"0</inkml:trace>
  <inkml:trace contextRef="#ctx0" brushRef="#br0" timeOffset="106429.08">7094 8682,'0'0,"0"0,0 24,-24-24,24 50,0-25,0 0,0-1,-25-24,25 50,0-25,0 24,0 1,0 25,0-51,0 1,-50 25,50-1,0-24,0 25,0 24,0-24,0-1,-25-24,25 25,0-25,0-1,0 26,0-25,-49-25,49 25,0 24,0-24,0 0,0 24,-25-49,25 75,0-26,0-24,0 0,0 50,-25-75,25 74,0-24,0-1,-49 1,49 24,0-49,0 25,-25-50,25 49,0 1,-25-50,25 74,0-24,-50-50,50 49,0 1,-24-50,24 50,0 24,-25-74,25 50,0-1,-50-49,50 50,0-25,0 24,-25-24,25 0,0 25,0-26,-49 26,49 0,0-26,0 1,0 25,-25-25,25-1,0 51,0-26,0 1,-50 0,50-1,0 1,0-25,-24 24,24-24,0 0,0 0,-25 49,25-49,0 24,0 1,-50-25,50 0,0 49,0-49,-25 25,25-1,0 1,0-25,0-1,0 26,-49-25,49 0,0 24,0-24,0 0,0 24,-25-24,25 0,0 25,0-26,-50 1,50 25,0-25,0-1,-24 26,24-25,0 0,0 24,0-24,-50 25,50-25,0-1,0 26,0 24,-25-24,25 0,0-1,0 1,-50 24,50-24,0-1,0 1,0 0,-24 24,24-24,0-1,0 1,0-1,-50 1,50-25,0 0,0 24,0-24,0 0,-25 25,25-26,0 26,0-25,-49 0,49 24,0-24,0 0,0 24,0-24,-25 0,25 25,0-26,0 26,0 0,0-1,0-24,0 0,0 24,0-24,0 0,0 0,0 24,0-24,0 0,0 49,-50-24,50 0,0-50,0-50,0-24</inkml:trace>
  <inkml:trace contextRef="#ctx0" brushRef="#br0" timeOffset="107750.16">6797 7119,'0'0,"0"50,0-26,0 1,49 25,-24-50,25 0,-25 0</inkml:trace>
  <inkml:trace contextRef="#ctx0" brushRef="#br0" timeOffset="107976.17">7020 7020,'0'25,"0"24,0 1,0-1,-25 1,25 0,-25 24,25-24,-49-26,49 26,0-25</inkml:trace>
  <inkml:trace contextRef="#ctx0" brushRef="#br0" timeOffset="108584.21">6698 6796,'24'0,"1"0,25 0,-25 0,-1 0,26 0,-25-49,0 49,24 0,-24-25</inkml:trace>
  <inkml:trace contextRef="#ctx0" brushRef="#br0" timeOffset="111171.35">9004 6375,'0'-25,"0"25,0 74,0-49,0 0,0 25,0-26,0 1,0 0,0 49,0 1,0-1,0-49,0 0,0 25,0-26,0 26,0 0,0-1,0-24,0 25,-49-1,49-24,0 0,0 24,0 26,0-26,0 1,0 0,0-1,0 26,-25-26,25 1,0-1,0 26,-50-1,50 1,0-26,0 26,0-1,-24 1,24-1,0 0,0 1,-50-26,50 1,0 24,-25-24,25 24,0-24,-49 0,49-1,0 1,-25 24,25-24,0 0,-50-1,50 26,0-26,-25 1,25-1,0 26,-49-1,49 1,0-1,-50 0,50-24,0 24,-25 26,25-26,0 1,-49-1,49 0,0 1,-50-26,50 51,0-51,-25 26,25-26,0 26,-49 24,49-25,0 25,-25-24,25-1,0 1,-50-1,50 25,0-24,-49-1,49 1,-25-1,25 0,-50 1,50 24,-49-25,49 1,0-1,-50 1,50 49,0-25,-50-25,50 1,0-1,-24 25,24-24,0-1,0 1,-50-1,50-24,0-1,0 26,-50-26,50 26,0-1,0-24,-24-1,24 26,0-1,0 1,-50-26,50 1,0-1,0 26,0-26,0 1,0 0,0-1,0-24,0 25,-25-25,25 24,0-24,0 25,0-1,0-74,0-24,0 24</inkml:trace>
  <inkml:trace contextRef="#ctx0" brushRef="#br0" timeOffset="119746.84">9476 7937</inkml:trace>
  <inkml:trace contextRef="#ctx0" brushRef="#br0" timeOffset="130740.47">9079 6995,'-25'0,"50"0,0 0,-1 0,51 0,-26 0,-24 0,25 0,0 0,-26 0,26 0,0-50,24 50,-24 0,-1 0,1 0,-1 0,1 0,0 0,-26-24,26 24,-25 0,24 0,-24 0,25 0,-25-50,24 50,1 0,-50 0,0 74,0-49,0 25,0-1,0 1,0-25,0 0,0 24,0-24,0 0,0 0,0 24,0-24,0 0,0 49,0-49,-25-25,25 0</inkml:trace>
  <inkml:trace contextRef="#ctx0" brushRef="#br0" timeOffset="131325.51">9823 7516,'25'0,"0"0,24 0,26 0,-1 0,25 0,25 0,-49 0,-1 0,1 0,-1 0,-24 0,-1 0,-24 0,-25 0,-50 0</inkml:trace>
  <inkml:trace contextRef="#ctx0" brushRef="#br0" timeOffset="131911.54">9873 7516,'24'0,"51"49,-50-49,24 75,1-26,-1-24,26 25,-26-25,1 24,0-24,-25-25,-25 50,24-50,26-25</inkml:trace>
  <inkml:trace contextRef="#ctx0" brushRef="#br0" timeOffset="132389.57">10691 7516,'0'-50,"-25"125,25-26,-74 1,74 24,-50 1,50-26,-24-24,24 25,0-26,-50-24</inkml:trace>
  <inkml:trace contextRef="#ctx0" brushRef="#br0" timeOffset="132885.6">10443 7962,'0'0,"0"0,-49 50,49-25,-25 24,25 1,0-25,0 24,0-49,49 0,-24 0,0 0,25-24,-26-26,-24-49,0 49,-74 50,24 0,1 0,24 25,25 25</inkml:trace>
  <inkml:trace contextRef="#ctx0" brushRef="#br0" timeOffset="135781.76">10468 8186,'-25'0,"25"0,0 49,0-24,0 0,-25-25,25 25,0 24,0-24,0 0,-49-25,49 49,0-24,0 0,0 25,0-1,-25-49,25 50,0-1,0 1,0 0,0-26,-50 1,50 25,0-25,0-1,0 26,0-25,-25 0,25 24,0-24,0 25,0-1,0-24,-24 0,24 49,0-24,-50-25,50 24,0 26,0-26,0 1,-25-25,25 49,0-49,0 0,-49 24,49-24,0 0,0 25,0-26,0 1,0 25,-25-25,25 0,0 24,0-24,0 0,-50 24,50-24,0 0,0 25,0-26,0 1,-25 25,25-25,0-1,0 26,0 0,0-26,-49 26,49-25,0 0,0 24,0-24,-25 0,25 24,0-24,0 0,0 25,0-26,-50 1,50 25,0-25,0-1,0 26,-24-25,24 0,0 24,0-24,-50 0,50 25,0-26,-25 1,25 25,0-25,-49 24,49 26,0-26,-25-24,25 25,0-1,-50 1,50-25,0 24,-25 1,25-25,-24 24,24 1,0-25,-50 49,50-49,0 0,-25 24,25 1,-49-25,49 24,-25-24,25 25,0-1,-50-24,50 25,0-1,-25 26,25-26,-49 1,49 0,0-1,-25 26,25-26,0 1,-75 24,75-24,0 0,-24-1,24 1,0 24,-50-24,50-1,0 1,-25 24,25-24,0 0,-49-1,49 1,0-25,0-1,-25 26,25-25,0 24,0-24,0 25,0-25,-50-1,50 26,0 24,0-24,-25-50,25 75,0-51,0 26,0-25,0 49,-49-24,49 24,0-24,-25-1,25 1,0 0,0-1,0 1,0-25,-50-25,50 49,0-24,0 0,0 24,0 26,-24-75,24 49,0 1,0-25,0 25,0-26,0 1,0-74,0-26,0-49</inkml:trace>
  <inkml:trace contextRef="#ctx0" brushRef="#br0" timeOffset="137528.86">7814 14486,'0'-25,"0"25,0 25,0 25,0 24,0-24,0-1,0 26,0-26,0 1,0 24,0-24,0-25,0-1,0 51,0-50,0-1,0 26,0-25,0 0,0 24,-25-49,25 25,0 0,0 0,0 24,-50-49,50 25,0 0,0 25,0-26,0 1,-24 25,24-1,0-24,0 25,0 24,-50-24,50-1,0 1,0 0,0-26,0 1,0 25,0-25,0-1,0 26,0 0,0-26,0 1,0 25,0-25,0 0,-25-25,25 49,-49-74,49-24</inkml:trace>
  <inkml:trace contextRef="#ctx0" brushRef="#br0" timeOffset="139260.96">5904 15007,'0'25,"0"24,0-24,0 49,0-49,0 25,0-1,0 1,0-25,0 0,0 24,0 26,0-26,0 1,0-25,-25 24,25-24,0 0,0 25,0-26,0 26,0-25,0 49,0-49,0 49,0-49,0 25,0-25,0-1,0 26,0-25,0 49,0-49,0 25,0-1,0-24,0 0,0 25,0-26,0 26,0 0,0-1,0-24,0 25,0-1,0 26,0-26,0-24,0 0,-50-100,50-24,-49-25</inkml:trace>
  <inkml:trace contextRef="#ctx0" brushRef="#br0" timeOffset="140507.03">5085 15354,'0'25,"0"25,0-1,0 1,0-25,0-1,0 51,0-26,0 1,-49-25,49 24,0-24,0 0,0 25,0-26,0 26,0 0,-25 24,25-49,0 0,0 24,0-24,0 0,-50 24,50 1,0 0,-25-1,25 1,0-25,0 24,0-24,0 50,0-51,0 1,0 25,0-25,0-1,-49 26,49-25,0 24,0-24,0 25,0-1,0 1,0-25,0 24,0-24,0-74,0-1,0-24</inkml:trace>
  <inkml:trace contextRef="#ctx0" brushRef="#br0" timeOffset="146769.39">9178 3398,'-25'0,"25"50,0-50,25 0,25 0,-50 25,24-25,1 0,25 0,-25 0,0 0,24 0,-24 0,0 0,24 0,-24 0,0 0,0 0,24 0,-24 0,-25 0,25 0,25 0,-26 0,1 0,25 0,-25 0,-1 0,26 0,-25 0,0 0,-1 0,26 0,-25 0,0 0,24 0,-24 0,0 0,24 0,-24 0,0 0,25 0,-1 0,-24 0,0 0,25 0,-26 0,1 0,25 0,-25 0,-1 0,-73 0,-1 0,25 0</inkml:trace>
  <inkml:trace contextRef="#ctx0" brushRef="#br0" timeOffset="148360.48">9302 3497,'0'0,"25"0,25 0,-1 0,-24 0,25 0,-26 0,26 0,0 0,-1 0,-24 0,-25 0,74 0,-24 0,-25 0,24 0,26 0,-75 25,49-25,-24 0,25 0,-1 0,1 0,24 0,-49 0,25 50,-25-50,24 0,1 0,0 0,-1 0,-24 0,0 0,24 0,-24 0,0 0,25 0,-26 0,-73 0,24 0,-25-25</inkml:trace>
  <inkml:trace contextRef="#ctx0" brushRef="#br0" timeOffset="149409.54">9426 3448,'0'0,"50"0,24 0,-24 0,-25 0,-1 0,26 0,-25 0,0 0,24 0,-24 0,25 0,-1 0,26 49,-26-49,1 0,24 0,-24 0,-1 0,26 0,-50 0,0 0,24 0,-24 0,25 0,-1 0,1 0</inkml:trace>
  <inkml:trace contextRef="#ctx0" brushRef="#br1" timeOffset="185356.6">4068 9550,'0'-25,"-49"25</inkml:trace>
  <inkml:trace contextRef="#ctx0" brushRef="#br1" timeOffset="186394.66">3994 9451,'0'-25,"0"25,0 25,0 24,0-24,-25-25,0 0,25 0,-49 0,49-50,0 1,24 24,1 25,0 0,25 0,-50 50,0 24,-25-74,25 25,-25-25,0 0,-24 0,49 0,-50 0,50-75,0 51,0-26,25 50,24 0,-24 0,-25 0,50 50,-50-26,0 1,0 25,-25-25,0-25,25 24,-49-24,49 0,0-24,0-1,0-25,0 25,24-24,-24 74,25-25</inkml:trace>
  <inkml:trace contextRef="#ctx0" brushRef="#br1" timeOffset="191168.93">3944 9525,'-49'0,"98"0,-24 0,25 0,-25 0,24 0,1 0,-25 0,24 0,-24 0,0 0,0 0,24 0,-24 0,25 25,-26-25,1 0,0 0,49 0,-24 0,0 0,-1 0,26 0,-26 0,26 0,-1 0,1 49,24-49,0 25,-25-25,26 0,-1 50,50-50,-50 0,-25 0,1 0,-1 0,25 49,-49-49,0 0,-1 0,1 0,24 0,-24 0,-1 0,1 0,0 0,-1 0,1 0,-1 0,1 0,0 25,24-25,-24 0,-1 0,1 0,-25 0,24 0,-24 0,0 0,49 0,-24 0,0 0,-1 0,1 0,24 0,-24 0,-1 0,1 0,0 50,-1-50,-24 0,0 0,24 0,-24 0,25 0,-1 0,26 0,-26 0,1 0,0 0,-25 0,24 0,-24 0,0 0,24 0,-24 0,25 0,-1 0,26 0,-50 0,-1 0,1 0,50 0,-51 0,1 0,25 0,-25 0,-1 0,1 0,25 0,-25 0,-1 0,26 0,-25 0,0 0,49 0,-49 0,0 0,-1 0,26 0,0 0,-1 0,-24 0,-25 0,50 0,-1 0,-24 0,25 0,-25 0,49-50,-49 50,49 0,-49 0,25 0,24 0,-24 0,-1 0,-24 0,49 0,-24 0,0 0,-1 0,-49-25,50 25,-25 0,24 0,-24 0,25 0,-25 0,24 0,-24 0,0 0,49 0,-24 0,24 0,-49 0,0 0,24 0,-24 0,0 0,25 0,24 0,-24 0,-26 0,1 0,25 0,-25 0,49-49,-24 49,-1 0,1-25,-25 25,24 0,-24 0,0 0,49 0,-49 0,25 0,-25 0,49 0,-24 0,-1 0,1 0,-25 0,-25-50,74 50,-49 0,0 0,24 0,-24 0,0 0,24 0,1 0,-25 0,0 0,-25 0</inkml:trace>
  <inkml:trace contextRef="#ctx0" brushRef="#br1" timeOffset="196937.26">5457 10220,'0'-25,"-24"25,24 0,49 0,-49 0,0 49,-25-24,-24 25,24-50,-25-25,50 0,0-49,25 24,50 25,-26 25,-49-49,50 49,-25 0,-25 25,0 24,0 1,0-1,0 1,-25-50,-25 0,25 0,1-25,24-24,0-1,0 50,0-25,49 25,1 0,-1 0,1 0,-50 0,0 50,0-1,0 1,-25-50,0 0,1 0,24-25,0-49,0 49,0-25,49 26,-24 24,0 0,24 0,-49 74,0-24,-24-50,24 24,-50-24,-24 50,49-50,-25 0,50-25,0-24,0 24,25-25,0 25,24 25,-24 0,0 0,-25 0,0 50,0-25,0 0,-50-25,50 49,-49-49,24 0,25-25,0-24,0 24,25-25,0 1,-1 49,26 0,-50 0,0 74,0-24,0-1,-25-49,25 25,-49-25,-1 0,25 0,25-25,0 1,0-1,0-25,50 1,24 49,-49 0,-25 0,0 24,0 26,-25-50,25 25,-49-25,49 0,0-75,24 75,1-49,25 49</inkml:trace>
  <inkml:trace contextRef="#ctx0" brushRef="#br1" timeOffset="199479.4">5581 10269,'50'0,"-25"0,24 0,-24 0,25 0,-25 0,-1 0,26 0,0 0,-26 0,26 0,0 0,-1 0,1 0,-25 0,49 0,-49 0,0 0,24 0,26 0,-50 0,24 0,1 0,24-25,-24 25,-25 0,24 0,1 0,-1 0,1 0,0 0,-1 0,1 0,-25 0,-1 0,51 0,-50 0,24 0,1 0,0 0,-1 0,-24 0,0 0,24 0,-24 50,0-50,25 0,-26 0,1 0,50 0,-51 0,1 0,25 0,-1 0,1 0,0 0,-1 25,26-25,-26 0,1 0,0 49,-1-49,26 0,24 0,-25 0,1 25,-26-25,1 0,-1 0,26 0,-26 0,1 0,0 0,-1 50,26-50,-26 0,1 0,-1 0,1 0,-25 0,0 0,0 0,24 0,1 0,-1 0,1 0,0 0,-26 0,1 0,25 0,-25 0,49 0,-49 0,24 0,26 0,-26 0,-24 0,0 0,25 0,-26-25,26 25,-25 0,0 0,-1 0,26 0,-25 0,25 0,-1 0,1 0,-1 0,-24 0,25 0,-25-25,-1 25,51 0,-26 0,1 0,-25 0,49-49,-24 49,-25 0,49 0,-24 0,-50-25,74 25,-24 0,-26-25,1 25,25 0,0 0,-26-50,26 50,-25 0,24 0,1 0,0-24,-26 24,26 0,0 0,-26 0,26 0,0 0,-26 0,1 0,25-50,-25 50,-1 0,26 0,0 0,-26 0,-24-25</inkml:trace>
  <inkml:trace contextRef="#ctx0" brushRef="#br1" timeOffset="204326.68">9972 10840,'0'-25,"0"25,0 0,49 0,-49 0,0 25,-24-25,24 24,-25-24,0 0,-25 0,50 0,0-49,25-1,25 1,-1 49,-24 0,-25 0,0 99,-25-74,25-1,-49-24,49 50,-50-50,25 50,-24-50,49 0,0-50,0 25,25 0,-1-24,26 24,-25 25,0-50,49 50,-49 25,-25 25,0-25,0-1,0 26,-25-50,25 50,-50-50,1 24,24-24,25 0,0-49,0 24,0-25,0 50,0-49,50 49,-50 0,0 49,-50-49,50 25,50-25,-1-25</inkml:trace>
  <inkml:trace contextRef="#ctx0" brushRef="#br1" timeOffset="205865.77">10021 10914,'-49'0,"24"0,50 0,0 0,49 0,-24 0,-26 0,1 0,25 0,-25 0,-1 0,26 0,0 0,-25 0,24 0,26 0,-26 0,1 0,-1 0,-24 0,25 0,-1 0,1 0,-25 0,49 0,-49 0,0 0,24 0,-24 0,0 0,25 0,24 0,-24 0,-26 0,1 0,25 0,-25 0,24 0,-24 0,50 0,-51 0,1 0,25 0,-25 0,24 0,1 0,-1 0,1 0,-25 0,0 0,24 0,1 0,-1 0,1 0,24 0,-49 0,0 0,-25-25</inkml:trace>
  <inkml:trace contextRef="#ctx0" brushRef="#br1" timeOffset="-211156.25">12328 9351,'-25'-24,"25"-1,-24 25,24 0,0 25,0 24,0 50,0-74,0 0,0 0,24 24,-24-24,0 25,0-25,0-1,0 1,0 25,25-1,-25-24,0 50,0-1,0-49,0 0,0 24,0 1,0-25,0 24,0 1,0 0,0-26,0 1,0 25,0-25,0-1,0 51,0-26,-49-24,49 25,0 24,0-24,0-1,0 1,0 0,-25-50,25 49,0-24,0 0,0 24,0-24,0 25,0-25,0 24,0-24,0 0,-25-25,25 50,0-75,0 25,25 0,24 0,51-25,-76 25,1 0,25 0,0 0,-26 0,26-50,0 50,-26 0,1 0,50 0,-75-24,49 24,-24 0,0 0,49 0,-49 0,0 0,24 0,1 0,-25 0,0-25,24 25,-24 0,25 0,-1 0,-49-50,25 50,0 0,-25-25,0-24</inkml:trace>
  <inkml:trace contextRef="#ctx0" brushRef="#br1" timeOffset="-208284.08">12328 9351,'-49'0,"73"0,1 0,0-24,49 24,-24 0,-25 0,0 0,24 0,-24 0,0 0,25-50,-26 50,51 0,-50 0,24 0,-24 0,0 0,24 0,1-25,0 25,24 0,-24 0,-1 0,-24 0,25 0,-1 0,-49-49,25 49,0 0,24 24,-24 1,0-25,-25 50,50-50,-50 25,25-1,24 26,-49-25,25-25,-25 25,0 24,0-24,25-25,-25 25,0 24,0-24,0 0,0 25,0-26,0 26,0-25,0 24,0 1,0-25,0 24,0 1,0 0,0-1,0-49,0 25,0 25,0-25,-25-25,25 24,0 26,-50-25,50 0,0 24,0-24,-24 0,24 24,0-24,-50-25,50 25,0 25,-25-26,25 1,0 25,-25-50,25 25,0-1,-49-24,49 50,0-25,-25-25,25 25,0 24,0-24,-25-25,25 25,0 24,-50-49,50 25,0 0,0 25,-24-26,24 1,0 25,-25-50,25 25,0 0,-50-25,50 0,0-25,50-50</inkml:trace>
  <inkml:trace contextRef="#ctx0" brushRef="#br1" timeOffset="-201251.68">3647 11881,'-50'0,"75"-49,24 49,1 0,24 0,-24 0,-25-25,24 25,-24 0,25 0,0 0,-1 0,-24 0,25 0,-1 0,1 0,-25 0,24 0,-24 0,49 0,1 0,-26 0,-24 0,0 0,25 0,24 0,-24 0,-1 0,1 0,-1 0,1 0,25 0,-1 0,0 0,1 0,-26 0,1 0,0 0,-1 0,-24 0,0 0,24 0,-24 0,0 0,25 0,-1 0,-24 0,0 0,24 0,-24 0,0 0,49 0,-49 0,25 0,-1 0,1 0,-25 0,25 0,-1 0,26 0,-1 0,0 0,1 0,-26 0,1 0,0 0,-1 0,26 0,-26 0,1 0,-1 0,-24 0,25 0,-1 0,1 0,-25 0,49 0,-24 0,0 0,-26 0,51 0,-50 0,-1 0,1 0,50 0,-26 0,1 0,-1 0,1 0,24 0,-24 0,-25 0,0 0,24 0,-24 0,0 0,24 0,-24 0,0 0,25 0,-25 0,-1 0,26 0,-25 0,0 0,-1 0,51 0,-50 0,-1 0,26 0,-25 0,0 0,24 0,1 0,-1 0,1 0,0 0,-1 0,26 0,-26 0,1 0,-25 0,24 0,-24 0,0 0,24 0,-24 0,0 0,0 0,25 0,-26 0,1 0,25 0,-1 0,-24 0,25 0,-25 0,-1 0,1 0,25 0,-25 0,-1 0,51 0,-26 0,1 0,0 0,-1 0,26 0,-51 0,1 0,0 0,25 0,-26 0,1 0,25 0,-25 0,0 0,24 0,-24 0,0 50,24-50,-24 0,50 0,-51 0,26 0,0 0,-26 0,26 0,0 0,-1 0,1 0,-1 0,1 0,-25 0,0 0,24 0,26 0,-51 0,51 0,-50 0,24 0,1 0,-25 0,24 0,1 0,-25 0,24 0,-24 0,25 0,-25 0,-1 0,26 0,-25 0,0 0,24 0,-49-25</inkml:trace>
  <inkml:trace contextRef="#ctx0" brushRef="#br1" timeOffset="-197575.47">3523 11857,'24'0,"-24"-25,25 25,-25 0,0 25,0 24,0-49,-25 0,25-25,0-24,0-1,0 25,25 25,25 0,-50 0,25 0,-25 75,0-26,0-49,0 25,-50-25,25-25,25-24,0 24,0 25,25 0,25 0,-50 74,0-24,0 0,0-50,-50 0,25 0,25-25,0 0,0 0,0-24,0 24,0 25,50 0,-50 25,0 49,0-24,0-26,-25-24,0 0,0 0,25 0,-49 0,49-74,0 24,0 26,25-1,24 25,26 0,-26 0</inkml:trace>
  <inkml:trace contextRef="#ctx0" brushRef="#br1" timeOffset="-195280.34">5209 12328,'-49'0,"74"0,-25 50,-25-50,0 0,0 0,25-25,0 0,25 25,-25-25,25 25,24 0,-49 0,25 0,-25 50,0-25,0 49,-25-74,-24 25,24-25,-25 0,50-25,-49 25,49-50,0 1,0 24,25-25,-1 50,26 0,24 0,-74 50,0-25,0 24,0-24,-24-25,-1 0,25 0,0-49,0 24,0 25,0-50,49 50,-24 0,0 0,49 0</inkml:trace>
  <inkml:trace contextRef="#ctx0" brushRef="#br1" timeOffset="-193112.21">5234 12427,'-25'0,"25"-25,0 25,75 0,-26 0,-24 0,0 0,25 0,-1 0,1 0,-1 0,1 0,49 0,0 0,1 0,-1 0,-25 50,26-50,-1 0,0 0,0 0,-24 0,-1 0,0 0,26 50,-1-50,0 0,-25 0,1 0,-1 0,1 0,-1 0,-24 0,24 0,-24 0,24 0,1 0,-1 0,0 0,-24 0,0 0,24 0,-24 0,24 0,1 0,-1 0,0 0,1 0,-1 0,1 0,-1 0,0 0,1 0,-26 0,1 0,0 24,24-24,0 0,1 0,-1 0,-24 0,0 0,-1 0,1 0,24 0,-49 0,25 0,-26 0,26 0,0 0,-1 0,1 0,-1 0,26 0,-26 0,-24 50,25-50,-25 0,-1 0,26 0,24 0,-49 0,0 0,25 0,-25 0,24 0,-24 0,25 0,-26 0,1 0,25 0,24 0,-24 0,-1 0,1 0,-50-25,50 25,24 0,-24 0,-26 0,1 0,50 0,-26 0,1 0,-1-25,1 25,25 0,-26 0,-24 0,0 0,24-49,-24 49,-50 0,1 0,-26 0</inkml:trace>
  <inkml:trace contextRef="#ctx0" brushRef="#br1" timeOffset="-188073.93">7913 13047,'0'-49,"0"49,25 0,-25 24,0 1,0-25,49 0,-49 0,25 0,0 0,25 0,-1 0,-24 0,-25 0,25 0,49 0,-49 0,0 0,0 0,24 0,-24 0,0 0,25 0,-26 0,26 0,0 0,-26 0,1 0,25 0,-25 0,-1 0,26 0,-25 0,0 0,-1 0,26 0,-25 0,0 0,24 0,-24 0,25 0,-1 0,26 0,-26 0,-24 0,0 0,25 0,-26 0,1 0,25 0,-25 0,24 0,-24 0,25 0,-26 0,1 0,25 0,24 0,-24 0,-25 0,24 0,-24 0,0 0,0 0,49 0,-24 0,-1 0,-24 0,25 0,-26 0,1 0,25 0,-25 0,0 0,24 0,26 0,-51 0,1 0,25 0,-25 0,-1 0,1 0,25 0,-1 0,-24 0,25 0,-25 0,-1 0,26 0,-25 0,0 0,24 0,26 0,-26 0,1 0,-25 0,24 0,1 0,-25 0,24 0,1 0,0 0,-1 0,1 0,24 0,-24 0,-1 0,-24 0,25 0,-1 0,-24 0,0 0,25 0,-50 0,-50 0,25 0,25 0</inkml:trace>
  <inkml:trace contextRef="#ctx0" brushRef="#br1" timeOffset="-187014.87">11435 12601,'25'0,"0"0,0 0,24 0,-24 0,0 0,25 0,24 0,-24-25,-26 25,26 0,24 0,-24 0,-25 0,24 0,1 0,-25 0,0 0,-25-50</inkml:trace>
  <inkml:trace contextRef="#ctx0" brushRef="#br1" timeOffset="-186423.83">11956 11857,'-25'0</inkml:trace>
  <inkml:trace contextRef="#ctx0" brushRef="#br1" timeOffset="-185874.8">11857 11857,'25'0,"0"0,24 0,1 49,-1-49,-24 0,0 0,-25 25,50-25,-75 0,0 0</inkml:trace>
  <inkml:trace contextRef="#ctx0" brushRef="#br1" timeOffset="-184134.7">12130 11733,'0'0,"0"74,0-49,0 24,0-24,0 25,0-1,0 1,0-25,0 49,0-24,0-25,0 0,0 24,0-24,0 0,0 49,0-49,-25-25,25 25,0 24,-50 1,50-25,-24 24,24-24,0 0,-50-25,50 50,0-26,0 1,0 0,-25-25,25 50,0-1,0-24,-25 25,25-26,0 1,0 25,0-25,0-1,0 26,0-25,0 0,0 24,0 1,-49-50,49 25,0 0,0 24,0-24,0-50</inkml:trace>
  <inkml:trace contextRef="#ctx0" brushRef="#br1" timeOffset="-182178.59">11907 13395,'0'0,"24"0,26 0,0 0,-1 0,1 0,-1 0,51 0,-26 0,0 0,1 0,-1 0,1 0,-1 0,-24 0,24 0,-49 0,0 0,0 0,24 0,-49 0,25 0,-25-25,0 25,0-50</inkml:trace>
  <inkml:trace contextRef="#ctx0" brushRef="#br1" timeOffset="-179216.42">12204 11757,'-25'-49,"50"49,25 0,-1 0,-24 0,50 0,-51 0,1 0,25 0,-25 0,0 0,-1 0,26 0,-25 0,0 0,24 0,-24 0,0 0,24 0,26 0,-26 0,1 0,0 0,-1 0,1 0,-25 0,-1 0,26 0,-25 25,24-1,-24 1,0 25,-25-25,50-25,-50 49,24 26,-24-26,50-49,-50 75,0-51,25 26,-25-25,0 0,25-25,-25 74,0-49,0 25,0-26,49 51,-49-26,0 1,0 0,0-1,0 1,0-25,0-1,0-24,0 75,0-50,-49-1,49 26,-25-50,25 25,-50 0,25 24,-24-24,24-25,25 50,-25-50,25 24,-25-24,25 25,-49-25,49 50,-25-50,0 0,-24 25,24-25,25 25,-25-25,-25 49,26-49,24 25,-50-25,25 50,25-100</inkml:trace>
  <inkml:trace contextRef="#ctx0" brushRef="#br1" timeOffset="-176328.25">7987 13097,'0'0,"0"0,0 25,0 24,-24-49,24-25,0-24,0-1,0 50,0-25,49 25,1 0,-25 0,-25 0,0 25,0 0,0-25,0 74,-50-74,50 25,-25-25,0 0,25 0,-24 0,24-74,0 49,0 0,0-24,0 49,24 0,26 0,-50 49,0 1,-25-50,25-25,0-25,50 26,-25 24</inkml:trace>
  <inkml:trace contextRef="#ctx0" brushRef="#br1" timeOffset="-169713.88">2382 14139,'0'0,"0"-25,24 25,26 0,-25 0,24 0,26 0,-50 0,24 0,-24 0,0 0,49 0,-24 0,-25 0,-1 0,51 0,-25 0,-1 0,1 0,24 0,1 0,-26 0,1 0,-1 0,1 0,0 0,24 0,-24 0,-1 0,1 0,-1 0,26 0,-26 0,1 0,0 0,24 0,-24 0,24 0,1 0,-26 0,1 0,24 0,-24 0,-1 0,51 0,-26 0,0 0,1 0,-1 0,1 0,-1 0,1 0,-1 0,0 0,1 0,-26 0,26 0,-1 0,1 0,-1 49,0-49,1 0,-1 0,1 0,-1 0,1 0,-26 0,26 0,-26 0,1 0,24 0,1 0,-1 0,0 0,-24 0,24 0,-24 0,0 0,-26 0,51 0,-26 0,26 0,-25 0,24 0,-24 0,24 0,0 0,1 0,-1 0,25 0,-49 0,0 0,-1 0,1 0,-1 0,26 0,-26 25,1-25,0 0,24 0,-49 0,0 0,0 0,24 0,-24 0,0 0,24 0,-24 0,0 0,25 0,-26 0,1 50,50-50,-51 0,1 0,25 0,-25 0,-1 0,1 0,25 0,-1 0,-24 0,25 0,-25 0,-1 0,26 0,0 0,-1 0,-24 0,0 0,25 0,-26 0,51 0,-50 0,24 0,-24 0,25 0,-1 0,1 0,-25 0,-1 0,26 0,-25 0,24 0,1 0,-25 0,0 0,-1 0,26 0,-25 0,0 0,24 0,-24 0,0 0,49 0,-49 0,0 0,0 0,24 0,-24 0,0 0,25 0,-26 0,26 0,24 0,-24 0,0 0,-1 0,1 0,-1 0,1 0,0 0,-1 0,-24 0,25 0,-26 0,26 0,0 0,-1 0,1 0,-25 0,0 0,24 0,-24 0,0 0,-25 0,0 0</inkml:trace>
  <inkml:trace contextRef="#ctx0" brushRef="#br1" timeOffset="-166863.71">6003 14784,'-50'0,"50"-50,-24 50,24-25,0 25,0-25,0 25,0 25,0 25,0-50,0-25,0 0,0-24,0-1,0 50,49 0,-49 25,25-25,-25 49,0 1,0-50,0 25,-50-25,26 0,-1 0,25 0,0-50,0 25,0-24,25 49,-25-25,49 25,-24 0,25 0,-50 50,0-26,0 1,-25 50,0-75,0 0,25-25,0-50,0 75,0-24,50 24,-1 0,-49 0</inkml:trace>
  <inkml:trace contextRef="#ctx0" brushRef="#br1" timeOffset="-164882.6">5953 14759,'0'-25,"0"25,50 0,-25 0,24 0,1 0,-25 0,25 0,-1 0,26 0,-1 0,-24 0,24 50,0-50,1 0,-1 24,25-24,-24 0,-1 0,25 50,1-50,-1 0,25 0,-50 0,1 50,-1-50,1 0,-1 0,0 0,1 24,-1-24,-24 0,-1 0,26 0,-25 0,-1 0,26 0,-26 0,-24 50,49-50,-24 0,0 0,-1 0,1 0,-1 0,1 0,-25 0,24 0,1 0,-25 0,0 0,-1 0,26 0,-25 0,0 0,49 0,-24 0,-1 0,-24 25,25-25,-25 0,-1 0,26 0,-25 0,0 0,24 0,-24 0,0 0,24 0,-24 0,0 0,0 0,24 0,-24 0,0 0,25 0,-26 0,1 0,25 49,-25-49,-1 0,26 0,-25 0,24 0,1 0,24 0,-24 0,0 0,-25 0,49 0,-24 0,-26 0,1 0,25 0,-25 0,-1 0,26 0,-25 0,0 0,-1 0,51 0,-75-24,49 24,1 0,0 0,-50-25,49 25,26 0,-26 0,1 0,-1 0,-24 0,25 0,-50-25,25 25,0 0,24 0,-24 0,0 0,24 0,-24 0,-74-74,-51 74</inkml:trace>
  <inkml:trace contextRef="#ctx0" brushRef="#br1" timeOffset="-163324.51">2382 14188,'0'-25,"0"1,0 24,-25 0,25 24,-25-24,-25 0,50-24,0-26,0-24,25 74,-25-50,50 50,-25 0,-25 25,0 0,0-1,0 51,0-75,0 25,-50-25,50 0,0-75,0 26,25 49,-25 24,0 26,0-25,-25-25,0 0,25-25,0-25,25 50,25-49,-26 49,1 0,25 0</inkml:trace>
  <inkml:trace contextRef="#ctx0" brushRef="#br1" timeOffset="-159301.28">8880 15304,'25'0,"25"0,-25 0,24 0,-24 0,25 0,-26 0,26 0,-25 0,0 0,-25 0,49 0,-24 0,0 0,25 0,-26 0,1 0,0 0,25 0,-26 0,26 0,0 0,-26-49,26 49,0 0,24 0,-24 0,-1 0,1 0,24 0,1 0,-26 0,26 0,-51 0,1 0,25 0,-25 0,0 0,24 0,26 0,-26 0,1-25,-1 25,1 0,24 0,-49 0,0 0,25 0,-26 0,1-50,25 50,-25 0,-1 0,26 0,-25 0,24 0,1 0,0 0,24 0,-49 0,0 0,24 0,-24 0,0 0,0 0,24 0,-24 25,25-25,-25 0,-1 0,1 0,25 0,-25 0,-1 0,26 0,-25 0,-25-25,-50 25,25 0,-24 0</inkml:trace>
  <inkml:trace contextRef="#ctx0" brushRef="#br1" timeOffset="-158168.22">8955 15429,'0'-25,"-25"25,25-50,0 25,0 50,0 25,0-25,-25-25,25 0,-49 0,49-75,0 50,0-24,24 49,-24-50,50 50,0 0,-26 0,26 25,-50 0,0 24,-25 1,0-50,25-25,0-25,0 26,0-26,0 50,0 0,0 50,75-50,-1 0</inkml:trace>
  <inkml:trace contextRef="#ctx0" brushRef="#br1" timeOffset="-156728.13">11460 14263,'0'0,"0"0,50 0,-25 0,-1 0,26 0,-25 0,0 0,24 0,-24 0,0 0,24 0,1 0,0 0,-1 0,1 0,-50-50,0 50,-25 25,-25-25</inkml:trace>
  <inkml:trace contextRef="#ctx0" brushRef="#br1" timeOffset="-155828.08">11435 15007,'25'0,"0"0,0 0,49 0,-24 0,-25 0,24 0,1 0,24 0,-24 0,-1 0,-24 0,25 0,-1 0,-24 0,-25 0,-49 0</inkml:trace>
  <inkml:trace contextRef="#ctx0" brushRef="#br1" timeOffset="-155348.05">11832 15230,'25'0,"25"0,-50-25,49 25,-24 0,25-25,-50-24</inkml:trace>
  <inkml:trace contextRef="#ctx0" brushRef="#br1" timeOffset="-154036.98">11956 13841,'0'0,"0"50,0-26,0 26,-25-25,25 24,0-24,0 0,0 49,0 1,0-1,0 1,0-1,0 25,0 1,50 24,-50-50,0 0,0-24,0 24,0 1,0-1,0 1,0-26,0 1,0-25,0 49,0-24,0-25,0-1,0 51,0-50,0-1,0 1,0 25,0-25,0-25,0 0,0-50,0 50,0-25,25 25,49-25,-49 25,0 0,24 0,-24 0,25 0,-1 0,26 0,-26-49,1 49,0 0,-1 0,26 0,-50 0,-1 0,1 0,-25-25,0-25,0 1</inkml:trace>
  <inkml:trace contextRef="#ctx0" brushRef="#br1" timeOffset="-151718.85">11981 13965,'-50'0,"100"0,-25 0,0 0,24 0,26 0,-26 0,26 0,-1-25,0 25,1 0,-1 0,1 0,-1 0,1 0,-26 0,-24 0,-25 25,25-25,-25 25,49 24,-24-24,25 50,-25-26,24 1,-49-25,0 24,50-24,-50 25,49-25,-49 24,25-49,-25 50,0 24,0-24,0-1,0-24,0 25,0 24,0-49,0 25,-25-1,25 1,0-25,-24-25,24 24,0 26,-25-50,25 25,-25-25,25 49,-50 1,50-25,-24-25,24 25,-50 49,25-49,-24 0,24-25,25 49,-25-49,25 25,-50-25,50 25,-24-25,24 50,-25-50,25 24,-50-24,25 25,50-25,50 0,-51-74</inkml:trace>
  <inkml:trace contextRef="#ctx0" brushRef="#br1" timeOffset="-143184.36">2679 16123,'-49'0,"73"0,1 0,0 0,25 0,-26 0,1 0,25 0,-25 0,-1 0,1 0,25 0,-25 0,24 0,1 0,0 0,-26 0,26 0,0 0,-1 0,-24 0,0 0,24 0,-24 0,0 0,25 0,-26 0,1 0,25 0,-25 0,-1 0,26 0,24-25,-24 25,0 0,-1 0,1 0,0 0,-26 0,1 0,25 0,-25 0,-1 0,26 0,24 0,-24 0,0 0,24 0,0 0,1 0,-26 0,26 0,24-49,-25 49,1 0,-1 0,-24 0,0 0,24 0,-24 0,-1 0,1 0,-1 0,1 0,-25 0,0 0,24 0,26 0,-1 0,0 0,1 0,-1-50,1 50,-1 0,1 0,-1 0,0 0,1 0,-1 0,25 0,-24 0,-1 0,25 0,-24 0,-1 0,25 0,1 0,-1 0,-25 0,26 0,-26 0,25 0,0 0,-24 0,-1 0,1 0,-1 0,0 0,1 0,24 25,-24-25,-1 0,0 0,26 0,-1 0,0 0,25 49,-25-49,-24 0,-1 0,0 0,1 0,-1 0,1 0,-1 0,-24 25,-1-25,1 0,24 0,-24 0,0 0,-1 0,26 50,-1-50,0 0,1 0,-26 0,1 0,0 0,24 49,1-49,-26 0,1 0,-1 0,1 0,24 25,-24-25,-25 0,24 0,1 0,-25 50,0-50,24 0,-24 0,0 0,24 0,-24 0,0 0,49 0,1 0,-25 0,24 0,-49 0,0 0,24 0,-24 0,0 0,24 0,-24 0,0 0,25 0,-26 0,1 0,25 0,-25 0,-1 0,26 0,0 0,-26 0,1 0,25 0,-25 0,-1 0,26 0,-25 0,0 25,24-25,-24 0,0 0,24 0,-24 0,25 0,0 0,-1 0,1 0,-25 0,24 0,-24 0,0 0,0 0,24 0,-24 0,0 0,24 0,1 0,0 0,-26 0,51 0,-50 0,-1 0,51 0,-26 0,1 0,0 0,-26 0,26 0,-25 0,0 0,0 0,24 0,-24 0,0 0,24 0,1 0,0 0,24 0,-24 0,24 0,-49 0,0 0,-1 0,26 0,-25 0,-25-50</inkml:trace>
  <inkml:trace contextRef="#ctx0" brushRef="#br1" timeOffset="-139870.17">4912 16594,'-25'0,"25"0,49 0,1 0,0 0,24 0,-49 0,25 0,-26 0,1 0,25 0,-25 0,-1 0,26 0,0 0,-1 0,1 0,-1 0,26 0,-1 0,1 0,-1 0,0 0,1 0,-1 0,1 0,-1 0,1 0,-1 0,0 0,1 0,-1 0,1 0,-1 0,25 0,-24-49,-26 49,26 0,-1 0,1 0,-1 0,0 0,1 0,-1 0,1 0,24 0,-25 0,1 0,-1 0,0 0,1 0,-1 0,1 0,-1 0,1 0,24 0,0 0,50 0,0 0,-25 0,24 0,-48 0,-1 0,0 0,-24 0,49 25,-25-25,0 0,0 0,-24 0,49 0,-25 0,0 0,0 0,-24 0,24 24,-25-24,1 0,-1 0,1 0,-26 0,1 50,-1-50,26 0,-26 0,26 0,-26 0,1 0,0 0,-25 0,-1 0,26 0,-25 0,0 0,24 0,1 0,24 0,-24 0,-1 0,1 0,24 50,-24-50,-25 0,0 0,24 0,-24 0,0 0,24 0,26 0,-50 0,-1 0,26 0,-25 0,0 0,24 0,1 0,0 0,-1 0,-24 0,25 0,-26 0,1 0,25 0,-25 0,24 0,-24 0,25 0,-26 0,26 0,0 0,-26 0,1 0,0 0,25 0,-26 0,1 0,50 0,-26 0,-24 0,0 0,24 0,-24 0,0 0,25 0,-25 0,-1 0,26 0,-25 0,0 0,24 0,-24 0,0 0,0 0,24 0,-49 24</inkml:trace>
  <inkml:trace contextRef="#ctx0" brushRef="#br1" timeOffset="-136119.95">8856 15304,'0'-24,"0"24,0 49,0-24,0 0,0 25,0-1,0 1,0-25,-25 49,25-24,0-1,0-24,0 49,-50-24,50 0,0-26,0 26,0-25,0 0,0 24,0-24,0 25,0-26,0 51,0-50,0-1,25-24,-25 75,0-25,0-1,0-24,0 25,0-1,0 1,0-25,-25 24,25-24,0 25,0-1,0 1,0-25,0-1,0 1,0 25,0-1,0-24,0 25,0-25,-25-25,25 24,0 26,0 0,0-26,0 1,0 25,0-25,0 24,0-24,0 25,-24-50,24-25,0-25</inkml:trace>
  <inkml:trace contextRef="#ctx0" brushRef="#br1" timeOffset="-135031.89">8806 17165,'0'-25,"25"25,-25 25,0 0,-50-25,50-50,0 0,25 26,-25-1,25 25,0 0,-25 0,0 25,0 24,0-24,0 0,0 24,0-49,0 50,-25-50,-25 0,25-50,25 1,0 24,0 0,0-24,0 24,50 25,0 0,-26 0,-24 0,0 25,25 24,-25-24,0 25,0-26,-25-24,25 25,-49-25,24 0,0 0,-24 0,49-25,0-24,0-1,0 25,24 25,-24-24,50 24,-25 0,-25 0,0 24,0 26,0-25,0 24,0-49,-50 0,1 0,24 0,25-49,0-26,0 51,49-26,1 50,-50 25,25 0</inkml:trace>
  <inkml:trace contextRef="#ctx0" brushRef="#br1" timeOffset="-133373.8">8856 17214,'24'0,"26"0,0 0,-26 0,26 0,-25 0,0 0,24 0,-24 0,25 0,-1 0,26 0,-26 0,1 0,24 0,1 0,-1 0,1 0,-1 0,-24 0,24 0,0 0,-24 0,0 0,-1 0,1 0,24 0,-24 0,0 0,24 0,0 0,1 0,-26 0,26 0,-26 0,26 0,-26-49,1 49,0 0,24 0,-24 0,-1-25,1 25,-1 0,1 0,-25 0,25 0,-1 0,1 0,-25 0,-1 0,26 0,0 0,-26 0,26 0,-25 0,0 0,-1 0,26 0,-25 0,0 0,24 0,-24 0,0 0,24 0,-24 0,0 0,25 0,-26 0,1 0,0 0,25 0,-26 0,1 0,25 0,-25 0,-1 0,26 0,-25 0,0 0,24 0,1 0,0 0,-26 0,-24-50,50 50,0 0,-26 0,1 0,25 0,-25 0,24 0,1 0,-25 0,-1 0,26 0,24 0,-24 0,-25 0,24 0,1 0,0 0,-26 0,1 0,25 0,-25 0,0 0,24 0,-24 0,0 0,0 0,24 0,-49 25,25-25,0 0,24 0,-24 0,-25 0</inkml:trace>
  <inkml:trace contextRef="#ctx0" brushRef="#br1" timeOffset="-131867.71">13916 15949,'49'0,"-49"0,0 25,0 25,0-1,0 1,0 49,0 0,0 50,0 50,-49-26,49 1,-50-25,50-25,0-50,-49-24,49-25,0-1,0 26,0-50,74-25,-49 25,24 0,51-25,-51 25,1 0,24 0,1 0,-1 0,25-49,-24 49,24 0,-49 0,-1 0,-24 0,25 0,-26 0,1 0,-25-25,0-25,0 26</inkml:trace>
  <inkml:trace contextRef="#ctx0" brushRef="#br1" timeOffset="-130008.61">13916 15974,'0'0,"49"0,-49 25,50-25,-25 0,24 0,1 0,0 0,-1 0,1 0,24 0,1 0,-26 0,1 0,0 0,-26 0,26 0,-25 0,0-25,24 25,-24 0,0 0,24 25,-49 0,25-25,-25 49,0-24,50 25,-50-25,25 24,-25-24,0 0,24-25,-24 49,0 26,0-25,0-1,0 1,0-1,50-49,-50 50,0 0,0-1,0-24,0 25,-25-26,25 1,-25 25,25-25,-49-25,49 49,-25-49,25 25,-25 0,25 24,-49-49,49 25,-25 0,25 25,-25-50,25 24,0 1,-50-25,50 50,-24-50,24 25,-50 24,50 1,-25-50,50-50</inkml:trace>
  <inkml:trace contextRef="#ctx0" brushRef="#br1" timeOffset="-125928.37">2605 16520,'25'0,"-25"25,0 0,0-1,0 26,0-25,0-25,0 25,0 24,0-24,0 0,0 24,0 1,0 0,0-1,0 1,0-1,0 1,0 0,0-1,0-24,0 74,0-74,0 0,0 24,0 26,0-25,0-50,0 49,0-24,0 25,0-1,0-24,0 0,0 24,0-24,0 0,0 25,0-26,0 1,0 0,0 25,0-50,0 24,0-24,0-74,0 24</inkml:trace>
  <inkml:trace contextRef="#ctx0" brushRef="#br1" timeOffset="-122995.2">2654 17760,'0'0,"0"0,25 0,25 0,-25 0,-1 0,26 0,24 0,-49 0,0 0,25 0,-25 0,-1 0,1 0,25 0,-25 0,24 25,-24-25,0 0,24 0,26 0,-26 0,26 0,-1 0,-24 0,24 0,-24 0,24 0,1 0,-1 0,1 0,-1 0,-24 0,-1 0,1 0,24 0,25 50,-24-50,-1 0,1 0,-1 0,0 0,1 0,-1 0,1 0,-1 0,1 0,-1 0,0 0,1 0,24 0,-25 0,1 0,-1 0,1 0,-26 0,1 0,-1 0,26 0,-1 0,26 0,-1 0,-25 0,1 0,-1 0,0 0,1 0,24 0,-25 49,50-49,0 0,25 50,0-50,-25 0,50 0,-1 49,-24-49,-25 0,25 50,0-50,-50 0,25 50,-25-50,1 0,-1 0,-25 0,1 0,24 0,-50 24,1-24,0 0,-1 0,26 0,-26 0,1 0,0 0,-1 0,26 0,-26 0,1 0,-25 0,24 50,-24-50,0 0,24 0,26 0,-26 0,1 0,0 0,-1 0,26 0,-50 0,24 0,1 0,-1 0,26 0,-1 0,-24 0,24 0,-24 0,-1 0,26 0,-26 0,1 0,-25 0,24 0,-24 0,0 0,0 0,49 0,-24 0,0 0,-1 0,26 0,-26 0,26 0,49 0,-25 0,0 0,-25 0,1 0,-1 0,1 0,24 0,25 25,-25-25,0 0,50 49,-25-49,-49 0,-1 0,0 0,-24 0,0 0,-1 0,1 0,-25 0,-1 0,51 0,-25 0,-26 0,26 0,0-49,-26 49,1 0,25 0,-25 0,-1 0,26 0,24 0,1 0,-50 0,-1 0,26 0,-25 0,0 0,24 0,1 0,-1 0,-24 0,25 0,-25 0,-1 0,1 0,25 0,-25 0,49 0,-24 0,24 0,-24 0,-1 0,-24 0,-25-25,50 25,-1 0,1 0,0 0,-26 0,26 0,-25 0,24 0,1 0,-25 0,24 0,1 0,0 0,-26 0,1 0,25 0,-1 0,-24 0,0 0,-25 0,-25 0,0 0</inkml:trace>
  <inkml:trace contextRef="#ctx0" brushRef="#br1" timeOffset="-121218.1">4936 17190,'0'-50,"0"25,25 50,-25 0,0 0,0 24,0-24,0 0,0 24,0 1,0 0,0-26,0 1,0 25,0-25,0 0,0 49,0-49,0 0,0 24,0-24,0 0,0 24,0 1,0 0,0-50,0 49,0 1,0-1,-25-49,25 50,0 0,0-1,-49 1,49-1,0 1,0-25,0 24,-25 26,25-50,0 0,0-25,0-25,0-25</inkml:trace>
  <inkml:trace contextRef="#ctx0" brushRef="#br1" timeOffset="-119546.01">2580 17785,'25'0,"-25"-50,49 100,-49 0,0-26,0-24,-49 0,49-24,0-26,0 0,25 50,24 0,-24 25,-25 25,0-1,0 1,0-25,-25-25,-24 0,49-50,0 1,0 24,0 0,0-25,0 50,49 0,-24 50,-25-25,0 0,0 24,0 1,-25-50,-24 0,49-25,-50 0,50 0,0-24,0 24,0 0,25 25,0 0,24 25,26-25,-1 25</inkml:trace>
  <inkml:trace contextRef="#ctx0" brushRef="#br1" timeOffset="-118496.95">4738 18281</inkml:trace>
  <inkml:trace contextRef="#ctx0" brushRef="#br1" timeOffset="-117677.9">4887 18182,'0'0,"0"0,0 25,0 24,0-24,0-25,-50 0,50 0,0-74,0 49,25 25,0 0,0 0,24 25,-49 24,0 1,-25-50,25 25,-24-25,-1 0,-25 0,50-25,0 0,0-25,0 26,25 24,-25-25,0 50,25-1,24 51</inkml:trace>
  <inkml:trace contextRef="#ctx0" brushRef="#br1" timeOffset="-115201.76">4936 18331,'0'0,"25"0,25 0,0 0,-26 0,26 0,-25 0,24 0,1 0,-25 0,0 0,-1 0,26 0,0 0,-1 0,26 0,-1 0,25 49,-24-49,-26 0,26 0,-26 25,1-25,24 0,-24 0,-25 0,0 0,49 0,-24 0,-1 0,1 0,-1 0,1 0,24 50,-24-50,0 0,-1 0,1 0,-25 0,-1 0,26 0,-25 0,24 0,-24 24,25-24,-1 0,-24 0,25 0,-25 0,0 50,24-50,-24 0,0 0,24 0,-24 0,0 0,25 0,24 0,-24 0,-1 0,-24 25,25-25,-26 0,1 0,25 0,-1 0,1 0,0 50,24-50,-24 0,-1 0,1 0,0 24,-1-24,1 0,-1 0,26 0,-1 50,1-50,-26 0,1 0,-1 0,1 0,24 0,26 0,-26 0,0 0,1 0,-1 0,1 0,-1 0,1 0,-1 0,-24 0,-1 0,26 0,-1 0,0 50,1-50,-26 0,1 0,24 0,-24 0,0 0,-1 0,1 0,0 0,-26 0,1 0,25 0,24 0,-49 0,0 0,24 0,-24 0,25 0,-25 0,24 24,-24-24,0 0,49 0,-49 0,0 0,24 0,-24 0,0 0,0 0,24 0,-24 50,25-50,24 0,-24 0,0 0,-26 0,51 0,-26 0,-24 0,0 0,25 0,-26 0,1 0,25 0,-25 0,-1 0,1 0,25 0,-25 0,-1 0,26 0,-25 0,24 0,1 0,-25 0,0 0,-1 0,26 0,-25 0,0 0,24 0,-24 0,0 0,24 0,26 0,-25 0,-1 0,1 0,-1 0,1 0,-25 0,0 0,24 0,1 0,-25 0,24 0,1 0,-25 0,-1 0,26 0,-25 0,0 0,24 0,1 0,-1 0,1 0,-25 0,49 0,-24 0,0 0,-1 0,1 0,-1 25,1-25,-25 0,24 0,-24 0,0 0,25 0,-26 0,26 0,0 0,24 0,-24 0,-26 0,1 0,25 0,-1 0,1 0,0 0,-1 0,1 0,0 0,-1 0,1 0,-25 0,24 25,-24-25,25 0,-26 0,1 0,0 0,25 0,-26 0,1 0,25 0,-25 0,-1 0,51 0,-1 0,-49 0,25 0,-26 0,26 0,-25 0,24 0,1 0,0 0,-75 0</inkml:trace>
  <inkml:trace contextRef="#ctx0" brushRef="#br1" timeOffset="-111459.54">7715 16371,'0'-25,"-50"25,25 0,25 25,0 25,0-1,0-24,0 0,-49 25,49-26,0 1,0 25,-25-25,25 24,0-24,-25 0,25 24,0-24,-50 0,50 49,0-49,-24 0,24 25,0 24,0-24,0-1,0-24,0 25,0-26,0 1,0 25,0-25,0-1,0 26,0-25,0 0,-50-25,50 25,0 24,-25-24,25 25,0-26,-25-24,25 25,0 25,0-25,-49-25,49 24,0 1,0 25,0-25,0-25</inkml:trace>
  <inkml:trace contextRef="#ctx0" brushRef="#br1" timeOffset="-110349.48">7367 17686,'25'0,"-25"0,0 25,0 24,0-74,0-24,0 49,0-50,25 50,25 0,-26 0,-24 25,0 0,0 0,0 24,-49-49,24 0,-25-25,50-24,0 24,25-25,-25 26,50 24,-1-50,1 50,-25 0,24 50,-49-1,0 1,-24-1,-51-49,50 0,-24 0,24 0,25-24,0-26,0 25,25 25,24-49,1 49,-25 0,24 0,-49 24,50-24,-50 25,0 25,-25-50,25 25,-74-25,49 0,0 0,-24 0,49 0,0-50,0 0,24 50,-24-49,50 49,-25 0,24 25,-24-1</inkml:trace>
  <inkml:trace contextRef="#ctx0" brushRef="#br1" timeOffset="-107702.33">7640 17661,'0'-25,"0"25,0 25,50-25,-1 0,1 25,-25-25,24 0,1 0,0 0,-1 49,1-49,-25 0,-1 25,26-25,-25 0,0 0,24 50,-24-50,0 0,49 0,-49 0,0 0,25 25,-26-25,26 0,0 0,24 49,-24-49,-1 0,-24 25,25-25,-26 0,1 0,25 0,-25 50,24-50,26 0,-26 0,1 0,-1 24,1-24,25 0,-26 0,1 0,-1 50,1-50,24 0,-24 0,-25 0,0 0,24 0,-24 0,0 0,49 0,-24 0,-1 0,-24 0,25 0,-25 0,-1 0,26 0,0 0,-26 0,1 0,25 0,-25 0,0 25,24-25,-24 0,0 0,24 0,-24 0,0 0,25 0,-26 0,1 0,25 0,24 0,-24 0,-1 0,-24 0,25 0,-1 0,-24 0,0 0,25 0,-26 0,1 0,25 0,-25 0,-1 0,1 0,75 0,-76 0,1 0,25 0,-1 0,1 0,0-50,-1 50,26 0,-26 0,1 0,-25 0,24 0,1 0,-1 0,1 0,0 0,-1 0,1 0,-1 0,26 0,-50 0,24 0,-24 25,25-25,-1 0,-24 0,0 0,49 0,-49 25,25-25,-1 0,1 0,0 0,-26 0,26 0,-50 25,74-25,-24 0,0 0,-26 0,-24 0,50 0,0 0,-1 0,1 0,-25 0,24 0,1 0,0 0,-1 0,1 0,-25 0,24 0,-24 0,25 0,-26 0,1 0,25 0,-25 0,24 0,-24 0,25 0,-1 0,-24 0,25 0,-26 0,26 0,0 0,-1 0,26 0,-26 0,-24 0,0 0,49 0,1-50,-26 50,1 0,0 0,-50-25,24 25,1 0,25 0,-1 0,1 0,-25 0,24 0,1 0,-25 0,24 25,26-25,-26 0,-24 0,25-25,-1 25,26 0,-26 0,1 0,-25 0,25 0,-1 0,-24 0,0 0,24 0,-24 0,0 0,25 0,-75 0</inkml:trace>
  <inkml:trace contextRef="#ctx0" brushRef="#br1" timeOffset="-106179.24">15925 17661,'0'25,"0"0,0 49,0-24,0-26,-50 26,50 0,-24 24,24 0,-75 1,26 49,-1-50,25 25,-25-24,1-1,24 1,25-26,-50-24,50 25,-24-25,24-1,-50 26,50-25,0 0,-25-25,25 49,0-24,0-25,0 25,0-50,0 25,0-50,25 50,49-74</inkml:trace>
  <inkml:trace contextRef="#ctx0" brushRef="#br1" timeOffset="-105002.17">16024 17661,'0'-50,"0"50,50 0,24 0,-49 0,49 0,-24 0,-25 0,0 0,24 0,-24 25,25-25,24 25,-49-25,49 50,1-50,-75 24,25-24,-25 50,24 0,26-1,-50-24,25-25,-25 74,49-24,-49 24,0-49,0 50,25-75,-25 24,0 1,0 25,50-1,-50-24,-50-25,25 0,-24-74</inkml:trace>
  <inkml:trace contextRef="#ctx0" brushRef="#br1" timeOffset="-103352.08">15429 19025,'49'0,"-24"0,0 0,25 0,-26 0,1 50,25-100,-25 50,0 0,24 0,-24 0,0 0,0 0,49 25,-49-50,24 25,1 0,-25 0,0 50,24-100,-24 50,0 0,24 0,-24 25,0-50,25 25,-26 0,1 50,25-100,-25 50,-25 0,0 0</inkml:trace>
  <inkml:trace contextRef="#ctx0" brushRef="#br1" timeOffset="-100428.91">15503 18827,'0'0,"25"0,0 0,49 0,-24 0,-25 0,-25 0,25 0,49 0,-24 0,-1 0,-24 0,25 0,-1 0,1 0,-1 0,1 25,-25-25,0 0,24 0,-24 0,0 0,-25 49,49-49,1 0,-25 0,24 25,1-25,0 0,-1 0,-24 0,25 0,-25 0,-1 50,26-50,-25 0,0 0,24 0,-24 0,25 0,-26 0,26 0,-50-25,25 25,-25-25,49 0,-49-24,25 49,-25-25,25-25,-25 25,0 1,50 24,-50-25,0-50,0 26,0 24,49-25,-49 25,25 1,-25-26,50 50,-50-25,0-24,24 49,-24-50,0 0,0 26,0-1,0-25,0 25,0 1,0-26,-49 50,49-25,0 0,0-24,-25 49,25-25,-25 25,25-25,-49-24,24 24,25-25,-50 50,50-25,-25 25,1-24,-26 24,50-50,-25 50,25-25,-25 25,-24 0,24 0,25-25,-25 25,-24 0,-1-49,0 49,50-25,-24 25,-26 0,25 0,0 0,-24 0,49-25,-25 25,0 0,-25 0,26 0,-1-50,-25 50,25 0,1 0,-26 0,25 0,0 0,25 25,-49-25,-1 25,25 0,-24 25,24-26,-25 26,26-50,24 25</inkml:trace>
  <inkml:trace contextRef="#ctx0" brushRef="#br1" timeOffset="-96580.69">13717 10145,'25'0,"0"0,25 0,-1 0,26 0,-1 0,0 0,26 0,-1 0,50 0,-25 0,25 0,-50 0,0 0,25 0,-25 0,-24 0,24 0,-25 0,1 0,-26 0,1 0,-50-25,49 25,-49 0</inkml:trace>
  <inkml:trace contextRef="#ctx0" brushRef="#br1" timeOffset="-95274.62">14213 9550,'0'49,"-24"1,24 0,-75-26,75 26,-49-25,49 24,0 1</inkml:trace>
  <inkml:trace contextRef="#ctx0" brushRef="#br1" timeOffset="-94935.6">14040 9649,'0'0,"49"0,26 0,-75 0,25 25,24 49,-24-24,25-25,-50-25,0-50</inkml:trace>
  <inkml:trace contextRef="#ctx0" brushRef="#br1" timeOffset="-94472.57">13866 9475,'-25'0,"50"0,50 0,-26 0,1 0,-1 0,1 0,24-49,-49 49,0 0,25-25</inkml:trace>
  <inkml:trace contextRef="#ctx0" brushRef="#br1" timeOffset="-93886.54">14461 9550,'25'0,"25"49,0-49,-50 25,24-25,1 0,25 0</inkml:trace>
  <inkml:trace contextRef="#ctx0" brushRef="#br1" timeOffset="-93675.53">14759 9475,'0'-24,"0"48,0 26,0-25,-49 24,49 1,-50 24,50-49,-50 0,50 49,25-74,0 0</inkml:trace>
  <inkml:trace contextRef="#ctx0" brushRef="#br1" timeOffset="-93052.49">14933 9500,'49'0,"1"-49,-25 49,0 0,24-25,-24 25,0-25,-25 25,-25 25,-25 49,1-24,24-1,25-24,-50-25,50 25,0-25,0 0,50 0,24 0,-49 0,0 0,0 0,24 0</inkml:trace>
  <inkml:trace contextRef="#ctx0" brushRef="#br1" timeOffset="-91021.38">13569 12477,'0'-25,"24"25,1 0,0 0,0 0,74 0,-74 0,0 0,24 0,26 0,-26 0,1 0,-1 0,1 0,0 0,-1 0,26 0,-1 50,-24-50,24 0,25 0,-24 0,-1 0,1 0,-1 0,25 0,0 0,1 0,48 0,-48 0,24 49,-50-49,1 0,-26 0,1 0,-1 0,-24 0,0 0,0 0,24 0,1 0,-25 0,24 0,-24 0,-50-25,1 25</inkml:trace>
  <inkml:trace contextRef="#ctx0" brushRef="#br1" timeOffset="-90331.34">14263 11931,'0'-50,"-25"100,-24 0,49-1,-50 1,50-25,-25-25,25 49,0 1,-25-50</inkml:trace>
  <inkml:trace contextRef="#ctx0" brushRef="#br1" timeOffset="-90091.32">14040 11956,'0'25,"25"-25,24 49,-24-49,25 50,-26-50,26 49,-25-49,24 0,-24 25,-50-25</inkml:trace>
  <inkml:trace contextRef="#ctx0" brushRef="#br1" timeOffset="-89416.28">13891 11906,'25'0,"0"0,-1 0,26 0,-25 0,0-49,24 49,-24 0,0 0,49-25,-24 25,-25 0,-25-25,0 25</inkml:trace>
  <inkml:trace contextRef="#ctx0" brushRef="#br1" timeOffset="-88906.25">14561 11931,'0'-50,"0"75,25 25,24-25,26-25,-75 49,49-49,1 0,-25 0,24-49</inkml:trace>
  <inkml:trace contextRef="#ctx0" brushRef="#br1" timeOffset="-88727.24">14933 11857,'0'0,"-25"24,25 51,-74-26,74 1,-50 0,50 24,-50-49,50 0,0 24</inkml:trace>
  <inkml:trace contextRef="#ctx0" brushRef="#br1" timeOffset="-87925.2">15156 11807,'0'-50,"50"50,-50-24,49 24,1-25,-25 25,-25-50,24 50,-24 50,-24-1,-1-24,-25 25,25-25,25 24,-49-49,49 25,-50-25,50 25,50-25,-25-25,-1 25,51-50,-26 50,1-24,0 24,24 0,-24-50,-26 50,1 0,25 0,-25 0,-25-25,0 25</inkml:trace>
  <inkml:trace contextRef="#ctx0" brushRef="#br1" timeOffset="-86192.1">14883 9227,'25'0,"0"0,0 0,24-24,1 24,-25 0,49 0,-74-50,25 50,0 0,-25 25</inkml:trace>
  <inkml:trace contextRef="#ctx0" brushRef="#br1" timeOffset="-84616.01">13221 14808,'25'0,"0"0,24 0,26 0,24 0,0 0,25 0,50-24,49 24,0 0,26 0,-26 0,-25 0,50 0,0 0,-24-50,24 50,24-50,1 50,-49 0,-1-74,-50 74,-49 0,0 0,-24-25,-26 25,-24 0,-1 0,-24-49,25 49,-25 0,-25-25,0 25,0 0</inkml:trace>
  <inkml:trace contextRef="#ctx0" brushRef="#br1" timeOffset="-82884.91">13742 14337,'0'-25,"-25"50,25 0,-49 25,49-1,-50 1,50-25,-25 24,25-24,-49-25,49 50</inkml:trace>
  <inkml:trace contextRef="#ctx0" brushRef="#br1" timeOffset="-82636.9">13544 14312,'25'25,"-25"0,49 25,1-26,-1 26,1-25,0-25,24 74,-49-74,24 25,-24-25,-25 25</inkml:trace>
  <inkml:trace contextRef="#ctx0" brushRef="#br1" timeOffset="-82208.87">14238 14287,'0'0,"25"0,-25 50,50-50,-50 50,49-50,-24 49,49-49,-49 25,25-25,0 0,-1 0</inkml:trace>
  <inkml:trace contextRef="#ctx0" brushRef="#br1" timeOffset="-82013.86">14685 14263,'0'-25,"0"50,0-1,-50 51,50-25,-49 24,-1 25,25-49,-25-25,50 24,0-24,25-25</inkml:trace>
  <inkml:trace contextRef="#ctx0" brushRef="#br1" timeOffset="-81315.82">14189 14089,'-25'0,"-25"0,75 0,25 0,-1 0,1 0,24 0,1 0,24 0,25-50,-50 50,-24 0,0 0,-26 0,-24-24,0 24</inkml:trace>
  <inkml:trace contextRef="#ctx0" brushRef="#br1" timeOffset="-80580.78">14982 14213,'0'0,"75"0,-26 0,26 0,-50-50,24 50,-24 0,0 0,24-24,-49 24,-24 24,-1 51,-50-26,26 1,-1 25,-24-26,49 1,0-50,25 25,0-25,50 0,-1-50,-24 50,25-25,-25 25,-1 0,26 0,-25 0,0 0,-25-49</inkml:trace>
  <inkml:trace contextRef="#ctx0" brushRef="#br1" timeOffset="-80022.75">15057 13990,'-25'0,"25"0,74 0,-24 0,0 0,-1-50,1 50,24 0,1 0,-51 0,-24-25,25 25,-25 0</inkml:trace>
  <inkml:trace contextRef="#ctx0" brushRef="#br1" timeOffset="-78135.64">15106 16495,'-24'0,"24"0,24 0,26 0,24 0,1 0,-1-25,25 25,50 0,25 0,-25 0,49-49,1 49,-1 0,25-50,-74 50,0 0,-75 0,-49-25,25 25,-50-49</inkml:trace>
  <inkml:trace contextRef="#ctx0" brushRef="#br1" timeOffset="-77372.59">15627 15925,'0'-25,"0"50,-49 49,24-24,25-1,-75 1,75-25,-24-25,24 49,0-24,-25-25</inkml:trace>
  <inkml:trace contextRef="#ctx0" brushRef="#br1" timeOffset="-77162.58">15379 16049,'25'0,"0"24,0-24,24 25,1-25,-1 50,1-50,0 25,24-25,-49 49,25-49</inkml:trace>
  <inkml:trace contextRef="#ctx0" brushRef="#br1" timeOffset="-76944.57">15900 15999,'25'0,"25"50,-1-50,1 0,24 0</inkml:trace>
  <inkml:trace contextRef="#ctx0" brushRef="#br1" timeOffset="-76750.56">16198 15900,'0'-25,"0"25,0 50,0-1,0 26,-50-26,50 1,-49-1,49-24,0 25</inkml:trace>
  <inkml:trace contextRef="#ctx0" brushRef="#br1" timeOffset="-75220.47">16421 15875,'-50'0,"75"0,25 0,-25 0,24-25,-24 25,0-25,24 25,-49-49,50 49,-50 49,-74 26,49-26,-25 1,1 0,24-26,-25 26,75-50,0-25,0 25,24-74,-24 74,25-25,-26 25,1 0,25 0</inkml:trace>
  <inkml:trace contextRef="#ctx0" brushRef="#br1" timeOffset="-74926.45">16371 15652,'0'-25,"50"25,24 0,-24 0,24 0,-24-25,25 25,-26 0,1 0,-25-49,-25 73</inkml:trace>
  <inkml:trace contextRef="#ctx0" brushRef="#br1" timeOffset="-73481.37">17339 18107,'0'0,"0"0,74 0,-24 0,49 0,50 0,25 0,24 0,50 0,0 0,75-49,-100 49,50 0,-75 0,-49-50,-25 50,-25 0,-24 0,-26 0,-24 0,25 0,-50-49,24 49,1 0</inkml:trace>
  <inkml:trace contextRef="#ctx0" brushRef="#br1" timeOffset="-72377.31">18356 17686,'0'-50,"0"1,0 73,0 1,-50 0,25 25,25-26,-49 26,-1-25,50 0</inkml:trace>
  <inkml:trace contextRef="#ctx0" brushRef="#br1" timeOffset="-72167.3">18157 17636,'25'25,"0"-25,25 25,-26-25,1 49,25-49,-25 25,24-25,-24 0,0 25,24-25,26 0</inkml:trace>
  <inkml:trace contextRef="#ctx0" brushRef="#br1" timeOffset="-71956.28">18653 17636,'-49'0,"49"0,25 0,-25 25,74-25,-49 0,0 50,24-50,-24 0,0 0,25 0,-26 0</inkml:trace>
  <inkml:trace contextRef="#ctx0" brushRef="#br1" timeOffset="-71753.27">19050 17537,'-49'0,"49"25,0 0,-25-1,25 26,-50-25,50 24,-24-24,24 0,-25-25,25 50,0-50,25 0</inkml:trace>
  <inkml:trace contextRef="#ctx0" brushRef="#br1" timeOffset="-71184.24">19150 17562,'24'0,"51"-50,-26 50,1-25,0 25,24-49,-49 49,-25-25,0 50,-50 24,1 1,24-25,25 24,-75-24,75 0,50-25,-25 0,0 0,24 0,-24-50,0 50,24 0,-24 0,0 0</inkml:trace>
  <inkml:trace contextRef="#ctx0" brushRef="#br1" timeOffset="-69205.13">11038 2828</inkml:trace>
  <inkml:trace contextRef="#ctx0" brushRef="#br1" timeOffset="-68575.09">13593 2803,'0'50</inkml:trace>
  <inkml:trace contextRef="#ctx0" brushRef="#br1" timeOffset="-67855.05">14610 3820,'0'0</inkml:trace>
  <inkml:trace contextRef="#ctx0" brushRef="#br1" timeOffset="-67285.02">12527 3919,'-25'0,"25"0</inkml:trace>
  <inkml:trace contextRef="#ctx0" brushRef="#br1" timeOffset="-63618.81">15454 10096,'24'0,"26"0,0 0,24 0,1 0,-1 0,0 0,26 0,48 0,-24 0,25 0,-25 0,75 0,49 0,49 0,1 0,25 0,-1 0,-49 0,-75 0,26 0,-100 0,-50 0,-24 0,-50 74,0 0,0-24,0 49,0 0,-25 25,25-24,0-26,-25 0,25-24,0 0,0-26,0-24,50 0,24 0,25 0,25 0,0 0,25 0,25 0,-1 0,-73 0,-26 0,-24 0,-1 0,1 0,-25 0</inkml:trace>
  <inkml:trace contextRef="#ctx0" brushRef="#br1" timeOffset="-61239.67">16049 12601,'25'0,"0"0,24 0,26 0,-26 0,1 0,-1 0,1 0,24 0,1 0,-1 0,26 0,-1 0,50 0,-25 0,49 0,1 0,-25 0,-25 0,-25 0,25 0,-50 0,1 0,-1 0,25 0,1 0,-1 0,0-50,-49 50,-1 0,1 0,-25 0,-25-49,-25 24,25-25,-50 50,50-74,0 24,0 25,0-24,0-1,0 0,0-24,0 24,-25 50,25-49,0-1,0 25,0 25,0-49,50 49,-25 0,0 0,24 0,-24 0,0 0,0 0,24 0,1 0,0-25,-1 25,26 0,24 0,0 0,0 0,0 0,1 0,24 0,-25 0,-25 0,-24 0,0 0,-1 0,1 0,-25 0,-1 0,26 0,-25-50,24 50,1 0,24 0,-49 0,0 0,25-24,-75 24,0 0</inkml:trace>
  <inkml:trace contextRef="#ctx0" brushRef="#br1" timeOffset="-59957.6">17636 14585,'-24'0,"48"0,26 0,0 0,24 0,1 0,49-49,-25 49,50 0,-1 0,26 0,0 0,-1 0,1 0,-25 0,-75 0,-49-25,-25-25,0 25</inkml:trace>
  <inkml:trace contextRef="#ctx0" brushRef="#br1" timeOffset="-58598.52">19075 13221,'0'0,"0"50,0-26,0 26,0-25,0 49,0-49,-25 0,25 24,0-24,0 0,0 25,0-1,0 1,0-25,0 24,0 1,0-25,0-1,0 26,0-25,0 0,0 24,-24-49,24 25,0 0,0 24,0-24,0 0,0 0,0 24,0-24,0 0,0 25,0-25,0-1,0-24,0-24,0-51</inkml:trace>
  <inkml:trace contextRef="#ctx0" brushRef="#br1" timeOffset="-57776.47">19199 13196,'-25'0,"-24"0,74 0,-1 0,26 0,0 0,24 0,0-50,1 50,24 0,50-49,-25 49,25 0,-50 0,25-25,-50 25,1 0,-26 0,1-50,-25 50,-50 25</inkml:trace>
  <inkml:trace contextRef="#ctx0" brushRef="#br1" timeOffset="-56193.38">17066 16346,'25'0,"24"0,1-49,24 49,26 0,-26-25,0 25,50 0,-24-50,-26 50,1 0,24-49,-25 49,1 0,-1-25,25 25,25-50,0 50,50 0,0 0,-75 0,-25 0,1 0,-51 0,1-49,25 49,-25-25,-1 25,26 0,-25 0,-25-25,25 25,49 0,-49 0,-25-50,25 1,-25 24,74-49</inkml:trace>
  <inkml:trace contextRef="#ctx0" brushRef="#br1" timeOffset="-54789.3">19745 14362,'0'0,"0"50,0-26,0 1,0 25,0 24,0 1,25-1,-25 0,0 1,0-1,0 1,0-1,0-49,24 24,-24 26,0-26,0 1,0-25,25-25,-25 50,0-26,0 51,0-50,0-1,0 1,0 25,0-25,0-1,0 26,0-25,0 0,0 24,0-24,0 0,0 24,0-24,0 0,0-25,-25 0,1 0,-51 0,50 0,-24 0,24 0,25 0,0-50</inkml:trace>
  <inkml:trace contextRef="#ctx0" brushRef="#br1" timeOffset="-53681.24">19770 14511,'0'-50,"24"50,26 0,0 0,24 0,1 0,-1 0,25 0,-24 0,-1-25,0 25,1 0,-1 0,1 0,-51-49,1 49,25 0,-50-25,25 25,-1 0,-24 0</inkml:trace>
  <inkml:trace contextRef="#ctx0" brushRef="#br1" timeOffset="-52203.15">20340 15404,'0'0,"0"49,0 26,0-50,0-1,0 51,0-26,0 26,0-1,0 1,0-26,0 26,0-1,0 0,0 1,-49 24,49-24,0-1,0 0,-25 1,25-1,0 1,0-1,-50-24,50-26,0 26,0 0,0-1,0 1,-25-25,25 24,0-24,0 25,0 24,0-24,0 24,-49-74,49 50,0-1,0 1,0 0,0-26,0 1,0 0,0 25,0-26,-25 26,25-25,0 0,0-1,0 26,0-25,0-50,0-49,74-75</inkml:trace>
  <inkml:trace contextRef="#ctx0" brushRef="#br1" timeOffset="-51291.1">20390 15478,'0'25,"25"-25,24 0,1 0,24 0,25-25,50 25,0-49,-50 49,-24 0,-26 0,1-25,-25 25,-50-100</inkml:trace>
  <inkml:trace contextRef="#ctx0" brushRef="#br1" timeOffset="-49751.01">20291 10964,'0'0,"49"0,1 0,-25 0,-1 0,51 0,-26 0,1-25,0 25,-1 0,26 0,-26 0,1 0,-25 0,24 0,-24-50,-50 50</inkml:trace>
  <inkml:trace contextRef="#ctx0" brushRef="#br1" timeOffset="-47905.91">20439 11782,'0'0,"50"0,0 0,-26 0,1 0,25 0,-25 0,24 0,-24 0,0 0,0 0,24 0,-24 0,25 0,-1 0,26 0,-50 0,-1 0,26 0,-25 0,0 0,24 0,26 0,-51 0,1 0,25-49,-50 73,-25-24</inkml:trace>
  <inkml:trace contextRef="#ctx0" brushRef="#br1" timeOffset="-46548.83">20340 13122,'-25'0,"25"0,50 0,0 0,-26 0,26 0,0 0,-26 0,1 0,0 0,49 0,-24 0,0 0,-1 0,1 0,0 0,-26-50,1 50,50 0,-51 0,1 0,25 0,-1 0,-24 0,0 0,25 0,-26 0,1 0,25 0,-25 0,-1 0,26 0,-25 0</inkml:trace>
  <inkml:trace contextRef="#ctx0" brushRef="#br1" timeOffset="-45618.78">20663 14461,'0'0,"0"0,74 0,-24 0,-26 0,26 0,-25 0,0-49,24 49,-24 0,0 0,25 0,-50-25,24 25,26 0,0 0,-1 0,50 0,-49 0,-25 0</inkml:trace>
  <inkml:trace contextRef="#ctx0" brushRef="#br1" timeOffset="-44605.72">21134 15379,'0'50,"0"-50,25 0,0 0,49 0,-49 0,0 0,24 0,1 0,-1-25,-24 25,25 0,-25 0,-25-25,49 25,-49-50,0-24</inkml:trace>
  <inkml:trace contextRef="#ctx0" brushRef="#br1" timeOffset="-40929.51">20638 10517,'49'0,"-24"0,25 0,-1 0,26 50,-25-1,-26-49,26 50,-25-50,-25 50,49-50,-49 49,100-24,-100 25,24-26,-24 1,50 50,-50-51,50 26,-26-25,26 24,-50-24,50 0,-50 25,49-25,-49-1,25 26,-25-25,50 24,-50-24,24 0,-24 25,0-26,50 26,-50-25,50 0,-50 24,0-24,24 0,-24 24,0-24,0 0,0 25,50-26,-50 26,0 0,0-26,0 1,0 25,0-25,25-1,-25 26,0-25,0 0,0 24,0 26,0-1,0-49,0 0,0 24,0-24,0 0,0 25,0-26,0 1,0 25,0-25,0-1,0 1,0 50,0-26,0-24,0 0,0 24,0-24,0 0,0 25,0-1,0 1,0 0,0-26,0 1,0 0,0 25,0-26,0 1,0 25,-50-25,50-1,0 26,0-25,0 0,0 49,0-24,-25-26,25 26,0 0,0-26,0 26,-49 0,49-26,0 1,0 25,0-25,0-1,-25 26,25-25,0 24,0-24,0 25,-50-25,50 24,0 26,0-50,-24-1,24 26,0-25,0 0,0 24,-50 1,50-1,-25 1,25 24,-49-24,49 0,-25-1,25 1,-50-1,50 1,-25-50,25 50,-24 24,24-49,-50 0,50 49,-25-49,25 0,-49 24,49-24,-25 25,-25-1,50 1,-25-50,25 50,-49-1,49-24,-25-25,25 25,-25 24,25-24,-49-25,49 25,-25 25,25-50,0 0,25 0,-25-50,49 50,-49-25,25 25,0 0,49 0,-74-25,25 25,25 0,-50-49,24 49,26 0,-25-25,0 25,-25-25,74 25,-74-49,50 49,-26-25,26 25,-25-50,0 50,-25-25,74 25,-49-24,0 24,24-50,-24 50,25-25,-26 25,1-49,25 49,-25-50,-1 50,26-50,0 1,-1 24,-24-25,50 25,-26-24,1 24,-1-25,26 26,-50 24,24-75,-24 75,-25-49,50 49,-50-75,49 50,-49-49,50 24,-50 26,49-26,-49 25,50-24,-50 24,74-25,-74 25,25 1,-25-26,50 25,-50-24,49-26,-49 1,75-1,-75 26,50-26,-50 26,24-1,-24 25,50-49,-50 24,0 1,50-1,-50 0,0 26,0-1,24-25,-24 25,0 1,0-26,0 25,25 0,-25-74,0 74,0 1,0-1,0-50,0 26,0-1,0 0,0 1,0 24,0-25,0 26</inkml:trace>
  <inkml:trace contextRef="#ctx0" brushRef="#br1" timeOffset="-38537.37">20836 10492,'50'0,"-25"50,0-50,24 0,-24 0,25 0,-26 0,26 0,0 25,-1-25,1 0,24 49,-24-49,24 25,1-25,-1 50,0-50,-24 49,0-49,-1 25,-24-25,-25 25,50-25,-50 50,74-50,-24 24,-25-24,-1 50,26-50,-25 25,0-25,24 25,1 24,-1-49,-49 25,75-25,-26 50,-24-50,-25 24,25-24,-25 25,50-25,-50 50,24-25,26 24,-25-24,24 25,-49-1,25-49,-25 25,25-25,-25 25,50 25,-50-26,24 26,-24-25,50 0,-50 24,0-24,25-25,-25 25,0 24,25-24,-25 0,49 25,-49-26,25-24,-25 25,0 25,25-50,-25 49,0 1,50-50,-50 25,0 24,24-49,-24 25,0 0,50 25,-50-25,0-1,25-24,-25 50,0-25,0 0,25-25,-25 49,0-24,0 0,49 24,-49-24,0 0,0 25,25-26,-25 1,0 25,0-25,0 24,0 1,0 24,0-24,0-25,0-1,0-24,0 50,0-75,0-24</inkml:trace>
  <inkml:trace contextRef="#ctx0" brushRef="#br1" timeOffset="-37242.3">23317 12898,'-25'0,"50"0,24 0,26 0,-50 0,24 0,-24 0,25 0,-26 0,1 0,25 0,-25 0,-1 0,26 0,0 0,-1 0,-24 0,25 0,24 0,-24 0,-25 0,-1 0,51 0,-50 0,-1 0,26 0,0 0,-26 0,26-24,0 24,24 0,-49 0,0 0,49 0,0 0,-49 0,0 0,25 0,24-50,-49 50,-25-25,-25 25,25-25</inkml:trace>
  <inkml:trace contextRef="#ctx0" brushRef="#br1" timeOffset="-35965.23">23887 13395,'0'-50,"0"100,0 24,0 0,0 1,0 49,0 0,0-25,0-25,0-24,-25-25,25 0,0-50,0 0,0 0,25-74,-25 49</inkml:trace>
  <inkml:trace contextRef="#ctx0" brushRef="#br1" timeOffset="-35441.2">23887 13519,'0'-50,"0"50,0-25,25 25,25-49,-26 49,51-25,-1 25,-24 0,24-50,1 50,-1-25,1 25,-1-49,-49 49,-25 0,-50 0</inkml:trace>
  <inkml:trace contextRef="#ctx0" brushRef="#br1" timeOffset="-34947.17">23912 13692,'25'0,"24"0,-24 0,25 0,0 0,24-25,-24 25,-26 0,26 0,-25-24,0 24,24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10:18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596 868,'0'-49,"0"98,0 1,0 49,0 0,0 50,0-25,0-25,0 25,-50-74,50-25,0 24,0-24,0-25,0-49,25 49,-25-25,49 25,-24 0,25-25,-1 25,1 0,-25-50,25 50,-26 0,1 0,-25-25,0 25</inkml:trace>
  <inkml:trace contextRef="#ctx0" brushRef="#br0" timeOffset="308.01">546 1042,'25'0,"0"0,-1 0,26-50,0 50,-1-25,1 25,0 0,-26-49</inkml:trace>
  <inkml:trace contextRef="#ctx0" brushRef="#br0" timeOffset="356.02">893 918,'0'25</inkml:trace>
  <inkml:trace contextRef="#ctx0" brushRef="#br0" timeOffset="579.03">496 1414,'0'0,"0"0,75 0,-50 0,-25-50,74 50,0 0,-24 0,-50-25</inkml:trace>
  <inkml:trace contextRef="#ctx0" brushRef="#br0" timeOffset="818.04">1216 1240,'0'0,"0"25,-25 25,25-1,-25 1,25-1,-74-24,74 0,-25 25</inkml:trace>
  <inkml:trace contextRef="#ctx0" brushRef="#br0" timeOffset="1007.05">1042 1339,'50'25,"-1"-25,1 50,-25-1,-25-24,74 25,-24-50,-50 25</inkml:trace>
  <inkml:trace contextRef="#ctx0" brushRef="#br0" timeOffset="1727.09">1662 1091,'0'25</inkml:trace>
  <inkml:trace contextRef="#ctx0" brushRef="#br0" timeOffset="1898.1">1737 1364</inkml:trace>
  <inkml:trace contextRef="#ctx0" brushRef="#br0" timeOffset="2198.12">2134 918,'0'25,"0"-1,0 26,0 0,0 49,0-50,0 1,0 0,0 24,0-24,0-1</inkml:trace>
  <inkml:trace contextRef="#ctx0" brushRef="#br0" timeOffset="2662.15">1117 1960,'24'0,"76"0,-26 0,0 0,1-50,24 50,50-74,0 74,0-75,-50 75,25-49,-50 49,-24-25,-1 25</inkml:trace>
  <inkml:trace contextRef="#ctx0" brushRef="#br0" timeOffset="3008.17">1464 2059,'49'0,"1"-50,24 50,50-49,1 49,-1-75,-25 75,0-74,-49 74,-1-25,-24 25,-50 0</inkml:trace>
  <inkml:trace contextRef="#ctx0" brushRef="#br0" timeOffset="6600.37">3448 2406,'0'-25,"0"25,50-49,-25 49,24 0,1 0,-25 0,-25 49,49 26,-49-1,0-24,0-1,0 1,0-25,-25-25,25 49,-49-49,24 0,25 25,0-50</inkml:trace>
  <inkml:trace contextRef="#ctx0" brushRef="#br0" timeOffset="6930.39">3994 2356,'0'-24,"0"24,-50 0,25 24,-24 26,24-25,-25 49,26-24,-26-1,50 1,-25 0,25-1,0-24,50-25,-1 0,1 0,0 0,-1 0,1 0,-25 0,-25 0,49 0,-49-25</inkml:trace>
  <inkml:trace contextRef="#ctx0" brushRef="#br0" timeOffset="7852.44">4788 2654,'-50'0,"75"0,24 0,-24 0,25 0,-1-50,26 50,-25 0,-1 0,-24 0,49 0,-49 0</inkml:trace>
  <inkml:trace contextRef="#ctx0" brushRef="#br0" timeOffset="8145.46">4912 2456,'0'-50,"0"75,0 49,0-24,0-1,0 1,0 0,0 24,0-24,0-25,0-1</inkml:trace>
  <inkml:trace contextRef="#ctx0" brushRef="#br0" timeOffset="9562.54">5705 2356,'0'-49,"25"49,25-25,-25 25,24 0,1 0,-1 0,-24 0,25 0,-50 50,49 24,-49-49,0 24,0 1,0 24,0-49,-49 25,24-50,-25 25,26-25,-26 0,50 0</inkml:trace>
  <inkml:trace contextRef="#ctx0" brushRef="#br0" timeOffset="9916.56">6400 2208,'0'0,"-50"0,26 0,-26 0,0 49,-24-24,49 25,-25-26,50 26,-24-25,24 0,0 24,0-24,0-25,49 25,1-25,0 0,-1 0,1 0,24 0,-49 0,0 0,-25 0,0-25,0-25</inkml:trace>
  <inkml:trace contextRef="#ctx0" brushRef="#br0" timeOffset="10328.59">6524 1786,'0'-25,"0"50,50 25,-50-26,0 1,0 25,0-1,0 1,0-25</inkml:trace>
  <inkml:trace contextRef="#ctx0" brushRef="#br0" timeOffset="11146.63">6822 2108,'0'-24,"0"48,0 26,0 0,0-1,0-24,24-25,1 0,25 0,-1 0,1 0,-25 0,24-25,-49-49,25 49,-25-49,0 123,0-24,0 0,0 49,-49 25,49 1,-75 73,26-49,-1-49,50-1,-50-24,1-1,49-49,25 0,-25-74,24 74</inkml:trace>
  <inkml:trace contextRef="#ctx0" brushRef="#br0" timeOffset="13576.77">7863 2332,'0'0,"25"0,50 0,-1 0,0 0,1 0,24 0,-24 0,-1 0,-24 0,-26 0,-73 24,24-24,-25 0,1 25</inkml:trace>
  <inkml:trace contextRef="#ctx0" brushRef="#br0" timeOffset="13875.79">7987 2555,'0'0,"25"0,25 0,24 0,-24 0,24 0,1 0,-1 0,1-50,-1 50,-24 0,-75 0</inkml:trace>
  <inkml:trace contextRef="#ctx0" brushRef="#br0" timeOffset="14618.83">9228 1984,'0'-49,"0"24,0 25,49 0,-24 0,0 0,25 0,-26 0,1 0,74 25,-99 0,25-25,-25 49,0 1,-25-25,1 24,-26 1,25-25,0-25,25 49,-49-49,49 50,0-25,0-1</inkml:trace>
  <inkml:trace contextRef="#ctx0" brushRef="#br0" timeOffset="14789.84">9377 2580</inkml:trace>
  <inkml:trace contextRef="#ctx0" brushRef="#br0" timeOffset="17942.02">11187 1414,'0'-25,"-49"25,-1 0,0 0,1 0,-1 0,1 0,24 0,-25 25,1-25,49 25,0-1,0 1,0 50,0-1,0 25,0 25,-50 75,50-75,0-25,0-25,-25 1,25-50,0-1,0 26,0-75,25 0,0 25,49 0,-24-49,-1 49,26 0,-1 0,1 0,-26 0,1 0,-25 0,-25 0</inkml:trace>
  <inkml:trace contextRef="#ctx0" brushRef="#br0" timeOffset="19538.11">12130 1563,'0'0,"0"-25,-50 25,25 0,1 0,-26 0,50 49,-50-49,50 50,-24-25,24 25,0-1,24 1,1-50,25 49,-25-49,-25 25,49-25,-49 25,0 25,0-26,-49-24,-1 50,25-50,-24 0,-26 0,50 0,25 25,-24-25,48 0,51 0</inkml:trace>
  <inkml:trace contextRef="#ctx0" brushRef="#br0" timeOffset="19906.13">12353 1836,'0'-25,"0"25,0 49,0 51,0-76,0 26,0-25</inkml:trace>
  <inkml:trace contextRef="#ctx0" brushRef="#br0" timeOffset="20133.15">12353 1662,'0'-25,"-25"25,0 0</inkml:trace>
  <inkml:trace contextRef="#ctx0" brushRef="#br0" timeOffset="21414.22">12725 1736,'0'25,"0"25,0-25,0-1,0 26,0-25,0 0,-25-25,25 0,0-25,0-25,0 25,0 1,0-26,0 0,0 50,75 0,-50 0,24 25,1 25,-50-1,25-49,-25 25,0 25,24-50,-24-25,0 0,0 0,0 1,0-26,50 25,-25-24,24 49,-24 0,0 24,-25 51,50-50,-50 24,0 1,24-50,-24 25,25-25,50 0,-75-50,24 25,-24-24,50 24,-50-25,0 75,0 25,0-1,0-24,0 25,0-1,0 26,0 24,0-25,0 1,0-1,0-49,0 0,0 24</inkml:trace>
  <inkml:trace contextRef="#ctx0" brushRef="#br0" timeOffset="21693.24">13420 1736,'0'-49,"24"49,-24-25,25 25,25 0,0 0,-50 25,0 49,-25-24,25-1,-50 1,50-25,-50-25,50 25,0-50</inkml:trace>
  <inkml:trace contextRef="#ctx0" brushRef="#br0" timeOffset="22185.26">13693 1439,'0'49,"0"1,-25-1,25 26,0-25,0-1,0 1,25-1,-1-24,51-25,-50 0,24 0,-49-25,50-24,-50 24,0 0,25-24,-25 24,0 25,0 49,0 26,49-50,-24-25,25 0</inkml:trace>
  <inkml:trace contextRef="#ctx0" brushRef="#br0" timeOffset="22336.27">14040 1563,'-25'-25,"25"25,25 0,24 0</inkml:trace>
  <inkml:trace contextRef="#ctx0" brushRef="#br0" timeOffset="22673.29">14263 1389,'-25'-50,"25"50,0 75,-25-50,25-1,0 26,0 0,0-1,0 1,0 0,0 24,0-24,0-1,0 1,0-25,0 24,0 1,0-25,-24-25</inkml:trace>
  <inkml:trace contextRef="#ctx0" brushRef="#br0" timeOffset="23304.33">14139 1786,'25'-50,"49"1,-49 49,0 0,24 0,-24 0,-25 25,0 24,0-24,25-25,25 0,-26 0,1 0,50-25,-50-24,-25 24,0-25,0 75,0 25,0-26,0 26,0 0,0-1,0 26,49 24,-49 50,0-75,0 0,-25-24,25 0,-24-50,24 24,-50-24,25 0,-25 0,26-24,-51-26,75 25,0-24,25-51,25 26,-1-25,26 49,-1 1,1 49,-1-25,0 25</inkml:trace>
  <inkml:trace contextRef="#ctx0" brushRef="#br0" timeOffset="24421.39">15677 1339,'0'-49,"0"98,0-24,0 25,0-1,0 1,0 24,0-24,0 0,0-25,50 24,-50-24,0 25,24-50</inkml:trace>
  <inkml:trace contextRef="#ctx0" brushRef="#br0" timeOffset="25141.43">15528 1637,'-50'0,"50"-25,-24 25,24-49,0 49,49 0,26 0,-1-25,25 25,1 0,24 0,-50 0,-49 0,0 0,-25-50,0 100,0-25,0 24,49 1,-49 0,0-26,25-24,0 0,24-49,-49-1,25 50,-25-50,50 50,-25 50,24-25,-24 0,0-25,24 0,-24 0,25-25,-50 0,25-25,-1 75,-24 25,50-50,-50 25,0 24,25-49</inkml:trace>
  <inkml:trace contextRef="#ctx0" brushRef="#br0" timeOffset="25292.44">16644 1414,'0'0,"50"25</inkml:trace>
  <inkml:trace contextRef="#ctx0" brushRef="#br0" timeOffset="25741.47">16669 1736,'0'0,"50"-74,24 24,-24 1,-1 24,-24-25,25 1,-75 49,-25 0,50 0,0 49,0-24,0-25,25 25,50-25,-26 0,1 49,-25-49,24 0,-49 25,25-25,-25 50,-25-50,-24 25,24-25,-25 49,1-49,24 50,-25 0</inkml:trace>
  <inkml:trace contextRef="#ctx0" brushRef="#br0" timeOffset="26558.51">18182 1414,'0'-25,"0"25,0 25,0 0,0 24,0 1,0-25,0 24,50-24,-50 0,25-25</inkml:trace>
  <inkml:trace contextRef="#ctx0" brushRef="#br0" timeOffset="26866.53">18257 1166,'0'-25,"0"25,0 0,-25 74,0-74,0 25,-49-25,49 0,25 0,0-49,50 49,-1-50,26 50,-26 0,1 0,-25 0</inkml:trace>
  <inkml:trace contextRef="#ctx0" brushRef="#br0" timeOffset="27525.57">18505 1389,'-25'50,"25"-1,0-24,0 25,0-75,0-50,25 51,-25-1,24 25,-24-50,25 50,-25 25,50-25,-50 50,25-50,-25 49,49-49,-49 50,50-50,24 49,-49-49,0 0,25 0,-50-24,49 24,-49-100,0 51,0-1,0 1,0 24,0-25,-25 25,25 25,0 25,25 50,-25-26,25 1,-25-1,0 26,0-26,0-24,0 0</inkml:trace>
  <inkml:trace contextRef="#ctx0" brushRef="#br0" timeOffset="27877.59">18976 1439,'0'-50,"0"50,50 0,-1 0,1 0,-25 0,-25 25,49-25,-49 49,0-24,25-25,0 0,24 0,-24 0,-25 0,25 0,-25-99,0 49,-50 50,1 0,-26 0,1 0,24 0,50 0</inkml:trace>
  <inkml:trace contextRef="#ctx0" brushRef="#br0" timeOffset="30106.72">20018 1290,'0'0,"0"25,0 24,0-24,0 0,0 24,0-24,0-25,0-49,0 24,0 0,0-25,0 26,49-26,-24 0,25 50,-1 0,1 0,-25 50,-25-25,0 0,0 24,0-24,49 0,-49 24,0-24,25 0,-25-25,0-25,0-24,0 24,0 0,0 0,50-49,-50 49,49 25,-24-50,25 50,-25 0,-1 25,-24 0,0 25,0-26,50 1,-50 50,25-51,24 1,-24-25,0 0,-25-25,50 1,-50-26,24 50,-24-50,50 26,-50-1,25 25,-25 25,0 24,0 1,0-25,25-25,-25 49,49-49,1 0,-25 0,24 0,-49-49</inkml:trace>
  <inkml:trace contextRef="#ctx0" brushRef="#br0" timeOffset="30414.73">21010 1067,'0'-25,"25"25,-25 49,0-49,-50 25,1-25,24 0,25-25,0 25,25-74,49 74,-49 0,24 0,1 0</inkml:trace>
  <inkml:trace contextRef="#ctx0" brushRef="#br0" timeOffset="31043.77">21258 1215,'-25'0,"25"0,0 25,0 25,0-25,0-1,0 1,0 25,0-25,0-25,0-50,0 25,0-24,0-1,0 0,0 26,0-1,25 25,25 0,24 0,-49 0,24 49,-49 1,0-25,0 24,25 1,-25-25,25-25,25 0,-26 0</inkml:trace>
  <inkml:trace contextRef="#ctx0" brushRef="#br0" timeOffset="31245.78">21605 1265,'0'-25,"0"50,0 0,0 24,50-49,-50 50,49-50,-24 0,25 0,-25 25,-1-25,26 0,-50-25</inkml:trace>
  <inkml:trace contextRef="#ctx0" brushRef="#br0" timeOffset="31568.8">21655 1017,'0'-25,"0"25,0 0,0 25,-25-25,25 0,0-25,0 25,25 0</inkml:trace>
  <inkml:trace contextRef="#ctx0" brushRef="#br0" timeOffset="32551.86">21828 1166,'0'25,"0"-1,0 1,0 25,0-25,0-1,25 26,-25-25,0-50,0-25,0 26,0-26,0 0,25 1,-25 24,50 25,-26 0,1 0,25 0,-50 0,25 0,-25 74,0-49,0 0,25-25,-25 50,0-1,0-24,0-50,0-24,0 24,0 0,0 0,49-49,-24 74,-25-25,25 25,24 0,-24 0,0 0,-25 25,50-25,-50 49,0 1,24 24,-24-49,0-25,25 0</inkml:trace>
  <inkml:trace contextRef="#ctx0" brushRef="#br0" timeOffset="33053.89">22573 1116,'0'-25,"0"25,0 25,-25 25,25-25,0 24,0 1,0-1,0-49,25 0,24 0,-24 0,0 0,0 0,-25-24,49 24,-49-50,0 25,0 0,0-24,-25 49</inkml:trace>
  <inkml:trace contextRef="#ctx0" brushRef="#br0" timeOffset="33757.93">22895 1191,'-50'0,"50"0,0 24,25 26,-25-25,0 0,25-25,-25 49,0-24,0-50,0-24,0 24,0 0,0-25,50 26,-50-1,24 25,26 0,-50 25,50-1,-50 26,0-25,25 0,-25 49,0-124,0 1,0-1,49 1,-49-1,25 50,-25-25,50 25,-1 0,1 0,-25 25,-25 0,0 0,0 24,24-24,-24 0,0 24,0-24,0 0,50-25,0 0,-1-25,-49 0</inkml:trace>
  <inkml:trace contextRef="#ctx0" brushRef="#br0" timeOffset="35244.01">11708 2927,'0'-25,"0"50,0 25,0-1,0 26,25-26,-25 1,0-1,0 1,0-75,0 0,0-24,0-1,0-24,0-1,0 26,0-1,50 50,-50-49,49 49,26 0,-26 0,-24 0,-25 49,50 1,-50-1,0 1,0 24,0-24,0-25,0 0,0 24,49-49,-24 0,-25-25</inkml:trace>
  <inkml:trace contextRef="#ctx0" brushRef="#br0" timeOffset="35536.03">12179 3051,'0'-25,"0"50,0 0,0 0,0 24,0-24,25-25,25 25,-1-25,-24 0,25 0,-25 0,-1 0,-24 0,50-25,-50-25,0 26,0-1,0-25,-25 50</inkml:trace>
  <inkml:trace contextRef="#ctx0" brushRef="#br0" timeOffset="36189.06">12626 3026,'0'0,"25"50,-25-25,25-1,-25 26,0-25,0-50,0-25,0 1,0 24,0 0,49-24,-24 49,25 24,-1 1,-49 0,25 25,-25-1,0-24,50 25,-50-26,0-73,0-1,0 1,24-26,-24 50,50 25,-50-24,25 24,0 0,24 0,-24 49,-25-24,50 25,-50-26,0 1,0 25,0-25,24-25</inkml:trace>
  <inkml:trace contextRef="#ctx0" brushRef="#br0" timeOffset="36668.09">13271 2729,'0'-25,"0"25,0 49,49 1,-49 24,0-24,0 24,0-24,0 24,0-24,0 0,0-26,0-24,0-49,0 24,25-25,-25-24,25 49,25-24,-26 49,26 0,-50 49,0-24,0 0,0 24,0-24,-25 0,-24 25,-1-50,0 0</inkml:trace>
  <inkml:trace contextRef="#ctx0" brushRef="#br0" timeOffset="37533.14">13618 3026,'0'-49,"0"73,25 1,25-25,-26 0,1 0,25 0,-25 0,-1 0,26 0,-50-74,0 49,-50 25,26 0,-1 0,-25 0,1 0,24 25,-25 24,50-24,0 25,0-25,0-1,0 26,50-50,-1 25,51-25,-26 0,-24 0,-1 0,-24 0,-25-50,50 25,-50 1,0-26,0 25,0 0,0 25,-50-74,25 74,-24 0,49 0,49 0,1 0,-1 0,1 0,-25 0,0 0,-25-25,0 0,0 50,0 0,0 25,0-1,0 1,0-1,0 26,0-26,0 26,0-50,74-25</inkml:trace>
  <inkml:trace contextRef="#ctx0" brushRef="#br0" timeOffset="38882.22">14958 2927,'0'-25,"-25"25,0 0,0 50,25-25,-49-1,49 51,24-50,1-25,0 0,0 0,24 0,-24 0,-25 0,0-50,0 25,0-24,0-26,0-24,0 25,0-26,0 26,0 49,50 0,-25 25,24 0,1 0,-50 50,49-1,-49 26,0 24,0 50,0-25,-24 25,24-50,-50 25,50-50,0-24,0 0,0-26,50-24,-50 0,24 0,-24-49,0-1,50 1,-50-1,0 0,0 1,0 24,-50 25,26-50,-26 50,-24-49,24 49,25 0,25-25,50 25,49 0,50 0,-75 0</inkml:trace>
  <inkml:trace contextRef="#ctx0" brushRef="#br0" timeOffset="39992.28">15950 2431,'0'0,"0"74,0 1,0-1,0 1,0-1,0 0,0 1,0-26,49 1,-24-25,0-25,49 49,-49-49</inkml:trace>
  <inkml:trace contextRef="#ctx0" brushRef="#br0" timeOffset="40201.29">16223 2753,'0'-24,"0"48,0 26,0-25,0 0,0 24,24-24,-24 25,50-1</inkml:trace>
  <inkml:trace contextRef="#ctx0" brushRef="#br0" timeOffset="40494.31">16198 2555,'0'0,"0"25,-25-25,-25 0,26 0,24-25,49 0,26 25,-26 0,1 0,-25 0</inkml:trace>
  <inkml:trace contextRef="#ctx0" brushRef="#br0" timeOffset="40764.33">16446 2555,'0'-25,"0"25,0 25,0 24,49 1,-49 0,0-1,0 1,0 24,25-24,-25-25,0 24,50-49,-50 25</inkml:trace>
  <inkml:trace contextRef="#ctx0" brushRef="#br0" timeOffset="40951.34">16495 2704,'50'-25,"0"25,24 0,1 0,24-50,-50 50</inkml:trace>
  <inkml:trace contextRef="#ctx0" brushRef="#br0" timeOffset="42242.41">16892 2729,'25'0,"50"0,-1 0,0 0,1 0,-1 0,-49 0,-25-25,0-25,-50 50,1 0,-26 0,1 0,-25 25,49 0,25 24,-24-24,49 25,0-25,0-25,74 49,25-49,50 50,0-50,-50 0,0 0,1-25,-51-25,-24 26,-25-26,0 25,0 0,0-24,0 24,-50 25,1-50,24 50,-25 0,50-49,25 49,50 0,-1 0,-24 0,-25 0,24 0,-24 0,-25 24,0-24,0 50,-50 0,50-1,0-24,0-25,50 25,0-25,24 50,0-50,26 0,-26 0</inkml:trace>
  <inkml:trace contextRef="#ctx0" brushRef="#br0" timeOffset="42594.43">18356 2679,'0'0,"-99"-50,49 50,-24 0,24 0,25 25,-24 0,49 25,49 24,26-74,-26 25,1-25,-1 0,1 0,-50-25,25 25,-25-74,0 49,0 0,0 25,0 0,0 50,0-1,49-24,-24-25,25 50,-25-50</inkml:trace>
  <inkml:trace contextRef="#ctx0" brushRef="#br0" timeOffset="42833.45">18505 2580,'0'0,"0"-50,0 50,24 25,-24 0,0 24,0-24,0 0,0 0,0 24,0 1,0-25,0 24,50 1</inkml:trace>
  <inkml:trace contextRef="#ctx0" brushRef="#br0" timeOffset="43283.47">18703 2828,'0'-25,"0"-25,74 1,1-1,-50 50,-25-50,49 50,-49-24,25 24,-25-25,0 25,0 0,-74 0,74 25,-25 24,25-24,0-25,50 25,-1-25,1 0,-1 50,1-50,-25 0,-25 24,0-24,0 75,-75-75,51 25,-1-25,25 24,-75-24</inkml:trace>
  <inkml:trace contextRef="#ctx0" brushRef="#br0" timeOffset="43854.5">19199 2257,'50'0,"-1"0,26 0,-26 0,1 0,0 0,-26 0,-24-25,50 25,-75 0,25 50,0-25,0 0,0 49,0-24,25-1,-25 1,25 24,-25-24,49 0,-49 24,25-24,-25-1,0-24,0 0,-49-25,-26 49,-49-49,0 50,50-50,24 25,25-25</inkml:trace>
  <inkml:trace contextRef="#ctx0" brushRef="#br0" timeOffset="62987.6">3845 4688,'-50'-25,"50"0,0 1,0 24,0-50,75 50,-50 0,-1 0,26 0,25 0,-51 25,26 0,-50-1,50 51,-50-26,0 1,0 0,0-1,-25-24,-25 25,25-25,-49-25,49 49,0-49,-24 0,-1 0,50-25</inkml:trace>
  <inkml:trace contextRef="#ctx0" brushRef="#br0" timeOffset="63378.62">4490 4589,'0'-50,"0"50,-50 0,26 0,-1 25,-25 0,25 24,25 1,-99 0,99-1,-25 1,25 0,0-1,0-24,50 25,0-50,24 0,0 0,1 0,-26 0,-24 0,25 0,-50 0,0-50</inkml:trace>
  <inkml:trace contextRef="#ctx0" brushRef="#br0" timeOffset="63827.65">5011 4837,'0'0,"50"0,-1 0,26 0,-1 0,-24 0,24 0,-24 0,-26 0,26 0</inkml:trace>
  <inkml:trace contextRef="#ctx0" brushRef="#br0" timeOffset="64075.66">5209 4589,'0'25,"0"24,0 1,0-1,0 1,25 0,-25-1,25 1,-25 0,0-1</inkml:trace>
  <inkml:trace contextRef="#ctx0" brushRef="#br0" timeOffset="64728.7">5879 4514,'0'-24,"25"-1,24 25,1 0,0 0,-50 25,24 24,-24 1,0-1,0 26,0-26,0 1,-24-25,-26-25,25 74,0-74,-24 0,24 0</inkml:trace>
  <inkml:trace contextRef="#ctx0" brushRef="#br0" timeOffset="65021.71">6226 4539,'25'-25,"-50"25,-24 25,24-25,0 50,25-1,-74-24,74 0,0 25,0-26,0 1,0 25,24-50,26 25,25-25,-1 0,-24 0,-1 0,-49-25</inkml:trace>
  <inkml:trace contextRef="#ctx0" brushRef="#br0" timeOffset="65313.73">6400 4291,'0'-49,"0"73,0 51,0-50,0-1,0 51,0-26,50 1</inkml:trace>
  <inkml:trace contextRef="#ctx0" brushRef="#br0" timeOffset="66107.78">6574 4490,'0'0,"0"0,-25 0,25 74,0-49,25 0,-1-25,26 0,0 0,-1 0,1 0,-1 0,1 0,-25-50,-25 0,0 26,0-1,0-25,0 75,0 49,0-49,0 0,0 25,0-1,25 26,-25-1,0 25,0-24,0-1,0-24,0 24,0-49,-25 0,0 24,-49-49,49 0,0-24,25-1,-50 0,50-25,0 1,0 24,0 0,25-24,25 24,-1 25,1-75,24 75,-24 0,-25-49</inkml:trace>
  <inkml:trace contextRef="#ctx0" brushRef="#br0" timeOffset="67173.84">8186 4688,'50'0,"-26"0,1 0,50 0,-26 0,1 0,-1 0,-24 0,25 0</inkml:trace>
  <inkml:trace contextRef="#ctx0" brushRef="#br0" timeOffset="67465.85">8037 5011,'50'0,"-26"0,26 0,25-25,24 25,-25-50,1 50,-1 0,0-25,-24 25,24 0,-49 0,-25 0,-74 0,24 0</inkml:trace>
  <inkml:trace contextRef="#ctx0" brushRef="#br0" timeOffset="71785.1">10071 4638,'-25'0,"25"-49,25 49,49 0,-24-25,-25 25,0 0,24 0,-24 0,0 0,25 25,-50 24,0 1,0-25,0 0,0 24,0-24,-50 0,50 25,-75-50,51 24,-1-24,-25 0,25 50</inkml:trace>
  <inkml:trace contextRef="#ctx0" brushRef="#br0" timeOffset="72317.13">10890 4490,'0'-25,"-25"25,0 0,0 0,25 0,-74 0,24 74,25-49,-24-25,49 50,-25-50,25 74,0-24,25-26,24-24,-24 0,0 50,25-50,-26 0,1 0,50 0,-51 0</inkml:trace>
  <inkml:trace contextRef="#ctx0" brushRef="#br0" timeOffset="73623.21">11361 4713,'0'0,"74"-25,-24 25,24 0,1 0,-1 0,-24 0,24 0,-49 0</inkml:trace>
  <inkml:trace contextRef="#ctx0" brushRef="#br0" timeOffset="73931.22">11683 4514,'0'25,"25"0,-25 0,25 24,-25-24,50 50,-50-26,0-24,0 0,0 49,0-49</inkml:trace>
  <inkml:trace contextRef="#ctx0" brushRef="#br0" timeOffset="75835.33">12427 4539,'25'-49,"25"49,-25 0,0 0,24 0,1 0,-25 24,-25 51,0-50,0 24,0 1,0 24,-25-24,25-25,-25-25,25 49,-50-49,26 0</inkml:trace>
  <inkml:trace contextRef="#ctx0" brushRef="#br0" timeOffset="76152.35">12973 4514,'25'-24,"-25"24,-74 0,-1 0,26 0,24 0,-25 49,50 1,-49-25,49 24,0 1,24-1,51-49,-26 50,1-50,0 0,-1 0,-24 0,0 0,-25-25,0 0</inkml:trace>
  <inkml:trace contextRef="#ctx0" brushRef="#br0" timeOffset="76452.37">13122 4217,'50'74,"-50"-49,0 0,0 24,24-24,-24 0,0 25,0-26,50 1</inkml:trace>
  <inkml:trace contextRef="#ctx0" brushRef="#br0" timeOffset="76856.39">13618 4217,'50'0,"-1"0,26 49,-75 26,25-26,-25 26,0-1,0 25,-100 25,-24 1,-25-1,1 24,48-98</inkml:trace>
  <inkml:trace contextRef="#ctx0" brushRef="#br0" timeOffset="78004.46">10344 4217,'0'-25,"0"25,-50 0,1 0,24 25,-25 0,-24 24,24 26,-24-1,-1 25,51-24,-26 24,50-25,0-24,0 0,25-1,49-24,1-25,-1 50,0-50,1 0,-1 0,-24 0,0 0,-50 0,24 0,1-50</inkml:trace>
  <inkml:trace contextRef="#ctx0" brushRef="#br0" timeOffset="79269.53">14362 4291,'0'-25,"25"25,-25-24,0-1,0-25,-50 50,-24 50,-25-1,24 26,1 24,0-25,74 1,-50-1,50-24,0-1,50 1,49-25,-25-25,1 50,-26-50,1 0,-1 0,-49 0,0-75</inkml:trace>
  <inkml:trace contextRef="#ctx0" brushRef="#br0" timeOffset="81497.66">14561 4539,'0'-25,"25"-24,24 49,-24 0,0 0,24 0,-24 0,0 0,25 49,-1 26,-49-50,0 24,0 1,-49-25,24 24,-25-49,25 50,-24-50,-1 0,25 0,25 25,0-25</inkml:trace>
  <inkml:trace contextRef="#ctx0" brushRef="#br0" timeOffset="81805.67">15082 4465,'0'-25,"-25"25,-25 0,1 74,-1-24,50-25,-25 24,25 1,0-25,0 0,50-25,-25 0,24 49,-24-49,25 0,24 0</inkml:trace>
  <inkml:trace contextRef="#ctx0" brushRef="#br0" timeOffset="82212.7">15379 4589,'25'0,"49"0,-24 0,24 0,-24 0,25 0,-26 0,1 0,-1 0,-49-25</inkml:trace>
  <inkml:trace contextRef="#ctx0" brushRef="#br0" timeOffset="82488.71">15677 4366,'-25'0,"25"0,0 49,25-24,-25 25,0-26,50 26,-50-25,0 24,0-24,0 0,24 25</inkml:trace>
  <inkml:trace contextRef="#ctx0" brushRef="#br0" timeOffset="83418.77">16148 4366,'0'-50,"0"50,0 50,-49-26,49 1,0 25,0-1,49-49,1 25,-1-25,1 0,0 0,-1 0,-24 0,0 0,24 0,-49 0,0-49,0 24,0-25,0 25,0 25,0 50,0 0,0-26,0 1,0 50,0-26,0 1,25-1,-25 1,0 25,0-51,0 1,0-25,-25 0,-49 0,24 0,50-25,-24 25,24-49,0 24,0-50,0 51,74 24,-49-50,0 50,24 0,1 0,-25-25,24 25,-24 0</inkml:trace>
  <inkml:trace contextRef="#ctx0" brushRef="#br0" timeOffset="83927.8">16768 4142,'0'0,"50"0,0 50,-1-25,26 24,-26 1,1 49,-50-24,49-1,-49 0,0 1,0-26,-24 26,-26-50,-24 24,-1-49,1 25,-1-25,51 0,24 50</inkml:trace>
  <inkml:trace contextRef="#ctx0" brushRef="#br0" timeOffset="85822.9">8211 5928,'-25'0,"50"0,24 0,1 0,24 0,1 0,24-49,-25 49,-24 0,-25 0,-25 0</inkml:trace>
  <inkml:trace contextRef="#ctx0" brushRef="#br0" timeOffset="86039.92">8186 6127,'50'0,"-1"-25,26 25,24-25,-25 25,1-49,-1 49,-24 0,24 0,-74-25,25 25</inkml:trace>
  <inkml:trace contextRef="#ctx0" brushRef="#br0" timeOffset="99183.67">11584 5581,'0'-25,"0"0,0 25,0 50,0 24,0 26,0 24,0-25,0 0,0-24,0-1,0-24,0-26</inkml:trace>
  <inkml:trace contextRef="#ctx0" brushRef="#br0" timeOffset="100798.76">12229 6102,'0'-50,"50"50,-50 25,0 0,-25-25,25 0,0-50,0 75,0 25,0-25,-25-25,25-25,0-25,50 50,-26 0</inkml:trace>
  <inkml:trace contextRef="#ctx0" brushRef="#br0" timeOffset="101599.81">13048 5407,'0'-49,"0"49,-75 0,75 25,-49-1,-1 51,50 49,-74 25,74-50,-25 0,25-24,0-1,0-24,0-26,25-24,49 50,0-50,1 0,-26-25,-24 25,-25-25</inkml:trace>
  <inkml:trace contextRef="#ctx0" brushRef="#br0" timeOffset="102371.85">13196 5779,'0'-24,"-24"24,24-50,0 50,49 0,1 0,24 0,-49 50,-25-26,74 1,-74 50,0-26,25 1,-25-25,0 24,-25-24,1-25,-26 50,25-50,-24 0,49 49,-50-49,50-24,0-1,25 0</inkml:trace>
  <inkml:trace contextRef="#ctx0" brushRef="#br0" timeOffset="102709.87">13742 5581,'-25'0,"1"0,-1 0,-25 25,25 24,-24-24,49 0,-50 25,50-26,0 26,0-25,0 0,0 24,0-49,50 50,-25-50,24 0,1 0,24 0,-24 0,-1-25,1-24</inkml:trace>
  <inkml:trace contextRef="#ctx0" brushRef="#br0" timeOffset="103091.89">14015 5804,'0'0,"50"0,-1 0,1 0,24-25,-24 25,24 0,-49 0,-25-24,25 24</inkml:trace>
  <inkml:trace contextRef="#ctx0" brushRef="#br0" timeOffset="103347.91">14213 5631,'0'-50,"0"75,0 0,0-1,0 26,0-25,0 0,0 24,50-24,-50 25,50-25</inkml:trace>
  <inkml:trace contextRef="#ctx0" brushRef="#br0" timeOffset="104120.95">14610 5531,'-24'50,"24"-25,0 0,0 24,0-24,0 25,24-50,-24 24,50-24,-25 0,0 0,24 0,-24 0,49-49,-74-1,0 25,0 1,0-26,0 0,-24 50,24 25,0 25,0-25,0-1,24 51,-24-26,0 1,0 0,25 24,-25 25,0-49,0 0,0-26,0 26,0-25,0-25,-25 0,1 0,-26-25,50 0,0 0,0-24,0 24,0 0,0-24,25 49,-25-50,49 50,1-25,-25 25</inkml:trace>
  <inkml:trace contextRef="#ctx0" brushRef="#br0" timeOffset="104518.97">15131 5407,'25'0,"49"0,1 75,-50-50,-25 24,49 26,-49-1,0 0,0 1,0-1,0 1,-74 24,-1-25,26 1,24-75</inkml:trace>
  <inkml:trace contextRef="#ctx0" brushRef="#br0" timeOffset="105597.03">8533 7441,'50'0,"-1"0,-24-49,25 49,-1 0,1-25,0 25,-1 0,26-50,-51 50,1 0</inkml:trace>
  <inkml:trace contextRef="#ctx0" brushRef="#br0" timeOffset="105903.05">8657 7665,'25'0,"25"-25,-1 25,1-25,24 25,25-50,-24 50,-26-24,1 24,0 0,-50-50,24 50,-24 0,-49 0</inkml:trace>
  <inkml:trace contextRef="#ctx0" brushRef="#br0" timeOffset="111799.39">10195 7193,'0'-49,"25"24,24 25,-24 0,25 0,-25 0,0 0,24 0,-24 0,25 25,-50 0,0-1,49 26,-49-25,0 0,-25 24,25-24,-49 25,24-50,-25 49,26-49,-51 25,50-25,25-25</inkml:trace>
  <inkml:trace contextRef="#ctx0" brushRef="#br0" timeOffset="112174.41">10840 6945,'-25'0,"0"0,1 0,-51 0,75 25,-49-25,49 75,-25-51,25 26,0-25,-50 0,50 24,25 1,49-50,-49 25,50-25,-1 0,-24 0,-1 0,1 0,-1 0,-24-50</inkml:trace>
  <inkml:trace contextRef="#ctx0" brushRef="#br0" timeOffset="112511.43">11361 7119,'-50'0,"75"0,0 0,25 0,-1-25,1 25,24 0,-24-49,-1 49,-24 0,25 0</inkml:trace>
  <inkml:trace contextRef="#ctx0" brushRef="#br0" timeOffset="112773.45">11535 6945,'0'0,"0"50,24-25,-24 0,0 24,0-24,25 25,25 24</inkml:trace>
  <inkml:trace contextRef="#ctx0" brushRef="#br0" timeOffset="113659.5">11981 6846,'0'0,"0"25,0 0,0 0,0 24,0-24,0 25,0-50,0 49,74-49,-24 0,24 0,-24 0,-25 0,24-25,-24-24,-25-1,0 1,0 49,0-25,-25 25,25-25,0 25,0 74,0-49,0 50,0-26,0 1,50 24,-50 1,0 24,0 0,25-49,-25-1,0 1,0-1,0-24,0-25,-50 0,50 0,-74 0,74-49,-25 49,25-50,0-24,0 49,25-50,0 26,24 24,-24-25,0 50,24-49,-24 49,25 0,-50-25</inkml:trace>
  <inkml:trace contextRef="#ctx0" brushRef="#br0" timeOffset="116172.64">3994 7987,'0'0,"0"-50,0 50,50 0,-26-24,26 24,-25 0,0 0,24 0,-49 0,50 49,-50-24,0 25,0-1,0 26,0-26,-25 1,-25 0,50-26,-74-24,49 25,-24-25,73-49</inkml:trace>
  <inkml:trace contextRef="#ctx0" brushRef="#br0" timeOffset="116420.65">4490 7789,'0'0,"-25"0,-49 0,24 49,1 26,-1-26,25 1,25-25,0 0,0 24,0 1,50-50,24 0,25 0,50 0,-25 0,-49 0</inkml:trace>
  <inkml:trace contextRef="#ctx0" brushRef="#br0" timeOffset="116725.67">4986 8012,'25'-50,"25"50,24-25,0 25,26-49,-51 49,1 0,-50-25</inkml:trace>
  <inkml:trace contextRef="#ctx0" brushRef="#br0" timeOffset="116952.68">5209 7789,'-24'0,"24"24,0 26,24 0,-24-1,0 1,50 24,-50-24,0-25,50 24,-26-49</inkml:trace>
  <inkml:trace contextRef="#ctx0" brushRef="#br0" timeOffset="117355.71">5532 7665,'0'-50,"74"25,-24 25,-25 0,-25 0,49 50,-49-1,75 1,-75 0,0-1,0 26,0-51,0 26,-50 0,25-50</inkml:trace>
  <inkml:trace contextRef="#ctx0" brushRef="#br0" timeOffset="117596.72">5904 7615,'-25'25,"25"24,-50 1,50 0,0-26,-49 1,49 50,25-51,-1-24,26 0,24 0,-24 0,-25 0</inkml:trace>
  <inkml:trace contextRef="#ctx0" brushRef="#br0" timeOffset="118075.75">6077 7268,'0'49,"0"-24,0 25,25-25,-25-1,0 51,0-50,25-25</inkml:trace>
  <inkml:trace contextRef="#ctx0" brushRef="#br0" timeOffset="118794.79">6326 7466,'0'25,"0"25,0-26,0 1,0 25,49-1,1-49,-25 0,24 0,1 0,-1 0,-24-24,25-51,-50 50,0 1,0-26,-25 50,25 0,0 25,0 0,25 24,-25 1,0-1,0 26,25 24,-25-25,0 26,0-1,49-25,-49 1,0-1,0-24,0-1,0-49,-49 0,-1 0,25 0,0 0,25 0,-49-49,49-1,0 1,0-26,0 1,49-1,-24 51,25-26,24 25,-24 25,-1-50,-24 50</inkml:trace>
  <inkml:trace contextRef="#ctx0" brushRef="#br0" timeOffset="122282.99">3721 7342,'-25'0,"25"25,0 49,0 1,0 49,0 49,-49 26,49 49,0 25,0-75,0-74,0 0,0-74,24-25,1 24,25-49</inkml:trace>
  <inkml:trace contextRef="#ctx0" brushRef="#br0" timeOffset="123446.06">3671 9029,'0'0,"25"0,50 0,-26 0,1 0,-1 0,26-50,-1 50,1-49,24 49,25-25,0 25,25-50,24 50,1 0,0-49,24 49,-24 0,-25-50,-1 50,-24 0,25-50,0 50,0-49,-25 49,25 0,0-50,-25 50,24 0,-23 0,23-49,-24 49,-24 0,-1-50,25 50,-25-50,0 50,25-49,-24 49,24-50,-25 50,-25 0,1-25,49 25,-25 0,-25 0,1-74,-1 74,-24 0,24-25,0 25,1 0,-1-49,1 49,-1 0,-24 0,-1 0,26 0,-26 0,26-50,-26 50,-24 0,25 0,-1 0,26 0,-26 0,1 0,0-25,-1 25,1 0,-25 0,0 0,24-49,1 49,-25 0,24 0,1 0,-1 0,-24 0,50 0,-51 0,26 0,-25 0,49 0,-49 0,0 0,24 0,1-25,0 25,-1 0,1 0,24 0,1 0,-26-50,1 50,0 0,-1 0,1 0,-1-25,1 25,0 0,24-49,-24 49,-1 0,1 0,24 0,-24-25,-1 25,1 0,0 0,24-50,-24 50,-1 0,1-25,24 25,1 0,-26-49,-24 49,25 0,-50-25</inkml:trace>
  <inkml:trace contextRef="#ctx0" brushRef="#br0" timeOffset="125449.17">3647 7417,'24'0,"76"0,-51 0,1 0,24-50,1 50,-1 0,25-25,-24 25,-26 0,26 0,-26-49,26 49,-1 0,25-25,1 25,-1-50,-25 50,26 0,-1-49,0 49,0 0,-24 0,24-50,-50 50,1 0,0 0,24-25,50 25,-25 0,0 0,50-49,0 49,-50 0,-24 0,-26 0,26 0,-26 0,26 0,-26 0,1-50,0 50,-1 0,26 0,-1 0,-24 0,-1 0,1 0,0 0,24 0,-24 0,24-25,0 25,1 0,-1 0,1 0,-1 0,25 0,25 0,-49 0,-1 0,-24 0,-1 0,1 0,24 0,-49 0,0 0,25-49,-26 49,1 0,25 0,-1 0,1 0,0 0,-1 0,26-25,-26 25,-24 0,25-50,-26 50,1 0,25-25,-25 25,24 0,-24 0,50-49,-51 49,26 0,0 0,24 0,-24 0,-26 0,26-25,-25 25,0 0,24-50,-24 50,49 0,-49 0,25-25,-25 25,-1 0,26 0,-25 0,0-49,24 49,-24 0,25 0,-1 0,-24-25,0 25</inkml:trace>
  <inkml:trace contextRef="#ctx0" brushRef="#br0" timeOffset="127940.31">10170 6598,'25'0,"25"0,-26 0,26 0,-25 0,25 0,-26 0,1 0,50 0,-51 0,1 0,25 0,-25 0,-1 0,26 0,-25 0,0 0,-1 0,26 0,-25 0,-25-50,74 50,-49 0,74 0,-74 0,0 0,0 0,24 0,-24-24,25 24,-26 0,1-50,25 50,24 0,-24-25,24 25,1 0,-1 0,1 0,-1 0,-24 0,24 0,-49 0,0 0,24 0,-24 0,0-49,24 49,1 0,0 0,-1 0,1 0,-1 0,-24 0,25 0,0 0,-26 0,1 0,0 0,49 0,-24 0,-25 0,-25 24,49 26,-49-25,0 24,0 26,0-50,0-1,0 26,0 24,0-24,0-25,0 0,0 49,0-49,0 25,0-26,0 26,0-25,25-25,-25 25,0 24,0-24,0 25,0-26,0 26,0-25,0 0,0 24,0-24,0 0,0 24,0-49,0 25,0 25,0-25,-49 24,24-74</inkml:trace>
  <inkml:trace contextRef="#ctx0" brushRef="#br0" timeOffset="146945.4">769 9376,'0'-49,"0"24,0 25,0 74,0 1,0-1,0 0,0 26,0 24,0-25,0-50,0-24,0 25,0-75,0-25,0 50,0-24,50 24,0-50,-26 50,1 0,25-25,-25 25,24 0,-49-25</inkml:trace>
  <inkml:trace contextRef="#ctx0" brushRef="#br0" timeOffset="147191.41">695 9451,'0'-25,"49"-25,-24 50,0-25,25 25,-25-49,24 49,-24 0</inkml:trace>
  <inkml:trace contextRef="#ctx0" brushRef="#br0" timeOffset="147365.42">670 9674,'0'0,"50"0,-1-25,26 25,-26-74,1 74,24-25,-24 25,-25 0</inkml:trace>
  <inkml:trace contextRef="#ctx0" brushRef="#br0" timeOffset="147649.44">1290 9475,'0'0,"0"75,-25 24,-24-25,-1 1,25 24,25-49,-49-26,49 26,25-75,-25 0</inkml:trace>
  <inkml:trace contextRef="#ctx0" brushRef="#br0" timeOffset="147829.45">1092 9773,'25'0,"-1"25,1-25,25 49,-25-24,24 25,-24-25,25-25,-26 0</inkml:trace>
  <inkml:trace contextRef="#ctx0" brushRef="#br0" timeOffset="148481.49">1737 9376,'0'-25,"0"25,0 0,0 25,0 0</inkml:trace>
  <inkml:trace contextRef="#ctx0" brushRef="#br0" timeOffset="148790.51">1836 9624,'0'0,"25"0,-25 25,0 25,0-50,-50 0,50-25,0 0,0-25,0 1</inkml:trace>
  <inkml:trace contextRef="#ctx0" brushRef="#br0" timeOffset="149380.54">2258 9178,'-25'0,"25"0,0 49,0 1,-50-50,50 25,-25-25,25-25,0 0,0-24,0 24,0 0,0-49,0 49,50-25,0 50,-50 25,49 25,-49 24,0 0,0 26,0 24,0-50,0 0,-25 1,25-26,-49 1,-1-50,50-25,0-24,0 24,0 0,0-25,50 50,-25 0,-1 0,26 0,24 0,-24 25,0-25,-1 25,-24-25</inkml:trace>
  <inkml:trace contextRef="#ctx0" brushRef="#br0" timeOffset="149976.57">1092 10319,'-25'0,"50"0,49 0,50-25,25 25,0-99,24 49,26-49,-25 49,-26 1,-48 24,-26 25,-24 0,-50-50,-25 75</inkml:trace>
  <inkml:trace contextRef="#ctx0" brushRef="#br0" timeOffset="150251.59">1216 10492,'49'-24,"51"24,24-75,24 26,1-1,25 0,0-24,-75 74,25-99,-25 74,-49 25,-26-75,26 75,-75 0,0 0</inkml:trace>
  <inkml:trace contextRef="#ctx0" brushRef="#br0" timeOffset="155607.9">4490 10021,'0'-25,"0"0,25 25,24 0,-24 0,0 0,25 0,-1 25,-49 25,0 24,0 1,0 24,0-25,-74 1,49-26,-25 26,26-50,-1-25,25 24,-75-24,51 0,24-24,24-26</inkml:trace>
  <inkml:trace contextRef="#ctx0" brushRef="#br0" timeOffset="155891.91">5110 9897,'0'-25,"0"25,-49 25,-26 49,-24 26,0 24,49-25,0-25,1 1,49-50,0-1,0 26,25-50,49 25,75-25,49 0,1-25</inkml:trace>
  <inkml:trace contextRef="#ctx0" brushRef="#br0" timeOffset="157738.02">5929 9748,'0'-25,"0"50,-75 25,1 49,-25 0,49-24,0 49,50-50,0-24,0-1,100 1,-1 0,50-50,24 0,-49 0</inkml:trace>
  <inkml:trace contextRef="#ctx0" brushRef="#br0" timeOffset="158112.04">6896 9922,'0'-50,"0"50,-25 0,-24 25,24 0,-25 24,1-24,24 50,-25-50,25 24,-24 1,49-25,-25-25,25 49,25-49</inkml:trace>
  <inkml:trace contextRef="#ctx0" brushRef="#br0" timeOffset="158292.05">6549 10071,'0'0,"0"0,49 25,1-1,0 26,-1-25,26-25,-51 49,26 1,-25-50</inkml:trace>
  <inkml:trace contextRef="#ctx0" brushRef="#br0" timeOffset="158921.08">7194 9451,'0'24,"0"1,25 25,-25-25,0 24,0 1,0-1</inkml:trace>
  <inkml:trace contextRef="#ctx0" brushRef="#br0" timeOffset="159791.13">6326 10046,'24'0,"-24"0,75 0,-26 0,-24 0,25 0,-1 0,-24 25,-25 0,0 24,0 1,0 24,0-24,0-1,0-24,-49-25,49 25,-25-25,0 0</inkml:trace>
  <inkml:trace contextRef="#ctx0" brushRef="#br0" timeOffset="160266.16">7020 9798,'0'-25,"0"25,-25 0,-24 25,-1-25,25 49,-24-24,24 50,-25-51,50 1,-25 25,25-25,0 0,0 24,0-24,50 49,0-74,-1 0,1 0,-1 0,1 0,0 0,-26-24,1 24,-25-25,0 0</inkml:trace>
  <inkml:trace contextRef="#ctx0" brushRef="#br0" timeOffset="160811.19">7467 10046,'24'0,"26"-25,0 25,24 0,-24 0,-1 0,1 0,-1 0,1 0</inkml:trace>
  <inkml:trace contextRef="#ctx0" brushRef="#br0" timeOffset="161067.21">7690 9872,'-25'-49,"25"98,0-24,0 0,0 24,50-24,-50 25,24-25,-24 0,50 24</inkml:trace>
  <inkml:trace contextRef="#ctx0" brushRef="#br0" timeOffset="161771.25">8161 9699,'0'0,"0"24,0 26,0-25,0 24,0-24,0 25,50-50,-1 49,1-49,0 0,-1 0,-49-49,50 49,-50-50,0 25,0 1,0-26,0 25,0 0,0 25,0 25,0 25,25-1,-25 1,0 0,0 49,0 50,0-50,0-25,0 50,0-49,0-50,-50-1,25 26,-24-50,24 0,25 0,-25-50,25 1,0-1,0-24,0 24,50 1,-26-1,26 25,0-24,-1 24,1-25,24 25,-24-24</inkml:trace>
  <inkml:trace contextRef="#ctx0" brushRef="#br0" timeOffset="162185.27">8856 9550,'0'0,"49"0,-24 49,25 1,-26 0,26 49,0 0,-50 25,49-25,-49 1,0 48,0-48,-25-1,-24-50,24-24,-25-25,-24 75,24-75,26 0</inkml:trace>
  <inkml:trace contextRef="#ctx0" brushRef="#br0" timeOffset="164068.38">10071 9897,'50'0,"-26"0,26 0,24 0,26 0,49 0,-1-50,-48 50,-26 0,-49 0,-50 0</inkml:trace>
  <inkml:trace contextRef="#ctx0" brushRef="#br0" timeOffset="164380.4">10344 10046,'25'0,"24"0,1 0,0 0,24 0,50 0,-50 0,1 0,-26-50,1 50,0 0,-75 0,0 0</inkml:trace>
  <inkml:trace contextRef="#ctx0" brushRef="#br0" timeOffset="-200405.63">11559 9723,'0'-24,"0"24,0-50,50 50,0 0,-26 0,26 0,-25 50,24-26,-24 26,-25 0,0 49,0-25,0 1,-49-26,-26 26,26-50,-1-25,-24 49,49-49,-25 0,50-25</inkml:trace>
  <inkml:trace contextRef="#ctx0" brushRef="#br0" timeOffset="-200067.61">12155 9649,'-50'0,"0"0,26 0,24 25,-50 0,0 49,1-24,24-1,25 1,-50 24,50-49,0 0,50-25,0 50,49-50,74 0,1-25,0-25</inkml:trace>
  <inkml:trace contextRef="#ctx0" brushRef="#br0" timeOffset="-199317.57">12651 9723,'-50'-49,"50"24,25 25,49 0,-24 0,-25 0,-25 50,49-26,-49 26,0 24,50-24,-50 0,0-1,-25 1,-24-25,24-25,-25 49,25-49,25-49,25-1</inkml:trace>
  <inkml:trace contextRef="#ctx0" brushRef="#br0" timeOffset="-199098.56">13196 9451,'0'0,"-74"74,0 0,-26 1,51-26,-1 26,50-26,0-24,0 0,50 25,74-50,-25 0,50-25,-75-25</inkml:trace>
  <inkml:trace contextRef="#ctx0" brushRef="#br0" timeOffset="-198763.54">13469 9079,'0'24,"0"1,0 25,0 24,0-24,0 24,0 1,0 49,0-50,50 0</inkml:trace>
  <inkml:trace contextRef="#ctx0" brushRef="#br0" timeOffset="-198006.49">13990 9723,'-49'0,"98"0,1 0,24 0,1 0,-1 0,0 0,1 0,-26 0,1 0</inkml:trace>
  <inkml:trace contextRef="#ctx0" brushRef="#br0" timeOffset="-197766.48">14263 9550,'-25'-50,"25"75,0 25,0 24,0-24,0-1,50 26,-50-1,0 25,0-49</inkml:trace>
  <inkml:trace contextRef="#ctx0" brushRef="#br0" timeOffset="-196707.42">14883 9475,'0'-24,"25"24,0 0,0 0,24 0,-24 0,0 0,-25 24,74 26,-74 24,0 26,0-26,-25-24,1-1,-51 1,26-50,24 49,-25-49,25 0,1 0,24-24</inkml:trace>
  <inkml:trace contextRef="#ctx0" brushRef="#br0" timeOffset="-196429.4">15379 9376,'-25'0,"-49"0,49 0,-49 0,49 75,-25-26,50-24,-24 25,24-1,0 1,0-25,0 24,74-49,0 25,26-25,48 0,-48 0</inkml:trace>
  <inkml:trace contextRef="#ctx0" brushRef="#br0" timeOffset="-195590.36">15925 9376,'-25'0,"-24"0,49 25,-25 25,25-26,0 1,0 25,0-25,0-1,25 26,-1-50,26 0,24 0,-24 0,24 0,-24-50,0 26,-50-1,24-50,-24 26,0 24,0-25,0 1,0 74,0-1,0 1,0 0,0 25,0-1,0 1,0 24,0 1,0 24,50-25,-50 1,0-1,0 1,0-26,0 1,0-1,0 1,-25-50,-49 0,49 0,25 0,-74-50,74 26,0-26,0-24,0 49,24 0,1-25,25 25,24 25,-24-49,-1 49,-24 0,25 0</inkml:trace>
  <inkml:trace contextRef="#ctx0" brushRef="#br0" timeOffset="-194248.28">10518 11063,'24'0,"26"0,-25-25,24 25,1 0,0-25,-1 25,1 0,-25 0,-1 0,1 0,-25 0</inkml:trace>
  <inkml:trace contextRef="#ctx0" brushRef="#br0" timeOffset="-193963.26">10394 11460,'49'0,"-24"-25,25 25,-1 0,50-25,-24 25,-1-49,1 49,-1-50,0 50,-49-25,0 25,-25-25,74 25</inkml:trace>
  <inkml:trace contextRef="#ctx0" brushRef="#br0" timeOffset="-187579.9">12502 10740,'0'-24,"-25"24,0 0,0 0,-24 0,49 49,-50 26,50-26,-49 26,49-26,0 26,0-1,0 1,0-51,24 26,1-50,25 0,24 0,-24 0,0 0,-1-25,26 25,-51-74,26-1,-25 26,-25-1,74-24,-74 49,0 0,0-25,-25 1,-24-1,-1 50,25-49,1 49,-26 0,25 0,0 0,-24 0,24 0,0 0,25 24,-25-24,25 25,0 0,50-25,24 50</inkml:trace>
  <inkml:trace contextRef="#ctx0" brushRef="#br0" timeOffset="-186792.85">13395 11088,'0'0,"74"-25,1 25,-1 0,1-50,-1 50,0 0,26-25,-51 25,1 0,-25 0,24 0,-49-24</inkml:trace>
  <inkml:trace contextRef="#ctx0" brushRef="#br0" timeOffset="-186524.84">13767 10765,'0'-25,"0"50,0 25,0-1,25 51,-25-1,49 0,-49 0,0-49,25 0,-25-26,0 26,25-50,-25 25</inkml:trace>
  <inkml:trace contextRef="#ctx0" brushRef="#br0" timeOffset="-184933.75">14536 10889,'-25'0,"25"-49,0 24,0 0,0 25,50 0,-1-50,-24 50,0 0,25 0,24 0,-74 25,25 0,-25 0,0 49,0-24,-25-1,25 26,-50-26,50 1,-49-25,-1-25,1 0,49 0</inkml:trace>
  <inkml:trace contextRef="#ctx0" brushRef="#br0" timeOffset="-184603.73">15032 10592,'-25'0,"0"0,1 0,-51 0,50 24,25 26,-49-25,49 24,-75 1,75-25,0 0,0 24,0-24,0 0,25-25,0 0,25 49,24-49,0 0,26-24,-26 24,-24-25,-50-25</inkml:trace>
  <inkml:trace contextRef="#ctx0" brushRef="#br0" timeOffset="-183944.69">15280 10641,'-25'0,"25"25,-25 0,25 0,0 24,0-24,0 25,0-1,50-49,0 0,-1 0,26 0,24-49,-50 49,1-50,0 0,-50 26,25-26,-25 25,0-24,0 49,-50-50,50 75,0 24,25-24,-25 50,0-26,0 1,25 49,-25 50,0-25,0 0,0-50,49 1,-49-26,0-24,0 50,0-75,-49 0,24 0,0-25,-25 0,50-25,-25 1,25-1,0 1,0-1,0-24,25 24,25 0,0 1,-1 24,1 25,-1 0,-24 0</inkml:trace>
  <inkml:trace contextRef="#ctx0" brushRef="#br0" timeOffset="-183126.64">10790 12229,'0'0,"50"-25,24 25,-49-50,25 50,-1 0,1-25,-25 25,49 0,-74 0</inkml:trace>
  <inkml:trace contextRef="#ctx0" brushRef="#br0" timeOffset="-182893.63">10741 12477,'0'0,"74"0,-24 0,24-25,1 25,-1-25,0 25,26-74,-26 74,1-50,-51 50,-24-25</inkml:trace>
  <inkml:trace contextRef="#ctx0" brushRef="#br0" timeOffset="-181213.53">11907 12030,'0'-25,"24"25,-24-24,50 24,0 0,-26 0,1 0,25 0,-1 0,-49 49,25 1,-25-1,0 1,0 0,0 24,0-49,-49 25,-1-50,25 49,-24-49,24 0,0 0,25-25,0-24</inkml:trace>
  <inkml:trace contextRef="#ctx0" brushRef="#br0" timeOffset="-180875.51">12502 11832,'0'-25,"-25"25,0 0,-24 74,49-49,-75 25,75-1,-49 26,49-26,-50 1,50 0,0-1,50-24,-26-25,51 0,-1 0,26 0,-1-25,-50 25,-24-99,-25 74</inkml:trace>
  <inkml:trace contextRef="#ctx0" brushRef="#br0" timeOffset="-180148.47">12924 11807,'-25'0,"0"0,25 50,-25-1,25 1,0-25,0 24,0-24,0-25,0 50,50-50,-25 0,24 0,-24 0,0 0,24-25,-24 25,-25-75,50 26,-50-1,0 25,0-24,0 24,-25 25,25-25,0 50,0-25,0 50,0-26,25 51,-25-26,49 26,-49-1,0 1,50 24,-50 0,0-24,0-26,0 26,0-26,0 1,0-1,-25-49,-24 0,24 0,-25-49,50 24,0-25,0 1,0-1,0-24,25 24,25 1,24 24,-24-25,-1 50,1-25,-1 25,-24 0</inkml:trace>
  <inkml:trace contextRef="#ctx0" brushRef="#br0" timeOffset="-159726.3">670 13345,'0'-50,"0"100,0 0,0 24,0 25,0 0,0 1,0-1,0-25,0 1,0-51,0 1,0-50,0 25,0-74,25 74,-25-50,49 50,-49-24,50 24,-25 0,25-50,-1 50,1 0,-1 0,-24 0,25 0,-25 0,-25-25,0-24</inkml:trace>
  <inkml:trace contextRef="#ctx0" brushRef="#br0" timeOffset="-159282.28">670 13444,'-50'0,"50"-25,25 25,-25-49,50 49,-25-25,-1 25,26 0,-25-50,25 50,-1 0,-49 50,-49 0,-26 49,25-74,26 24,-51-24,50 25,1-50,24 24,-50-24,75 0,0 0,24-24,1 24,24 0,-24-25,0 25,-1 0,26 0,-26-50,1 50,-25 0</inkml:trace>
  <inkml:trace contextRef="#ctx0" brushRef="#br0" timeOffset="-159072.27">1489 13419,'-25'0,"25"25,-50-25,25 50,-24-1,24-24,25 25,-74 24,74-49,-50 0,25 49</inkml:trace>
  <inkml:trace contextRef="#ctx0" brushRef="#br0" timeOffset="-158886.26">1166 13593,'-49'0,"73"0,1 50,25-26,-1 26,1-25,0-25,-26 74,1-74,25 25</inkml:trace>
  <inkml:trace contextRef="#ctx0" brushRef="#br0" timeOffset="-157956.2">1811 13345,'0'-25,"0"25</inkml:trace>
  <inkml:trace contextRef="#ctx0" brushRef="#br0" timeOffset="-157782.19">1811 13593,'25'0</inkml:trace>
  <inkml:trace contextRef="#ctx0" brushRef="#br0" timeOffset="-157160.16">2183 12973,'-25'0,"25"-50,50 50,0 0,-26 0,1 0,25 0,-50 25,0 0,0 0,-25 49,0-49,25 0,-74-25,74 74,0-49,49-25,-24 0,0 0,25 25,-26-25,26 49,-25 1,-25-25,0 24,-25-24,-25 25,26-25,-26-25,0 74,26-74,-26 0,0 25,26-25</inkml:trace>
  <inkml:trace contextRef="#ctx0" brushRef="#br0" timeOffset="-156522.12">769 14312,'-25'0,"50"0,25-25,24 25,50-49,50-1,74 1,-25-26,25 1,0-1,-24 26,-100 49,-25-25,-74 25,-50 0,-25 0,25 0</inkml:trace>
  <inkml:trace contextRef="#ctx0" brushRef="#br0" timeOffset="-156088.1">1191 14412,'25'0,"24"0,26 0,49-75,0 25,74 1,26-1,24 1,-25-26,-25 1,1 24,-100 50,-49-25,-50 25</inkml:trace>
  <inkml:trace contextRef="#ctx0" brushRef="#br0" timeOffset="-151470.83">3423 14238,'0'0,"50"0,0-50,-26 50,1 0,25 0,-1 50,-49-25,0 24,0 1,0 0,0 24,0-24,0-26,-74 26,24-25,26-25,-26 0</inkml:trace>
  <inkml:trace contextRef="#ctx0" brushRef="#br0" timeOffset="-151175.82">3944 14188,'0'0,"-49"25,24-25,-25 50,25-1,-24-24,49 25,-25-25,25-1,0 26,50 0,-1-50,26 0,-1 0,1 0,-1-25</inkml:trace>
  <inkml:trace contextRef="#ctx0" brushRef="#br0" timeOffset="-150861.8">4068 13816,'0'25,"0"0,0 24,25 1,-25-25,0 0,25-25</inkml:trace>
  <inkml:trace contextRef="#ctx0" brushRef="#br0" timeOffset="-149915.74">4490 14015,'0'0,"0"49,-25-24,25 0,0 24,0-24,0 25,25-50,49 49,-49-49,25 0,-25 0,-25 0,49 0,-49-74,0 49,0 0,0-24,0 24,0-25,0 50,0 75,50-1,-50-24,0 24,0 1,0 24,0 0,0-24,0-1,0 0,0-49,0 0,-25-25,25 50,-25-50,-24 0,-1 0,25-25,-24-50,49 26,0-26,0 26,24 24,1-25,25 26,-1 24,-24-50,25 50,-25-74</inkml:trace>
  <inkml:trace contextRef="#ctx0" brushRef="#br0" timeOffset="-147420.6">4912 13618,'0'25,"0"24,0-24,0 0,49 49,-49-49,0 0,0 24</inkml:trace>
  <inkml:trace contextRef="#ctx0" brushRef="#br0" timeOffset="-146429.54">5110 14139,'-49'0,"73"0,1 0,0 0,49 0,-24 0,24 0,1-25,-1 25,-24-25,-1 25,-24-50,-50 50,1 0,-51 75,-24-1,0 25,0 1,24-1,26-25,49-24,-50 0,50-26,25-24,24 0,-24 0,0 0,25-74,-26 74,26-50,-25 50,0 0,-25 0,49 0,-49 50,25-50,25 25,-1-25,-24 0,0 0,24 0,-24 0,-25-25,25 25</inkml:trace>
  <inkml:trace contextRef="#ctx0" brushRef="#br0" timeOffset="-142619.33">6102 14412,'-25'0,"50"0,0 0,50 0,-26 0,26 0,-1 0,0-25,26 25,-26 0,0 0,-49 0,-25 0</inkml:trace>
  <inkml:trace contextRef="#ctx0" brushRef="#br0" timeOffset="-142372.31">6425 14139,'0'74,"0"-49,0 24,25 1,-25 0,0 24,0-49,0 0,0 24,0-24</inkml:trace>
  <inkml:trace contextRef="#ctx0" brushRef="#br0" timeOffset="-140023.18">7219 14015,'0'0,"0"-50,24 50,1 0,-25 25,50 0,-50 24,49 26,-49-26,0 1,0-1,0-24,0 25,0-50,0 50,-49-50,-26 24,75-48,0-1</inkml:trace>
  <inkml:trace contextRef="#ctx0" brushRef="#br0" timeOffset="-139792.16">7491 14015,'50'0,"-50"-50,0 75,-50 0,1 24,-1 26,1-26,49-24,-25 25,25-26,25 51,24-75,26 0,24 0,0 0,-49 0</inkml:trace>
  <inkml:trace contextRef="#ctx0" brushRef="#br0" timeOffset="-139493.15">7665 13692,'0'25,"0"0,0 0,0 49,0-24,0-1,0 1,0-1</inkml:trace>
  <inkml:trace contextRef="#ctx0" brushRef="#br0" timeOffset="-138817.11">8037 13940,'-25'0,"-24"0,24 25,25 0,0 0,0 24,0-24,0 0,25-25,-1 0,51 0,-26 0,-24 0,0 0,25 0,-50-25,25 25,-25-50,0 1,0 24,0 25,0 0,0 50,0-26,0 1,0 50,0-26,0 26,0-1,0 25,0-24,0-1,0 1,0-51,0 1,-25-25,25 50,-50-50,0 0,26 0,-26 0,50-50,-25 25,25-24,0-1,0-24,0 24,50 25,-1-24,1 49,49-50,-24 50,-26-74</inkml:trace>
  <inkml:trace contextRef="#ctx0" brushRef="#br0" timeOffset="-138159.07">8533 14039,'-49'0,"98"0,-24 0,25-49,-1 49,26-25,-51 25,1-50,25 50,-100 75,25-26,-24 26,24-1,-25-24,50-1,-49 1,49-25,-50-25,50 25,50-25,-1 0,1 0,-25 0,49 0,-49 0,0 0,0 0,24 0,-24 0,-25-50,25 50</inkml:trace>
  <inkml:trace contextRef="#ctx0" brushRef="#br0" timeOffset="-136418.97">9426 14188,'-49'0,"73"0,51 0,-1 0,25 0,1 0,-26 0,25 0,-24 0,-26 0,1-49</inkml:trace>
  <inkml:trace contextRef="#ctx0" brushRef="#br0" timeOffset="-136184.96">9749 13940,'0'50,"0"24,0 1,0-26,0 26,0-26,0 1,0 0,49-1</inkml:trace>
  <inkml:trace contextRef="#ctx0" brushRef="#br0" timeOffset="-134370.85">10145 13915,'50'0,"-25"0,0 0,24 0,-24 0,0 25,25 0,-50 25,24-1,-24-24,0 25,0-26,0 26,0 0,-24-50,-1 49,-50-49,26 25,24-25,0 0</inkml:trace>
  <inkml:trace contextRef="#ctx0" brushRef="#br0" timeOffset="-133567.81">10617 13742,'-25'0,"0"0,-24 0,49 49,-50-24,50 25,-74 24,74-24,-25-25,25 49,0-49,0 0,0-1,0 26,0 0,49-50,-49 24,75-24,-50 0,24 0,1 0</inkml:trace>
  <inkml:trace contextRef="#ctx0" brushRef="#br0" timeOffset="-132870.77">10840 13866,'0'0,"-25"0,25 25,-74 24,74-24,-25 0,25 49,0-49,0-25,99 50,-49-50,-1 0,1 0,0-25,-26 25,-24-25,50-25,-50 26,0-1,0-25,0 25,0 25,0 50,0-25,0 0,0 49,0-24,0 24,0 25,0 1,0-26,-50 25,50-24,0-26,-24-24,24 25,-50-26,25-24,-24 0,24-99,25 74,0-24,0-1,0-24,0 24,74 25,-49-24,25 24,-26-25,26 50,0-25</inkml:trace>
  <inkml:trace contextRef="#ctx0" brushRef="#br0" timeOffset="-132532.75">11262 13469,'0'25,"-25"49,25-49,0 25,0-26,0 1,0 25,0-25,0-1,0 26,0 0</inkml:trace>
  <inkml:trace contextRef="#ctx0" brushRef="#br0" timeOffset="-128107.5">11857 14089,'25'0,"24"0,-24 0,25 0,-1 0,26 0,-26 0,1 0,0 0,-1-25,1 25,-25 0,-1 0,-48 0,-1 0</inkml:trace>
  <inkml:trace contextRef="#ctx0" brushRef="#br0" timeOffset="-127813.48">11882 14412,'25'0,"49"0,-24 0,-1 0,26 0,-26 0,1 0,-25-50,24 50,-24 0,-50 0,0 0</inkml:trace>
  <inkml:trace contextRef="#ctx0" brushRef="#br0" timeOffset="-105939.23">13296 14015,'0'-50,"0"25,0 25,49-49,26 49,-26 0,1 0,-50 24,25-24,-25 50,0-25,0 24,0 26,0-26,0-24,0 0,-25 49,-25-49,1-25,49-25</inkml:trace>
  <inkml:trace contextRef="#ctx0" brushRef="#br0" timeOffset="-105631.21">13792 13816,'0'-25,"0"25,-50 0,50 25,-74 25,49-25,25-1,-50 26,50-25,0 49,0-24,25-1,50-49,-1 0,0 0,-24-24,-25 24</inkml:trace>
  <inkml:trace contextRef="#ctx0" brushRef="#br0" timeOffset="-105272.19">13941 13469,'24'25,"-24"0,0 24,0 1,0-1,0 1,0 0,25-1</inkml:trace>
  <inkml:trace contextRef="#ctx0" brushRef="#br0" timeOffset="-104485.15">14288 13717,'0'0,"25"0,24-50,-24 50,25 0,-50-24,49 24,-74 0,1 49,-26 1,25-1,-24 26,24-50,25-1,-75 26,75-25,50-25,0-50,-26 50,26 0,0 25,-26 0,26-25,0 0,-1 0,-24 0,-25 0,50-50</inkml:trace>
  <inkml:trace contextRef="#ctx0" brushRef="#br0" timeOffset="-100831.94">15230 13395,'0'-50,"0"50,0-25,-24 25,-26 25,25 49,-24-24,-1 24,25 26,-24-26,49-24,-25-1,25 50,0-49,49-25,51-25,48 49,-24-49,25 0</inkml:trace>
  <inkml:trace contextRef="#ctx0" brushRef="#br0" timeOffset="-99909.88">15776 13469,'0'-50,"0"75,0 25,0-25,0-1,0 26,0-25,0 0,0 49,75-74,-26 0,1 0,-1 0,-24 0,25-25,-25-24,-25-26,0 50,0-24,-50 49,50 25,0 24,0-24,0 0,25 49,-25 1,0-1,0 25,0-24,0-1,0 0,-25 1,25-26,0 1,-25-50,25 25,-25-25,25-25,0 0,-49-24,49-1,0-24,0 24,0-24,0 49,0 0,25-25,-25 26,49-1,-24 25,25-75,-26 51</inkml:trace>
  <inkml:trace contextRef="#ctx0" brushRef="#br0" timeOffset="-99443.86">16272 13097,'0'0,"0"25,0 24,50-24,-50 25,0-25,0 24,0 1,0-1,0 26,0-50</inkml:trace>
  <inkml:trace contextRef="#ctx0" brushRef="#br0" timeOffset="-98903.83">16595 13667,'-50'0,"100"0,-26 0,1 0,25 0,0 0,-1 0,26 0,-26 0,1 0,-50-24</inkml:trace>
  <inkml:trace contextRef="#ctx0" brushRef="#br0" timeOffset="-98604.81">16768 13494,'-24'0,"24"0,0 99,0-74,0 0,0 49,0-24,0 24,0-24,0-26</inkml:trace>
  <inkml:trace contextRef="#ctx0" brushRef="#br0" timeOffset="-97149.73">17240 13494,'0'-50,"0"75,-25 25,25-26,0 26,25 0,49-50,-24 0,-26 0,1 0,0 0,-25-25,50 25,-50-50,0 1,0 24,0 0,0-25,-25 1,25 49,0 49,0 1,0 0,0-1,0 1,0 24,0 1,0 24,0-25,0 25,0-49,-25 0,25-1,-50 1,26-25,-26-25,0 0,1-75,49 50,0 1,-50-26,50 25,0-24,25 49,0-50,24 50,26-74,-26 74,1-25,0 25,-26-50</inkml:trace>
  <inkml:trace contextRef="#ctx0" brushRef="#br0" timeOffset="-96722.7">17686 13196,'-25'0,"50"0,0 50,25-50,-26 49,26 1,-25 24,-25 1,49-1,-49 1,0-1,0 0,0 1,0-26,0 26,-24-50,-1-1,0-24,-25 50,26-50,-1 0</inkml:trace>
  <inkml:trace contextRef="#ctx0" brushRef="#br0" timeOffset="-96243.67">18653 13543,'-24'0,"24"-24,24 24,26 0,49 0,-24-25,-1 25,-24 0,-1 0,1-50,-25 50</inkml:trace>
  <inkml:trace contextRef="#ctx0" brushRef="#br0" timeOffset="-95904.65">18877 13295,'0'0,"0"25,0 25,0 24,0 1,0 49,0-50,0 0,0-24,0-25,0 24,49-49,-49 25</inkml:trace>
  <inkml:trace contextRef="#ctx0" brushRef="#br0" timeOffset="-88601.24">19274 13370,'24'0,"26"0,0 0,-1 0,-24 0,-25 0,74 0,-74 49,25 1,-25 0,0-1,0 1,0 24,-49 1,-1-26,25-49,-24 50,24-50,0 0,-25 0</inkml:trace>
  <inkml:trace contextRef="#ctx0" brushRef="#br0" timeOffset="-88264.22">19695 13271,'-25'0,"1"0,-26 24,50 1,-50 50,50-26,-49 1,49-1,0 1,0 0,0-26,25 26,-1-50,26 0,-25 0</inkml:trace>
  <inkml:trace contextRef="#ctx0" brushRef="#br0" timeOffset="-87438.17">19894 13370,'0'0,"-75"0,75 25,0-1,-25 1,25 25,0-25,0-1,0-24,0 50,50-50,0 0,-1 0,-24 0,25 0,-1 0,-24-50,25 50,-50-74,25 49,-25 0,0-24,0 24,0-25,0 1,0 74,0-1,0 1,0 25,0-1,0 1,0 24,0 1,0-1,0 25,-25 25,25-49,0-1,-25-24,25-1,0-24,-50-25,26 0,24-25,-25-24,25 24,0-25,0 1,0-1,0-24,0 24,25 25,-1-49,26 49,0-24,-1 24,-24-25</inkml:trace>
  <inkml:trace contextRef="#ctx0" brushRef="#br0" timeOffset="-87064.15">20365 12948,'0'-25,"25"25,-25 75,25-1,-25 0,0 1,0-1,0 26,0-76</inkml:trace>
  <inkml:trace contextRef="#ctx0" brushRef="#br0" timeOffset="-84648.01">12130 15304,'49'0,"1"0,24 0,-24 0,0 0,-1-24,1 24,24 0,-49-25,0 25,-25 25,0-25,-25 24</inkml:trace>
  <inkml:trace contextRef="#ctx0" brushRef="#br0" timeOffset="-84348.99">12155 15602,'24'0,"1"0,25-25,-1 25,1 0,0-24,-1 24,26-50,-26 50,1-25,-25 25,49 0,-99 0,1 0</inkml:trace>
  <inkml:trace contextRef="#ctx0" brushRef="#br0" timeOffset="-80914.8">15528 14635,'0'-50,"25"50,24 0,-24 0,0 0,25 0,-25 0,24 0,1 0,24 0,1 0,-1 0,0 0,1 0,24 0,25-49,-50 49,1 0,-1 0,1-25,-26 25,1 0,24 0,-24 0,-25 0,0 0,24-50,-24 50,0 0,24 0,-24 0,0 0,49 0,-98 0</inkml:trace>
  <inkml:trace contextRef="#ctx0" brushRef="#br0" timeOffset="-79758.73">15454 14709,'24'0,"26"0,0 0,-1 0,-24 0,0 0,25 0,-26 0,26 0,-25 0,0 0,24 0,1 0,-1 0,1-49,24 49,1 0,24 0,-25 0,26 0,-1-50,-25 50,1 0,-1 0,-24-25,24 25,-24 0,-1 0,1 0,0 0,-1 0,-24-49,0 49,24 0,-24 0,25 0,-1 0,1 0,-25 0,0 0,24 0,-24 0,0 0,24 0,-73 0</inkml:trace>
  <inkml:trace contextRef="#ctx0" brushRef="#br0" timeOffset="-71206.24">16942 13072,'50'-50,"-1"26,26-51,73 1,1-1,0-24,-25 25,0 24,-49 1,-26-1,-74 50,-24 50,24-26</inkml:trace>
  <inkml:trace contextRef="#ctx0" brushRef="#br0" timeOffset="-70907.22">17264 13146,'0'0,"0"-24,100-51,-51 50,26-24,24-26,-25 26,50-26,-24 26,-26-1,-24 25,-1 25,-49-49,50 49,-50 0</inkml:trace>
  <inkml:trace contextRef="#ctx0" brushRef="#br0" timeOffset="-70539.2">17761 12427,'0'0,"74"0,-24 0,-1 0,1-49,-1 49,26 0,-50-25,-1 25,26 0,0 25,-50-1,0 26,-25 24,0-24,-25-25,26 24,24-24,-50-25,50 50,0-50</inkml:trace>
  <inkml:trace contextRef="#ctx0" brushRef="#br0" timeOffset="-70072.18">18480 11881,'0'0,"0"50,0 0,49 24,-49 0,100-24,-100 0,49-1,-49-24,0 25,0-1,0-24</inkml:trace>
  <inkml:trace contextRef="#ctx0" brushRef="#br0" timeOffset="-66570.98">13544 15503,'0'-50,"0"50,0-24,49 24,1 0,-25-50,0 50,24 0,-24 0,0 0,-25 50,74-1,-74 1,0 24,0 1,0-1,-49 25,49-74,-75 25,50-50,-24 49,24-49,-25 0,1 0</inkml:trace>
  <inkml:trace contextRef="#ctx0" brushRef="#br0" timeOffset="-66256.96">14089 15329,'-24'0,"-26"0,50 0,-50 50,50 0,-49-1,49 1,-50-1,50-24,0 25,0-25,25-25,25 24,-1-24,26 0,-26 0,1 0,-1-24</inkml:trace>
  <inkml:trace contextRef="#ctx0" brushRef="#br0" timeOffset="-65909.94">14238 14982,'0'0,"0"25,0 24,0-24,0 0,50 25,-50-26,0 26,0 0,0-1,25-49</inkml:trace>
  <inkml:trace contextRef="#ctx0" brushRef="#br0" timeOffset="-65056.89">14660 15379,'50'0,"-26"0,26 0,24 0,-24 0,-25 0,0-25,24 25,-98 25,24 49,-25-24,1 0,-1 24,25-24,-24-1,24 1,25-75,74-25,-49 1,25 49,-1 0,1 49,-1-24,26-25,-26 0,1 0,-50 0,25 0,-25-25</inkml:trace>
  <inkml:trace contextRef="#ctx0" brushRef="#br0" timeOffset="-64485.86">15602 15553,'25'0,"0"0,25 0,-1-25,26 25,-1 0,1 0,-26 0,-24 0,25 0,-50-25</inkml:trace>
  <inkml:trace contextRef="#ctx0" brushRef="#br0" timeOffset="-64252.84">15801 15329,'0'0,"0"50,0 0,0-1,0 26,25-1,-25-24,49 24,-49 0,25 1,-25-26</inkml:trace>
  <inkml:trace contextRef="#ctx0" brushRef="#br0" timeOffset="-63179.78">16545 15304,'0'0,"25"0,49 0,-49 0,0 0,25 0,-50 25,49 25,-49-25,0 24,0 1,0-25,0 0,-25 49,1-74,-1 25,-25-25,25 0,0 0,-24 0,49 0,0-50</inkml:trace>
  <inkml:trace contextRef="#ctx0" brushRef="#br0" timeOffset="-62880.77">16917 15180,'-25'0,"-24"25,24 0,25 0,-50 24,50-24,-24 25,24 24,0-24,0-25,0 0,0 24,24-49,26 0,24 0,1 0,24-25,-49-24</inkml:trace>
  <inkml:trace contextRef="#ctx0" brushRef="#br0" timeOffset="-62145.72">17314 15156,'-25'0,"0"0,25 24,-49 1,49 25,0-25,0-1,25 51,24-50,1-25,-1 0,1 0,0 0,-1-25,1 25,-25-50,-25 1,49 24,-49 0,0-25,-25 26,1 24,24-50,0 100,0-1,0-24,0 25,24 24,-24 1,0-1,0 25,0 0,0 50,0-25,0-49,0-26,0 1,0-25,-24-25,24 24,-50-24,25 0,-24 0,24-24,-50-51,75 1,0-1,0-24,0 25,0 24,50 1,-25-1,24 25,51-24,-26-26,1 26</inkml:trace>
  <inkml:trace contextRef="#ctx0" brushRef="#br0" timeOffset="-61667.7">17959 14833,'0'25,"0"0,0 0,0 24,50-24,-50 25,0-1,24 26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16:56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596 446,'0'-49,"0"24,-25 25,25 0,-50 74,50 26,0 24,0 49,0-24,0-25,0 0,0-74,0-25,0-1,25-24,0-74,-25 24,49 26,-24-26,25 50,-1 0,-24 0,0 0,25 0,-1 0,-24-25,25 25,-50-25</inkml:trace>
  <inkml:trace contextRef="#ctx0" brushRef="#br0" timeOffset="257.01">496 546,'0'-25,"25"25,50-50,-26 50,1-25,-1 25,1 0</inkml:trace>
  <inkml:trace contextRef="#ctx0" brushRef="#br0" timeOffset="437.02">472 868,'24'0,"26"0,0-25,24 25,0-24,-24 24,25 0,-51-50</inkml:trace>
  <inkml:trace contextRef="#ctx0" brushRef="#br0" timeOffset="654.03">1191 645,'0'0,"0"25,0 24,0 26,-50-1,26-24,-26-1,50 1,-25-50,25 25</inkml:trace>
  <inkml:trace contextRef="#ctx0" brushRef="#br0" timeOffset="818.04">1042 843,'0'25,"50"-25,-25 75,24-75,-24 49,0-49,24 50</inkml:trace>
  <inkml:trace contextRef="#ctx0" brushRef="#br0" timeOffset="1225.07">1538 670,'-25'0,"50"0</inkml:trace>
  <inkml:trace contextRef="#ctx0" brushRef="#br0" timeOffset="1405.08">1637 918,'0'0,"25"0,-25-50</inkml:trace>
  <inkml:trace contextRef="#ctx0" brushRef="#br0" timeOffset="1765.1">2084 446,'0'0,"0"0,0 50,-50 25,50-1,0-49,0 0,0-1,0 26,50-50,24 0,26 0,-26-50,0 50,-24-49,0 49,-50-50,0 1</inkml:trace>
  <inkml:trace contextRef="#ctx0" brushRef="#br0" timeOffset="1981.11">2431 521,'-49'0,"49"0,0 25,0 49,0-24,0-1,0 26,0-26,0 1,0 24,0 1,0-50</inkml:trace>
  <inkml:trace contextRef="#ctx0" brushRef="#br0" timeOffset="2327.13">496 1587,'-24'0,"24"0,74 0,50 0,50 0,-1-49,26-1,24-24,25-1,0 1,-25 0,-49-26,-50 76,-50-26,-49 50,-25 0,-25 0</inkml:trace>
  <inkml:trace contextRef="#ctx0" brushRef="#br0" timeOffset="2678.15">720 1637,'0'25,"49"-25,1 0,24 0,1-25,-1 25,25-50,50 1,50-26,-1 1,-24 24,-25 1,-1-1,-24 25,-49 25,-26-49,-24 49,-25 0,-25 0</inkml:trace>
  <inkml:trace contextRef="#ctx0" brushRef="#br0" timeOffset="12263.7">3126 1414,'0'-25,"0"0,0 25,0-49,25 49,49-25,-24 25,-26 0,-24 0,50 25,-50 24,25 1,-25-1,0 1,0 24,0-24,0-25,0 0,-25 24,25-24,-74-25,24 75,25-75,0 0,-24 0,49-25</inkml:trace>
  <inkml:trace contextRef="#ctx0" brushRef="#br0" timeOffset="12676.72">3671 1265,'0'-25,"-24"25,-1 0,-25 0,50 25,-25 25,25-1,-49 1,49 24,-50-49,50 0,0 24,0-24,0-25,0 25,75-25,-51 0,1 0,25 0,-25-25,24 0</inkml:trace>
  <inkml:trace contextRef="#ctx0" brushRef="#br0" timeOffset="13350.76">3870 1315,'0'-50,"0"50,-25 25,-25 49,50-49,0 25,0-1,0-24,50-25,0 0,-1 0,26 0,-26 0,1-25,0 25,-26-74,-24 49,50 0,-50-24,0 24,0-25,-25 50,25 25,0 0,0 49,0-24,25 24,-25 25,0 26,0-26,0 0,0-25,0 1,0-26,0 1,0 0,0-50,-50 0,26 0,-1 0,-25-25,25 0,-24-25,49-24,-25 49,25 0,0-24,0 24,25-25,24 26,51-26,-51 50,1-25,-25 25,49 0</inkml:trace>
  <inkml:trace contextRef="#ctx0" brushRef="#br0" timeOffset="15217.87">4788 1538,'-50'0,"100"0,-1 0,-24 0,25 0,24-25,-24 25,-1 0,1 0,-25 0,-25-25,49 25</inkml:trace>
  <inkml:trace contextRef="#ctx0" brushRef="#br0" timeOffset="15436.88">5036 1240,'0'50,"0"-1,0 1,0 0,0-1,0 26,0-1,0 1,0-51</inkml:trace>
  <inkml:trace contextRef="#ctx0" brushRef="#br0" timeOffset="17361.99">5681 1191,'-25'0,"25"-25,0 0,25 25,24 0,26 0,-51 25,-24 0,75 49,-75-24,0-1,0 1,0-1,0 1,-25-25,-49 49,24-74,25 0,0 25,-49-25</inkml:trace>
  <inkml:trace contextRef="#ctx0" brushRef="#br0" timeOffset="17679.01">6127 1166,'0'0,"-74"0,49 0,0 0,-25 0,26 0,24 74,-50-49,50 25,-50-1,50-24,0 0,0 49,0-74,50 25,0-25,24 0,0 0,-24 0,25 0,-51-25</inkml:trace>
  <inkml:trace contextRef="#ctx0" brushRef="#br0" timeOffset="18016.03">6326 744,'0'50,"0"-1,0 26,0-1,0-24,0 24,0-24,0 24,0-24</inkml:trace>
  <inkml:trace contextRef="#ctx0" brushRef="#br0" timeOffset="18797.07">6375 1166,'25'0,"0"0,0 0,24 0,1 0,-25-25,24 25,-24 0,0-50,-25 75,0 0,-50 49,25-24,-24 0,24-1,-25 26,50-51,-24-24,24 25,0-25,49 0,-24 0,0 0,-25 0,49 0,-49 50,50-50,0 0,-26 0,26 0,-25 0,-25-25,25 25,-25-25,0 0</inkml:trace>
  <inkml:trace contextRef="#ctx0" brushRef="#br0" timeOffset="19382.1">7293 1265,'-25'0,"75"0,-1 0,1-25,0 25,-1 0,26 0,-51 0,1 0,-25-49</inkml:trace>
  <inkml:trace contextRef="#ctx0" brushRef="#br0" timeOffset="19718.12">7491 992,'0'-25,"0"50,0 25,0 24,0 25,0-24,0 24,0-25,0-24,0 0,0-26,0 26,25-50</inkml:trace>
  <inkml:trace contextRef="#ctx0" brushRef="#br0" timeOffset="22599.29">8310 992,'0'-25,"0"25,0 0,-50 50,50 24,0-24,0 0,0-26,0 26,0-25,0-25,0 25,100-25,-51 0,1 0,-25 0,24 0,1-25,-25-25,-25-24,0 24,0 1,0 24,0-25,0 100,0-1,0 26,-75-1,75 1,-49 49,-1-25,50 25,-99-74,99-1,-75 1,26-1,-1-49,25 0,25 0,0-49,0 24,25-25,50 26</inkml:trace>
  <inkml:trace contextRef="#ctx0" brushRef="#br0" timeOffset="23417.33">8856 1141,'-50'0,"75"0,49 0,25 0,1 0,-26-50,0 50,-24-24,0 24,-50 0,-75 49,26 1,-26 49,26-25,-26 1,50-50,-24-1,24 26,25-50,0 0,0-50,50 50,-1 0,1 50,-1-25,26-25,-26 0,-24 0,0 0,25 0,-25 0,-25-25,49 25,-49-25,25 25,-50 0</inkml:trace>
  <inkml:trace contextRef="#ctx0" brushRef="#br0" timeOffset="31612.8">10121 1141,'-25'0,"25"0,0 0,49 0,26 0,-26 0,1 0,0 0,-1 0,1 0,-25 0,0 0,24 0,-49 0,-25 0</inkml:trace>
  <inkml:trace contextRef="#ctx0" brushRef="#br0" timeOffset="31920.82">10121 1414,'24'0,"51"0,-26 0,26 0,-1 0,-24 0,0-25,-1 25,-24 0,0 0,-25 0,-25 25,-25-25</inkml:trace>
  <inkml:trace contextRef="#ctx0" brushRef="#br0" timeOffset="40032.28">18281 943,'-24'0,"24"-25,0-25,24 50,-24-25,75 25,-26 0,-24 0,0 0,25 0,-1 50,-49-25,0 0,50 24,-50 26,0-26,-50 1,25-1,-24 1,24-25,-25-25,26 74,-1-74,-25 25</inkml:trace>
  <inkml:trace contextRef="#ctx0" brushRef="#br0" timeOffset="40376.3">18951 843,'-25'0,"-24"-49,-1 49,0 0,50 25,-49 24,49-24,-50 25,50-1,-25 1,25-1,0-24,0 0,0 25,25-1,0-49,25 0,24 0,-24 0,24 0,-24-25</inkml:trace>
  <inkml:trace contextRef="#ctx0" brushRef="#br0" timeOffset="40676.32">19274 992,'-50'50,"50"-50,50-25,24 25,50-50,-25 50,-24-49,-1 49,0-50</inkml:trace>
  <inkml:trace contextRef="#ctx0" brushRef="#br0" timeOffset="40916.34">19596 769,'-50'0,"50"25,0 24,25 1,-25 0,50 24,-50 25,0-24,0 24,0-74</inkml:trace>
  <inkml:trace contextRef="#ctx0" brushRef="#br0" timeOffset="41502.37">20018 695,'-25'0,"25"0,25 0,24 0,-24 0,0 24,25 26,-26 24,-24-24,50 0,-50-1,0 1,0-1,-25-24,-24 25,24-50,0 0,25-25,0 0</inkml:trace>
  <inkml:trace contextRef="#ctx0" brushRef="#br0" timeOffset="41742.38">20390 620,'-25'0,"0"75,-49-26,49 1,-25 24,50-49,0 0,0 24,50-49,24 0,1 0,-1 0,-24-24</inkml:trace>
  <inkml:trace contextRef="#ctx0" brushRef="#br0" timeOffset="42072.4">20588 198,'-49'0,"49"25,0 0,24 49,-24 1,25-1,-25 1,0-1,0 1,50-1,-50-24</inkml:trace>
  <inkml:trace contextRef="#ctx0" brushRef="#br0" timeOffset="42596.43">20985 843,'-49'0,"73"-24,1 24,25 0,24 0,-24-25,-1 25,26 0,-26 0,1 0</inkml:trace>
  <inkml:trace contextRef="#ctx0" brushRef="#br0" timeOffset="42874.45">21010 1042,'0'25,"25"-25,24 0,1-25,24 25,50-50,-24 50,24-74,-50 74,0-75,-24 75,0-24,-26 24</inkml:trace>
  <inkml:trace contextRef="#ctx0" brushRef="#br0" timeOffset="50696.89">22300 397,'0'-25,"0"-25,0 75,0 25,0 49,0 25,0 50,0-25,0-25,0 24,0-73,0-26,0-24,0 25,0-25,-25-25,25-25</inkml:trace>
  <inkml:trace contextRef="#ctx0" brushRef="#br0" timeOffset="59126.38">10642 2753,'-25'0,"-25"0,75 0,0 0,24 0,1-24,24 24,-24 0,-25 0,24-25,1 25</inkml:trace>
  <inkml:trace contextRef="#ctx0" brushRef="#br0" timeOffset="59426.39">10617 2977,'0'24,"49"-24,1 0,0-24,24 24,-24-25,-1 25,1 0,-1-50,-24 50,0 0,-25-25,50 25,-75 0</inkml:trace>
  <inkml:trace contextRef="#ctx0" brushRef="#br0" timeOffset="62688.58">11634 2530,'-25'0,"25"0,0-50,25 50,24 0,1 0,0 0,-26 0,-24 25,50 25,-50-25,0 24,0 1,0 0,0-26,0 26,-50-25,26 24,-26-49,50 25,-50-25,26 0,-1 0,25 0,0-74</inkml:trace>
  <inkml:trace contextRef="#ctx0" brushRef="#br0" timeOffset="63072.6">12105 2332,'0'0,"-50"0,26 0,-1 0,25 24,-50 26,50-25,-25 24,25 26,0-26,-49 1,49-25,0 25,0-26,25-24,49 0,0 0,-24-24,0-1</inkml:trace>
  <inkml:trace contextRef="#ctx0" brushRef="#br0" timeOffset="63761.64">12328 2406,'0'25,"0"0,-49-1,49 26,0-25,0 0,0 24,24-49,1 0,0 0,25 0,24-25,-24 1,-1-26,-49 25,50-24,-50 24,0 0,0 50,0 24,0-24,0 25,25-1,-25 1,0 0,0 24,49-24,-49 24,0 1,0-1,0-24,-24-1,24 26,-25-51,25 1,-75-25,26 50,-1-50,0 0,26 0,-51-25,75-25,0 26,0-1,0-25,50 1,-1-1,1 0,49 1,-49 24,0-25,-1 50,-49-24,50 24</inkml:trace>
  <inkml:trace contextRef="#ctx0" brushRef="#br0" timeOffset="64173.67">13370 2729,'25'0,"0"0,24 0,1 0,0-50,-26 50,26 0,-25-25</inkml:trace>
  <inkml:trace contextRef="#ctx0" brushRef="#br0" timeOffset="64421.68">13544 2480,'0'0,"0"75,0-26,0 26,0-25,0-1,0 1,0 24,0-24</inkml:trace>
  <inkml:trace contextRef="#ctx0" brushRef="#br0" timeOffset="68704.92">13941 2456,'24'0,"1"0,0 0,0 0,24 0,-24 0,0 0,25 24,-1 51,-49-50,0 24,0 1,0 24,0-24,-49 0,-1-1,25-49,-24 50,24-50,-25 0,50-25,25-25,0-24</inkml:trace>
  <inkml:trace contextRef="#ctx0" brushRef="#br0" timeOffset="68987.94">14412 2406,'0'-50,"-25"50,-25 50,26-25,-26 24,0 1,26 0,24-1,-50 26,50-50,0-1,0 51,25-75,24 0,51 0,24-25,-50-25,1 1</inkml:trace>
  <inkml:trace contextRef="#ctx0" brushRef="#br0" timeOffset="69348.96">14660 1984,'0'-24,"0"24,0 49,0 26,0-1,0 0,0 1,0-1,0 1,0-1,0-49</inkml:trace>
  <inkml:trace contextRef="#ctx0" brushRef="#br0" timeOffset="70159.01">14883 2580,'-25'0,"50"0,0-50,25 50,-26 0,1-25,25 25,-25-25,24 25,-24 0,-25-49,0 74,0 24,-50 1,26 24,-26 26,0-26,26 0,-26-24,25-25,25 24,-49-49,49 25,0-25,24-49,26 49,0 0,24 0,-24 0,-26 0,1 0,25 0,-1 0,-24 0,-25-25,0-25</inkml:trace>
  <inkml:trace contextRef="#ctx0" brushRef="#br0" timeOffset="70655.04">15652 2778,'0'0,"50"0,24 0,25 0,-24 0,-1 0,-24 0,-1-49,1 49,-25 0,0 0,-25-25</inkml:trace>
  <inkml:trace contextRef="#ctx0" brushRef="#br0" timeOffset="70933.05">15975 2530,'24'0,"-24"50,0-1,0 1,25 0,-25 24,0-24,0-26,0 1,0 25,25-50</inkml:trace>
  <inkml:trace contextRef="#ctx0" brushRef="#br0" timeOffset="73218.18">16570 2356,'0'-49,"0"74,0 24,0 1,0-1,0 1,0 24,0-49,74 0,-49-25,0 0,25 0,24 0,-24 0,-26 0,26-50,-25-24,-25 49,0 0,0-24,0 74,-25-25,25 99,-99 0,49 0,1 25,-26 0,1-24,-1 24,26-25,24-50,25-24,0-25</inkml:trace>
  <inkml:trace contextRef="#ctx0" brushRef="#br0" timeOffset="73968.23">17240 2530,'0'0,"0"-50,49 50,-24 0,0-24,24 24,-24 0,0 0,-25-25,50 25,-75 25,0 24,-49 26,-1 49,1 0,24-25,-24-49,24-1,25-49,25 50,-49-50,98-25,-24 25,0-25,25 25,-26 0,1 0,25 0,-1 0,-24 0,0 0,25 0,-26 0,26 0,-25 0,-25 0</inkml:trace>
  <inkml:trace contextRef="#ctx0" brushRef="#br0" timeOffset="74336.25">18108 2232,'-25'0,"0"25,-24 0,-1 25,-24 49,-1 25,26-25,24 0,25-24,0-26,0 1,0-25,25-25,24 49,50-49,50 0,-25 0,0-74</inkml:trace>
  <inkml:trace contextRef="#ctx0" brushRef="#br0" timeOffset="75326.3">18356 2505,'0'0,"25"0,24 0,-24 0,0 0,24 0,-24 0,0 0,-25 50,0-25,0 24,0 26,0-26,0-24,0 25,-25-50,-24 25,24-25,-25 0,50 0,25-50</inkml:trace>
  <inkml:trace contextRef="#ctx0" brushRef="#br0" timeOffset="75617.32">18852 2406,'0'0,"-25"0,-25 25,26 24,-26-24,25 25,25-25,-49-1,49 26,0 0,74-25,-24-25,-1 0,26 0,-1 0,1 0,-26 0</inkml:trace>
  <inkml:trace contextRef="#ctx0" brushRef="#br0" timeOffset="75935.34">19348 2555,'25'0,"24"0,51-25,-1 25,0 0,25-50,-49 50,-26 0,-49-24</inkml:trace>
  <inkml:trace contextRef="#ctx0" brushRef="#br0" timeOffset="76182.35">19695 2232,'-25'0,"25"0,0 75,25-1,-25 25,50 1,-50-26,74-24,-74-25,0 24,25-24</inkml:trace>
  <inkml:trace contextRef="#ctx0" brushRef="#br0" timeOffset="77156.41">20241 2307,'0'-25,"0"0,0 0,50 25,-26 0,1 0,25 0,24 25,-74 0,25 49,-25 1,0-1,0-24,0-1,-50 1,26-25,-26-25,-24 50,49-50,0 0,25-25,0 0</inkml:trace>
  <inkml:trace contextRef="#ctx0" brushRef="#br0" timeOffset="77434.42">20836 2158,'-25'0,"1"0,-1 25,-25-25,25 49,-24 1,49 0,-50-1,50 26,0-51,0 26,0 0,50-50,-1 0,1 0,0 0,-1-25,1 0</inkml:trace>
  <inkml:trace contextRef="#ctx0" brushRef="#br0" timeOffset="77815.45">20985 1712,'0'49,"0"1,0-1,0 1,0 0,50 24,-50-49,25 0</inkml:trace>
  <inkml:trace contextRef="#ctx0" brushRef="#br0" timeOffset="78416.48">21456 1910,'25'0,"0"0,0 0,24 0,1 50,-25-1,-25 1,0 24,0 50,0-25,-25 25,-49 25,-26-74,1-1,25-24,24-50,1 0,98-50,-49 25</inkml:trace>
  <inkml:trace contextRef="#ctx0" brushRef="#br0" timeOffset="79886.56">10716 3969,'-25'0,"75"0,-1 0,26 0,-1 0,1 0,-1 0,0-25,1 25,-26 0,-24-25,-50 25,1 0</inkml:trace>
  <inkml:trace contextRef="#ctx0" brushRef="#br0" timeOffset="80169.58">10914 4167,'0'25,"0"-25,25 0,25 0,24 0,1 0,-1 0,0 0,1-50,-1 50,-24 0,0-49,-75 49,-25 0</inkml:trace>
  <inkml:trace contextRef="#ctx0" brushRef="#br0" timeOffset="84640.84">11981 4068,'-25'0,"25"-25,-25 25,25-25,-49 25,49-74,25 74,-25-25,49 25,1 0,-50-25,49 25,1 0,-50 0,50 0,-50 50,24 0,-24-26,0 26,0 0,0 24,0-24,-24-1,24-24,-75 25,50-50,1 24,-26-24,25 0,-24 0,-1 0,50-24,0-26,50 25</inkml:trace>
  <inkml:trace contextRef="#ctx0" brushRef="#br0" timeOffset="85008.86">12427 3870,'0'0,"-24"0,-26 24,50 26,-25-25,25 24,0-24,-49 25,49 24,0-49,0 0,0 0,0 24,49-49,-24 0,0 0,24-25,26 1,-50-26</inkml:trace>
  <inkml:trace contextRef="#ctx0" brushRef="#br0" timeOffset="85599.89">12651 3994,'0'24,"0"1,-50 0,50 25,0-1,25-49,0 0,0 0,24 0,26-25,-51 25,26-49,-25 49,-25-50,25 50,-25-49,0 49,0 24,0 26,0-25,0 24,0-24,0 25,0 24,0 1,0-1,49 25,-49-24,0-1,0 25,0-24,0-26,0 1,-74-25,49-25,0 0,-24 0,24 0,-25-25,25-49,25 24,0 25,0 0,0-24,50 24,0-25,24 25,-24-24,-26 49,26-25,-25 25</inkml:trace>
  <inkml:trace contextRef="#ctx0" brushRef="#br0" timeOffset="85967.91">13717 4465,'0'0,"50"0,49-75,-24 75,-1-74,0 74,1-25,-50 25</inkml:trace>
  <inkml:trace contextRef="#ctx0" brushRef="#br0" timeOffset="86193.93">14015 4118,'0'24,"0"26,0 24,0 1,0-1,25 1,-25-1,0 0,0-49</inkml:trace>
  <inkml:trace contextRef="#ctx0" brushRef="#br0" timeOffset="87115.98">14586 4043,'-25'0,"25"-25,25 25,-1 0,26 0,-25 0,0 0,24 0,-24 25,-25 0,50 25,-50-1,0 50,0-24,-50 24,0-25,26 1,-26-50,25-25,-24 0,49-25,24-25,-24-24</inkml:trace>
  <inkml:trace contextRef="#ctx0" brushRef="#br0" timeOffset="87364.99">14958 4018,'0'0,"-50"50,25-25,-24 24,24-24,25 0,-50 25,50-26,0 1,0 50,25-75,0 0,49 0,1 0,-1-50,0 25</inkml:trace>
  <inkml:trace contextRef="#ctx0" brushRef="#br0" timeOffset="87700.01">15181 3597,'0'-25,"-25"50,25 24,0 26,0-1,0 1,0-26,0 1,0-1,0 1,25-25</inkml:trace>
  <inkml:trace contextRef="#ctx0" brushRef="#br0" timeOffset="88264.04">15478 4043,'25'0,"25"-25,24 25,-24-49,0 49,-1-25,1 25,-75 25,0 24,-24 1,-1 49,25-49,-25-1,50 1,-24-50,24 25,0-25,24 0,-24-50,50 50,-50-25,75 25,-26 0,-24 0,25 0,-1 0,-24 0,0 0</inkml:trace>
  <inkml:trace contextRef="#ctx0" brushRef="#br0" timeOffset="88518.06">16322 4142,'25'0,"24"0,1 0,24 0,1-49,-1 49,1 0,-51-25</inkml:trace>
  <inkml:trace contextRef="#ctx0" brushRef="#br0" timeOffset="88766.07">16545 3894,'-25'0,"25"25,0 50,0-26,25 1,-25-1,25 26,-25-26,0-24,0 0,0 49</inkml:trace>
  <inkml:trace contextRef="#ctx0" brushRef="#br0" timeOffset="89920.14">17339 3944</inkml:trace>
  <inkml:trace contextRef="#ctx0" brushRef="#br0" timeOffset="90220.16">17314 3944,'0'-25,"0"-24,0 49,25-25,24 25,1 0,-25 0,0 0,24 0,1 99,-50-49,0-1,0 1,0 24,-50-49,1 25,-1-50,0 24,1-24,24 0,25-24,0-26,50 25</inkml:trace>
  <inkml:trace contextRef="#ctx0" brushRef="#br0" timeOffset="90515.17">17860 3820,'-25'0,"0"0,0 0,1 0,-51 25,25 0,1 24,24 1,-25 24,50-24,0-25,0-1,25 51,25-75,24 0,26 0,-26 0,0-25,-24 25,-25-50</inkml:trace>
  <inkml:trace contextRef="#ctx0" brushRef="#br0" timeOffset="91129.21">18108 3845,'-25'25,"25"24,0-24,0 0,0 24,0-24,0 0,0-25,50 0,-26 0,1 0,50 0,-26-50,-24 26,25-26,-50 25,24 0,-24-49,0 74,0 50,0 24,0-49,0 0,0 24,0 1,0-1,0 1,0 24,0 26,0-26,0 25,0-49,0-25,-24-25,-26 49,25-49,-24 0,-1-25,25 25,25-74,-49 24,49-24,0 0,0-1,24 50,1 1,50-26,-26 50,26-74,-26 74,26-50</inkml:trace>
  <inkml:trace contextRef="#ctx0" brushRef="#br0" timeOffset="91722.24">18653 3870,'-49'0,"74"0,24 0,-24 0,25-50,24 50,-49 0,0-25,24 25,-73 0,-1 25,-25 25,25-1,-24 1,24 49,-25-49,25-26,-24 26,24-25,50-25,0 0,24-75,-24 75,-25-24,50 24,24 0,-24 0,-25 24,24-24,1 0,-25 0,-25-24</inkml:trace>
  <inkml:trace contextRef="#ctx0" brushRef="#br0" timeOffset="92087.26">19398 3944,'-50'0,"100"0,-1 0,26 0,-1 0,0 0,1 0,-26 0,1 0,-50-50,25 50</inkml:trace>
  <inkml:trace contextRef="#ctx0" brushRef="#br0" timeOffset="92314.28">19621 3770,'0'-24,"-25"24,25 24,0 1,25 50,-25-26,49 1,-49-1,0 1,0 0,0-26,0 1</inkml:trace>
  <inkml:trace contextRef="#ctx0" brushRef="#br0" timeOffset="94414.4">20390 3845,'-25'0,"25"-25,25 25,0 0,-1 0,26-25,-25 25,24 0,-24 0,0 0,-25 0,50 50,-50-25,0-1,0 51,0-50,0 24,-50 1,0-25,26-25,-1 49,-25-49,50-49,0-26</inkml:trace>
  <inkml:trace contextRef="#ctx0" brushRef="#br0" timeOffset="94670.41">20811 3746,'-24'0,"-26"0,50 24,-74 1,74 25,-25-25,25-1,0 26,0-25,0 0,49-25,1 0,24 0,1 0,-25-50</inkml:trace>
  <inkml:trace contextRef="#ctx0" brushRef="#br0" timeOffset="94948.43">21010 3373,'0'50,"0"0,25 24,-25 0,0-24,0 0,0-1,25 1</inkml:trace>
  <inkml:trace contextRef="#ctx0" brushRef="#br0" timeOffset="95523.46">21382 3671,'0'-25,"0"75,0-25,0 0,0 24,0 1,25-50,0 0,-1 0,26 0,-25 0,24-25,-24 25,-25-74,25 74,-25-25,0 25,0 25,-50 24,50 1,-74-1,74 26,-50-26,1 26,24-1,-25-24,50-25</inkml:trace>
  <inkml:trace contextRef="#ctx0" brushRef="#br0" timeOffset="96312.5">21853 3671,'75'0,"-26"0,1 0,-25-25,0 25,24-49,-49 98,-49 1,49 24,-75 1,25-1,26-24,-26-1,25 26,25-50,-25-25,25 0,75-75,24 26,-49 49,-25 0,-25 24,49-24,-24 0,25 0,24 0,-49 0,-25-24,0-1</inkml:trace>
  <inkml:trace contextRef="#ctx0" brushRef="#br0" timeOffset="112777.45">11088 6176,'-25'0,"25"0,25 0,25 0,-1 0,1 0,-1 0,26 0,-25 0,-1-49,-24 49,25 0,-26 0,-24 0</inkml:trace>
  <inkml:trace contextRef="#ctx0" brushRef="#br0" timeOffset="113079.46">11138 6548,'0'0,"49"0,-24 0,25 0,-1 0,1 0,0-49,-1 49,-24 0,0 0,-25-25,25 25,-50 0,0 0</inkml:trace>
  <inkml:trace contextRef="#ctx0" brushRef="#br0" timeOffset="119302.82">12378 5804,'49'-49,"26"-1,-50 50,24-25,-24 25,0 0,-25 50,0-1,0 26,0-1,0 26,0-26,-74 0,49-24,-25 0,50-26,-50-24,50 25,-24-25,24 0,0-25</inkml:trace>
  <inkml:trace contextRef="#ctx0" brushRef="#br0" timeOffset="119656.84">12775 5779,'0'0,"-25"0,-25 0,50 50,-24 0,24 24,0-24,-50 24,50-24,0-25,0 24,74 1,-24-50,0 0,-1 0,1 0</inkml:trace>
  <inkml:trace contextRef="#ctx0" brushRef="#br0" timeOffset="120300.88">12973 5829,'0'25,"0"25,0 24,-25-24,25-26,0 26,25 0,25-50,-25 0,-1 0,26 0,-25 0,-25 0,49-50,-49 25,0-24,50 24,-50 0,-25-25,0 50,25 25,0 50,0-26,25 1,-25-1,0 1,0 24,0 50,0-24,0 24,0-50,0 0,0 1,0-25,-25-1,1-49,-26-25,50 1,-25-51,25 1,0-1,0 1,0-1,50 1,-25 49,49-24,0 49,26-25,-26 25,-49 0</inkml:trace>
  <inkml:trace contextRef="#ctx0" brushRef="#br0" timeOffset="120831.91">14238 5606,'0'-25,"0"0,-25 25,1 0,-26 25,-24 49,-1 50,1 1,24-51,50 0,0 26,0-51,25 1,25-1,49-24,0-25,0 50,-24-50,-26 0</inkml:trace>
  <inkml:trace contextRef="#ctx0" brushRef="#br0" timeOffset="123203.04">14586 5631,'0'24,"0"51,0-26,0 26,0-1,0 1,0-26,0 1,0 0,49-26,26 26,-26-50</inkml:trace>
  <inkml:trace contextRef="#ctx0" brushRef="#br0" timeOffset="123518.06">14958 6077,'0'-25,"24"-24,26 49,24 0,26-50,-26 50,-24 0,-1-25,-24 25,-25-49</inkml:trace>
  <inkml:trace contextRef="#ctx0" brushRef="#br0" timeOffset="123742.07">15156 5730,'0'0,"0"74,0 1,0-1,25 1,-25-26,0 1,49 24,-49-49,0 0</inkml:trace>
  <inkml:trace contextRef="#ctx0" brushRef="#br0" timeOffset="128700.36">15776 5705,'0'0,"50"0,-1 0,-24-50,0 50,25 0,-26 0,26-24,-25 24,-25 0,0 24,-50 51,1-26,-1 1,-24 25,24-26,0 26,1-51,24 1,25-25,25 0,24 0,-24-25,25 25,-25 0,-1 0,26-49,-25 49,0 0,24 0,-49 0,75 0,-51 0,1 0,-25 0,0-25</inkml:trace>
  <inkml:trace contextRef="#ctx0" brushRef="#br0" timeOffset="129060.38">16297 5507,'25'0,"24"0,-49 49,75 1,-75 24,49 25,-49 26,0-26,0 25,0 0,-24-50,-26-24,0 24,-24-49,24-25,1 50,24-50,25-25</inkml:trace>
  <inkml:trace contextRef="#ctx0" brushRef="#br0" timeOffset="131146.5">17165 6003,'25'0,"0"0,24 0,26 0,-1 0,25-25,25 25,-24 0,-51 0,-24 0,25 0</inkml:trace>
  <inkml:trace contextRef="#ctx0" brushRef="#br0" timeOffset="131386.51">17612 5779,'0'-49,"0"98,0 1,0 25,0-1,24 0,-24 26,0-26,0 25,0-49,0-25</inkml:trace>
  <inkml:trace contextRef="#ctx0" brushRef="#br0" timeOffset="133417.63">18232 5804,'0'-25,"0"1,0 24,49 0,-24 0,50 0,-51 24,-24 1,50 25,-50 24,0-49,0 0,-25 25,25-26,-74-24,24 50,1-50,24 0,25 0</inkml:trace>
  <inkml:trace contextRef="#ctx0" brushRef="#br0" timeOffset="133650.64">18753 5556,'0'0,"-50"0,25 0,-24 25,-26 25,50-1,-24 1,49 24,-25-49,25 0,0 49,50-74,-1 0,1 0,24 0,-24 0</inkml:trace>
  <inkml:trace contextRef="#ctx0" brushRef="#br0" timeOffset="133927.66">18902 5184,'0'50,"0"-1,0 26,0-26,0 1,0 0,0-1,0 26</inkml:trace>
  <inkml:trace contextRef="#ctx0" brushRef="#br0" timeOffset="134594.69">19001 5581,'-50'0,"100"0,-1 0,1 0,0 0,-1 0,1 0,-25 0,-25-25,0 25,-50 50,-24-1,-1 26,1-26,24 1,25 0,25-25,-49-25,49 24,25-24,-1 0,1 0,50-24,-51 24,1 0,25 0,-1 0,-24 0,0 0,25 0,-26 0,1 0</inkml:trace>
  <inkml:trace contextRef="#ctx0" brushRef="#br0" timeOffset="136320.79">19968 5234,'-25'-25,"1"25,-1 50,-50 74,1 0,24-25,50 0,-49 25,49-49,24-1,1 0,74-49,1-25,73 50,-49-50</inkml:trace>
  <inkml:trace contextRef="#ctx0" brushRef="#br0" timeOffset="136657.81">20663 5531,'0'0,"0"50,0 24,0 1,0 24,0-24,0-26,0 1,0-25,0 24,49-24,1-25</inkml:trace>
  <inkml:trace contextRef="#ctx0" brushRef="#br0" timeOffset="136935.83">21035 5854,'-50'0,"75"0,49 0,-24 0,24 0,1-25,-1 25,1 0,-26 0,1-50</inkml:trace>
  <inkml:trace contextRef="#ctx0" brushRef="#br0" timeOffset="137190.84">21382 5631,'-25'0,"25"-50,-49 75,49 0,0 24,0 26,0-26,0 26,0-26,0 1,0-25,0 24,0-24,24-25,1 0</inkml:trace>
  <inkml:trace contextRef="#ctx0" brushRef="#br0" timeOffset="137895.88">21779 5581,'0'-50,"-25"75,25 0,-50 25,50-26,0 1,0 25,0-1,25-49,25 25,-1-25,1 0,0 0,-26 0,26 0,-25-49,-25-1,0 25,0 0,0-24,0 24,0 50,0 24,0 1,0 0,0-1,0 26,0 24,0 0,-50-24,50-1,-74 75,74-50,0-49,0-26,-25-24,25 50,-25-50,-49-25,74 0,-50-24,50-1,0-49,0 0,25 49,0-24,24 49,-24-25,0 50,25-49,-26 49,26 0,25-50</inkml:trace>
  <inkml:trace contextRef="#ctx0" brushRef="#br0" timeOffset="138277.9">22325 5184,'0'-25,"0"25,0 0,49 0,-49 100,75-51,-75 75,49 25,-49-25,0 25,0-25,-124 25,25 24,-25-49,-25-24,25-51</inkml:trace>
  <inkml:trace contextRef="#ctx0" brushRef="#br0" timeOffset="139784.99">11237 8136,'25'0,"49"0,-24-25,-1 25,26 0,-1-25,50 25,-25 0,-24 0,-26 0,1 0,0 0,-100 0</inkml:trace>
  <inkml:trace contextRef="#ctx0" brushRef="#br0" timeOffset="140077.01">11634 8384,'-50'50,"75"-50,0 0,24-25,1 25,24-25,1 25,-1-50,1 50,-1 0,-49-24,-50 24,25 0,-50 0</inkml:trace>
  <inkml:trace contextRef="#ctx0" brushRef="#br0" timeOffset="141870.11">14412 6672,'0'0,"74"0,-24 0,24 0,1 0,49 0,49 0,1 0,24 0,-24 0,-50 0,25-24,0 24,-50 0,-25 0,-24-25,24 25,-49 0,0-50,-25 50,-25 0,-49 0,24 0</inkml:trace>
  <inkml:trace contextRef="#ctx0" brushRef="#br0" timeOffset="142431.14">14437 6945,'49'0,"-24"-24,0 24,25 0,49 0,0-25,0 25,75 0,-1-50,1 50,0 0,-25-50,-50 50,0 0,-25 0,1 0,-26-49,-24 49,0 0</inkml:trace>
  <inkml:trace contextRef="#ctx0" brushRef="#br0" timeOffset="144068.24">20588 6747,'-74'0,"49"0,50 0,49 0,25 0,25 0,-49 0,24 0,0 0,1 0,-26 0,0 0,1 0,-26 0,-24 0,0 0,25 0,-75 0</inkml:trace>
  <inkml:trace contextRef="#ctx0" brushRef="#br0" timeOffset="144414.26">20514 6970,'0'-25,"0"25,25 0,49 0,25 0,0 0,1 0,-1 0,50 0,-50 0,0 0,-24 0,-26 0,1 0,-25 0,-25 0,-50 0</inkml:trace>
  <inkml:trace contextRef="#ctx0" brushRef="#br0" timeOffset="159628.13">12750 7838,'-25'-49,"-24"49,49-25,24 25,1 0,25 0,-1 0,-49 25,75 24,-75 1,49-1,-49 1,50 0,-50-25,0-1,0 51,-50-75,26 49,-26-49,25 50,0-50,-24 50,24-50,25-25</inkml:trace>
  <inkml:trace contextRef="#ctx0" brushRef="#br0" timeOffset="160040.15">13147 7764,'-25'0,"-25"25,50-1,-49 26,49 24,-75 26,75-51,-24 1,24 0,0-1,0-24,0 0,0 24,49-49,50 0,-49-49</inkml:trace>
  <inkml:trace contextRef="#ctx0" brushRef="#br0" timeOffset="160746.19">13296 7888,'0'0,"0"25,0 49,0-49,0 0,0 0,0 24,0-24,24-25,26 0,-25 0,24 0,-24 0,0-50,-25 26,50-26,-50 0,0-24,0 49,0 0,0 25,0 0,0 25,0 0,0 49,0-24,0 0,49 24,-49 0,0 26,0-26,25 0,-25-24,0-25,0 24,-25 1,-24-50,49 25,-50-25,-24 0,74-25,-75 25,75-50,0 26,0-26,0 25,0-24,25-1,25-24,24 24,1 0,49 1,-50 49,-24-50</inkml:trace>
  <inkml:trace contextRef="#ctx0" brushRef="#br0" timeOffset="161158.21">14337 7987,'-49'0,"123"0,-24 0,24-50,1 50,-26-24,26 24,-50 0,-1 0,-24-50</inkml:trace>
  <inkml:trace contextRef="#ctx0" brushRef="#br0" timeOffset="161406.23">14387 7739,'0'-25,"0"100,0-1,25 25,-25 1,49 24,-49-25,75 25,-75-50,74 25,-74-49</inkml:trace>
  <inkml:trace contextRef="#ctx0" brushRef="#br0" timeOffset="163686.36">15379 7913,'0'-50,"0"50,50-25,-25 25,24-49,-24 49,25 0,-26 0,1 0,25 24,-50 26,0 24,0 1,0 24,-25 0,-25-24,26-26,-26 1,25-25,0-25,25 49,0-73</inkml:trace>
  <inkml:trace contextRef="#ctx0" brushRef="#br0" timeOffset="163962.37">16049 7813,'0'-49,"-25"49,-74 25,74 24,-24-24,-26 25,50 24,-24-24,49-1,0 1,0 0,0-26,25-24,24 50,50-50,1 0,-1 0,0-50</inkml:trace>
  <inkml:trace contextRef="#ctx0" brushRef="#br0" timeOffset="164322.39">16322 7268,'0'49,"0"1,0 0,0 24,0 0,0 1,0-1,0-49</inkml:trace>
  <inkml:trace contextRef="#ctx0" brushRef="#br0" timeOffset="165169.44">16744 7739,'24'0,"26"0,0 0,24 0,25-50,-49 50,-25-24,24 24,-74 0,1 49,-26 1,25-1,-24 26,24-26,-50 26,26-1,24-24,-25 0,50-1,-24-49,24 25,24-25,26-25,-25 25,24-49,-24 24,25-50,-1 75,-24 0,-25 25,50-25,-50 25,49-25,51 50,-76-50,26 0,0 0,24-50,-49 50,0-25,24-24,-49 24</inkml:trace>
  <inkml:trace contextRef="#ctx0" brushRef="#br0" timeOffset="168928.66">3051 8384,'0'-25,"25"25,25-25,-1 25,-24 0,0 0,25 0,-26 25,-24 25,50-1,-50 1,0 0,0 24,-25-49,25 0,-74 24,49-49,-25 50,26-50,-1 0,25 49,-50-49,50-24,0-1</inkml:trace>
  <inkml:trace contextRef="#ctx0" brushRef="#br0" timeOffset="169250.68">3498 8310,'0'0,"-50"0,50 24,-49 26,49 0,0-1,0 26,0-51,0 1,0 25,0-1,0-49,49 0,-24 0,0 0</inkml:trace>
  <inkml:trace contextRef="#ctx0" brushRef="#br0" timeOffset="169909.71">3721 8310,'-50'0,"50"24,0 1,0 0,0 25,0-1,25-49,25 25,-25-25,24 0,-24 0,0-25,24 25,-49-49,50-1,-50 25,0 0,0-24,0-1,0 25,0 50,0 0,50 25,-50-26,0 26,0 49,25-49,-25 24,0 1,0-26,49 1,-49 24,0-24,0-25,0-1,-25-24,25 50,-24-50,-26 0,0 0,1-50,49 1,0 24,0-25,24-24,1 24,25 1,24-1,-24 25,0 25,24-49</inkml:trace>
  <inkml:trace contextRef="#ctx0" brushRef="#br0" timeOffset="170427.74">4416 8458,'-75'0,"100"0,25 0,24 0,0-24,1 24,-1 0,1 0,-51 0</inkml:trace>
  <inkml:trace contextRef="#ctx0" brushRef="#br0" timeOffset="170705.76">4639 8285,'-25'0,"25"-25,0 50,0 24,0 26,0-1,0 1,0-1,0 0,50 1,-50-26,49 1,1-50</inkml:trace>
  <inkml:trace contextRef="#ctx0" brushRef="#br0" timeOffset="171439.8">5160 8161,'0'-25,"49"25,1 0,-50 25,25 0,-25 24,49 1,-49-1,0 1,0 24,0-49,0 0,-49 49,-1-49,25-25,-24 0,49 0</inkml:trace>
  <inkml:trace contextRef="#ctx0" brushRef="#br0" timeOffset="171680.81">5681 7987,'0'0,"-50"0,0 99,1-49,-1 0,25 24,25-49,-49 0,49 24,25 1,-1-50,26 0,49 0,0 0,1 0</inkml:trace>
  <inkml:trace contextRef="#ctx0" brushRef="#br0" timeOffset="172099.84">5904 7565,'0'-49,"0"98,0-24,0 25,0-1,0 26,0-1,0 50,0-74</inkml:trace>
  <inkml:trace contextRef="#ctx0" brushRef="#br0" timeOffset="173209.9">6152 8136,'0'-25,"25"25,0 0,-1 0,26-25,-25 25,0 0,24-49,-24 49,-25-25,50 25,-75 25,-25 49,25-24,-24-1,-26 26,26-26,-1 1,50 0,-50-50,50 24,0-24,25 0,-25-74,50 74,-50-25,74 25,-24 0,24 0,-74 0,50 0,0 50,-26-50,-24 25,50-25,-25 0</inkml:trace>
  <inkml:trace contextRef="#ctx0" brushRef="#br0" timeOffset="173530.92">6970 8310,'0'-25,"0"25,25 0,25 0,24-50,-24 50,0 0,-1 0,1 0</inkml:trace>
  <inkml:trace contextRef="#ctx0" brushRef="#br0" timeOffset="173795.94">7169 7987,'0'25,"0"25,0-1,0 1,0-1,0 26,0-1,25 1,-25-26,0-24,0 25</inkml:trace>
  <inkml:trace contextRef="#ctx0" brushRef="#br0" timeOffset="174769.99">7739 7987,'-24'0,"24"25,0 0,-25 24,25 26,0-26,0-24,0 0,0-25,0 74,25-74,24 0,-24 0,25 0,-1 0,1 0,-25-24,49-51,-74 1,0-1,25 26,-25 24,0-25,0 50,0 0,0 50,0 0,0 24,0 0,0 1,0-1,0 25,0 1,0-1,0 0,0 0,0-24,-50-26,50-24,-25 25,1-50,-51 0,50-25,25 0,0-25,0-24,50-25,-25 24,24 26,-24-1,25 25,-25 25,24-74,26 74,-26-50</inkml:trace>
  <inkml:trace contextRef="#ctx0" brushRef="#br0" timeOffset="175535.04">8508 8086,'50'0,"0"-49,-1 49,1 0,-1 0,-24-25,25 25,-25-50,-25 125,-50 24,0-25,1 50,-26 0,26-74,49-25,-25 24,25-49,0-24,74 24,-24-25,0 25,-26 0,51 0,-50 25,-1-25,26 0,-25 0,0 0,24 0,-24 0</inkml:trace>
  <inkml:trace contextRef="#ctx0" brushRef="#br0" timeOffset="177178.13">2803 7590,'-49'0,"49"25,0 25,0 49,0 0,0 50,0-25,-50 74,50-74,0 50,0 0,25-26,-25-48,0-26,0 1,0-1,0-24</inkml:trace>
  <inkml:trace contextRef="#ctx0" brushRef="#br0" timeOffset="177710.16">2754 9302,'24'0,"1"0,0 0,25 0,24 0,-49 0,25 0,-1 25,26-25,-26 0,1 0,24 0,25 0,1 0,24 0,-25 0,25 0,0-25,-25 25,0 0,25 0,-24 0,48 0,-48 0,24 0,49 0,26 0,-26 0,26 0,24 0,-25 0,-24 0</inkml:trace>
  <inkml:trace contextRef="#ctx0" brushRef="#br0" timeOffset="179187.24">7913 9302,'99'0,"0"-50,-49 50,0 0,-1 0,26-25,49 25,-25 0,25-49,-25 49,0 0,1 0,-1-50,-25 50,1 0,24 0,0 0,0 0,1 0,-1 0,-25 0,1-49,24 49,0 0,0-25,-24 25,24 0,0 0,25-50,-49 50,-1 0,0 0,1 0,-26 0,1 0,0 0,24 0,-24 0,24 0,0 0,26 0,-1 0,-25 0,1 0,-1 0,25 0,-24 0,-1 0,1 0,-1 0,0 0,1 0,-1 0,1 0,-1 0,1 25,-1-25,25 0,-24 0,-26 0,1 0,-1 0,26 0,-1 0,1-25,-26 25,1 0,-1 0,-24 0,50 0,-51 0,26 0,0 0,-1 0,1 0,0-50,-1 50,1 0,24 0,-24 0,-1 0,1 0,0 0,-1 0,1 0,-1 0,1 0,24 0,1 0,-1 0,26 0,-51 0,1 0,-1 0,1 0,0 0,24 25,-24-25,-1 0,1 0,24 0,1 0,-1 0,-24 0,-26 0,1 0,25 0,-25 0,24 0,-24 0,25 0,-1 0,1 0,24-49,-24 49,0 0,-26 0,26 0,-25 0,0-25,24 25,-24 0,25 0,-1 0,1 0,-25 0,-1 0,26 0,-25 0,0-50,24 50,-24 0,25 0,-1 0,-24 0,0 0,24 0,-24 0,50 0,-26 0,1-25,24 25,-24 0,-25 0,0 0,24 0,-24-49,0 49,24 0,-24 0,0 0,25 0,-26-25,1 25,25 0,-25 0,24 0,26-50,-26 50,1 0,-25 0,24 0,-24-24,25 24,-1 0,-24 0</inkml:trace>
  <inkml:trace contextRef="#ctx0" brushRef="#br0" timeOffset="184399.54">2878 7541,'-50'0,"75"0,0 0,-1 0,26 0,0 0,-25 0,-1 0,26 0,-25 0,0 0,49 0,-49 0,0 0,-1 0,26 0,-25 0,24 0,1 0,0 0,-50 24,49-24,-24 0,25 0,-26 0,1 0,25 0,-25 0,-1 0,1 0,25 0,-25 0,-1 0,26 0,-25 0,0 0,49-24,-24 24,-1 0,1 0,-25 0,24 0,-24 0,0 0,49 0,-49 0,0 0,25 0,-26 0,26 0,0 0,-1 0,26 0,-26 0,-24 0,0 0,24 0,-24 0,0-25,25 25,-25 0,-1 0,26 0,0-50,-1 50,1 0,-1 0,-24 0,0 0,25-25,-26 25,1 0,25 0,-25 0,24 0,1 0,-25 0,-1 0,1 0,25 0,-25 0,24 0,1 0,24 0,-24 0,-25 0,24 0,1 0,-25 0,24-49,1 49,24 0,-24 0,0 0,-1 0,-24 0,25 0,-26 0,1 0,25 0,-25 0,-1 0,26 0,-25 0,0 0,24 0,-24 0,0 0,24 0,26 0,-26 0,1 0,0 0,-25 0,24 0,-24 0,0 0,24 0,-24 0,25 0,-1 0,26 0,49 0,-25 0,0 0,0 0,-24 0,-1 0,1 0,-26 0,1 0,24 0,-24 0,0 0,24 0,-24 0,-1 0,1 0,-1 0,1 0,24 0,-24 0,0 0,-1 0,1 0,24 0,-24 0,-1 0,26 0,-1 0,-24 0,24 0,1 0,-1 0,-24 25,-1-25,1 0,0 0,24 0,0 0,1 0,-1 0,1 0,-1 0,1 49,-1-49,0 0,1 0,-1 0,25 0,-49 0,0 0,-26 0,26 0,0 0,-26 0,1 0,25 0,-25 0,-1-25,26 25,-25 0,24 0,1 0,25 0,-51 0,26 0,-25 0,24 0,-24 0,0 0,25 0,-1 0,1 0,-1 0,1 0,24 0,-24 0,0 0,-1 0,1 0,-1 0,-24 0,0 0,25 0,-26 0,26 0,-25 0,49 0,-24 0,0 0,-1 0,1 0,-1 0,26 0,-26 0,-24 0,0 0,25 0,-1 0,1 0,-1 0,26 0,-26 0,1 0,0 0,24 0,-24 0,24 0,-49 0,25 0,-26 0,26 0,-25 0,0 0,24 0,-24 0,0 0,24 0,26 0,-26 0,-24 0,25 0,-1 0,-24 0,0 0,25 0,-26 0,26 0,0 0,-1 0,26 0,-26 0,-24 0,0 0,49 0,-49 0,0 0,25 0,-1 0,1 25,-25-25,24 0,1 0,-25 0,-1 0,-24 25</inkml:trace>
  <inkml:trace contextRef="#ctx0" brushRef="#br0" timeOffset="187098.7">14685 7491,'-25'0,"25"0,25 0,24 0,-24 0,25 0,-1 0,1 0,0 0,-1 0,1 0,-1 0,26 0,-50 0,-1 0,26 0,-50-25,74 25,1 0,-50-25,24 25,26-49,-26 49,1-25,0 25,24 0,-49-50,0 50,24 0,-24 0,0-24,24 24,-24 0,0-50,25 50,-26 0,26-25,-25 25,0 0,24 0,1 0,-25 0,-25-25,49 25,-24 0,25 0,-26 0,26-49,24 49,-49 0,0 0,25 0,-25 0,24-25,1 25,-1 0,26 0,-50-50,-1 50,26 0,0 0,-26 0,26 0,0 0,-26 0,1 0,25 0,-25 0,-1 0,26 0,0 0,24 0,-49 0,0 0,24 0,-24 0,0 0,25 0,24 25,-49-25,24 0,-24 0,-25 25,0 0,0 24,0-24,0 25,0-1,0 26,0-26,0 1,0 0,0-1,0 26,0-51,0 26,0 0,0-1,0 1,0-25,0 24,0 26,0-1,0-24,0-25,0-1,0 26,0-25,0 24,-25 1,25-25,0 0,-24 24,24-24,0 0,0 24,0-24,0 0,-25 25,25-26,0 1,0 25,-50-50,25 0,-24 0,-1 0,0 0,-24 0,24 0,26 0</inkml:trace>
  <inkml:trace contextRef="#ctx0" brushRef="#br0" timeOffset="193751.08">496 10815,'0'-25,"0"-25,0 26,-24 24,24-50,0 100,0 24,0 75,0-25,0 25,-50 0,50-50,0-25,0-24,0-25,0 24,0-74,0 1,0-1,50-25,24 1,-24 49,-26-50,1 50,25 0,-25 0,-1-25,26 25,-25 0,25 0,-50-49,0 49</inkml:trace>
  <inkml:trace contextRef="#ctx0" brushRef="#br0" timeOffset="193983.09">397 11013,'0'-49,"0"24,50 25,-1-50,1 50,24-74,1 74,-26-25,-24 25,25 0</inkml:trace>
  <inkml:trace contextRef="#ctx0" brushRef="#br0" timeOffset="194179.1">397 11410,'0'0,"50"0,24-49,1 24,-1 25,-24-75,-1 75,-24 0,0-49</inkml:trace>
  <inkml:trace contextRef="#ctx0" brushRef="#br0" timeOffset="194411.11">1191 11063,'-25'0,"0"74,-24-24,24 0,25 24,-74-24,74-26,-25 26,25 0</inkml:trace>
  <inkml:trace contextRef="#ctx0" brushRef="#br0" timeOffset="194591.13">918 11261,'25'0,"0"0,24 25,1-25,-25 25,24 25,1-50,-25 0</inkml:trace>
  <inkml:trace contextRef="#ctx0" brushRef="#br0" timeOffset="195385.17">1761 10517,'0'-49,"0"73,0 26,0 24,0 1,-49-1,49 1,0-51,0 1,25-25,-25 25,74-25,-49 0,0 0,24 0,-24 0,0 0,25 0,-50 25,0 0,0 24,-50-49,50 50,-50-50,50 25,-49-25,24 0,25-50</inkml:trace>
  <inkml:trace contextRef="#ctx0" brushRef="#br0" timeOffset="195595.18">1836 10567,'0'-50,"0"25,0 25,50-24,-1 24,1-75,24 75,1-25,-1 25,-49 0,-25-49</inkml:trace>
  <inkml:trace contextRef="#ctx0" brushRef="#br0" timeOffset="196024.21">472 12303,'-25'0,"-25"0,50 0,75 0,24-74,-25 24,50 0,0 1,25-50,0 24,25 26,-26-1,-24 25,-74 25,-25-49,-50 73</inkml:trace>
  <inkml:trace contextRef="#ctx0" brushRef="#br0" timeOffset="196323.22">521 12278,'-25'0,"100"0,-1 0,25-49,26-1,23-24,26-1,24 1,-24-1,-25 26,-25-1,-50 50,-24-49,-25 49,-25 0</inkml:trace>
  <inkml:trace contextRef="#ctx0" brushRef="#br0" timeOffset="199435.4">3399 11385,'-25'-49,"25"-1,0 50,0-49,49 49,-24 0,25 24,-25 1,24 25,-49-1,25 1,-25 0,0 24,0-24,0-1,0 1,-50-1,1-24,-1-25,1 75,-1-75,25 0</inkml:trace>
  <inkml:trace contextRef="#ctx0" brushRef="#br0" timeOffset="199790.42">3746 11361,'0'-50,"0"25,-25 75,25-1,0 1,-25 0,25-26,0 26,0-25,0 0,25 49,25-49,-1-25,-24 0</inkml:trace>
  <inkml:trace contextRef="#ctx0" brushRef="#br0" timeOffset="200523.46">4143 11460,'-25'0,"25"0,50 0,24 0,25 0,-24 0,-1 0,0 0,-24 0,-25 0</inkml:trace>
  <inkml:trace contextRef="#ctx0" brushRef="#br0" timeOffset="200780.48">4416 11286,'0'-49,"0"73,0 1,0 0,0 25,0-26,49 1,-49 25,25-25,25 24</inkml:trace>
  <inkml:trace contextRef="#ctx0" brushRef="#br0" timeOffset="201499.52">4961 11112,'0'-24,"-25"24,-24 0,49 24,-25 26,25 0,0-1,0 1,0-25,25-25,0 49,24-49,1 50,0-50,-1 0,1 0,-1 0,-24-50,-25 26,50-1,-50-25,0 1,0-1,0 25,0-25,0 26,-25 24,25 0,0 49,25 1,-25 0,0-1,25 26,-25-26,0 26,0-1,0 25,0-24,0-1,-50 25,50-49,0-25,-25-25,25 49,-25-49,-49 0,24 0,26 0,24-25,0-24,0-26,24 1,26-25,24 24,-24 1,0 49,24 25,-24-49,24 49</inkml:trace>
  <inkml:trace contextRef="#ctx0" brushRef="#br0" timeOffset="202015.55">5805 10815,'24'0,"51"0,-50 0,24 99,-24-25,25 50,-50 1,0 98,0-25,-75-24,-98 49,-51-24,51-75</inkml:trace>
  <inkml:trace contextRef="#ctx0" brushRef="#br0" timeOffset="202661.59">3250 10964,'0'-50,"0"25,-25 0,-25 25,1 0,-26 50,1 74,-1 25,1 0,24 0,50-1,0-48,0-1,50 25,74 0,99-25,25 0,0-49,-74-50</inkml:trace>
  <inkml:trace contextRef="#ctx0" brushRef="#br0" timeOffset="204715.7">7070 11088,'49'-50,"-49"25,0 0,0 1,25 24,-25 0,-74 74,-1 50,1 0,49-49,25-26,0 26,0-26,0 1,0-1,74 1,1-50,74 74,-50-74</inkml:trace>
  <inkml:trace contextRef="#ctx0" brushRef="#br0" timeOffset="205764.76">7467 11237,'0'-25,"0"0,49-25,-24 50,0 0,49 0,-24 0,-25 0,24 25,1 0,-50 0,25 49,-25-49,0 0,0 24,-50-24,25-25,-24 75,-1-75,25 24,0-24</inkml:trace>
  <inkml:trace contextRef="#ctx0" brushRef="#br0" timeOffset="205983.78">7987 11088,'0'-50,"-24"50,-1 0,25 25,-75 0,26 49,49-49,-25 0,25 24,0-24,0 0,50-25,-1 74,26-74,-1 0,-24 0</inkml:trace>
  <inkml:trace contextRef="#ctx0" brushRef="#br0" timeOffset="206245.79">8211 10716,'0'-25,"0"25,0 0,0 49,0 26,0-26,0 1,0 0,0 24,0 0,0 1,0-50,49-25</inkml:trace>
  <inkml:trace contextRef="#ctx0" brushRef="#br0" timeOffset="206605.81">8707 11261,'-25'0,"25"0,50 0,24 0,50 0,-25-49,-24 49,-26 0,1 0</inkml:trace>
  <inkml:trace contextRef="#ctx0" brushRef="#br0" timeOffset="206860.83">9004 10988,'0'-24,"-49"73,49 1,0 24,0-24,0 49,25-49,-25 24,0-24,49-1</inkml:trace>
  <inkml:trace contextRef="#ctx0" brushRef="#br0" timeOffset="207820.88">9550 11088,'0'-25,"0"25,50 0,24-50,-24 50,-1 0,-24 0,25-25,-25 25,-25 0,-75 50,26 0,-51 24,51-24,-1 24,50-49,-74 25,49-1,25-49,25 0,24-25,-24 25,25-49,-25 49,-1 0,26 0,0 0,-26 0,-24 0,25 0,25 0,-25 0</inkml:trace>
  <inkml:trace contextRef="#ctx0" brushRef="#br0" timeOffset="208099.9">9972 10666,'49'0,"-24"0,0 25,49 0,-49 49,25 0,-1 26,-49 24,50 25,-50-25,-25 0,-49-25,-25 0,-1 0,1-24,-25-1,75-49,-1-25</inkml:trace>
  <inkml:trace contextRef="#ctx0" brushRef="#br0" timeOffset="209411.97">11138 10740,'0'-49,"0"-1,0 75,-25 25,-25 74,-24 74,-1-49,1-25,49-25,25-24,0-1,0 0,25-24,49 0,75-50,25 0,24 0,-74 0</inkml:trace>
  <inkml:trace contextRef="#ctx0" brushRef="#br0" timeOffset="210686.05">11832 10939,'0'-25,"-49"25,24 50,25 24,0-24,-50-26,50 26,0-25,50-25,-25 50,-1-50,51 0,-1 0,-24 0,-1 0,-24 0,25 0,-50-75,25 25,-25 1,0-26,0 26,0-1,0 25,0 50,0 25,0-1,0 26,0-1,0 1,0 24,0 0,0 25,-25-25,25 1,0-26,-25 0,25-24,-50-25,1-25,24 0,0 0,-24 0,24 0,25 0,-50-25,50-25,0 1,0-1,0 1,25-26,25 50,-1 25,50-74,-24 74,24-25,0 25,0 0</inkml:trace>
  <inkml:trace contextRef="#ctx0" brushRef="#br0" timeOffset="211002.06">12824 11410,'-24'0,"24"0,49 0,50-49,25 49,-24 0,-1 0,25-50,-75 50,-24 0,-25-50</inkml:trace>
  <inkml:trace contextRef="#ctx0" brushRef="#br0" timeOffset="211233.08">13296 10988,'-25'0,"25"50,0 24,0 26,-50 24,50-25,0-25,0 1,0-1,0 1,0-26</inkml:trace>
  <inkml:trace contextRef="#ctx0" brushRef="#br0" timeOffset="211946.12">13891 11038,'25'0,"24"0,26 0,-26 0,1 0,0 0,24-50,-49 50,0 0,-75 25,-24 0,-26 49,1 1,50-25,-1-1,0 1,50-25,50-25,0 0,-26 0,1 0,25-50,-25 50,-1 0,26 0,-25 0,-25 25,25-25,24 0,-49 25,25-25,25-25,24-25,-74 25</inkml:trace>
  <inkml:trace contextRef="#ctx0" brushRef="#br0" timeOffset="212305.14">14610 10418,'-49'0,"98"50,-24-26,25 26,-25 0,24-1,-24 26,25 24,-50-25,49 25,-49 1,-25 49,-24-1,-26-24,-24-24,0-26,-25-49,49 24,1-49,49 50</inkml:trace>
  <inkml:trace contextRef="#ctx0" brushRef="#br0" timeOffset="214549.27">15652 10840,'-25'0,"50"0,0 0,0 0,49 0,-24 0,-1-25,1 25,24 0,-24 0,-25 0</inkml:trace>
  <inkml:trace contextRef="#ctx0" brushRef="#br0" timeOffset="-214730.45">15602 11162,'25'0,"25"0,0 0,24 0,-24-50,-26 50,26 0,-25 0,0-24,24 24,-24 0</inkml:trace>
  <inkml:trace contextRef="#ctx0" brushRef="#br0" timeOffset="-214354.43">16495 10393,'50'-49,"-25"-1,24 50,1 0,25 0,-1 0,-24 0,-26 0,26 25,-50 24,0 26,0-1,0 1,-50 24,26-50,-26 1,50-25,-25 24,25 26,0-50,0 24</inkml:trace>
  <inkml:trace contextRef="#ctx0" brushRef="#br0" timeOffset="-214192.42">16843 11187,'25'0,"-25"-25,24 25,1 0</inkml:trace>
  <inkml:trace contextRef="#ctx0" brushRef="#br0" timeOffset="-179997.46">3051 2629,'-24'0,"24"0,-25 0,25-49,49 49,26-50,-1 0,-24 50,49-49,-49 49,-1-50,1 50,-25 0,-75 0,-24 25</inkml:trace>
  <inkml:trace contextRef="#ctx0" brushRef="#br0" timeOffset="-179727.45">3051 2704,'-24'0,"24"0,24 0,26 0,0-75,-1 50,1 25,24-74,-24 74,-1-25,1 25,-25-49,-25 73,-50-24</inkml:trace>
  <inkml:trace contextRef="#ctx0" brushRef="#br0" timeOffset="-174253.14">3919 11137,'0'25,"-24"-25,-1 0,0 0,-25 0,50 25,0 25,-24-50,24 24,0 1,-25-25,25 50,0-25,0-1,0 26,0-25,0 0,0-1,0 26,0-25,0 0,0 24,0-24,0 0,49-25,-49 49,25-49,0 25,25-25,-26 0,1 0,25 0,-50 0,25 0,-25-25,0-24</inkml:trace>
  <inkml:trace contextRef="#ctx0" brushRef="#br0" timeOffset="-153268.94">17488 10666,'-25'0,"-25"0,75 0,25 0,-50-50,49 50,1 0,-25 0,-1 0,26 0,-50 50,50 0,-50 24,0 0,0 26,0-26,0 0,-25 26,25-51,-50 1,25 0,-24-50,24 49,-25-49,26 0,-26 0,50 0,0-49,0 24,0 0,0-25,0 26,0-1,74-25</inkml:trace>
  <inkml:trace contextRef="#ctx0" brushRef="#br0" timeOffset="-152744.91">18009 10666,'0'0,"-50"0,0 0,26 0,24 0,-50 0,50 50,-50-1,50-24,-24 0,24 24,0 1,0 0,0-1,0 26,0-1,0-24,0-1,0-24,74 25,-24-25,-1-25,-24 0,25-25,-26 0,26-49,-25 24,24 0,-49 1,50-26</inkml:trace>
  <inkml:trace contextRef="#ctx0" brushRef="#br0" timeOffset="-152213.88">18356 10939,'0'25,"25"-25,24 0,1 0,-25 0,24-50,-24 50,0 0,24-25,1 25</inkml:trace>
  <inkml:trace contextRef="#ctx0" brushRef="#br0" timeOffset="-151823.85">18480 10691,'-25'0,"25"0,0 49,0-24,25 50,-25-26,25 1,-25-1,49 26,-49-50,25 24,-25 1,0 0</inkml:trace>
  <inkml:trace contextRef="#ctx0" brushRef="#br0" timeOffset="-145913.51">18951 10616,'0'-49,"0"98,0-24,0 0,0 25,50 24,-50-24,0-1,25 1,-25-1,49-24,-24-25,0 0,24 0,-24-49,25 24,-25-25,-25-24,49 24,-49 1,0-1,25-24,-25 24,0 25,0-24,-25 49,25 24,0 26,0-25,0 49,0 1,0-1,50 25,-50 0,49 50,-49 25,0-25,50-25,-50 25,0-50,0-25,0-24,-25 24,25-49,-49-25,49 25,-50-25,0 0,1-50,24 25,25 1,-50-26,50 25,0 0,0-24,25 24,0-49,25 49,-1-25,1 1,-1 24,-24 25,25-75,-25 51,-25-1</inkml:trace>
  <inkml:trace contextRef="#ctx0" brushRef="#br0" timeOffset="-145507.49">19770 10220,'24'0,"26"0,-50 0,50 49,-50 1,74 74,-74 0,50 25,-50-1,0 1,0 0,-99 0,74-25,-50 0,1-50,-25 1</inkml:trace>
  <inkml:trace contextRef="#ctx0" brushRef="#br0" timeOffset="-144667.44">17364 10294,'0'-25,"-50"25,25 0,-24 0,-1 0,50 50,-50 74,50 0,-74 74,74 25,-99 26,99-76,-50-24,50-25,0-50,25 26,25-51,-1 1,26-50,24 0,0 0,25-25,0-49,-74-1</inkml:trace>
  <inkml:trace contextRef="#ctx0" brushRef="#br0" timeOffset="-143701.39">20638 9996,'0'-25,"-25"25,0 0,-24 50,49 49,-25 25,25 50,-50 0,50-26,0-24,0-24,0-26,25 0,0-49,24-25,1 50,0-50,-1 0,26-50,-51 25,-24-24</inkml:trace>
  <inkml:trace contextRef="#ctx0" brushRef="#br0" timeOffset="-141315.25">20911 10468,'0'-25,"25"25,-1-25,1 25,25 0,-1 25,-49 24,50-24,-50 50,0-1,0 0,0 1,0-26,-25 26,0-50,25-1,-99-24,74 50,1-50,24-50,0 1</inkml:trace>
  <inkml:trace contextRef="#ctx0" brushRef="#br0" timeOffset="-141007.23">21382 10269,'-25'0,"25"25,-49-25,49 25,-50-25,50 74,-50-49,50 25,0-1,-24 1,24-1,0 26,0-50,0-1,24 26,1-50,25 0,-1 0,26-25,-26 0,1-24</inkml:trace>
  <inkml:trace contextRef="#ctx0" brushRef="#br0" timeOffset="-140723.22">21580 9699,'0'-25,"0"25,-24 49,24 1,0 24,0 1,24-1,-24 1,50 24,-50-25,25 1,-25-26</inkml:trace>
  <inkml:trace contextRef="#ctx0" brushRef="#br0" timeOffset="-140274.19">22077 10443,'-50'0,"50"25,50-25,49-25,0 25,25-50,-25 50,0-74,-24 74,-26-50,-24 50,-25-25</inkml:trace>
  <inkml:trace contextRef="#ctx0" brushRef="#br0" timeOffset="-140018.18">22498 10071,'-25'0,"25"49,0 1,0 24,25 50,-25-24,0 24,0-50,0 0,0 1,0-26,0 1</inkml:trace>
  <inkml:trace contextRef="#ctx0" brushRef="#br0" timeOffset="-139231.13">22945 10021,'-50'0,"75"0,49 0,-24 0,0-25,-1 25,26-25,-51 25,1-49,25 49,-25-25,-25 25,0 74,-25 1,25 24,-75 25,26 0,-1-25,1 1,24-51,25-24,-75-25,75 25,0-50,0 0,25 0,0-49,25 74,-1 0,26 0,-51 25,26-25,-25 0,0 0,24 0,-24 0,0-25,24 25,-24-50,25 1,-50 24,0 0</inkml:trace>
  <inkml:trace contextRef="#ctx0" brushRef="#br0" timeOffset="-138833.11">23590 9302,'0'0,"49"0,1 49,24 1,-49 49,25 0,-50 50,74 25,-74 0,0-1,0 1,0-1,0-49,-25 0,25-24,-49-26,49-49,-50-25,50 25,-50-25,26-25,24 0</inkml:trace>
  <inkml:trace contextRef="#ctx0" brushRef="#br0" timeOffset="-137715.05">15677 12700,'-50'0,"75"0,0 0,25 0,24 0,50 0,50-25,-1 25,50-99,-24 99,24-74,-49 74,-1-75,-73 75,-1-49,-74 49,-1 0,-24-25</inkml:trace>
  <inkml:trace contextRef="#ctx0" brushRef="#br0" timeOffset="-137385.03">15627 12874,'0'24,"25"-24,50 0,73-49,1 49,74-75,-24 75,24-74,-24 74,-26-74,-24 74,0-50,-75 50,-24 0,-50-50,25 50,-50 0,0 0,0 0,-24 25,24-25,0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22:34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943 992,'0'-49,"0"24,0 0,0 25,0 25,0 24,0 26,-50-1,50 1,0 49,0-50,0-24,0-26,0 1,0 50,0-125</inkml:trace>
  <inkml:trace contextRef="#ctx0" brushRef="#br0" timeOffset="518.02">943 967,'74'0,"-49"0,0 0,49-49,1 49,-26-25,1 25,0 0,-50-50,24 50,-48 25,-1-25</inkml:trace>
  <inkml:trace contextRef="#ctx0" brushRef="#br0" timeOffset="780.04">1042 1215,'25'0,"49"0,-49 0,50 0,-26-49,1 49,-25 0,24 0,-24 0</inkml:trace>
  <inkml:trace contextRef="#ctx0" brushRef="#br0" timeOffset="1156.06">1712 1141,'0'-50,"0"75,0 25,0-25,0 24,0 26,0-26</inkml:trace>
  <inkml:trace contextRef="#ctx0" brushRef="#br0" timeOffset="1486.08">1737 843,'0'-24,"0"24,0 74,0-24,-50-26,25-24,0 0,25 0,0-74,0 24,75 1,-50 49</inkml:trace>
  <inkml:trace contextRef="#ctx0" brushRef="#br0" timeOffset="2116.12">1985 1067,'0'24,"25"26,-25-25,0 24,0 26,0-50,0-25,0-50,0 25,0-24,0-1,0 0,0 26,24-26,1 50,25 0,-1 25,1 24,-50 26,25-75,-25 25,0-1,25-24,-25 25,49-25</inkml:trace>
  <inkml:trace contextRef="#ctx0" brushRef="#br0" timeOffset="2790.15">2679 645,'25'25,"-25"0,0 24,50 26,-50-26,0 1,0-25,0 24,24-49,-24 50,0-25,0-25,-49 0,-26 0,26 0,-1 0,1 0,24 0,0 49,25-24,0 0,0-25,50 0,-1 0,1 0,24 0,-49 0,25-25,-50 0,0-24,24 98,1-24,25 25,-1 24,-49-24,50-50</inkml:trace>
  <inkml:trace contextRef="#ctx0" brushRef="#br0" timeOffset="3839.21">3919 595,'0'75,"0"-26,0 1,0 24,0 1,0-1,0 1,0-26,0 1,0-1,0 1,0 0</inkml:trace>
  <inkml:trace contextRef="#ctx0" brushRef="#br0" timeOffset="4418.25">3671 992,'0'-25,"25"25,25-49,-1 49,1 0,0 0,49-25,-25 25,-24 0,-25 0,-25-50,25 50,-25-24,-25 24,0-25,-25 25,50 25,0 49,0-24,0-26,25 1,-25 25,0-25,0 24,0-74,0-24,25-1,-25 1,50 49,-50-50,24 50,26 0,0 0,-1 0,-49 25,0 24,25-24,-25 0,0 25,0-26,0 1,0 25,0-25</inkml:trace>
  <inkml:trace contextRef="#ctx0" brushRef="#br0" timeOffset="4845.27">4366 1191,'0'0,"0"-75,25 75,24-49,26 49,-1-50,1 0,-1 1,-24 24,-26 25,-24-50,-24 50,-26 0,0 0,-24 50,49-25,-24 24,49-24,-25-25,25 50,0 24,49-74,26 25,-1-25,25 0,-24 0,-1 0,1 0,-26 0,-24 0,-50 0</inkml:trace>
  <inkml:trace contextRef="#ctx0" brushRef="#br0" timeOffset="5940.33">6003 645,'0'-50,"0"1,0 49,-74 25,24 24,0 50,26-24,-26-26,50 1,-25 24,25-24,0-25,0 24,25-49,49 25,-24-25,0 0,24 0,-24 0,-1-25,-24-24,-25-1,0 25,50 1</inkml:trace>
  <inkml:trace contextRef="#ctx0" brushRef="#br0" timeOffset="6262.35">6326 868,'0'-49,"-25"49,-25 49,-24-24,49 25,25-26,-25 1,25 50,25-51,0-24,49 0,25 0,1-24,-51 24,1-75,-1 50,-49-49,0 49,0 0,-49-49,-1 74,-49 0,0 0,-25 25,74 24,50-24,0 0,50 25</inkml:trace>
  <inkml:trace contextRef="#ctx0" brushRef="#br0" timeOffset="7469.42">6896 794,'0'0,"0"49,0-24,0 0,0 0,25 49,-25-49,0-25,0-50,0 26,0-1,0 0,0-25,0 26,49 24,-24 0,25 0,-50 0,49 0,-49 49,50-49,-50 50,50-1,-50-24,0-50,0 1,0-1,0-25,0 25,25 25,-25-24,49 24,-24 0,-25 24,25-24,-25 50,0 0,49-50,-49 24,25-24,-25 0,25-24,-25-26,50 25,-50-24,24 49,-24-50,25 50,-25 50,50-50,-50 24,0 26,25 0,-25-1,0-24,0 0,49 49,-49-24,0-1,0 1,0 0,0 24,0-24,0-26,0 1,0 50</inkml:trace>
  <inkml:trace contextRef="#ctx0" brushRef="#br0" timeOffset="7747.44">7640 769,'0'-50,"25"50,0 0,24 0,-24 0,-25 50,50 24,-50-24,0 0,0-1,-50 1,25-50,1 49,-26-49,25 0,0 0,25-49,0-1</inkml:trace>
  <inkml:trace contextRef="#ctx0" brushRef="#br0" timeOffset="7996.45">7839 422,'0'-50,"0"100,0-26,0 26,24 0,-24 24,0-24,50-1,-50 1,0 24,50-49,-50 0,0 25,24-26,-24 1,50 25</inkml:trace>
  <inkml:trace contextRef="#ctx0" brushRef="#br0" timeOffset="9989.57">8062 1042,'0'-50,"0"25,0 25,49-74,1 24,0 26,24-26,-24 0,-25 26,24-1,-49-25,0 50,-49 0,-1 25,0 0,-49 24,49-24,26 25,24-25,-50 24,50-24,50 25,24-50,1 0,24 0,-25 0,1 0,-1 0,0-25,-24 25,-50-75,25 26,-25 24,0-25,0 50,0-24,0 24,0 49,0-24,0 25,25-26,-25 1,24-25,-24 75,0-51,50-24,-50-49,-25-1,25-24,0 49,0-25,0 26,0 24,50 0,-25 0,-25 24,49 1,1 74,-50-74,49 25,-49-1,0-98,-24 24,24-25,0 1,0-1,0 25,0 1,0 24,0-50,74 50,-24 0,-26 50,26-50,-50 49,50-49,-50 75,24-51,-24 26,0 0,0-26,50-24,-25 0,0 0,24 0,26 0,-50 0,24-49,1 24,-25-25,-25 26,49 24,-49-50,0 0,0 26,-25 48,1 1,-26 25,50-25,-50-25,50 49,0 1,0-1,75-49,-26 0,1 0,0 0,-1 0,1-24,-25 24,-25-50,49 25,-49-24,0-1,0 50,0 50,0-26,25 1,-25 25,50-25,-50 24,49-24,-49-25,0-25,-49-24,49-26,0 26,0 24,0 0,0 25,74 0,-24 25,-50 0,49-25,-49 74,25-74,-25 50,50-50,-50 49,24-49,1 0,-25-25,0-24,50-1,-50 1,0-1,0 0,0 26,0-1,25-25,-25 1,0 24,0 25,0 0,0 74,-25-24,25-1,0 1,0 0,0-1,0 1,0-25,0-1,25-24,-25 50,25-50,-1 0,26 0,-50-50,25 1,-25-1</inkml:trace>
  <inkml:trace contextRef="#ctx0" brushRef="#br0" timeOffset="10148.58">10394 695,'0'0,"49"-50,26 50,-26 0,1-25,-1 25,1-49</inkml:trace>
  <inkml:trace contextRef="#ctx0" brushRef="#br0" timeOffset="12674.72">11535 645,'-50'0,"0"0,-24 50,24-26,1 26,49-25,0 0,0 24,24 1,26-50,0 0,24 0,-49-25,-25 0,25 0,-25-24,0-1,0-24,0-1,0-24,-50-50,50 75,0 24,0 1,0 24,0 25,0-25,50 25,24 0,-74 0,25 25,-25 49,0 1,0 24,0 25,0 50,0-26,0-24,0 25,0-50,0-24,0-26,25 1,49 0,-49-50,-25-25,0 0,0-25,0 1,-25-1,25 1,-74 24,24 25,1-50,-1 50,-24 0,-1 0,50 0,75-25,99 25,24-99,51 50,-51-26</inkml:trace>
  <inkml:trace contextRef="#ctx0" brushRef="#br0" timeOffset="13079.74">12601 422,'-25'-25,"25"25,0 49,0 1,0 25,0 24,25 25,-25-50,0 1,0-1,0-24,0 24,0-49,0 0</inkml:trace>
  <inkml:trace contextRef="#ctx0" brushRef="#br0" timeOffset="13597.77">12378 918,'0'-25,"49"-49,26 74,24-50,0 50,1-50,-51 50,1-49,-1 49,-49-25,-24 25,-1 0,25 50,0-1,0 26,0-26,0-24,25 25,-25-26,49-24,-49 50,50-50,-50-74,25 24,-25 25,74-24,-49 24,24 25,1 0,-25 0,0 25,24 24,-49-24,50 0,-50 24,49-24,-49 25,0-25,-24 24</inkml:trace>
  <inkml:trace contextRef="#ctx0" brushRef="#br0" timeOffset="14017.8">13320 1116,'0'-25,"25"25,50-49,-1 49,1-99,-1 74,-24-50,-1 26,26-1,-51-24,-24 49,50-25,-100 50,26 0,-26 0,-24 50,-26 24,51-24,-1 0,50-26,-25 1,25 25,0-25,25-25,25 49,24-49,1 0,-1 0,25 0,0 0,-24 0,-26 0,1-49,-25 49,-25-25,0 25,0 0,-50 0</inkml:trace>
  <inkml:trace contextRef="#ctx0" brushRef="#br0" timeOffset="15548.88">15131 248,'-25'0,"1"0,-26 0,25 0,25 99,0-74,0 25,0-1,0 26,0-1,0 1,0-1,0 25,0-24,0 24,0-25,0 1,0-1,0-24,0-1,0 1,0-1,0-24,0 0,-25-25,-24 0,24 0,25-50</inkml:trace>
  <inkml:trace contextRef="#ctx0" brushRef="#br0" timeOffset="15974.91">14858 992,'0'-25,"50"-24,-25 49,24-50,26 50,-50 0,-1 0,26 0,-50 0,0 50,0-1,0 1,74 0,-49-50,0 0,49 0,1 0,-1 0,1-50,-51 50,-24-50,50 26,-50-26,0 25,0 0,-50 25,1 0,-26 0,-24 0,0 0,25 0,24 25,50 0,50-25,49 0</inkml:trace>
  <inkml:trace contextRef="#ctx0" brushRef="#br0" timeOffset="16282.93">15826 422,'0'-25,"0"0,0-25,0 26,0 24,0 49,0 1,0-1,25 1,-25 0,0 24,49 25,-49-24,0-26,0 1,50 0,-50 24,0-49,25 0,-1-25</inkml:trace>
  <inkml:trace contextRef="#ctx0" brushRef="#br0" timeOffset="16581.94">16123 471,'0'-49,"0"-1,25 50,-25 25,0 49,0 1,0-1,0-24,50 24,-50 1,0-26,49 26,-49-51,0 1,25 25,50-25,-26-25,-24 0</inkml:trace>
  <inkml:trace contextRef="#ctx0" brushRef="#br0" timeOffset="16927.96">16446 769,'0'0,"0"0,0 74,0-49,0 25,0-25,25-1,-1-24,1 50,50-50,-26 0,1 0,0 0,-1-25,-49 0,50 1,-50-51,0 50,0 1,-25-26,0 50,-24 0,-26 0,1 0,-1 50,75-1,0 1,75-50,24 0,-25 0</inkml:trace>
  <inkml:trace contextRef="#ctx0" brushRef="#br0" timeOffset="17407.99">16992 819,'-25'0,"25"24,0 26,0 0,49-50,51 0,-26 0,-24 0,-1 0,-24-25,-25 0,0 25,0 0,-50 0,50 25,0 24,50-49,24 0,26 0,-1 0,-25 0,26-24,-51 24,-24-50,25 50,-50-74,0 24,0 25,0 0,-50 25,-24 0,-1 0,1 0,49 0,25 75,49-26</inkml:trace>
  <inkml:trace contextRef="#ctx0" brushRef="#br0" timeOffset="17670.01">18182 719,'0'0,"0"50,0-25,0 24,0 1,25 0,-25-26,0 1,25 25,-25-25,25-25</inkml:trace>
  <inkml:trace contextRef="#ctx0" brushRef="#br0" timeOffset="17962.02">18108 521,'0'-25,"49"25,-24 25,-25 0,-25 0,1-25,-26 0,25 0,0 0,-24 0,49-25,0 25,74-75,1 75,-26 0,1 0</inkml:trace>
  <inkml:trace contextRef="#ctx0" brushRef="#br0" timeOffset="18914.08">18554 719,'0'-24,"0"48,0 26,0-25,0 0,0 24,0-24,0-25,0-50,0 1,0-26,25 1,-25 24,50 50,-50-49,24 49,-24 25,0-1,50 1,-50 50,25-51,-25 1,49-25,1 75,-25-75,0 0,24 0,-24 0,25-25,-50 0,0 0,0-49,0 49,0 0,0 25,-25 0,-49 0,49 0,25 0,-50 0,50 50,0-1,25 1,25-50,24 0,-49 0,24 0,-49 0,0-50,0 100,0 24,0-24,0 24,0 1,0-1,0 25,0 50,0-50,-24 1,24-1,-25-25,25-24,-50-50,50 25,-49-25,24 0,-25 0,25-50,25 25,-49-24,49-1,0-24,0 24,0 0,49 1,1-1,24 1,26 24,-51 25,26-75,-26 75,26-24</inkml:trace>
  <inkml:trace contextRef="#ctx0" brushRef="#br0" timeOffset="20024.14">20340 174,'0'0,"0"-50,-49 25,24 25,-25 0,50 50,-25-50,25 74,0-49,-49 25,49 24,0 25,0 25,0-24,0-1,0-25,0 25,0-24,0-1,0-24,0 24,25-49,-25 0,0 49,0-74,-50 0,0 0,50-49,0-1</inkml:trace>
  <inkml:trace contextRef="#ctx0" brushRef="#br0" timeOffset="20168.15">20043 918,'0'-50,"0"25,24 25,1-24,25 24,24 0,1 0,-26 0,1-50</inkml:trace>
  <inkml:trace contextRef="#ctx0" brushRef="#br0" timeOffset="20482.17">20415 769,'0'0,"0"74,-25-74,25 50,0 0,0-50,49 49,-24-49,0 50,25-50,-26 0,1 0,25 0,-50-25,0-49,25 24,-25 0,0 26,0-51,0 75,24 0,26 25</inkml:trace>
  <inkml:trace contextRef="#ctx0" brushRef="#br0" timeOffset="20887.19">20836 769,'0'0,"0"25,0 0,0-1,50 26,-50-25,0 0,0 49,0-124,0 1,0-26,0 26,25 24,-25-25,49 26,-24 24,25 0,-1 24,-49 1,50 25,-50-25,0 24,50-24,-50 0,0 24,24-49</inkml:trace>
  <inkml:trace contextRef="#ctx0" brushRef="#br0" timeOffset="21090.2">21432 645,'0'0,"-50"25,25 24,-24 1,49 0,0-26,0 26,24-50,76 0,-26 0,0 0,-24 0</inkml:trace>
  <inkml:trace contextRef="#ctx0" brushRef="#br0" timeOffset="21518.23">21804 645,'0'-25,"0"-24,-25 49,25 49,-25-24,25 0,0 24,0-24,0 0,0 25,25-50,-25 24,49-24,1 0,-25 0,0 0,24 0,-49-49,0 24,25-25,-25-24,0 0,0 24,0 25,0 0,0-24,0 73,0 26,0-25,0 0,0 24,0-24,0 0,0 25,0-26,50 26,-50 0,25-50,-1 0</inkml:trace>
  <inkml:trace contextRef="#ctx0" brushRef="#br0" timeOffset="21652.23">21977 670,'0'-25,"50"25,0 0,24 0,0 0,1 0</inkml:trace>
  <inkml:trace contextRef="#ctx0" brushRef="#br0" timeOffset="21854.25">22399 571,'0'-25,"0"25,0 49,0-24,0 25,0-25,0-1,0 26,0-25,0 24,25-49</inkml:trace>
  <inkml:trace contextRef="#ctx0" brushRef="#br0" timeOffset="22028.26">22424 496,'0'-25,"25"25,-1 0,26 0</inkml:trace>
  <inkml:trace contextRef="#ctx0" brushRef="#br0" timeOffset="22658.29">22597 595,'-74'0,"49"0,0 50,25-25,0 24,25-49,25 50,24-50,1 0,-26 0,26 0,-51-25,-24-24,0 24,0-50,0 26,-24 24,-26-25,0 50,1 0,24 0,-25 0,50 25,50 0,49-25,-24 0,-1 0,-24 0,-1 0,1 0,-50 50,0 24,0-49,74 0,-49-25,0 0,0 0,24 0,-24 0,50-50,-51 0,1 50,-25 25,50-25,-50 25,25-25,-25 25,24-25,-24 25,50-25</inkml:trace>
  <inkml:trace contextRef="#ctx0" brushRef="#br0" timeOffset="24204.38">23590 744,'0'0,"24"0,-24-49,25 49,-25-25,50 25,-1-25,-24 25,25-74,-1 49,-73 25,-26 0,50 0,25 49,0-49,49 75,-24-75,-26 25,26 49,-50-49,0-25,0 25,-99-25,74 49,0-49,-24 0,24 50,-25-25,75-25</inkml:trace>
  <inkml:trace contextRef="#ctx0" brushRef="#br0" timeOffset="24359.39">24160 943,'0'0</inkml:trace>
  <inkml:trace contextRef="#ctx0" brushRef="#br0" timeOffset="25485.45">1662 2232,'0'-49,"0"123,-25 50,25 25,-49-25,49 25,-75 0,75-50,-24 0,24-49,0-1,0-24,0-25</inkml:trace>
  <inkml:trace contextRef="#ctx0" brushRef="#br0" timeOffset="25777.47">1563 2406,'0'-25,"50"25,24-25,-24 25,24 0,25-49,1 49,-26 0,0 0,-49 0</inkml:trace>
  <inkml:trace contextRef="#ctx0" brushRef="#br0" timeOffset="26009.48">1588 2977,'0'0,"25"0,-1-75,51 75,-26-25,1 25,0 0,-1 0,1 0,-25 0,24 0</inkml:trace>
  <inkml:trace contextRef="#ctx0" brushRef="#br0" timeOffset="26310.5">2456 2729,'-25'0,"25"-50,0 124,0 1,0-1,0 1,0-1,0 0,-25-24,25 0,0-1,0 1,50-50</inkml:trace>
  <inkml:trace contextRef="#ctx0" brushRef="#br0" timeOffset="26604.52">3175 2704,'-49'0,"49"-25,25 25,-1 0,51 0,24 0,-25 0,-24-50,24 50,-148 50</inkml:trace>
  <inkml:trace contextRef="#ctx0" brushRef="#br0" timeOffset="26819.53">3151 3001,'0'0,"49"0,1 0,-1 0,26 0,-26 0,1 0,-25 0,0 0</inkml:trace>
  <inkml:trace contextRef="#ctx0" brushRef="#br0" timeOffset="29459.68">4515 2356,'-75'124,"1"-49,-25 49,24 0,1-25,24-49,50-25,-24 24</inkml:trace>
  <inkml:trace contextRef="#ctx0" brushRef="#br0" timeOffset="29647.69">4044 2629,'0'0,"24"0,51 0,-26 25,1-25,24 99,-49-74,-25 0,50 25,-50-26,49-24,-49 50</inkml:trace>
  <inkml:trace contextRef="#ctx0" brushRef="#br0" timeOffset="31118.77">3994 2629,'0'0,"0"0,50-49,-1 49,1 0,-25 0,24 0,-24 0,0 24,-25 51,0-25,0 24,0-24,0-1,-50 1,50-25,-49-25,49 24,-50-24,0 0,50 50,-49-50,-26 0,75-25,0 0</inkml:trace>
  <inkml:trace contextRef="#ctx0" brushRef="#br0" timeOffset="31515.8">4812 2332,'0'0,"-74"0,24 0,26 24,-26 1,25 25,-24-1,-26 26,50-26,-24 1,49 0,-25 24,25-24,0-1,50-49,24 0,25 0,25 0,0 0,0-49,-74 49,-50-25,50 25,-50-25,0-24,-25 49,25-25</inkml:trace>
  <inkml:trace contextRef="#ctx0" brushRef="#br0" timeOffset="32056.83">5259 1860,'0'-24,"0"24,-25 74,25-24,0 24,0-24,0-1,0-24,0 25,0-26,0 26,0-50,25 0</inkml:trace>
  <inkml:trace contextRef="#ctx0" brushRef="#br0" timeOffset="34108.95">5557 2356,'0'-24,"0"73,0 1,24-50,-24 49,75-49,-26 0,26 0,24 0,-25 0,-24 0,-25 0,-25 0,25 0,-25-49,0-1,0 50,-25 25,-74 25,24 49,-49 0,0 0,25-24,49 24,50-25,0-24</inkml:trace>
  <inkml:trace contextRef="#ctx0" brushRef="#br0" timeOffset="34778.98">6226 2480,'0'-49,"50"49,-25-25,24 25,26 0,-26-50,1 50,-25 0,-25-24,-25 73,-74 50,0 1,-1-1,1-49,74-1,25-24,-49-25,73 0,26 0,0 0,-25 0,24-50,-24 50,0 0,24 0,1 0,-25 25,24-25,-24 0,25 0,-50-25,49 25</inkml:trace>
  <inkml:trace contextRef="#ctx0" brushRef="#br0" timeOffset="35064">6623 2059,'0'49,"0"-24,0 25,0-1,0 1,0 24,0-49,25-25</inkml:trace>
  <inkml:trace contextRef="#ctx0" brushRef="#br0" timeOffset="37177.12">7243 2604,'-24'0,"48"0,1 0,25 0,24 0,25 0,-24-49,-26 49,-24 0</inkml:trace>
  <inkml:trace contextRef="#ctx0" brushRef="#br0" timeOffset="37401.13">7491 2307,'0'74,"0"1,0-1,0 0,0 1,0-1,0 1,0-26</inkml:trace>
  <inkml:trace contextRef="#ctx0" brushRef="#br0" timeOffset="39578.26">8136 2381,'0'-25,"0"1,25 24,25 0,-1 0,-49 0,75 0,-26 74,-49-24,50 24,-50-24,0-26,0 26,0-25,-25 25,0-50,-24 49,-26-49,26 0,-26 0,50 0,50-74</inkml:trace>
  <inkml:trace contextRef="#ctx0" brushRef="#br0" timeOffset="39848.27">8632 2332,'0'-50,"-74"100,49-26,-24 51,24-26,-25 1,50 0,-49-26,49 1,0 25,0-25,24-25,26 0,24 0,-24 0,24 0</inkml:trace>
  <inkml:trace contextRef="#ctx0" brushRef="#br0" timeOffset="40118.29">8781 1960,'0'49,"0"1,25 24,-25 1,0-1,0-24,50-1,-50 1,49-50</inkml:trace>
  <inkml:trace contextRef="#ctx0" brushRef="#br0" timeOffset="40732.32">9128 2307,'-24'0,"-26"25,50-1,-50 1,50 74,0-74,0 25,25-50,50 0,-26 0,1 0,-25 0,24 0,-49 0,25 0,-25-75,0 26,0 24,0 0,0 25,0 25,0 25,0-1,0 1,0-1,0 26,0-1,0 1,0-1,-74-24,74-25,-25 24,-25-24,25-25,1 0,24 0,0-74,0 24,0-49,49 24,-24 26,25-26,-26 50,26-24</inkml:trace>
  <inkml:trace contextRef="#ctx0" brushRef="#br0" timeOffset="41115.35">9451 1910,'0'-25,"0"75,25 24,-25-24,0 24,0 1,0-1,0 0,0-24,0 0,0-1</inkml:trace>
  <inkml:trace contextRef="#ctx0" brushRef="#br0" timeOffset="43417.48">9947 2555,'-50'-25,"50"-25,25 50,50-24,-51 24,1 0,25-50,-25 50,24 0,1-25,-25 25,-1 0,-24 0,0 50,-74-25,24 49,1-24,-1-26,25 26,1-25,-51 25,50-50,25 24,-24-24,24 0,0 0,24-49,26 49,24 0,-49-25,25 25,-25 0,-1 0,1 0,25 0,-25 0,24 0,-24 0,25 0,-1 0,1 0,-25 0,0 0,24-50</inkml:trace>
  <inkml:trace contextRef="#ctx0" brushRef="#br0" timeOffset="72360.13">3076 4390,'-25'0,"25"-24,25 24,25 0,-25 0,-1 0,26 0,24 0,-24 0,0-50,24 50,-24 0,-1 0,-49-25,25 25,-50 25,-24-25</inkml:trace>
  <inkml:trace contextRef="#ctx0" brushRef="#br0" timeOffset="72766.16">3027 4688,'0'25,"49"-25,26 0,-26 0,26 0,-1 0,0 0,1 0,-26 0,-49 0,-49 0</inkml:trace>
  <inkml:trace contextRef="#ctx0" brushRef="#br0" timeOffset="81607.66">4366 4242,'0'-25,"0"0,0 25,25 0,-25-50,25 50,24 0,-24 0,-25 25,50 0,-50 25,0-1,0 26,0 24,0-50,0 1,0 0,-25-1,25-24,-25 0,-49 24,49-49,0 0,25 0,0-99</inkml:trace>
  <inkml:trace contextRef="#ctx0" brushRef="#br0" timeOffset="81989.68">4812 4167,'0'-25,"0"25,-24 0,24 0,-75 25,75 25,-49-1,49 1,-50 24,50-24,0-25,0 0,0 24,0-24,50-25,-26 0,26 0,0 0,-1 0,1-25,-25 25,-25-74</inkml:trace>
  <inkml:trace contextRef="#ctx0" brushRef="#br0" timeOffset="82461.71">5234 3497,'0'25,"0"25,0-25,0 24,0 1,25 49,-25-24,0-1,50-49</inkml:trace>
  <inkml:trace contextRef="#ctx0" brushRef="#br0" timeOffset="83039.74">5755 3969,'-25'25,"25"49,0-24,0-26,0 1,0 25,25-50,49 0,-24 0,0 0,24 0,-24-50,-26 50,-24-49,0 24,0 25,-49 74,24-24,-25 24,1 50,24-49,-25-1,50 25,-49-24,49-51</inkml:trace>
  <inkml:trace contextRef="#ctx0" brushRef="#br0" timeOffset="84149.81">6474 4142,'-24'-49,"24"49,74 0,-49-25,0 25,49-50,-49 50,-25-24,0 24,0 49,0 1,-99 24,24 25,50-24,-24-1,49-49,-25 0,25 24,0-98,50 24,-26 0,51-24,-50 49,24 24,1 26,-1-50,-24 0,25 25,-1-25,-24 0,25-75,-50 26</inkml:trace>
  <inkml:trace contextRef="#ctx0" brushRef="#br0" timeOffset="84419.82">6946 3671,'0'25,"0"0,24 24,-24 1,0 24,0 1,0-1,0-24</inkml:trace>
  <inkml:trace contextRef="#ctx0" brushRef="#br0" timeOffset="85101.86">7417 3522,'25'0,"-25"-25,49 25,-24 0,25 50,-1 0,-49 24,25 50,-25 50,0 24,-25-24,-74-1,-50 1,-24-50,24 0,-25 0</inkml:trace>
  <inkml:trace contextRef="#ctx0" brushRef="#br0" timeOffset="85725.9">4614 3894,'0'-24,"-50"24,-24 0,24 74,-49 50,25 50,24-26,50 26,0 0,0-50,75 25,49-25,0 0,0-25,-25-50</inkml:trace>
  <inkml:trace contextRef="#ctx0" brushRef="#br0" timeOffset="87125.98">8384 3621,'-24'0,"-1"0,-25 25,1 25,-26 49,1 25,24 50,0-25,50-25,0 24,0-48,100-1,24 0,25-49,24-50,-24 0</inkml:trace>
  <inkml:trace contextRef="#ctx0" brushRef="#br0" timeOffset="87687.01">9004 4043,'25'0,"0"50,25-1,-26 1,26 24,-50-24,0 0,0-1,0 1,0-25,-74-1,49-24,-25 75,25-75,1 0,24-50</inkml:trace>
  <inkml:trace contextRef="#ctx0" brushRef="#br0" timeOffset="87928.02">9476 3894,'0'25,"-50"25,1 24,-1 25,0-49,50 0,-25-1,25-24,25 25,25-50,0 0,-1 0,26 0,-26 0,26-50</inkml:trace>
  <inkml:trace contextRef="#ctx0" brushRef="#br0" timeOffset="88250.04">9798 3423,'0'25,"0"0,0 24,0 1,0 24,0-24,50 0,-50-1,0 1,0 24,0-49</inkml:trace>
  <inkml:trace contextRef="#ctx0" brushRef="#br0" timeOffset="88820.08">10096 3870,'0'24,"-25"1,25 25,-50-25,50-1,0 51,0-75,50 25,-25-25,24 0,26 0,-26 0,1 0,-25-25,-25-25,0 1,0-1,0 75,0 24,0-24,0 0,-50 49,25-24,-24 0,-26 24,51-49,24 0,-50-25,50 49,50-49</inkml:trace>
  <inkml:trace contextRef="#ctx0" brushRef="#br0" timeOffset="89179.1">10691 3373,'-25'50,"25"-25,0 24,0 1,0 0,0 24,0-24,0 24,0 1,0-26</inkml:trace>
  <inkml:trace contextRef="#ctx0" brushRef="#br0" timeOffset="89802.13">10914 3969,'100'-25,"-26"25,0 0,1-74,-26 74,1-25,-75 25,-74 74,25 25,-26-24,26 24,24-49,50 24,-49-49,49 0,49-25,1 0,0-50,-1 25,1-24,-25 24,24-25,1 50,-25 0,-25 25,49-25,-49 25,50-25,-25 0,24 25,-24-25,0 0,25 0</inkml:trace>
  <inkml:trace contextRef="#ctx0" brushRef="#br0" timeOffset="90035.14">11634 3597,'74'0,"1"24,-51 26,26 25,-25-1,-25 0,49 26,-49 24,-24-25,-51 25,1 0,-50-25,0-25</inkml:trace>
  <inkml:trace contextRef="#ctx0" brushRef="#br0" timeOffset="91121.21">3151 6201,'-50'0,"75"0,0 0,-1 0,51 0,-26-25,26 25,-26 0,1-49,0 49,-26 0</inkml:trace>
  <inkml:trace contextRef="#ctx0" brushRef="#br0" timeOffset="91377.22">3151 6573,'49'-25,"1"25,-1-24,1 24,49-50,-24 50,-1-25,-24 25,-26 0,-24-49,50 49</inkml:trace>
  <inkml:trace contextRef="#ctx0" brushRef="#br0" timeOffset="101949.83">4391 6003,'0'-25,"25"25,49 0,-24 0,-1 0,1 0,-1 0,-24 25,-25 24,25-24,-25 25,0 24,0-24,0-25,0-1,0 26,-50-50,1 50,-1-50,1 49,-1-49,0 0,50-25</inkml:trace>
  <inkml:trace contextRef="#ctx0" brushRef="#br0" timeOffset="102338.85">4887 5978,'0'0,"-50"0,1 50,24-26,25 1,-50 25,50-25,-49 24,49-24,0 0,0 24,0 1,24-50,26 0,0 0,-26 0,1 0,25 0,-25-25</inkml:trace>
  <inkml:trace contextRef="#ctx0" brushRef="#br0" timeOffset="102720.87">5433 6152,'0'0,"24"0,51 0,-26 0,1 0,24 0,1-25,-1 25,-24 0</inkml:trace>
  <inkml:trace contextRef="#ctx0" brushRef="#br0" timeOffset="102990.89">5581 5904,'0'49,"0"1,25-1,-25 1,0 0,25-1,-25 26,50-26,-50 1,0-1,24 1</inkml:trace>
  <inkml:trace contextRef="#ctx0" brushRef="#br0" timeOffset="104670.98">6226 5804,'0'-49,"0"73,0 1,0 0,0 25,0-25,0-1,0 26,0-25,75-25,-50 0,-1 0,26 0,0 0,-26-25,-24 0,50-24,-50-1,0 0,25-24,-25 49,0 0,0-24,0 73,0 1,0 25,0-1,0 1,0 0,0-1,0 26,0-1,0 1,0 73,0-73,0-1,0-24,0-25,0 24,-50-24,25-25,1 0,-51 0,26-99,49 74,0 0,0-24,0 24,0 0,0-25,49 26,-24 24,25-75,-26 75,1-25,25 25,-25 0</inkml:trace>
  <inkml:trace contextRef="#ctx0" brushRef="#br0" timeOffset="105879.05">6772 5383,'0'-25,"0"50,0 49,0-49,0 24,0 1,0-50,0 25</inkml:trace>
  <inkml:trace contextRef="#ctx0" brushRef="#br0" timeOffset="106395.08">7070 5978,'-50'0,"75"0,0 0,24 0,1 0,0 0,49-25,-50 25,1 0,-25 0,24 0,-49-49</inkml:trace>
  <inkml:trace contextRef="#ctx0" brushRef="#br0" timeOffset="106665.1">7293 5705,'-50'0,"50"0,0 50,0-1,0 26,25-1,-25-24,0 24,0-24,0-1,0 1,0 0,0-1</inkml:trace>
  <inkml:trace contextRef="#ctx0" brushRef="#br0" timeOffset="107709.16">7814 5804,'-25'0,"50"0,24 0,-24 0,0 0,25-49,-26 49,1-25,-50 25,-24 49,-26 1,51 25,-26-26,0 1,50-25,-24-25,24 74,0-99,74 0,-24 25,-26 0,1 0,25 50,-25-50,24 0,26 0,-75-50,49 50,-49-24,25 24,-25-25,0 25</inkml:trace>
  <inkml:trace contextRef="#ctx0" brushRef="#br0" timeOffset="108031.17">8260 5482,'50'0,"-25"0,0 0,24 0,-24 0,25 49,-50-24,24 25,-24 24,0 1,0-1,0 1,-24 24,-51 25,-74 0,0-25,1-25</inkml:trace>
  <inkml:trace contextRef="#ctx0" brushRef="#br0" timeOffset="108743.21">4416 5680,'-25'0,"0"0,-49 50,-26 74,-24 0,25 25,25-25,74-50,0 1,0-1,99 25,-25-24,50-51,0-24,100 100,-51-100</inkml:trace>
  <inkml:trace contextRef="#ctx0" brushRef="#br0" timeOffset="109922.28">9128 5308,'0'0,"-24"0,-1 0,-25 0,1 50,-51 49,1 25,0 0,25-25,74-24,0-26,0 1,99 24,25-24,0-50,25 25,24-25,-49 0,25 0,-50-50,-74 1</inkml:trace>
  <inkml:trace contextRef="#ctx0" brushRef="#br0" timeOffset="112599.44">9575 5655,'0'-24,"0"-1,0 25,50 0,24 0,-24 0,-1 0,-24 25,-25-1,0 26,50-25,-50 24,0 1,0 0,-25-25,25 24,-25-49,25 50,-25-50,-24 25,24-25</inkml:trace>
  <inkml:trace contextRef="#ctx0" brushRef="#br0" timeOffset="113011.46">10071 5631,'0'-25,"0"25,-50 0,1 74,-1-49,25 25,1-26,24 1,-75 25,75-25,0 0,50 24,-25-49,24 0,1 0,-1 0,1 0,-25-25,24 1</inkml:trace>
  <inkml:trace contextRef="#ctx0" brushRef="#br0" timeOffset="113692.5">10642 5730,'0'0,"24"0,1 0,50 0,-26-25,1 25,-1 0,1 0,0 0,-26 0</inkml:trace>
  <inkml:trace contextRef="#ctx0" brushRef="#br0" timeOffset="114060.52">10865 5507,'0'24,"0"1,0 25,0-1,0 1,0 0,0-1,0 26,25-26,-25-24,0 0,24-25</inkml:trace>
  <inkml:trace contextRef="#ctx0" brushRef="#br0" timeOffset="116175.64">11361 5457,'-25'25,"25"0,0-1,-50 26,50-25,0 24,25-24,25 25,-25-50,49 0,-24 0,-1 0,1-25,0 25,-50-50,24 1,-24 24,0 0,0-24,0-1,0 25,0 0,0 25,0 50,0 0,0-1,0-24,0 25,0-1,0 26,0-1,0 1,0-1,0 0,0-24,0-25,0 24,0 1,-49-50,-1 0,1 0,49 0,-50 0,50-50,-50 26,50-26,25 50,-25-74,75 24,-51 50,26-50,0 50,-26-49,26 49,0-25,-26 25</inkml:trace>
  <inkml:trace contextRef="#ctx0" brushRef="#br0" timeOffset="116542.66">12155 5779,'24'0,"1"0,25 0,-1 0,26 0,-26 0,1-49,-25 49,25-25</inkml:trace>
  <inkml:trace contextRef="#ctx0" brushRef="#br0" timeOffset="116782.67">12403 5606,'0'-50,"0"100,0-25,0 24,0 1,0 24,0 1,0-26,0 1,0-25,0 24</inkml:trace>
  <inkml:trace contextRef="#ctx0" brushRef="#br0" timeOffset="117683.73">12998 5358,'0'-25,"25"25,24 0,1 0,-25 0,0 0,24-50,-24 50,0 0,24 0,-73 25,24 0,-75 25,50-1,-49 1,24 24,1-24,24-1,25 1,-50-50,50 50,25-50,0 0,25-25,24-25,-49 25,24 25,-24 50,25-25,-25-25,-1 0,1 0,50 0,-51 0,-24-50,0 1</inkml:trace>
  <inkml:trace contextRef="#ctx0" brushRef="#br0" timeOffset="117975.74">13519 4961,'0'0,"0"25,0 24,0-24,0 0,0 25</inkml:trace>
  <inkml:trace contextRef="#ctx0" brushRef="#br0" timeOffset="118509.77">13767 5035,'50'0,"-50"25,24 25,-24 24,0 25,0 1,0-1,0 25,-49-25,-1 25,25-49,-49 24,24-50,1-49,-26 75,26-75,24 0,74 0</inkml:trace>
  <inkml:trace contextRef="#ctx0" brushRef="#br0" timeOffset="119962.86">1687 6102,'0'-25,"0"75,0 24,0 1,0 24,0 0,0-25,0 1,0-1,0-24,0-25,0-1,25-24</inkml:trace>
  <inkml:trace contextRef="#ctx0" brushRef="#br0" timeOffset="120194.87">1786 6226,'-25'0,"25"-50,0 26,0-1,50 25,0 0,-25 0,-1 0,26 0,-25 0,-25-50,25 50</inkml:trace>
  <inkml:trace contextRef="#ctx0" brushRef="#br0" timeOffset="120398.88">1637 6474,'25'0,"25"0,-25 0,-1 0,26 0,0 0,-25 0</inkml:trace>
  <inkml:trace contextRef="#ctx0" brushRef="#br0" timeOffset="120660.9">2109 6424,'0'50,"49"24,-49-24,0 0,0-1,0 26,0-26,0-24,0 0</inkml:trace>
  <inkml:trace contextRef="#ctx0" brushRef="#br0" timeOffset="121372.94">1265 5705,'-49'0,"49"0,0 25,0 24,0 51,25 24,-25 74,0-24,-25 49,25 0,-50 1,50-76,0 1,0-50,25 1,-25-76</inkml:trace>
  <inkml:trace contextRef="#ctx0" brushRef="#br0" timeOffset="122416">1315 7516,'0'-25,"25"25,0 0,-1 0,26 0,-25 0,24 0,26-25,49 25,0 0,-25 0,50 0,0 0,0 0,-1 0,26 0,24 0,-24 0,0 0,24 0,-24 0,-1 0,1-49,0 49,-1 0,1-50,0 50,24 0,-24 0,-1-50,1 50,0 0,-1 0,1 0,-1 0,-48 0,23 0,-24 0,25-49,0 49,-50 0,50-50,-25 50,25 0,-50 0,0 0,1 0,-26 0,0 0,1 0,-1 0,25-49,1 49,24 0,-50 0,-24 0,-1 0,1 0,0 0,24 0,-24 0,24 0,0 0,1 0,-1 0,1 0,-1 0,0 0,-24 0,0 0,-1 0,1 0,24 0,-24 0,24 0,1-50,-26 50,1 0,24 0,1 0,-1-25,1 25,-26 0,1 0,-1 0,26-49,24 49,-24 0,-26 0,-24 0,0 0,49 0,-74-25,25 25,-25-25</inkml:trace>
  <inkml:trace contextRef="#ctx0" brushRef="#br0" timeOffset="125933.2">1340 5804,'0'0,"49"0,-24 0,0 0,25 0,-1 0,26 0,-51 0,26 0,-25 0,0 0,24 0,1 0,-25 0,0 0,24 0,-24 0,0 0,24 0,-24 0,25 0,-1-49,26 49,-26 0,26 0,-26 0,1 0,0 0,-1-25,-24 25,0 0,24 0,-24 0,0 0,25 0,-26 0,1-25,50 25,-26 0,1 0,0-50,-1 50,1 0,-25-24,24 24,1 0,-25 0,24-50,-24 50,25 0,-1-25,26 25,-26 0,-24 0,0-49,24 49,-24 0,0 0,25 0,-26 0,1 0,25 0,-25 0,-1 0,26 0,0 0,-25 0,-1 0,51 0,-50 0,-1 0,26 0,0-25,-1 25,1 0,-1 0,26 0,-26-50,-24 50,0 0,25 0,-26 0,-24-25,50 25,0 0,-26 0,1 0,25 0,-25 0,-1 0,1 0,25 0,-25 0,0 0,-25-49,74 49,-24 0,-1 0,-24 0,25 0,24 0,-24 0,-1 0,1 0,24-25,1 25,-26 0,1 0,-25 0,24-50,-24 50,0 0,49 0,-24 0,-25 0,-1 0,26-24,-25 24,0 0,24 0,-24-50,25 50,-25 0,24 0,1-25,-25 25,24 0,1 0,-1-25,-24 25,0 0,25 0,-50-49,49 49,-24 0,0 0,24 0,-24 0,0 0,49 0,-49 0,25 0,-1 0,1 0,25 0,-51 0,1 0,25 0,-25 0,-1 0,1 0,25 0,-25 25,24-25,-24 0,0 0,0 0,24 0,-24 0,0 0,24 0,1 0,0 0,-1 0,1 0,-1 0,-24 0,0 0,25 0,-26 0,1 0,25 0,0 0,-26 0,1 0,25 0,-25 0,24 0,1 0,24 0,-24-25,-25 25,24 0,26 0,-26 0,-24 0,0 0,24 0,1 0,-25-25,24 25,-24 0,0 0,25 0,24 0,-49 0,0 0,24 0,-24 0,0 0,25 0,-26 0,1-50,25 50,-25 0,-1 0,26 0,-25 0,0-24,24 24,-24 0,0 0,24 0,-24 0,0-50,25 50,-26 0,1 0,25 0,-1 0,1 0,-25 0,24 0,-24 0,0 0,0 0,24 0,-24 0,0 0,25 0</inkml:trace>
  <inkml:trace contextRef="#ctx0" brushRef="#br0" timeOffset="129435.4">10145 5011,'0'-25,"25"25,0 0,49 0,-49 0,0 0,25-50,-1 50,-24 0,0 0,49 0,-24 0,0 0,-1 0,1 0,24 0,-49 0,25-49,-1 49,26 0,-26-25,26 25,-1 0,0-50,1 50,-1 0,1-25,-26 25,1 0,0-49,-1 49,26 0,-26 0,26 0,-1 0,25 0,0 0,25 0,-24 0,-1 0,0 0,-24 0,-1 0,25-25,-24 25,-26 0,1 0,-1-50,1 50,49 0,-24 0,-1 0,0 0,-24 0,0 0,-1-25,26 25,-26 0,1 0,-25-49,24 49,-24 0,25-25,24 25,-24 0,-1 0,1-50,24 50,-24 0,-25 0,0 0,24 0,-49 0,0 50,0-25,0 24,0 1,0 0,0-26,0 26,0 0,0 24,0 1,0-26,0-24,0 0,0 24,25-24,-25 25,0 24,0-24,0-1,0 1,0 0,0-1,0 26,0-26,0 1,0-1,0 1,0-25,0 0,0 24,0-24,0 0,-50 49,50-24,0 0,0-1,0-24,0 49,0-24,0 0,-49-1,49 1,0 24,-25-24,25-1,0 1,0 0,0 24,0-49,0 0,0 24,0 1,-25-50,-24 0,24 0,-25 0,1 0,-26-25,1 25,49 0,0 0,-49 0,49 0,-25 0,26 0,-26 0,25 0,0 0,-24 0,24 0,0 0,-25 0,-24 0,24 0,1 0,-1 0,1 0,-1 0,25 0,0 0,-24 0,24 0,0 0,-24 0,24 0,-25 0,1 0,-1 0,-24 0,49 0,0 0,-25 0,26 0,-1 0,-25 0,0 0,1 0,-1 0,1 0,-1 0,0 0,26 0,-1 0,-25 0,25 0,-24 0,-1 0,25 0,1 0,-26 0,-24 0,49 0,0 25,-25-25,26 0,-26 0,0 0,1 0,-26 0,26 0,24 0,-25 25,25-25,1 0,-26 0,25 0,0 0,1 0,-26 0,25 0,-24 0,-1 0,0 0,26 0,-1 0,-25 0,25 49,1-49,24 25,-50-25,25 0,0 0,-24 0,24 25,-25-25,-24 0,49 0,0 0,1 0,-26 0,25 0</inkml:trace>
  <inkml:trace contextRef="#ctx0" brushRef="#br0" timeOffset="142817.16">1861 8409,'0'49,"0"1,-25 49,25-24,0-1,0 0,0-24,0 0,0-1,0 1,0 0,0-1,0-49</inkml:trace>
  <inkml:trace contextRef="#ctx0" brushRef="#br0" timeOffset="143096.18">1811 8533,'-50'0,"50"-25,25 25,25-25,-25 25,49-49,-24 49,-1-50,1 50,0-50,-26 50,-24 25,-74 25</inkml:trace>
  <inkml:trace contextRef="#ctx0" brushRef="#br0" timeOffset="143275.19">1836 8706,'-50'50,"50"-25,0-25,75-25,-26 25,-24-50,25 50,-25-24,-1 24,26 0,-50-50</inkml:trace>
  <inkml:trace contextRef="#ctx0" brushRef="#br0" timeOffset="143918.23">2506 8607,'0'0,"0"50,0-25,0-1,0 26,0-50,-50 50,25-50,0 0,25-25,0-25,0 25,0 1,0 24,0-50,25 50,25 0,-25 25,-25 0,0 24,0 26,0-26,0 26,-25-1,25 1,-50-26,25 1,25-25,-74-25,74 49,-25-49,25-25,0 1,0-1,0-25,25 25,25 25,24 0,-49 0,0 0,-25 0,49 0,-24 50</inkml:trace>
  <inkml:trace contextRef="#ctx0" brushRef="#br0" timeOffset="144368.25">3275 8682,'24'0,"1"0,25 0,-1-50,26 50,-50 0,-1 0</inkml:trace>
  <inkml:trace contextRef="#ctx0" brushRef="#br0" timeOffset="144586.26">3200 8905,'50'0,"-1"0,1 0,0 0,24-75,-24 75,-26 0,26-24</inkml:trace>
  <inkml:trace contextRef="#ctx0" brushRef="#br0" timeOffset="146936.4">4465 8483,'-25'0,"25"0,0-49,50 49,0-25,-1 25,1 0,-50 25,0-1,0 51,0-26,0 1,0 0,-25-1,25 1,-25-25,-49 49,24-49,25-25,-24 0,-1 0,50 0,0-25,0-49</inkml:trace>
  <inkml:trace contextRef="#ctx0" brushRef="#br0" timeOffset="147303.42">4837 8409,'0'-25,"0"25,-49 0,24 0,-25 25,25 24,-24 1,49 0,-50 24,50-24,0-26,0 26,0-25,50-25,-1 0,-24 0,0 0,49 0,-74 0,25-75</inkml:trace>
  <inkml:trace contextRef="#ctx0" brushRef="#br0" timeOffset="147789.45">5383 8062,'0'0,"0"49,-74 26,74 24,-75 25,75-25,-25 0,25-24,0-26,0 1,50-1,0-49,24 25,25-25,50 0</inkml:trace>
  <inkml:trace contextRef="#ctx0" brushRef="#br0" timeOffset="150355.59">5929 8334,'-50'0,"25"0,25 0,0 50,0-25,-25 0,25 24,0 1,0-50,0 25,50-25,0 0,-1 0,50 0,-49 0,-25-75,25 26,-50 24,0-25,0 25,-25-24,0 49,25 0,0 49,0 26,0-26,0 1,0 0,0 24,0 0,0 1,0-1,0 1,-50 24,50-49,0-1,-25-24,1 25,-26-50,0 0,50-50,-49-24,49 24,0 0,0 25,0-24,25 24,-1 0,26-24,-25 49,24-50,-24 50,0-50,25 50,-25-24</inkml:trace>
  <inkml:trace contextRef="#ctx0" brushRef="#br0" timeOffset="150698.61">6326 7962,'0'25,"0"0,0 25,24-26,-24 1,0 25,0-1,0 1</inkml:trace>
  <inkml:trace contextRef="#ctx0" brushRef="#br0" timeOffset="151907.68">6623 8409,'-49'0,"98"0,26 0,-26-25,1 25,-1 0,26-50,-50 50,24 0,-49-24,0 24,-25 49,-24 1,-1-1,1 26,-26-26,50-24,-24 25,24-50,25 25,25-25,24 0,1 0,-50-50,50 50,-1 0,1 0,-50 25,74-25,-49 0,25 0,-26 0,-24-25,50 25,-50-25,0-24,0-1</inkml:trace>
  <inkml:trace contextRef="#ctx0" brushRef="#br0" timeOffset="152274.7">7243 7838,'0'-49,"0"73,0 26,0 0,0-1,0 1,0 0,0 24,0-24,0 24,0-24</inkml:trace>
  <inkml:trace contextRef="#ctx0" brushRef="#br0" timeOffset="152792.73">7491 8483,'50'0,"0"0,-1 0,26 0,-1 0,0 0,1-25,-26 25,-24 0,0 0</inkml:trace>
  <inkml:trace contextRef="#ctx0" brushRef="#br0" timeOffset="153046.75">7789 8235,'0'25,"0"25,0 24,0-24,0 24,0-24,50-1,-50 26,0-26,0 1</inkml:trace>
  <inkml:trace contextRef="#ctx0" brushRef="#br0" timeOffset="155438.89">8533 8235,'0'-25,"0"25,0 50,0-25,0 0,-49 24,49-24,24 25,1-50,25 49,-25-49,-1 0,26 0,0 0,-50-25,49 25,-49-49,0 24,0 0,0-24,0 24,0 0,0 25,0 74,0-24,0 0,0 49,0-25,0 1,0-1,0 25,0-24,-25-1,25-24,0-1,-24-24,-26 25,0-50,1 0,-1-75,50 51,0-1,0-50,0 50,0 1,50-26,-25 50,-1-50,26 50,-25-24,24 24,-24 0,0 0,25-50</inkml:trace>
  <inkml:trace contextRef="#ctx0" brushRef="#br0" timeOffset="156136.93">9178 8334,'74'-24,"-24"24,0 0,24-50,-24 50,24-50,-24 50,-50-24,25 24,-25 0,-50 24,25 51,-49 24,-1 0,26-24,-1-26,50 1,-25-25,25-25,50-25,-25 25,0-50,24 50,1 0,-1 0,-24 0,25 0,-1 0,-49 25,25-25,25 0</inkml:trace>
  <inkml:trace contextRef="#ctx0" brushRef="#br0" timeOffset="156557.95">10021 7838,'0'-25,"0"25,25 0,25 50,-25 0,24 24,1 50,-1 25,-49-25,50 25,-50 0,0-25,-50 0,-24-25,24-49,-24-26,49 26,0-50,25 25,-49-25,123-25</inkml:trace>
  <inkml:trace contextRef="#ctx0" brushRef="#br0" timeOffset="157906.03">3200 11311,'0'50,"50"-50,-25 0,24 0,26-25,24 25,25-50,-50 50,-24 0,24 0,-49 0,-50 25</inkml:trace>
  <inkml:trace contextRef="#ctx0" brushRef="#br0" timeOffset="158178.04">3349 11658,'25'0,"0"0,24 0,1 0,24 0,25-25,-24 25,-1 0,1-49,-26 49,-24 0,25 0,-75 0,-25 0,1 25</inkml:trace>
  <inkml:trace contextRef="#ctx0" brushRef="#br0" timeOffset="206704.82">4242 11137,'-50'0,"50"-25,0-24,25 49,25-25,-25 25,-1 0,26 0,-25 0,0 0,24 0,-24 0,49 99,-74-49,0 0,0-1,0 1,0-1,-74 1,49 0,0-50,-24 24,24-24,0 0,25 0,0-49,25-1</inkml:trace>
  <inkml:trace contextRef="#ctx0" brushRef="#br0" timeOffset="206981.83">4763 10964,'0'-25,"-25"25,-25 25,1-1,-1 26,-49 24,49-24,1 0,49-1,0 1,0-25,74 24,50-49,25 0,0-24,0-26,-75 0,-49 1</inkml:trace>
  <inkml:trace contextRef="#ctx0" brushRef="#br0" timeOffset="207484.86">5185 10443,'0'-25,"0"50,0 0,0 24,0 26,0-26,0 26,0-1,0 0,0 1,0-26</inkml:trace>
  <inkml:trace contextRef="#ctx0" brushRef="#br0" timeOffset="208539.92">5705 11112,'50'0,"0"0,24 0,25 0,50-24,-50 24,25 0,-74 0,-25 0,0 0</inkml:trace>
  <inkml:trace contextRef="#ctx0" brushRef="#br0" timeOffset="208780.94">6003 10840,'0'0,"0"49,25 50,-25-24,49-1,-49 1,0 24,0 0,50 25,-50-74</inkml:trace>
  <inkml:trace contextRef="#ctx0" brushRef="#br0" timeOffset="213507.21">7293 10468,'0'-50,"0"50,0 25,-99 24,49 75,25-49,-24-1,49 25,-50-49,50 0,0-1,0 1,25 24,24-49,26 25,-1-50,-24 0</inkml:trace>
  <inkml:trace contextRef="#ctx0" brushRef="#br0" timeOffset="214361.26">7640 10740,'0'0,"0"25,0 0,-49 25,49-1,0-24,24-25,-24 25,75-25,-26 0,26 0,-1 0,-24 0,-1 0,-49-50,25 1,-25 24,0 0,0-25,0 1,0 49,0 25,0 24,0-24,0 0,0 24,0 26,0-26,0 26,0 24,0-24,0-1,0 0,0 1,50-50,-50-1,0 26,0-50,-75 0,51 0,-1 0,-25 0,25-50,-24 26,49-26,0 0,49 26,26-26,24 0,-25 26,1 24,-1-100,-24 75</inkml:trace>
  <inkml:trace contextRef="#ctx0" brushRef="#br0" timeOffset="-214677.45">8632 10988,'-49'0,"98"-49,-24 49,25 0,24 0,25-25,-49 25,-25 0,0 0,24 0</inkml:trace>
  <inkml:trace contextRef="#ctx0" brushRef="#br0" timeOffset="-214446.43">8732 10790,'0'50,"0"-1,24 1,-24-1,50 26,-50-26,0 1,25 0,-25 24</inkml:trace>
  <inkml:trace contextRef="#ctx0" brushRef="#br0" timeOffset="-213658.39">9277 10666,'25'0,"25"0,-1 0,1-50,0 50,-1 0,1-24,-25 24,-50 24,-25 76,-24-26,49-24,-25 24,50-49,-24 24,24-24,0-25,0 0,49 0,-49-49,50 49,-25 0,-1 0,51 0,-50 0,-1 0,1 0,25 0,-1 0,-49-25</inkml:trace>
  <inkml:trace contextRef="#ctx0" brushRef="#br0" timeOffset="-210613.22">9798 10294,'0'-25,"25"25,25 0,-50 0,49 0,-24 50,25-50,-26 74,-24-49,75 49,-75-24,0 24,0 1,0-1,0 25,0-24,0-26,-25 1,0 0,-49-1,24-24,25 25,-24-50</inkml:trace>
  <inkml:trace contextRef="#ctx0" brushRef="#br0" timeOffset="-209286.14">10567 10269,'0'-25,"0"1,0 24,0 49,-99 1,49 49,1 25,-1-25,0 25,50-49,0 24,0-25,0 1,25-26,50 1,74-50,-1 0,1 0</inkml:trace>
  <inkml:trace contextRef="#ctx0" brushRef="#br0" timeOffset="-208363.09">10939 10517,'-25'0,"25"25,0 25,0-26,-49 26,49 0,25-50,-1 24,1-24,50 0,-1 0,-24 0,-1 0,-24 0,-25-74,50 49,-50 0,0-49,0 49,0 0,0 1,0-26,0 50,0 25,0 24,0-24,0 0,0 49,0-24,0 24,0 1,0 24,-50 50,50-25,0-50,0 26,0-51,-50-24,26-25,24-25,-50-24,50-26,0-24,0-25,0 49,50 26,-50 24,49-25,-24 26,25-26</inkml:trace>
  <inkml:trace contextRef="#ctx0" brushRef="#br0" timeOffset="-207958.06">11435 10170,'0'0,"0"50,0-26,0 1,0 25,0-1,0 1,0 0,0-1</inkml:trace>
  <inkml:trace contextRef="#ctx0" brushRef="#br0" timeOffset="-207500.04">11683 10716,'0'0,"75"0,-1 0,25-50,-24 50,24 0,-25 0,-24 0,0 0,-50-25</inkml:trace>
  <inkml:trace contextRef="#ctx0" brushRef="#br0" timeOffset="-207259.02">12006 10517,'0'50,"0"-1,0 1,0 0,25 24,-25-24,0-1,24 1,-24-25</inkml:trace>
  <inkml:trace contextRef="#ctx0" brushRef="#br0" timeOffset="-205886.95">12626 10468,'0'0,"0"0,25 0,49 0,1 0,-1 0,0 0,1 0,-26 0,-24 0,-25-25,50 25,-75 0,-25 0,1 49,-26 26,26-26,-1 26,-24-26,49-24,25 25,25-75,0 25,24-50,-24 50,25-49,-26 49,26 0,-50 25,50-25,-1 0,-24 24,0-24,24 0,1 0,-25 0,-25-49</inkml:trace>
  <inkml:trace contextRef="#ctx0" brushRef="#br0" timeOffset="-205625.93">13271 9847,'0'50,"0"0,0 24,0-24,0 24,0-24,0-1,0 1,0 0,49-50</inkml:trace>
  <inkml:trace contextRef="#ctx0" brushRef="#br0" timeOffset="-205220.91">13817 10120,'0'25,"49"50,-49-26,50 26,-50-1,0 25,0-24,0-1,0-24,0 24,-99-24,24-1,1-49,-25 75,49-75</inkml:trace>
  <inkml:trace contextRef="#ctx0" brushRef="#br0" timeOffset="-196706.42">918 12626,'0'-25,"0"25,0 49,0 51,50 98,-50-74,0-25,0-24,0-1,0 1,25-51,-25 1,0 25</inkml:trace>
  <inkml:trace contextRef="#ctx0" brushRef="#br0" timeOffset="-196362.4">968 12750,'-50'-25,"50"25,50 0,-25 0,24 0,26-50,-1 50,-24-49,-1 49,1-25,-75 25,-25 25,1-1</inkml:trace>
  <inkml:trace contextRef="#ctx0" brushRef="#br0" timeOffset="-196098.39">993 13146,'-50'0,"50"0,25 0,0-49,24 49,50-25,-24 25,-1-50,1 50,-26-24,1 24,-75 0,0 0</inkml:trace>
  <inkml:trace contextRef="#ctx0" brushRef="#br0" timeOffset="-195086.33">1737 13047,'0'0,"49"-49,26 49,-50 0,-25-25,74 25,-49 0,-25 0,0 25,0 24,0 1,0-1,-50 1,25 0,-24-25,24 24,-25 1,75-50,25 0,-1 0,1-50,0 50,-26 0,-24 0,0 50,0-1,0 1,0 0,-24 24,-26-49,50 0,-50-25,26 74,-26-74,25 0,0 25,-24-25,24 0,25 0,0-50,0 1,74-1,1 50</inkml:trace>
  <inkml:trace contextRef="#ctx0" brushRef="#br0" timeOffset="-194448.29">2778 13122,'-24'0,"48"0,26 0,0 0,49-25,-25 25,1 0,-26-25,1 25,0 0</inkml:trace>
  <inkml:trace contextRef="#ctx0" brushRef="#br0" timeOffset="-194203.28">2878 13395,'24'0,"26"0,-25 0,25-50,24 50,-24 0,24-25,-24 25,-1 0,1 0</inkml:trace>
  <inkml:trace contextRef="#ctx0" brushRef="#br0" timeOffset="-192154.16">4292 12874,'0'-25,"0"-25,24 50,26 0,-25 0,0-25,24 25,-24 0,0 0,-25 0,74 50,-74-25,0 24,0 1,0 0,-25 24,1-49,-26 24,25-49,-24 50,24-50,-25 25,50-25,0-25</inkml:trace>
  <inkml:trace contextRef="#ctx0" brushRef="#br0" timeOffset="-191898.15">4862 12725,'0'-50,"-25"50,-49 0,24 50,1-25,-1 24,25-24,25 0,-49 49,49-49,0 0,0 24,49-24,1-25,49 0,0-25,25 25,-74-49,-25 24</inkml:trace>
  <inkml:trace contextRef="#ctx0" brushRef="#br0" timeOffset="-191562.13">5036 12278,'0'25,"0"0,0 25,0-26,25 1,-25 25,0-25,49 24,-49-24,75-25</inkml:trace>
  <inkml:trace contextRef="#ctx0" brushRef="#br0" timeOffset="-190803.08">5532 12576,'0'0,"-25"0,25 25,0 0,0 24,0 1,0-25,25-25,49 0,-24 0,-25 0,-1 0,26 0,-50-50,0 0,25 26,-25-1,0-50,0 125,0-25,0 0,0 24,0 26,0-26,0 26,0 24,0 0,0-25,0 1,0-25,0-1,0-24,-50-25,1 0,24 0,25-25,-50-24,50-26,0 50,0-24,0-26,50 26,-1-1,1 0,24 50,1-24,-50 24</inkml:trace>
  <inkml:trace contextRef="#ctx0" brushRef="#br0" timeOffset="-188374.94">6202 12675,'-25'0,"50"0,-1-25,26 25,-25 0,24-49,1 49,24-25,-24 25,-25 0,-25-25,0 50,0 0,-50 24,1 1,24 0,-25-26,25 1,-24 25,74-50,-25 0,49 0,-24 0,25-50,-26 50,1 0,25 0,-25 0,-1 0,26 0,-25 0,-25-25</inkml:trace>
  <inkml:trace contextRef="#ctx0" brushRef="#br0" timeOffset="-188104.93">6673 12278,'0'0,"25"50,-25-25,0 0,0-1,49 26,-49-25,0 24,0-24</inkml:trace>
  <inkml:trace contextRef="#ctx0" brushRef="#br0" timeOffset="-187541.9">7194 12700,'-75'0,"150"-25,-1 25,1 0,-1-49,0 49,-24 0,24-25,-49 25,0 0,-25-25</inkml:trace>
  <inkml:trace contextRef="#ctx0" brushRef="#br0" timeOffset="-187301.88">7442 12427,'-25'0,"25"50,0-1,0 1,25 24,-25-24,0 24,25 1,-25-26,0 1</inkml:trace>
  <inkml:trace contextRef="#ctx0" brushRef="#br0" timeOffset="-180101.47">8459 12402,'-25'0,"25"0,25 0,0 0,24-49,-24 49,0 0,24 0,1 0,-50 25,25 24,-25-24,0 0,0 24,0-24,-25 0,25 25,-74-26,49-24,-25 75,25-75,25 25,-74-25,74-25</inkml:trace>
  <inkml:trace contextRef="#ctx0" brushRef="#br0" timeOffset="-179839.46">8856 12278,'0'0,"-50"0,0 25,26 0,-26 0,25 24,25-24,-49 25,49-1,24-24,1-25,50 0,-1 0,25 0,-24 0,-26-25</inkml:trace>
  <inkml:trace contextRef="#ctx0" brushRef="#br0" timeOffset="-179480.43">9054 11881,'0'0,"0"25,0 25,0-25,0-1,50 51,-50-26,0 1,0 0</inkml:trace>
  <inkml:trace contextRef="#ctx0" brushRef="#br0" timeOffset="-177288.31">9327 12303,'0'-49,"0"73,0 1,0 0,0 25,0-26,0 1,0 25,25-50,24 49,-24-49,25 0,-1 0,1 0,0-24,-26-26,-24 0,0 26,0-26,0 25,0 25,0 0,0 75,25-26,-25 1,0-1,0 26,0-1,-25 50,25-25,-49-24,49-1,-25 1,25-51,-50-24,26 25,-1-25,-25 0,25-74,25-1,0 26,0-1,0 1,0 24,75-25,-26 1,-24 49,25-50,-1 25,-24-24</inkml:trace>
  <inkml:trace contextRef="#ctx0" brushRef="#br0" timeOffset="-176961.29">9798 11981,'0'-50,"0"75,0 0,0-1,0 26,0-25,0 24,0 1,0 0,0 24,50-24</inkml:trace>
  <inkml:trace contextRef="#ctx0" brushRef="#br0" timeOffset="-175975.23">10195 12402,'-25'0,"25"0,25 0,25 0,-1 0,1 0,0 0,24-49,-49 49,0 0,24-25,-98 75,24-26,-25 51,1-1,-26 25,1-24,24-1,25-49,25 0,-49-25,73 0,26 0,0-75,-1 26,1 49,-50-25,25 25,24 0,-24 50,25-26,-1-24,26 0,-50 0,24 0,-24 0,-25 0,0-24,25 24</inkml:trace>
  <inkml:trace contextRef="#ctx0" brushRef="#br0" timeOffset="-173241.08">3027 14610,'24'0,"26"0,-25 0,24 0,1 0,24 0,-24 0,24-50,1 50,-1-24,-49 24,0 0,-25-50</inkml:trace>
  <inkml:trace contextRef="#ctx0" brushRef="#br0" timeOffset="-172935.06">3151 14858,'24'0,"51"0,-26 0,26 0,24 0,0 0,25-50,-49 50,-26 0,1 0,-75 0,0 0</inkml:trace>
  <inkml:trace contextRef="#ctx0" brushRef="#br0" timeOffset="-153888.97">4465 14387,'-25'0,"25"0,0-25,0 25,25 0,25-50,-25 50,-1 0,26 0,-25 0,-25 25,49 0,-49 25,0-1,0 26,0-26,0 1,0-25,-24 24,-1-49,-25 50,25-50,-24 0,24 0,0 0,25 0,0-50</inkml:trace>
  <inkml:trace contextRef="#ctx0" brushRef="#br0" timeOffset="-153530.95">4862 14312,'0'-49,"0"24,0 25,-50 0,1 25,24 24,-25 1,50 0,-49 24,49-24,0-1,0-24,25 25,-1-50,26 24,24-24,50 0,1 0</inkml:trace>
  <inkml:trace contextRef="#ctx0" brushRef="#br0" timeOffset="-153028.92">5383 14387,'-25'0,"75"0,-1 0,26 0,-1 0,1 0,-1-25,0 25,-49 0,0 0</inkml:trace>
  <inkml:trace contextRef="#ctx0" brushRef="#br0" timeOffset="-152779.91">5606 14238,'0'-25,"0"25,0 50,0-1,0 1,0 0,0 24,50 0,-50-24,0 0,49-50</inkml:trace>
  <inkml:trace contextRef="#ctx0" brushRef="#br0" timeOffset="-151955.86">6102 14238,'0'-25,"0"25,0 25,0 0,0-1,0 26,0-25,0 0,50 49,-25-74,49 0,-24 0,-1 0,-24 0,25-25,-25-24,-25 24,0-25,0 1,0 24,0 25,0-25,0 25,0 25,24 24,-24 1,0 0,25-1,-25 51,0-26,0 0,0 1,0-26,0 1,0 0,0-26,-49-24,-1 25,25-25,-24 0,49 0,-50 0,50-74,0 24,0 1,0-26,74 26,-24-1,0 0,24 1,25 24,-24-25</inkml:trace>
  <inkml:trace contextRef="#ctx0" brushRef="#br0" timeOffset="-151475.83">6896 14387,'0'0,"50"0,-1-25,1 25,24 0,50-75,-49 75,-26 0,-24 0,-25-24</inkml:trace>
  <inkml:trace contextRef="#ctx0" brushRef="#br0" timeOffset="-151124.81">7169 14114,'0'-25,"0"75,0-1,50 50,-50-24,24-1,-24 1,0-1,0 1,0-26</inkml:trace>
  <inkml:trace contextRef="#ctx0" brushRef="#br0" timeOffset="-147958.63">6574 13717,'0'-25,"0"25,0 50,0-25,0-1,0 1,0 25,0-25,0 24,0-24,0 0,0 24,49-24</inkml:trace>
  <inkml:trace contextRef="#ctx0" brushRef="#br0" timeOffset="-145939.52">7715 14188,'0'-25,"0"25,24 0,26 0,-25 0,24 0,26-49,-26 49,-24 0,-25-25,25 25,-50 50,-24-26,24 51,-50-26,26 26,24-25,-25-26,50 26,-49-50,49 25,0-50,74 25,-74-25,50 25,-1 0,1 0,-25 0,24 0,-24 0,0 0,25 0,-26 0,1 0,-25-25,75-24</inkml:trace>
  <inkml:trace contextRef="#ctx0" brushRef="#br0" timeOffset="-145274.48">8434 13767,'0'-50,"0"50,25 0,0 0,24 0,-24 50,25 24,-50 0,74 26,-74 24,0 0,0-25,-25 25,-49-25,-25-24,-25 24,24-25</inkml:trace>
  <inkml:trace contextRef="#ctx0" brushRef="#br0" timeOffset="-144395.43">4515 13891,'-50'0,"25"0,25 24,-99 76,50 48,-26 26,1 0,24-1,50-24,0-50,0-24,75 24,-1-49,50-1,-25-49,25 50,-49-50</inkml:trace>
  <inkml:trace contextRef="#ctx0" brushRef="#br0" timeOffset="-140691.22">9203 13841,'0'-25,"-25"50,0 25,-24-1,24 26,-50 49,26 0,-1-50,50-24,0 24,0-49,0 0,50-25,24 49,-24-49,24 0,1-49,-1 49,1-25,-51-25,-24 26</inkml:trace>
  <inkml:trace contextRef="#ctx0" brushRef="#br0" timeOffset="-137669.04">9525 14089,'-24'0,"24"0,0-25,49 25,-49-49,75 49,-26 0,-24 0,0 0,24 0,1 49,-50-24,0 25,0-1,0 26,0-51,0 1,0 25,-74-25,24-25,0 0,50 0</inkml:trace>
  <inkml:trace contextRef="#ctx0" brushRef="#br0" timeOffset="-137368.03">10071 13965,'-25'-50,"-24"50,24 25,-25 0,25 25,-24 24,-1 0,25-24,25 0,0-1,0-24,50 25,0-50,49 0,25 0,-25 0,0 0</inkml:trace>
  <inkml:trace contextRef="#ctx0" brushRef="#br0" timeOffset="-136897">10567 14114,'25'0,"25"0,-1 0,1 0,24 0,-24 0,-1 0,1 0,0-50</inkml:trace>
  <inkml:trace contextRef="#ctx0" brushRef="#br0" timeOffset="-136639.98">10741 13965,'-25'0,"25"-25,0 50,0 25,0-1,0 1,50-1,-50 1,24 24,-24-49,50 0,-50 25,50-50</inkml:trace>
  <inkml:trace contextRef="#ctx0" brushRef="#br0" timeOffset="-135889.94">11237 13866,'0'-25,"0"25,0 25,0 24,0-24,0 0,0 25,0-26,0-24,25 50,49-50,-24 0,24 0,1 0,-26 0,-24 0,-25 0,0-74,0 24,0 0,0 26,0-1,0 25,0 0,0 25,0 24,0-24,25 25,-25-1,0 26,0 24,0-25,0 1,0-1,0-24,0-1,-25 1,25-25,-25-25,25 25,-49-25,-1 0,0 0,50-25,0 0,0-49,0-1,0-24,25 49,0 25,25-24,-26 49,26-50,24 50,26-74</inkml:trace>
  <inkml:trace contextRef="#ctx0" brushRef="#br0" timeOffset="-135613.93">12105 14064,'-25'0,"25"0,50 0,24 0,25 0,25-49,-24 49,-26 0,-24-50,-1 50</inkml:trace>
  <inkml:trace contextRef="#ctx0" brushRef="#br0" timeOffset="-135374.91">12502 13841,'-50'-50,"50"100,0 0,0-1,0 1,25-1,-25 26,0-26,0 1,0-25,0 24</inkml:trace>
  <inkml:trace contextRef="#ctx0" brushRef="#br0" timeOffset="-134637.87">13048 13816,'0'0,"24"0,26 0,0 0,24 0,0 0,1-25,-50 25,-1 0,-24 0,-49 0,-1 50,1 24,-26-24,26 49,-1-49,25-1,25-24,-49-25,49 25,24-25,1 0,25-25,-25 25,-1-49,51 49,-26 0,1 24,-25-24,49 0,-49 0,0 0,-25-24,0-26</inkml:trace>
  <inkml:trace contextRef="#ctx0" brushRef="#br0" timeOffset="-134337.85">13618 13419,'0'25,"0"0,25 25,-25-26,25 26,-25 0,0-26</inkml:trace>
  <inkml:trace contextRef="#ctx0" brushRef="#br0" timeOffset="-133797.82">14089 13469,'25'25,"0"0,25 49,-50 0,49 1,-49 24,0 0,0 50,0-50,-49 25,-51 0,1-49,25-50,-1-25,26 49,-1-49,75-25</inkml:trace>
  <inkml:trace contextRef="#ctx0" brushRef="#br0" timeOffset="-109883.45">1092 15925,'0'-50,"0"75,0 0,0 49,0 0,0 26,0-26,0 0,0-24,0 25,0-26,0-24,0 25,49-50,-49-50</inkml:trace>
  <inkml:trace contextRef="#ctx0" brushRef="#br0" timeOffset="-109558.44">1117 15974,'-25'0,"25"-49,25 49,24 0,-24-25,25 25,24-50,-24 50,-26 0,26-25,0 25,-50 25</inkml:trace>
  <inkml:trace contextRef="#ctx0" brushRef="#br0" timeOffset="-109349.42">1166 16222,'75'0,"-26"0,1-25,-1 25,1-49,-25 49</inkml:trace>
  <inkml:trace contextRef="#ctx0" brushRef="#br0" timeOffset="-76012.52">1265 16197,'0'-74,"50"49,0-24,24 24,0-25,-24 50,-25 0,24 0,-73 50,-26-1</inkml:trace>
  <inkml:trace contextRef="#ctx0" brushRef="#br0" timeOffset="-75871.51">1117 16446,'-50'49,"50"-49,74-25,1 1,49-26,-25 0,25 1,-74 49,-26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28:35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769 893,'0'-50,"0"26,0-1,0-25,0 100,0 24,0 1,0-1,0 25,0 0,0 1,0-1,0-50,0 1,0 0,0-1,0-24,0-50,0-24,0 49,0-50,50 50,-25 0,49-25,-24 25,-1 0,1-49,0 49,-26 0</inkml:trace>
  <inkml:trace contextRef="#ctx0" brushRef="#br0" timeOffset="285.01">769 1067,'0'-50,"0"50,50 0,-25-25,49 25,25-49,-24 49,-26 0,-24-25,25 25</inkml:trace>
  <inkml:trace contextRef="#ctx0" brushRef="#br0" timeOffset="474.02">695 1364,'0'0,"25"0,49 0,-24 0,24-49,1 49,-26 0,1-25,-25 25</inkml:trace>
  <inkml:trace contextRef="#ctx0" brushRef="#br0" timeOffset="735.04">1687 1067,'-50'0,"-49"24,74 26,-24-25,24 49,25-24,-50-25,50 24,0 1</inkml:trace>
  <inkml:trace contextRef="#ctx0" brushRef="#br0" timeOffset="916.05">1389 1191,'0'0,"0"24,25 26,0-50,25 50,-1-50,1 49,-1-49,26 0,-26 0,-24 0</inkml:trace>
  <inkml:trace contextRef="#ctx0" brushRef="#br0" timeOffset="1139.06">1811 1141,'0'0,"25"25,-25 24,25 26,-25-1,0 1,0-1,0 25,0 1,0-1,0-25,0 1,0-26</inkml:trace>
  <inkml:trace contextRef="#ctx0" brushRef="#br0" timeOffset="1409.08">1861 1215,'0'-49,"25"49,-1 0,1 0,-25 0,75 25,-75 49,0-24,0 24,-25-24,25-1,-75 1,51-25,-26-25,50 74,-25-74</inkml:trace>
  <inkml:trace contextRef="#ctx0" brushRef="#br0" timeOffset="1808.1">2109 1042,'0'-25,"25"25,-1 0,26 0,-50 50,25 24,-25-24,0-1,0 1,0-1,0 1,0-25,0-50,0-25,0-49,0 25,74-1,-74 26,50-1,-1 50,1 50</inkml:trace>
  <inkml:trace contextRef="#ctx0" brushRef="#br0" timeOffset="3277.18">2580 1215,'50'-24,"-1"-51,-49 26,75 24,-75-25,-25 50,0 0,-49 50,24-1,25-24,25 0,-74 25,74-26,0 26,0 0,25-50,-1 0,26 0,0 0,24 0,-49 0,0-25,24 0,-49 0,50-49,-50 49,0 0,25 25,-25-74,0 24,0 25,0 1,0 48,0 1,0 0,0 25,49-50,-49-25,0 0,-25 25,25-25,0-24,25 49,-25-25,-25 25,25 0,-24 49,24-24,0 0,0 25,74-26,-49 26,-25 0,50-1,-50 1,0-1,0-24,-25-25,25 0,0-25,0-24,25-1,-25 1,49-1,-49 25,50-24,-50 24,74 0,-74-25,25 50,-25-24,-25 24,0 0,25 24,-49-24,49 50,0 0,25-26,24-24,-49 25,50-25,-1 50,-49-25,25-25,-25 49,0-49,0 25,-74-25,74 25,-25-25</inkml:trace>
  <inkml:trace contextRef="#ctx0" brushRef="#br0" timeOffset="5699.32">3944 769,'-49'-50,"49"100,0 0,0 24,0 25,0-24,0-1,0 0,0 1,0-1,0-24,0 24,24-24</inkml:trace>
  <inkml:trace contextRef="#ctx0" brushRef="#br0" timeOffset="6234.35">3622 1240,'0'-25,"0"-24,74 49,1-25,-1 25,25-50,-24 50,-1 0,-49-24,-25-26,0 50,-25 0,-24 0,49 50,0-26,0 1,0 25,49-1,-49-24,25 25,-25-25,50-1,-50 26,0-75,0-49,0 24,0 1,24 24,26-25,24 50,-24 0,-25 0,24 25,1 49,-50-49,0 0,0 25,0-26,0 1,-25-25</inkml:trace>
  <inkml:trace contextRef="#ctx0" brushRef="#br0" timeOffset="6599.37">4391 1364,'0'0,"49"-49,-24 24,50-25,-26 25,1-24,24-1,-49 25,-25 1,-25 24,-24 0,-51 49,26 1,0-25,49 24,25-24,0 25,49-1,26-49,24 0,25 0,-25 0,-24-49,24 49,-49-50,-26 50,-24-25,0 25</inkml:trace>
  <inkml:trace contextRef="#ctx0" brushRef="#br0" timeOffset="7395.42">6003 769,'0'-50,"0"50,0 50,0 0,50 24,-50 0,0 1,0-1,0 1,0-26,0 26,0-26,0-24</inkml:trace>
  <inkml:trace contextRef="#ctx0" brushRef="#br0" timeOffset="8175.46">5829 918,'0'-75,"0"26,75 24,-1-25,25 50,26-74,-76 74,1 0,-50 0,0 50,-25-1,-25 1,-24 24,24-49,25 25,-24-1,49-24,49-25,1 0,25 0,-1 0,0 74,-49-49,-25 25,0-25,0-1,0 1,-25 25,-24-50,-26 49,51-49,-26 0,25 0,-25 0,1-24,49-26,49-24,51 24,24-24,-25 24,-25 50,1-50,-50 50,-25 25,0 0,0 0,0 24,0-49,0 50,0-25,24-25,26 0,24 0,1 0,24-25,-25-25,-49 1,-25 24,0 0,0-24,-74 49,-25 0,-1 0,1 0,25 0,-1 24,51-24,24 25,99-25,50 0,-25 0,24 0</inkml:trace>
  <inkml:trace contextRef="#ctx0" brushRef="#br0" timeOffset="8451.48">7194 992,'-25'0,"-25"25,1 25,-1-26,50 1,0 25,25-50,49 0,50 0,0 0,-24-50,-26 1,0 24,-49-25,-25 1,50 24,-50-25,-50 25,-24 25,-1 0,-24 0,-25 50,25-50,24 50,75 24</inkml:trace>
  <inkml:trace contextRef="#ctx0" brushRef="#br0" timeOffset="8767.5">7789 422,'0'24,"0"1,25 0,-25 50,25-26,-25 1,49-1,-49 26,0-1,0-24,0 24,25-24,-25-1,0 26</inkml:trace>
  <inkml:trace contextRef="#ctx0" brushRef="#br0" timeOffset="9773.55">8012 1091,'0'-49,"0"24,99-25,1 1,-26 24,-24-25,-1 26,-49-26,-24 50,-51 25,1 0,24 24,0-24,1 25,49-1,0-24,49-25,51 0,49 0,-25-25,-25-24,25-1,-50-24,25 24,-49-24,-50 49,0 0,-25 25,-24 0,-51 50,1-26,50 26,-1-25,50 24,0 1,99 0,0-50,75 0,-50-50,-50 0,-24 26,0-26,-50 25,0 0,0-24,-25 49,0 0,0 0,25 25,0 49,25-24,0-50,49 24,-24-24,0 0,-26 0,51 0,-75 0,0-49,0 24,-25 25,25-50,-25 50,25 25,0-25,0 50,50-50,-50 25,25-25,-25-25,0 0,24-25,-24 26,50 24,-25 0,24 0,1 74,-25-24,24-26,-24-24</inkml:trace>
  <inkml:trace contextRef="#ctx0" brushRef="#br0" timeOffset="13709.78">10964 248,'0'-25,"0"-24,0-1,-25 25,25-24,-25 49,25-50,-24 50,-26 25,0 24,50 1,-74 49,74-49,0-1,0 26,0-1,0 26,0 24,0-25,25 0,-25 25,49-50,-49 1,50-26,-50 26,0-50,0-1,0 26,-25-25,-24 24,-1-49,25 0,25-24</inkml:trace>
  <inkml:trace contextRef="#ctx0" brushRef="#br0" timeOffset="13897.79">10617 992,'0'-25,"0"1,25-26,24 50,1-25,-25 25,49 0,-24 0,-1 0,-24-49</inkml:trace>
  <inkml:trace contextRef="#ctx0" brushRef="#br0" timeOffset="14212.81">11038 819,'-49'0,"49"49,0 1,0-25,25 24,-1-49,51 50,-26-50,1 0,0 0,-1 0,1 0,-25-25,-25-49,0 49,0 0,0-25,0 1,-50 49,75 0,25 0</inkml:trace>
  <inkml:trace contextRef="#ctx0" brushRef="#br0" timeOffset="14625.83">11460 794,'0'0,"0"49,75-24,-75 25,24-50,-24 49,0-24,0-25,0-49,0 24,0 0,0 0,25-24,50 49,-51 0,1 0,25 24,-25 1,-25 0,49 25,-49-1,50-49,-50 50,0-1</inkml:trace>
  <inkml:trace contextRef="#ctx0" brushRef="#br0" timeOffset="16431.93">12254 744,'0'-25,"-25"50,-25 50,-24-26,49 1,25-1,0-24,0 0,0 25,0-50,75 24,49-24,0 0,0-49,-75 24</inkml:trace>
  <inkml:trace contextRef="#ctx0" brushRef="#br0" timeOffset="16657.95">12626 719,'-50'0,"50"-49,25 74,-25-1,25 26,-25-25,0 24,0 26,0-50,0-1,50 26,-26 0</inkml:trace>
  <inkml:trace contextRef="#ctx0" brushRef="#br0" timeOffset="16986.97">12502 992,'0'-49,"0"49,50-25,24 25,50-50,-25 50,-24-49,-26 49,1 0,-50-25,-25 25,25-25,-25 25,25 0,0 50,25 24,0-24,-25-26,49 51</inkml:trace>
  <inkml:trace contextRef="#ctx0" brushRef="#br0" timeOffset="17137.98">13048 744,'24'0,"1"-25</inkml:trace>
  <inkml:trace contextRef="#ctx0" brushRef="#br0" timeOffset="17437.99">13221 819,'-25'24,"25"26,-49-50,49 50,0-1,25 1,24-50,26 0,24-25,-25 25,-24-50,-25 50,-25-74,49 24,-49 26,-24-26,-1 50,0 0,-25 0,-24 0,24 0,25 25,-24 24,74 1,49-50</inkml:trace>
  <inkml:trace contextRef="#ctx0" brushRef="#br0" timeOffset="17789.01">13742 769,'0'0,"0"25,0 24,0-24,0 25,0-50,50 0,-1-25,-49 0,50-49,-50 24,50 1,-50 24,49 25,-49-50,50 50,-1 0,-49 25,75 25,-75-26,25 51,-25-26,0 1,0-25</inkml:trace>
  <inkml:trace contextRef="#ctx0" brushRef="#br0" timeOffset="20579.17">2382 2406,'0'-25,"0"75,0 24,0 1,0-1,0 1,0-1,0-24,24-1,-24-24,0 49,50-74</inkml:trace>
  <inkml:trace contextRef="#ctx0" brushRef="#br0" timeOffset="20805.18">2357 2530,'0'-25,"25"0,-1 25,1 0,25-49,-25 49,-1 0,26 0,-25 0</inkml:trace>
  <inkml:trace contextRef="#ctx0" brushRef="#br0" timeOffset="21022.2">2307 2828,'0'0,"0"0,75 0,-51 0,26 0,-25-50,0 50,24 0,1 0</inkml:trace>
  <inkml:trace contextRef="#ctx0" brushRef="#br0" timeOffset="21345.22">3051 2704,'25'0,"0"-25,25 25,-26 0,26-50,0 50,24 0,-49 0,0 0</inkml:trace>
  <inkml:trace contextRef="#ctx0" brushRef="#br0" timeOffset="21586.23">3151 2927,'0'0,"24"0,51 0,-26-25,1 25,0 0,-1-25,-24 25,0 0,-25-49,49 49,-73 0,24 25</inkml:trace>
  <inkml:trace contextRef="#ctx0" brushRef="#br0" timeOffset="23340.33">4515 2257,'0'-49,"0"24,0 50,0 49,-50 50,25-25,-24 25,-1-49,50-1,-25-24,25-25,25-25,0 0,0 0,24-25,-49 0,50-49,-50-1,0 1,0-1,0 1,0 49,0-25,25 50,24 0,1 75,-25-50,24 24,-49 26,50-26,-50 1,25 0,-25-1,49-24,-49 25,0-26</inkml:trace>
  <inkml:trace contextRef="#ctx0" brushRef="#br0" timeOffset="23521.34">4465 2679,'-25'0,"25"-25,50 25,24 0,1-50,49 50,0 0,25-49,-50 49</inkml:trace>
  <inkml:trace contextRef="#ctx0" brushRef="#br0" timeOffset="23759.35">5581 2555,'-24'0,"24"0,24 0,26-50,24 50,1 0,24-25,-49 25,-26 0</inkml:trace>
  <inkml:trace contextRef="#ctx0" brushRef="#br0" timeOffset="23986.37">5705 2332,'0'-25,"0"74,0 1,75 24,-75-24,25 24,-25 1,49-1,-49 1,25-26</inkml:trace>
  <inkml:trace contextRef="#ctx0" brushRef="#br0" timeOffset="24651.4">6698 2108,'0'-49,"0"98,0 1,0 24,49 1,-49-1,0-24,0 24,0-24,0-1,0-24,0 25</inkml:trace>
  <inkml:trace contextRef="#ctx0" brushRef="#br0" timeOffset="25178.44">6673 2282,'0'-74,"0"24,74 0,-49 50,25-49,-1 49,26 0,-51 0,1 0,-25 0,0 49,-25 1,-24 0,24 24,-25-49,26 24,24-49,24 0,26 0,-25 0,0 0,24 0,-24 50,-25 0,0-26,0 26,-25-25,-24 24,24-49,0 25,-25-25,26 0,-26 0,0 0,50 0,0-25,50-24</inkml:trace>
  <inkml:trace contextRef="#ctx0" brushRef="#br0" timeOffset="25666.46">7194 1687,'0'25,"0"-1,0 1,0 25,25-25,-25 24,0 1,0-25,24-1</inkml:trace>
  <inkml:trace contextRef="#ctx0" brushRef="#br0" timeOffset="26415.51">8111 2133,'0'-25,"0"-24,50 49,-50-25,0 0,-25 25,-49 0,24 0,-24 0,-1 50,1-1,49 1,-24 0,49-1,-25 26,25-51,0 1,0 25,25-50,49 49,0-49,1 0,-1 0,-24 0,-25 0,24 0,-24 0,25 0,-50-49</inkml:trace>
  <inkml:trace contextRef="#ctx0" brushRef="#br0" timeOffset="28011.6">9575 1935,'0'25,"0"-1,50 26,-50 24,0-24,0 0,0-1,0-24,0 25,0-1</inkml:trace>
  <inkml:trace contextRef="#ctx0" brushRef="#br0" timeOffset="28327.62">9525 1563,'-24'0,"24"-50,0 50,49 50,-49-26,0 26,-49 0,24-25,0-25,-25 0,26 0,-1 0,25 0,0-50,49 25,26-25,49 50,-50 0,-24 0</inkml:trace>
  <inkml:trace contextRef="#ctx0" brushRef="#br0" timeOffset="28791.64">9873 1960,'0'74,"0"-49,24 24,-24 1,0-25,50 24,-50-24,0 0,0-25,0-25,0-24,0-1,0 0,25 1,-25 24,25 25,24 0,-24 25,-25 0,50-1,-50 26,74-25,-74 24,25-49,-25 25,0 0</inkml:trace>
  <inkml:trace contextRef="#ctx0" brushRef="#br0" timeOffset="30809.76">11659 1761,'49'-25,"-123"25,49 50,0-25,-24 24,24-24,25 0,-50 25,50 24,0-49,25 24,0-49,24 25,1-25,-25 50,0-50,-25 25,49-25,-49 49,0 1,0-1,-49-49,-1 50,25-50,0 0,-24 0,-1 0,25 0,-24 0,49 0,124 0</inkml:trace>
  <inkml:trace contextRef="#ctx0" brushRef="#br0" timeOffset="31275.78">12055 2059,'0'-25,"0"25,-49 0,49 50,-25-50,25 49,0 1,25-50,24 0,1 25,0-25,-1 0,1 0,-25 0,-25 0,24 0,-24-50,0 0,0 26,0-1,0 25,25 0,0 0</inkml:trace>
  <inkml:trace contextRef="#ctx0" brushRef="#br0" timeOffset="32016.83">12502 1984,'0'25,"0"25,0-25,0-1,0 26,0-25,0 0,50-25,-50-25,0 0,0-25,0 26,0-1,24-25,26 50,-25 0,-25 25,25-25,-25 50,24-50,-24 49,0-24,50-25,-50 50,0-75,0 0,0 0,0-24,25 24,24-25,1 1,0 49,-1 0,-49 24,25-24,-25 75,0-50,25-1,-25 51,0-50,0-1,49-24</inkml:trace>
  <inkml:trace contextRef="#ctx0" brushRef="#br0" timeOffset="33075.89">13742 1811,'0'-50,"0"25,-25 25,1 25,-51 0,50 0,25 24,-49-24,49 25,0-25,0-1,0-24,49 75,-24-75,0 0,25 0,-1 0,-49-50,0 25,0-24,0-1,-49-49,49 0,0-25,-50 0,50 74,0 0,0 1,25 49,24 0,1 0,0 49,-50-24,49 50,-49-1,0 25,0 25,0-49,0-1,0 25,0 1,0-1,0-25,0-24,25-1,-25-24,50-25,-50 50,0-100,0 25,0-24,0-1,0-24,-25 49,25 0,-75-24,51 49,-26-50,25 50,25-50,50 50,-1 0,26 0,-1-24,1 24</inkml:trace>
  <inkml:trace contextRef="#ctx0" brushRef="#br0" timeOffset="34095.95">14536 1712,'0'-50,"0"25,25 50,-25 25,74 24,-74 0,0 1,25 24,-25 0,0-24,0-1,0 0,50-24,-50 0,0-1,0-24</inkml:trace>
  <inkml:trace contextRef="#ctx0" brushRef="#br0" timeOffset="34357.96">14610 1960,'0'-25,"0"-25,0 25,0 1,50-26,0 50,-1-25,1 25,-1 0,-24 0,-25 25,0 25,0-1,-49 26,49-51,-75 1,75 25,-49-50,49 49,-25-49,25 25,-50-25</inkml:trace>
  <inkml:trace contextRef="#ctx0" brushRef="#br0" timeOffset="35026">14933 1736,'0'-24,"49"24,1 0,0 24,-50 51,49-26,-49 26,0-26,0 1,0 0,0-1,0-74,0 1,0-1,0-25,0-24,0-1,50 1,-25 49,24 25,1-49,-1 49,1 0,-25 0,0 24,-25 1,0 25,0 24,0-24,0-25,0-1,49-24,1 0,-1 0,1 0,0 0,-1-74,-49 49,0-24,0 24,0-25,-49 50,-26 0,1 0,-50 0,49 0,51 25,24 0,24-25,26 0</inkml:trace>
  <inkml:trace contextRef="#ctx0" brushRef="#br0" timeOffset="36226.07">15875 1389,'0'-25,"0"-24,0 98,25-24,-25 25,0-1,50 1,-50-1,0 1,25 25,-25-26,49-24,-49 0,25-25,-25 49,0-73,0 24,0-25,-25 25,-49 0,49 0,0 0,25 0,-25 0,25 49,0-24,25-25,25 50,-1-50,1 0,0 0,-26 0,-24-25,25 25,-25-25,0 0,0-24,0 24,0 0,0-24,0 98,0-24,50 0,-25-25,24 49,26-49,-51 0,-24-24,25-51,-25 50,0 1,0-1,0-25,0 75,0 49,50-24,-25-25,49-25,-49 0,0-25,-25-49,0 49,0-25,49 75,-49 25,25-26,25 51,-25-75,-1 0</inkml:trace>
  <inkml:trace contextRef="#ctx0" brushRef="#br0" timeOffset="36637.09">16967 1612,'0'0,"-25"0,-25 0,1 0,24 50,25 0,0-26,0 26,25-50,24 0,1 0,0 0,-1 0,-24 0,-25-50,50 26,-50-26,0 0,24 1,-24 24,0-25,0 50,0 25,0 25,0-26,50 1,-50 25,25-25,-25 0,0 24,49-24</inkml:trace>
  <inkml:trace contextRef="#ctx0" brushRef="#br0" timeOffset="36780.1">17091 1687,'49'-50,"26"50,24-25,0 25</inkml:trace>
  <inkml:trace contextRef="#ctx0" brushRef="#br0" timeOffset="37335.13">18058 1364,'0'0,"-25"0,-24 0,-1-49,50-1,0 0,0 1,0-1,0 1,25-26,25 26,-26-26,26 75,-50-25,25 25,0 0,-25 50,49 24,-49 50,0-24,0 24,0 49,0-24,0-25,0 25,-25 0,25-50,0-25,0-24,0 0,0-26</inkml:trace>
  <inkml:trace contextRef="#ctx0" brushRef="#br0" timeOffset="37822.16">18207 2282,'0'-74,"0"-1,0-24,-25 0,25 49,-25 25,-24-24,-1 49,75 0,74 25,-24-25,-1 0,-24 0,-1 0,-24 0,-25 0,50 0,-50-50,0 0,-25 50,0 0,-25 0,1 0,-26 0,51 0,24 25,0 0,49 0,75-25,-25 0,1 0,-26 0,-24 0,24 0,-74-50,25 50,-25-74,-25-1,0 75,-24-25,-1 25,-24 0,-1 0,50 0,25 0,0 0,100 75,-26-75,-24 0</inkml:trace>
  <inkml:trace contextRef="#ctx0" brushRef="#br0" timeOffset="38121.18">18877 1563,'25'0,"24"49,-24 1,-25-25,74 24,-74-24,0 25,0-75,0 0,0-24,0-1,25-49,25 49,-25 0,24 1,1 49</inkml:trace>
  <inkml:trace contextRef="#ctx0" brushRef="#br0" timeOffset="38820.22">19348 1538,'0'49,"0"26,0-50,50 0,-50 24,0-24,0-25,0-50,0 26,0-1,0-25,0 0,0 26,24 24,1 0,50 24,-51 26,26-25,-50 0,25-25,-25 74,0-123,0-1,0 0,0 25,25-24,24 24,-24 25,25 0,-50 50,74-26,-74 26,50 0,-50-25,25 24,-25-24,0 25</inkml:trace>
  <inkml:trace contextRef="#ctx0" brushRef="#br0" timeOffset="66425.79">2977 3994,'-25'0,"0"0,25 0,50-25,0 25,-1 0,26-25,-1 25,25-50,-24 50,-26 0,-24 0,-25 25,-50-25</inkml:trace>
  <inkml:trace contextRef="#ctx0" brushRef="#br0" timeOffset="66694.81">2902 4366,'0'0,"25"0,50 0,-1-25,1 25,24-25,0 25,0-74,-49 74,-1 0,-49-25</inkml:trace>
  <inkml:trace contextRef="#ctx0" brushRef="#br0" timeOffset="154949.86">4589 3001,'0'25,"0"25,0-1,0 26,50-1,-50 1,0-26,25 1,-25-1,0 1,49 0,-49-26,25 51,-25-50,50-25</inkml:trace>
  <inkml:trace contextRef="#ctx0" brushRef="#br0" timeOffset="155254.87">4515 3497,'0'25,"0"25,0-25,0-1,25-24,-1 75,26-75,-25 25,0-25,49 0,-49 0,0 0,24 0</inkml:trace>
  <inkml:trace contextRef="#ctx0" brushRef="#br0" timeOffset="155443.89">4936 3373,'0'0,"0"25,0 0,0 25,-49 24,49 0,-50 26,50 24,-74-50</inkml:trace>
  <inkml:trace contextRef="#ctx0" brushRef="#br0" timeOffset="159028.09">4688 4242,'-24'24,"24"26,-25 24,25 26,-50 24,50-25,0 0,-49-24,49-26,0-24,0 25,0-75,24 0,-24-25,0-24,0-25,0-25,0 24,0 26,25 24,-25 1,50 49,-1 0,-49 49,50-24,0 25,-26-25,26 24,-50 1,50 24,-50-24,49-1,-49-24,50 0,-50 25</inkml:trace>
  <inkml:trace contextRef="#ctx0" brushRef="#br0" timeOffset="159201.1">4589 4738,'0'-25,"99"-50,1 51,48-26,1 0,-49 50,-1-49</inkml:trace>
  <inkml:trace contextRef="#ctx0" brushRef="#br0" timeOffset="159553.12">5408 4093,'0'-25,"-25"25,-25 99,-24 0,0 25,24-49,50 24,-25-49,25 24,25-24,25 24,98-74,26 50,24-50,26-25</inkml:trace>
  <inkml:trace contextRef="#ctx0" brushRef="#br0" timeOffset="160025.15">6251 4167,'-25'0,"25"-25,0 50,0 25,0 24,0 1,0-1,0-24,0 24,0-24,0-1,50 1,-50-1,25-49,-25 25,49-25</inkml:trace>
  <inkml:trace contextRef="#ctx0" brushRef="#br0" timeOffset="160497.17">6177 4266,'0'-74,"0"24,49 26,1 24,0-50,-1 50,-24 0,25 0,-50 50,0 24,0 0,-50 1,25-1,25 1,-74-51,49 26,25-50,25 0,49 0,-24 0,-25 0,-1 0,-24 50,75-50,-75 49,0-24,0 25,-50-26,25-24,-24 50,24-50,0 0,-24 50,24-50,0 0,-25-25,50 0,0-25,75-74</inkml:trace>
  <inkml:trace contextRef="#ctx0" brushRef="#br0" timeOffset="160843.19">7045 4415,'25'0,"49"0,25 0,1 0,24-74,-25 74,-25 0,-74-50</inkml:trace>
  <inkml:trace contextRef="#ctx0" brushRef="#br0" timeOffset="161090.21">7318 4118,'0'24,"0"26,49 49,-49-24,50-1,-50 0,50 26,-50-26,49 0</inkml:trace>
  <inkml:trace contextRef="#ctx0" brushRef="#br0" timeOffset="161555.24">8161 4043,'25'0,"-25"25,50 49,-50-24,24 24,-24 1,0-1,50 1,-50-26,0 1,0-25,25-25,-25 49</inkml:trace>
  <inkml:trace contextRef="#ctx0" brushRef="#br0" timeOffset="162051.26">8161 4068,'0'-50,"75"26,-51 24,1 0,25-50,-25 50,-1 0,51 0,-75 25,0 0,0 24,-50 26,25-26,-24-24,49 25,-25-50,25 24,0-24,50 0,24 0,-24 0,-1 0,-24 0,25 0,-26 25,-24 25,0-1,0 1,-49 0,24-26,-25-24,26 50,-1-50,-25 0,25 0,25-74,0 49,25-25</inkml:trace>
  <inkml:trace contextRef="#ctx0" brushRef="#br0" timeOffset="162326.28">8756 3646,'0'25,"0"0,0 0,0 0,0 49,25-24,-25-1,50 1</inkml:trace>
  <inkml:trace contextRef="#ctx0" brushRef="#br0" timeOffset="162733.3">9377 3671,'24'0,"-24"25,50 0,-50 49,50 1,-50 24,49 25,-49-50,0 25,-25 50,-74-25,-50 0,-49 0,24-24</inkml:trace>
  <inkml:trace contextRef="#ctx0" brushRef="#br0" timeOffset="164156.38">3275 6350,'0'0,"49"0,1 0,24 0,1 0,73-74,-24 74,-24-50,-51 50,-24 0,-25 0</inkml:trace>
  <inkml:trace contextRef="#ctx0" brushRef="#br0" timeOffset="164404.4">3498 6623,'-25'0,"25"25,0-25,50 0,24 0,0-50,26 50,24-50,-25 50,25-74,-50 74,-49 0</inkml:trace>
  <inkml:trace contextRef="#ctx0" brushRef="#br0" timeOffset="167044.55">5507 5854,'0'50,"-25"24,25 0,0 26,-25-1,25-25,0-24,0-1,0-24,0-74,0-1,0 0,0-24,0 0,0-26,0 1,0 50,50-1,0 75,-50 49,49-49,-49 25,50 24,-50-49,25 0,-25 24,49-24,-49 0,0 24,0 1</inkml:trace>
  <inkml:trace contextRef="#ctx0" brushRef="#br0" timeOffset="167216.56">5482 6276,'0'-50,"25"25,49 25,1-49,24 49,-25-25,-24 25</inkml:trace>
  <inkml:trace contextRef="#ctx0" brushRef="#br0" timeOffset="167554.58">6127 5829,'0'-50,"0"75,25 0,-25 25,50 24,-50-24,0-1,24 1,-24 0,0-1,50-24,-50 0,25-25</inkml:trace>
  <inkml:trace contextRef="#ctx0" brushRef="#br0" timeOffset="168086.61">6152 5904,'0'-50,"0"25,0 25,50-25,-26 25,26 0,-25 0,-25 0,0 25,0 25,0 24,-25-49,25 0,-25-25,25 49,25-98,25 24,-26 25,26 0,-25 0,-25 25,0 0,0 24,0-24,0 0,-25-25,25 74,-74-74,-1 50,26-50,24 25,-25-25,0 0,50 0,0-25,50-50</inkml:trace>
  <inkml:trace contextRef="#ctx0" brushRef="#br0" timeOffset="168433.63">6797 5978,'25'0,"49"0,0 0,26 0,-1-25,-25 25,1 0,-26-25,1 25</inkml:trace>
  <inkml:trace contextRef="#ctx0" brushRef="#br0" timeOffset="168680.64">7094 5755,'-24'0,"24"49,0 26,49-1,-49 1,0-1,50 0,-50 1,0-1,50 1</inkml:trace>
  <inkml:trace contextRef="#ctx0" brushRef="#br0" timeOffset="170060.72">8136 5606,'0'-50,"0"100,0-1,-49 26,49-26,-25 51,25-26,0-24,-50-25,50 24,25-49,-25-49,0 24,25-25,-25 1,0-26,0-24,0 24,0 51,49 24,1 24,-25 1,25 0,-26 25,26-26,-25 26,-25-25,49 25,-49-26,0 1,0 25</inkml:trace>
  <inkml:trace contextRef="#ctx0" brushRef="#br0" timeOffset="170224.73">8111 5829,'0'-25,"25"25,25-49,24 49,50-25,-24 25,-51 0</inkml:trace>
  <inkml:trace contextRef="#ctx0" brushRef="#br0" timeOffset="170493.75">8608 5581,'0'-25,"24"50,-24 25,0-1,50 1,-50-1,0 1,0 25,25-51,-25 1,49 25</inkml:trace>
  <inkml:trace contextRef="#ctx0" brushRef="#br0" timeOffset="170961.77">8682 5581,'0'-50,"0"26,0 24,25-50,24 50,-24 0,0 0,-25 0,0 74,0-24,0 0,-74 24,74-49,-50 0,50 24,0-49,50-25,-26 25,1 0,50 0,-51 0,-24 25,0 25,0-25,-24 0,-26 49,0-74,26 0,24-50</inkml:trace>
  <inkml:trace contextRef="#ctx0" brushRef="#br0" timeOffset="171244.79">9004 5110,'-24'0,"24"25,0 49,0-24,24-1,-24 26,25-26,-25 26,0-26,0 1,50-1</inkml:trace>
  <inkml:trace contextRef="#ctx0" brushRef="#br0" timeOffset="175262.02">3771 7590,'0'0,"74"0,-24-25,24 25,1 0,-1-49,-24 49,-1 0,1 0,-25-25,-1 25,-24 0,0 0</inkml:trace>
  <inkml:trace contextRef="#ctx0" brushRef="#br0" timeOffset="175637.04">3895 7863,'0'0,"49"0,-24 0,25-25,-1 25,26-49,-1 49,1-50,-26 50,1-25,-1 25,-49 0</inkml:trace>
  <inkml:trace contextRef="#ctx0" brushRef="#br0" timeOffset="178765.22">5358 7342,'0'50,"0"24,-25 1,25-1,-49 25,49-49,0-25,-25 24,25-74,0 1,0-1,0-50,0 26,25-26,-25 26,25-1,-1 50,-24 25,75 0,-50 24,-25-24,49 25,-49-25,75-1,-51 51,-24-50,50-25,-50 24</inkml:trace>
  <inkml:trace contextRef="#ctx0" brushRef="#br0" timeOffset="178961.23">5333 7764,'0'-25,"25"0,0 25,49-49,-24 49,0-25,24 25,0-50</inkml:trace>
  <inkml:trace contextRef="#ctx0" brushRef="#br0" timeOffset="179282.25">5829 7367,'50'0,"-25"99,-25-74,49 25,-49-26,25 26,-25-25,0 24,50-24,-50 25</inkml:trace>
  <inkml:trace contextRef="#ctx0" brushRef="#br0" timeOffset="179853.28">5953 7466,'0'-25,"0"-24,0 24,0 25,25-50,25 50,-25-24,-1 24,26 0,-25 0,-25 0,0 49,0 1,-25-1,0 1,25 0,-49-50,49 49,0-74,49 25,-49-24,50 24,-25 0,0 0,-25 0,0 49,0-24,0 0,0 24,0 1,-50-25,-25-25,51 49,-1-49,25-24,0-26</inkml:trace>
  <inkml:trace contextRef="#ctx0" brushRef="#br0" timeOffset="180294.31">6871 7119,'-25'0,"-24"0,-1 0,25 0,-24 25,24 49,-25-24,26 24,24 1,-50-26,50 50,0-49,0-25,0 0,50-25,-1 49,1-49,24 0,50-25,-25-24</inkml:trace>
  <inkml:trace contextRef="#ctx0" brushRef="#br0" timeOffset="180731.33">7516 7119,'0'-50,"0"50,-25 0,-24 25,-1 0,1 49,-1-24,25 0,25 24,-49-49,49 0,0 24,0-49,49 50,1-50,-1 0,26 25,-26-25,1 0,0 0,-26 0,-24 0,50 0</inkml:trace>
  <inkml:trace contextRef="#ctx0" brushRef="#br0" timeOffset="181031.35">7987 7342,'-24'0,"24"0,24 0,26 0,24 0,1-49,-1 49,1 0,-26-50,1 50</inkml:trace>
  <inkml:trace contextRef="#ctx0" brushRef="#br0" timeOffset="181292.36">8161 7045,'0'49,"0"-24,0 25,25-1,-25 26,0-26,50 1,-50-1,0 1,49-25</inkml:trace>
  <inkml:trace contextRef="#ctx0" brushRef="#br0" timeOffset="181764.39">9079 6970,'-25'0,"0"0,-24 25,24-25,-25 74,50-24,-25-25,25 24,0-24,0 0,0 25,50-1,24-49,-24 0,-25 0,0 0,24 0,-24 0,0 0,-25-49</inkml:trace>
  <inkml:trace contextRef="#ctx0" brushRef="#br0" timeOffset="182072.41">9277 6548,'-25'0,"25"25,0 25,0-1,0 26,25-26,-25 1,0 0,0-1,0-24</inkml:trace>
  <inkml:trace contextRef="#ctx0" brushRef="#br0" timeOffset="182560.44">9550 6623,'25'0,"0"0,24 0,-24 0,25 74,-50-24,74-1,-24 51,-50-51,49 1,-49 0,0 24,0-24,0-1,-49 26,-26-1,1-24,-25-26,24 26,26-50</inkml:trace>
  <inkml:trace contextRef="#ctx0" brushRef="#br0" timeOffset="183671.5">10468 7193,'0'0,"25"0,24 0,1 0,24 0,1 0,-1-24,-24 24,24 0,1 0,-26-50,-24 50,-50 0</inkml:trace>
  <inkml:trace contextRef="#ctx0" brushRef="#br0" timeOffset="183984.52">10642 6871,'0'0,"0"50,0 24,24 25,-24 25,50-25,-50 25,50-49,-50-1,49-24,-49-1,25-49,-25 50</inkml:trace>
  <inkml:trace contextRef="#ctx0" brushRef="#br0" timeOffset="188758.79">11807 6796,'0'0,"0"50,-49 49,-1-24,25 24,-24-25,49 1,-75-1,75 1,0-26,0-98,0-26,25 26,-25-26,0 1,50-1,-50 1,49 0,-49 49,25 0,50 25,-75 25,24 24,-24 1,0 0,50 24,-50-24,0-1,0 1,0-25,50 24,-50-24</inkml:trace>
  <inkml:trace contextRef="#ctx0" brushRef="#br0" timeOffset="188939.8">11683 7119,'0'-25,"50"25,49-49,-24 49,24 0,-25-25,-24 25</inkml:trace>
  <inkml:trace contextRef="#ctx0" brushRef="#br0" timeOffset="189238.82">12279 6846,'0'-25,"0"25,0 25,0 0,0 49,0-24,0 0,0-1,0 1,0-1,0-24,0 25,0-50</inkml:trace>
  <inkml:trace contextRef="#ctx0" brushRef="#br0" timeOffset="189763.85">12279 6846,'-25'-50,"25"26,25-1,-1 25,51-50,-26 50,1 0,-25 0,25 0,-50 50,0-1,-50 26,25-25,-25-26,26 51,24-75,24 0,26 0,-25-25,0 25,24-25,-24 25,0 0,-25 25,0 49,0-49,0 25,0-50,0 49,-25-49,-49 25,24-25,25 0,-24 0,49-74,24 24</inkml:trace>
  <inkml:trace contextRef="#ctx0" brushRef="#br0" timeOffset="190010.86">12775 6375,'-25'0,"25"25,0 24,0 1,0-1,25 26,-25-26,0 1,0 0,0-1,0 26,0-26</inkml:trace>
  <inkml:trace contextRef="#ctx0" brushRef="#br0" timeOffset="190430.89">13246 6598,'0'-50,"-25"50,-49 50,-1 0,-24 24,0 25,49-24,50-1,0 1,0-26,50 1,49-1,25 1,25-50,25 0,-50 0</inkml:trace>
  <inkml:trace contextRef="#ctx0" brushRef="#br0" timeOffset="191187.93">13891 6747,'-25'0,"0"0,-24 0,24 0,-49 49,24 26,-24-1,49 1,25-26,0-24,0 25,0-50,74 49,-24-49,-1 0,26 0,-26 0,1 0,0-24,-1-1</inkml:trace>
  <inkml:trace contextRef="#ctx0" brushRef="#br0" timeOffset="191465.95">14288 6970,'-25'0,"25"0,25 0,49 0,1 0,24 0,25-49,-25 49,-24 0,-26-50</inkml:trace>
  <inkml:trace contextRef="#ctx0" brushRef="#br0" timeOffset="191698.96">14660 6697,'-25'0,"25"50,0-1,0 26,0-25,25-1,-25 1,0-1,50-24,-50 0,24-25</inkml:trace>
  <inkml:trace contextRef="#ctx0" brushRef="#br0" timeOffset="192216.99">15404 6722,'0'-25,"-25"25,-49 50,24-25,1 24,-1-24,50 0,-25 25,25-26,0 1,50 25,-1-50,26 49,-26-49,1 0,0 0,-1 0,1-24,-25-1,-25-25,0 25</inkml:trace>
  <inkml:trace contextRef="#ctx0" brushRef="#br0" timeOffset="192643.01">15727 6226,'-50'0,"25"0,0 25,25 24,0 1,0-25,0 24,0-24,0 0,0 25,0-26,0 1,25-25</inkml:trace>
  <inkml:trace contextRef="#ctx0" brushRef="#br0" timeOffset="193066.04">16198 6300,'25'0,"-25"0,74 50,-74-25,50 24,-50 26,0-1,0 1,0-1,0 0,-75-24,-49 25,-25-1,1 0,-1 1</inkml:trace>
  <inkml:trace contextRef="#ctx0" brushRef="#br0" timeOffset="195051.15">3671 9079,'25'0,"0"0,74 0,-24 0,24 0,0-50,0 50,-24-25,-1 25,-24 0,-25 0,-25 0,-50 0</inkml:trace>
  <inkml:trace contextRef="#ctx0" brushRef="#br0" timeOffset="195320.17">3820 9376,'50'0,"-1"0,1-49,25 49,-26 0,1-25,-1 25,1 0,0-50,-26 50,-48 25</inkml:trace>
  <inkml:trace contextRef="#ctx0" brushRef="#br0" timeOffset="196213.22">5532 8682,'0'-50,"0"50,0 50,-50-1,50 26,-49 24,49 0,-100 0,100-24,0-26,-24 1,24-25,0-25,0-50,0 25,0-24,0-1,0-24,49-26,-49 26,0 49,0 0,25 25,0 0,-25 0,74 0,-74 75,50-50,-50 24,49-24,-49 25,75-25,-75-1,25-24,-25 50,0-25,-25-25</inkml:trace>
  <inkml:trace contextRef="#ctx0" brushRef="#br0" timeOffset="196379.23">5408 9054,'25'-50,"24"50,26 0,49-25,0 25,-25 0,-25-49</inkml:trace>
  <inkml:trace contextRef="#ctx0" brushRef="#br0" timeOffset="196662.24">6028 8731,'-25'0,"25"25,0 0,0 0,0 24,50 26,-50-26,24 1,-24 0,0 24,0-49,0 0,0 24,50-49</inkml:trace>
  <inkml:trace contextRef="#ctx0" brushRef="#br0" timeOffset="197143.27">6003 8756,'0'-25,"0"25,25-49,24 49,1 0,-25 0,0 0,24 0,1 0,-50 24,0 51,0-26,-25 1,-24 0,24-1,-25-24,25 25,50-50,25-50,-1 50,26-50,-50 50,24-24,-24 24,-25 0,0 24,0 26,-25 0,-24-25,24 24,-25-49,25 25,-24-25,49 0,25-50,24 26</inkml:trace>
  <inkml:trace contextRef="#ctx0" brushRef="#br0" timeOffset="197466.29">6822 8682,'-25'0,"-25"24,-24 26,-1 24,26-24,24-25,25 24,0-24,0 0,50-25,-1 0,26 0,-1 0,-24 0,-1 0,1 0,-1 0,-49-25</inkml:trace>
  <inkml:trace contextRef="#ctx0" brushRef="#br0" timeOffset="197743.31">7566 8830,'49'0,"51"0,24-49,-25 49,-25 0,1 0,-51 0,-24-50</inkml:trace>
  <inkml:trace contextRef="#ctx0" brushRef="#br0" timeOffset="197982.32">7789 8533,'0'0,"0"49,0 1,50 0,-26 24,-24-24,75-1,-75 1,25 24</inkml:trace>
  <inkml:trace contextRef="#ctx0" brushRef="#br0" timeOffset="199812.42">8732 8632,'0'-50,"0"75,-25 25,25 24,-50 25,50-24,-74-26,74 1,0 0,0-1,25-98,-25 24,0-25,0 1,24-51,-24 26,0 0,0 24,0 25,50 25,-25 0,24 25,-24 0,25 24,-25-24,-25 25,49-25,-49 24,50-24,-50 0,0 49</inkml:trace>
  <inkml:trace contextRef="#ctx0" brushRef="#br0" timeOffset="199962.43">8732 8880,'0'-25,"49"25,26-49,-1 49,25 0,25-75,-49 75</inkml:trace>
  <inkml:trace contextRef="#ctx0" brushRef="#br0" timeOffset="200202.45">9302 8533,'-25'0,"25"0,50 49,-50 1,25 0,-25 24,0-24,0-26,0 1,0 25,0-25</inkml:trace>
  <inkml:trace contextRef="#ctx0" brushRef="#br0" timeOffset="200639.47">9302 8582,'0'-24,"25"-26,0 50,24-50,-24 50,0 0,25 0,-50 25,0 0,-25 25,0 24,-25-24,50-26,-24-24,24 50,0-50,49 0,1 0,-1 0,-24 0,25 0,-50 74,0-24,-25-25,-25 24,26-49,-1 25,-25-25,25 0,1 0,-26 0,50-25,50-24</inkml:trace>
  <inkml:trace contextRef="#ctx0" brushRef="#br0" timeOffset="200977.49">9897 8582,'-24'0,"-1"0,-50 75,51-26,-26 1,50 0,0-26,0 26,25-50,0 0,24 0,1 0,24 0,-24 0,-25 0,-25-50,0 1</inkml:trace>
  <inkml:trace contextRef="#ctx0" brushRef="#br0" timeOffset="201253.51">10021 8062,'-24'0,"24"-25,0 74,0 1,0 24,24 26,-24-51,0 26,0-1,0-24,25-1,-25 1</inkml:trace>
  <inkml:trace contextRef="#ctx0" brushRef="#br0" timeOffset="201733.53">10865 8682,'25'0,"24"0,26 0,24 0,0 0,-25 0,-24 0,-25 0</inkml:trace>
  <inkml:trace contextRef="#ctx0" brushRef="#br0" timeOffset="201951.55">10989 8483,'0'25,"49"0,-49 24,25 51,-25-26,0 0,50 1,-50-26,25 1</inkml:trace>
  <inkml:trace contextRef="#ctx0" brushRef="#br0" timeOffset="203450.63">12031 8409,'-50'74,"25"1,-24 49,-1-25,0 0,50-25,-24-24,24-25,0 25,0-50,24 0,-24-25,50 0,-50 0,25-49,-25 24,0-24,49-1,-49 1,0 49,25 25,-25-50,50 50,-1 50,-24-25,25 0,-25 24,24-24,-24 25,-25-26,74 26,-74-25,0 0,0 24</inkml:trace>
  <inkml:trace contextRef="#ctx0" brushRef="#br0" timeOffset="203600.64">11956 8905,'0'-50,"99"50,1-49,-1 49,50-50,0 50,-25-50</inkml:trace>
  <inkml:trace contextRef="#ctx0" brushRef="#br0" timeOffset="203839.65">12800 8508,'0'0,"0"50,49-1,-49 26,0-26,0 1,0-1,25 1,-25-25,0 0</inkml:trace>
  <inkml:trace contextRef="#ctx0" brushRef="#br0" timeOffset="204247.68">12874 8508,'0'-50,"50"50,-1-49,26 49,-26 0,1 0,-50 25,0 24,0 1,-75-1,26 26,-1-50,25 49,25-49,50-25,0 0,-1 0,1 0,-25 0,-25 25,49 49,-49-24,-49-26,24-24,-25 75,25-75,1 0,-1 0,25-25,0 0,0-24</inkml:trace>
  <inkml:trace contextRef="#ctx0" brushRef="#br0" timeOffset="204470.69">13271 8161,'0'-25,"0"75,0-26,49 26,-49 0,0 49,0 0,0-25,0 1,0-26,25-49</inkml:trace>
  <inkml:trace contextRef="#ctx0" brushRef="#br0" timeOffset="204817.71">14089 8483,'-24'0,"24"-74,-50 74,25 0,0 0,-24 74,24-24,-25-1,26 1,24-25,0 0,0 24,0-24,49-25,50 50,1-50,-1 0,-25 0,-24 0,-1 0,-49-25,50 25,-50-25,-25 0</inkml:trace>
  <inkml:trace contextRef="#ctx0" brushRef="#br0" timeOffset="205056.72">14883 8558,'-25'0,"100"-50,49 50,0 0,25 0,-25 0,0-25,-75 25</inkml:trace>
  <inkml:trace contextRef="#ctx0" brushRef="#br0" timeOffset="205296.74">15305 8260,'-50'0,"50"25,0 0,25 24,-25 26,50 24,-50-25,49-24,-49-1,25 1,-25 24,50-74</inkml:trace>
  <inkml:trace contextRef="#ctx0" brushRef="#br0" timeOffset="207431.86">16223 8235,'0'-25,"0"25,0 25,0 25,0 24,0-24,0 24,0 1,0-1,0-24,0-26,24 26,-24 0</inkml:trace>
  <inkml:trace contextRef="#ctx0" brushRef="#br0" timeOffset="207966.89">16247 8310,'0'-25,"0"0,50 25,-25 0,24 0,-49-50,50 50,-50 25,0 50,0-26,-25 1,0-1,-24 1,49-25,-25-25,25 49,25-49,49 0,-24 0,-1-24,1 24,0 0,-1 0,-24 0,-25 24,-50 51,-24-26,24 1,1-50,-1 50,25-50,-24 0,49-25,49-50</inkml:trace>
  <inkml:trace contextRef="#ctx0" brushRef="#br0" timeOffset="209051.95">15925 8409,'0'-25,"0"50,0 24,0 1,0 24,0 1,0-1,-25-24,25-1,0-24,0-25,0-49,0 24,0-25,0 1,0-51,0 26,0 24,25 1,-25 24,25 25,-25-50,49 50,1 0,-50 25,74 0,-74 25,0-1,25 26,-25-26,0 1,0-1,0 26,0-50,0 24</inkml:trace>
  <inkml:trace contextRef="#ctx0" brushRef="#br0" timeOffset="209196.96">16024 8682,'25'-50,"0"50,49-25,-24 25,24-49,-24 49</inkml:trace>
  <inkml:trace contextRef="#ctx0" brushRef="#br0" timeOffset="209893">16669 7987,'0'-25,"0"25,0 100,0-76,0 1,0 0,0 25,0-26,0 26,0 24,50-74</inkml:trace>
  <inkml:trace contextRef="#ctx0" brushRef="#br0" timeOffset="210762.05">17240 8260,'0'-25,"-25"25,0 0,-25 25,-24 25,24 24,26-24,24-1,-50 1,50-25,25-1,0-24,24 50,1-50,24 0,1 0,-1 0,-49 0,-25 0,0-50,0 50,-50 0</inkml:trace>
  <inkml:trace contextRef="#ctx0" brushRef="#br0" timeOffset="211109.07">17488 7764,'0'49,"0"1,0 24,0 26,0-26,0 1,49-1,-49 0,0-24,25-50</inkml:trace>
  <inkml:trace contextRef="#ctx0" brushRef="#br0" timeOffset="-199188.56">1117 10641,'-25'0,"25"0,0 75,0-1,0 0,0 1,49 24,-49-25,0-24,25 0,-25-1,0-24,50 25,-25-50</inkml:trace>
  <inkml:trace contextRef="#ctx0" brushRef="#br0" timeOffset="-198520.52">1042 10840,'0'-50,"25"0,25 1,-1 49,-24-50,0 50,-25-25,74 25,-49 0,-25 0,0 50,0 24,0 1,-25 24,25-49,0-26,0 26,25-75,25 0,-26 25,26 0,-50 0,0 25,0 0,0 49,0-49,0 0,0 25,-25-25,0-25,-49 49,0-49,49 0,25-25,0 1,0-1,25-50,-25 50</inkml:trace>
  <inkml:trace contextRef="#ctx0" brushRef="#br0" timeOffset="-198234.51">1340 10393,'0'25,"0"25,25 24,-25-24,49-1,-49 1,50-1,-50 51,0-51,0-24</inkml:trace>
  <inkml:trace contextRef="#ctx0" brushRef="#br0" timeOffset="-197778.48">1985 10616,'0'0,"-25"50,-25 0,26 24,-26 50,0-50,50 26,-25-51,25-24,0 0,50-25,0 50,24-50,25 0,50-50,0 0,-25 1,-74-1</inkml:trace>
  <inkml:trace contextRef="#ctx0" brushRef="#br0" timeOffset="-197088.44">3498 10864,'-25'0,"99"0,1 0,49-49,-25 49,0-50,-24 50,24 0,-49 0</inkml:trace>
  <inkml:trace contextRef="#ctx0" brushRef="#br0" timeOffset="-196892.43">3721 11038,'0'0,"74"-25,50 25,-24-74,24 74,-50-50,-24 50,24-25,-49 25</inkml:trace>
  <inkml:trace contextRef="#ctx0" brushRef="#br0" timeOffset="-196188.39">5904 10517,'0'25,"0"25,0 24,0 0,49 26,-49-26,0-24,25-1,-25 1,0-25,0-1,50-24</inkml:trace>
  <inkml:trace contextRef="#ctx0" brushRef="#br0" timeOffset="-195716.36">5854 10592,'25'-50,"25"50,-26-74,26 74,24-50,-49 50,0 0,-25-25,50 25,-50 25,0 25,-50-1,25 26,-24-51,49 26,-25-50,25 25,0 0,25-25,24 0,-24 0,0 49,25 26,-50-51,0 26,0 24,0-49,-25 0,-25-25,50 50,-25-50,0 0,-24 0,49-25,0 0,0-25,25-24</inkml:trace>
  <inkml:trace contextRef="#ctx0" brushRef="#br0" timeOffset="-195452.35">6276 10120,'0'75,"0"-50,0 24,50 1,-50 24,49-24,-49-1,50 1</inkml:trace>
  <inkml:trace contextRef="#ctx0" brushRef="#br0" timeOffset="-195138.33">6921 10393,'-25'0,"-49"0,24 75,0-26,1 50,24-24,25-26,0 26,0-50,50-1,24-24,50 0,25 0,-25 0,0-99</inkml:trace>
  <inkml:trace contextRef="#ctx0" brushRef="#br0" timeOffset="-194695.31">7987 10145,'-49'0,"24"0,-25 50,-49-1,-25 75,50 0,74 25,-50-50,50 1,50-51,24 1,50-25,0-25,50 0,24 0,-74-25</inkml:trace>
  <inkml:trace contextRef="#ctx0" brushRef="#br0" timeOffset="-194103.27">8608 10344,'0'49,"0"26,0-1,0 25,0 0,0-24,49-1,-49-49,0 0,-25-50,25-25,-49-24,49-25,0-25,0 25,0-50,0 74,0 26,0 24,25 25,24 0,1 25,-25 0,24 24,-49 1,50-1,-50 26,74 24,-74-25,0 1,0-26,0-24,25 50</inkml:trace>
  <inkml:trace contextRef="#ctx0" brushRef="#br0" timeOffset="-193915.26">8756 10641,'-49'0,"98"-49,1 49,24 0,1-25,-1 25,1-50,-1 50</inkml:trace>
  <inkml:trace contextRef="#ctx0" brushRef="#br0" timeOffset="-193647.25">9451 10492,'0'0,"0"0,50-49,24 49,25-50,0 50,25-49,-49 49,-26 0,1-50</inkml:trace>
  <inkml:trace contextRef="#ctx0" brushRef="#br0" timeOffset="-193421.23">9798 10145,'0'25,"0"0,25 49,-25-24,50-1,-50 1,49 24,-49-24,0 0,25-1</inkml:trace>
  <inkml:trace contextRef="#ctx0" brushRef="#br0" timeOffset="-192925.2">10369 10170,'25'25,"-25"24,0 26,0-1,49-24,-49-1,0 1,0 0,0-1,-25-74,25-24,0-1,-24 1,24-26,0-24,0 0,0 24,0 51,24 24,-24-25,75 25,-50 0,-1 0,-24 25,75 49,-75-24,25 24,-25-24,49 24,-24 0,-25 1,50-1,-50-24,0-1,-25-49</inkml:trace>
  <inkml:trace contextRef="#ctx0" brushRef="#br0" timeOffset="-192759.19">10443 10492,'0'-24,"25"-26,0 50,24-25,1 25,24-49,-49 49</inkml:trace>
  <inkml:trace contextRef="#ctx0" brushRef="#br0" timeOffset="-192447.18">10691 9798,'0'74,"0"1,0-1,75 1,-75-1,49-24,-49 24,0-49</inkml:trace>
  <inkml:trace contextRef="#ctx0" brushRef="#br0" timeOffset="-192048.15">11361 9748,'25'0,"24"50,1-1,-25 26,24 24,1-24,-50 24,74 25,-74-25,0 25,-74-25,-50 75,-99-25,-50 24,50-98</inkml:trace>
  <inkml:trace contextRef="#ctx0" brushRef="#br0" timeOffset="-191208.11">4242 12378,'50'0,"-1"-25,1 25,24-25,1 25,-1 0,25-50,-49 50,-25 0,-25 0,-25 0</inkml:trace>
  <inkml:trace contextRef="#ctx0" brushRef="#br0" timeOffset="-191007.09">4341 12576,'50'0,"49"0,0 0,-24-74,24 74,-25-50,1 50,-26 0,-24 0</inkml:trace>
  <inkml:trace contextRef="#ctx0" brushRef="#br0" timeOffset="-190218.05">6003 12055,'0'25,"0"49,0-24,0 0,50-1,-50 1,0-25,0-1,24-24,-24-24,-24-1,24-50,0 26,-25-26,25 1,0 24,0 1,0 49,49 0,1 0,0 0,-25 49,24-24,-24 25,-25-26,50 1,-50 25,0-25,0 0,0 24,0 1,-25-50,0 0</inkml:trace>
  <inkml:trace contextRef="#ctx0" brushRef="#br0" timeOffset="-190068.04">6102 12229,'0'-25,"25"25,25-50,24 50,1-49,-1 49,25-25</inkml:trace>
  <inkml:trace contextRef="#ctx0" brushRef="#br0" timeOffset="-189783.02">6673 11881,'0'25,"49"0,-49 49,50-24,-50 0,50-1,-50 1,0-25,49 24,-49 1</inkml:trace>
  <inkml:trace contextRef="#ctx0" brushRef="#br0" timeOffset="-189348">6747 11981,'0'-50,"25"50,0-50,24 50,1 0,0-24,-26 24,-24 0,0 49,0-24,-49 25,24 24,25-49,-50 0,50 24,25-49,25 0,-1 0,1 0,-25 0,24 0,1 0,-50 25,0 0,-25 25,0-50,1 49,-26-49,25 0,0 0,-24 0,24 0,25-25</inkml:trace>
  <inkml:trace contextRef="#ctx0" brushRef="#br0" timeOffset="-189077.98">7045 11609,'0'49,"0"-24,0 0,25 24,-25-24,74 25,-74-25,25-1</inkml:trace>
  <inkml:trace contextRef="#ctx0" brushRef="#br0" timeOffset="-188140.93">7566 11807,'0'-25,"0"25,-50 0,1 75,-1-26,25 26,25-1,-74-24,74-26,0 26,25 0,-1-50,26 0,74 0,-25 0,-24 0,-26-25,1 25,-50-25,0 0</inkml:trace>
  <inkml:trace contextRef="#ctx0" brushRef="#br0" timeOffset="-187569.9">8335 12030,'49'0,"26"0,-1-25,25 25,-24 0,-1 0,25-49,-49 49,-50-25</inkml:trace>
  <inkml:trace contextRef="#ctx0" brushRef="#br0" timeOffset="-187346.88">8608 11782,'0'0,"24"25,26 49,-25 1,-25-1,74 1,-74-1,50 25,-50-74</inkml:trace>
  <inkml:trace contextRef="#ctx0" brushRef="#br0" timeOffset="-184556.73">9699 11733,'0'24,"25"26,-25 24,0-24,0 0,0-1,25 1,-25-25,0 24,0-24,0-25,0-25,-25-24,25-1,0-24,0-1,0 1,0 24,0 1,0 24,49 25,1-50,0 50,-26 0,1 0,25 0,-25 50,-25-1,74 1,-74 0,0 24,0-24,0-1,0-24,25 25,-25-26</inkml:trace>
  <inkml:trace contextRef="#ctx0" brushRef="#br0" timeOffset="-184359.71">9798 11981,'50'-50,"-1"50,26 0,-1 0,1-50,-26 50,-24-24</inkml:trace>
  <inkml:trace contextRef="#ctx0" brushRef="#br0" timeOffset="-184051.7">10294 11410,'50'0,"-50"25,50 25,-50-1,49 26,-49-1,0 0,50 26,-50-26,49-49</inkml:trace>
  <inkml:trace contextRef="#ctx0" brushRef="#br0" timeOffset="-183490.66">10567 11857,'0'-25,"25"25,-25 0,0 49,50 1,-50 24,0-24,24 0,-24-1,0 1,0-25,50 0,0 24</inkml:trace>
  <inkml:trace contextRef="#ctx0" brushRef="#br0" timeOffset="-182455.61">10592 11832,'-25'0,"25"-50,75 50,-51 0,1-25,50 25,-26 0,-24 0,0-24,24 24,-49 49,-49 1,24 24,-25 25,1-24,49-26,-50 1,50-25,0-25,50 0,-25 0,-1 0,26-50,-25 50,24-25,-24 25,0 0,25 0,-50 0,0 75,0-50,0 24,-50 1,0 0,26-50,-26 0,25 0,-24 0,49-25,0 0,74-25</inkml:trace>
  <inkml:trace contextRef="#ctx0" brushRef="#br0" timeOffset="-182089.58">11212 11410,'-25'0,"25"50,0-1,25 1,-25 0,0-26,25 51,-25-26,49 1,-49-25</inkml:trace>
  <inkml:trace contextRef="#ctx0" brushRef="#br0" timeOffset="-181412.55">11659 11832,'49'0,"-24"0,-25-25,25 25,-25-25,0 25,-25 0,-49 0,24 50,0-1,-24 1,49 24,-24-24,49-25,0 24,0-24,0 0,49-25,50 50,1-50,-1 0,-25 0,1 0,-26 0,1-50,-25 50,-25-25,49 25,-49-25,0 25</inkml:trace>
  <inkml:trace contextRef="#ctx0" brushRef="#br0" timeOffset="-176427.26">1241 13692,'0'-49,"0"73,0 26,0 0,0 24,0 25,0 0,0 1,24 24,-24-25,0-25,0 1,0-50,0-1</inkml:trace>
  <inkml:trace contextRef="#ctx0" brushRef="#br0" timeOffset="-176074.24">1265 13891,'-49'0,"49"-25,49 25,1-50,-25 50,24-25,1 25,0-49,-1 49,1 0,-25 0,-1 0,-24 25,-24-25</inkml:trace>
  <inkml:trace contextRef="#ctx0" brushRef="#br0" timeOffset="-175864.23">1290 14213,'0'25,"50"-25,-50 0,49 0,1-50,0 50,-1 0,-49-25</inkml:trace>
  <inkml:trace contextRef="#ctx0" brushRef="#br0" timeOffset="-174190.13">2927 14213,'-49'0,"73"0,26 0,0 0,24-50,25 50,-49 0,-25 0,0 0,-25 25,-25-25</inkml:trace>
  <inkml:trace contextRef="#ctx0" brushRef="#br0" timeOffset="-173945.12">3002 14412,'-50'0,"75"0,25 0,-1-25,26 25,-1-50,25 50,-24-25,-1 25,0-49,-24 49,0 0,-50-25,24 25,-48 0</inkml:trace>
  <inkml:trace contextRef="#ctx0" brushRef="#br0" timeOffset="-169742.88">4341 13791,'0'25,"0"50,0-1,0 50,0-25,-49-24,49-1,0-24,0-1,0-24,0-50,0 1,0-51,24 1,-24-1,0-24,0 0,25 0,-25 49,0 25,50 25,-50-25,25 25,24 0,-49 25,75 25,-75-25,24 24,-24 26,50-26,-50 1,0-25,25 24,-25 1</inkml:trace>
  <inkml:trace contextRef="#ctx0" brushRef="#br0" timeOffset="-169547.87">4292 14163,'0'-24,"0"24,74-50,0 50,26-50,-1 50,0-49,-74 49</inkml:trace>
  <inkml:trace contextRef="#ctx0" brushRef="#br0" timeOffset="-169098.84">4986 13717,'0'25,"0"0,50 49,-50-24,0 24,0 0,25-24,-25 0,0-26,0 26,24-50</inkml:trace>
  <inkml:trace contextRef="#ctx0" brushRef="#br0" timeOffset="-168497.81">5011 13791,'0'-24,"0"-1,0 25,50-50,-26 50,1-25,25 25,-25 0,-25-49,24 49,-24 25,0 49,0-24,0-1,0 1,0 24,0-49,0 0,-49 24,74-98,-25 24,24 25,-24-50,50 50,-25 0,0 0,-25 50,0-25,49 24,-49 1,0 0,0-26,0 26,0-25,-25 24,-24-24,24-25,-25 0,26 0,-26 0,50 0,-50-49,50-1,0 0,50 1,-25-1</inkml:trace>
  <inkml:trace contextRef="#ctx0" brushRef="#br0" timeOffset="-167821.77">5755 13692,'0'-25,"0"25,-25 25,-24 25,24-1,-25 1,50 0,-49 24,49-24,0-1,0-24,0 49,49-74,26 0,-1 0,0 0,-24 0,-25 0,24 0,-49-24,25 24,-25-25</inkml:trace>
  <inkml:trace contextRef="#ctx0" brushRef="#br0" timeOffset="-167393.74">6722 13990,'0'0,"25"0,25 0,-1 0,1-50,0 50,-1 0,1 0,-25 0,-25-25,49 25</inkml:trace>
  <inkml:trace contextRef="#ctx0" brushRef="#br0" timeOffset="-167140.73">6921 13717,'0'0,"0"74,0 26,0-26,49 0,-49 1,0-1,0-24,25 24</inkml:trace>
  <inkml:trace contextRef="#ctx0" brushRef="#br0" timeOffset="-164530.58">7690 13494,'0'0,"0"25,0 24,25 50,-25-24,0-1,0 1,0-1,0-24,0-26,0 26,0-100,0 1,-25-26,25-73,0 48,0 26,0 0,0 24,25 0,-25 26,24 24,1 0,25 0,-50 0,74 49,-74 1,25 24,-25 1,0 49,50-25,-50 0,0-25,0 1,0-50,0 24</inkml:trace>
  <inkml:trace contextRef="#ctx0" brushRef="#br0" timeOffset="-164327.57">7690 13841,'0'-50,"49"50,1 0,0 0,-1-24,26 24,-26 0,-24-50</inkml:trace>
  <inkml:trace contextRef="#ctx0" brushRef="#br0" timeOffset="-164034.55">8111 13519,'25'49,"-25"1,50-1,-50 26,0-26,25 51,-25-26,0 0,49-24,-49-25,0 24,0-24</inkml:trace>
  <inkml:trace contextRef="#ctx0" brushRef="#br0" timeOffset="-163449.52">8186 13593,'0'-50,"50"50,-50-24,49 24,1 0,-25 0,-25 0,0 49,0 1,0-1,0 1,0 0,-50-1,50-24,-25-25,50 0,25-74,-1 74,-49-25,50 25,-25 25,-25 24,0-24,0 25,0-1,0 26,0-51,0 1,0-25,-25 50,-25-50,25 49,1-49,-51 0,75-24,0-26,0 0,50-24</inkml:trace>
  <inkml:trace contextRef="#ctx0" brushRef="#br0" timeOffset="-163043.49">9029 13568,'-25'0,"-24"25,-1 49,1-24,-1 0,0-1,50 26,0-26,0-24,0 0,50-25,0 49,24-49,0 0,1 0,-1-24,-49 24,-25-75,25 75,-25-25,0 1,-50 24</inkml:trace>
  <inkml:trace contextRef="#ctx0" brushRef="#br0" timeOffset="-162443.46">9128 13047,'0'50,"0"-1,0 1,50 25,-50-26,25 26,-25-51,0 1,25-25,-25 75,49-125</inkml:trace>
  <inkml:trace contextRef="#ctx0" brushRef="#br0" timeOffset="-161689.42">10021 13816,'0'0,"50"0,24 0,1 0,-1 0,1-74,24 74,0-50,-49 50,-25 0,24 0,-49-25</inkml:trace>
  <inkml:trace contextRef="#ctx0" brushRef="#br0" timeOffset="-161471.4">10493 13494,'-25'0,"25"0,0 49,0 1,0 49,0-49,50-1,-50 1,0 0,0 24,0 0,0-24</inkml:trace>
  <inkml:trace contextRef="#ctx0" brushRef="#br0" timeOffset="-157765.19">11286 13419,'0'50,"-24"24,24 1,-25 24,25-25,-50 1,50-26,0 1,0 0,0-26,0-24,0-49,0 24,0 0,0-49,0-1,50 1,-50 0,0 24,0 25,25 25,-25-49,49 49,-24 0,-25 24,50 1,-50 0,25 49,-25-24,0 0,49-1,-49 1,0-25,0-1,25 51</inkml:trace>
  <inkml:trace contextRef="#ctx0" brushRef="#br0" timeOffset="-157569.18">11187 13791,'25'-49,"0"49,24 0,1 0,49-25,-49 25,0 0,-26-50</inkml:trace>
  <inkml:trace contextRef="#ctx0" brushRef="#br0" timeOffset="-157271.16">11659 13395,'49'0,"-49"24,0 1,25 25,-25 24,0-24,0-1,50 1,-50 0,0-1,0-24,0 25,24-50</inkml:trace>
  <inkml:trace contextRef="#ctx0" brushRef="#br0" timeOffset="-156774.14">11733 13494,'0'-25,"0"25,0-25,50 25,-1 0,-24-49,0 49,24 0,-49 49,0-24,0 0,-24 24,24-24,-25 0,25 49,49-74,-24-24,25 24,-1-25,-24 25,25 0,-50 0,0 25,0 24,-50-24,50 25,-74-50,49 49,-49-49,49 0,25 0,0-49</inkml:trace>
  <inkml:trace contextRef="#ctx0" brushRef="#br0" timeOffset="-156513.12">12080 12948,'0'25,"0"0,50 24,-50 1,25-1,-25 26,0-25,0 24,0-24,0-26</inkml:trace>
  <inkml:trace contextRef="#ctx0" brushRef="#br0" timeOffset="-156083.1">12775 13246,'-25'0,"-25"0,26 25,-26 24,-24 1,49 24,25-49,-50 0,50 24,0-24,25-25,25 50,-1-50,26 0,-1 0,-24 0,-1 0,-24 0,-25 0,25 0,-25-25</inkml:trace>
  <inkml:trace contextRef="#ctx0" brushRef="#br0" timeOffset="-155118.04">13420 13370,'49'0,"1"0,49 0,-24 0,-1-50,25 50,-24 0,-1 0,-24 0,-26 0</inkml:trace>
  <inkml:trace contextRef="#ctx0" brushRef="#br0" timeOffset="-154871.03">13817 13097,'-50'0,"50"0,0 49,0 51,0-26,50 1,-50-1,0 0,0 1,0-1,0-24</inkml:trace>
  <inkml:trace contextRef="#ctx0" brushRef="#br0" timeOffset="-151802.85">14511 13122,'25'-50,"-25"0,0 26,50 24,-50 49,-25 75,25 25,-50 0,50-50,0 0,-50 1,50-51,0-24,0 25,0-50,0-50,50 25,-50 0,0-49,0 0,0-1,0-24,50 25,-50 24,0 0,0 75,25 0,-25 0,49 24,-49 1,50 0,-50-26,49 1,1 50,-50-51</inkml:trace>
  <inkml:trace contextRef="#ctx0" brushRef="#br0" timeOffset="-151644.84">14511 13568,'75'-49,"-1"49,25 0,-24 0,24-50</inkml:trace>
  <inkml:trace contextRef="#ctx0" brushRef="#br0" timeOffset="-151232.82">15181 13122,'49'24,"-49"26,0 25,0-1,25-24,-25-1,0 26,0-51,0 1,50 25</inkml:trace>
  <inkml:trace contextRef="#ctx0" brushRef="#br0" timeOffset="-150683.79">15230 13196,'0'-25,"25"25,-25-25,50 25,-25 0,24-49,-24 49,0 0,24 0,-24 0,-25 25,0-1,-25 26,25 0,-49 24,49-49,-50 25,50-26,50-24,-25-24,24 24,-24-25,25 25,-50 49,0-24,0 25,0-25,0-1,-25-24,25 75,-75-75,26 0,24 0,0 0,25-25,0 0</inkml:trace>
  <inkml:trace contextRef="#ctx0" brushRef="#br0" timeOffset="-150415.77">15602 12774,'0'0,"50"50,-50-25,25 24,-25 1,50 0,-50-1,0 1,0 24,-25-24</inkml:trace>
  <inkml:trace contextRef="#ctx0" brushRef="#br0" timeOffset="-149996.75">16322 12998,'-50'0,"25"24,1-24,-26 75,0-26,50 1,-49 0,49-1,0 1,-25 0,25-26,0 26,74-50,-24 0,24 0,-24 0,-25 0,24-25,-24 0,-25-24</inkml:trace>
  <inkml:trace contextRef="#ctx0" brushRef="#br0" timeOffset="-149665.73">16471 12576,'0'25,"0"0,0 24,0 26,0-26,0 1,0-1,0 26,0-26,0 26</inkml:trace>
  <inkml:trace contextRef="#ctx0" brushRef="#br0" timeOffset="-149157.7">17116 13345,'0'0,"49"0,-24 0,0 0,49 0,-24 0,24 0,-24 0,-1-25,-24 25</inkml:trace>
  <inkml:trace contextRef="#ctx0" brushRef="#br0" timeOffset="-148878.68">17240 13097,'0'49,"0"1,24 25,-24 24,25 0,-25-25,0 1,0-1,0 1,0-1</inkml:trace>
  <inkml:trace contextRef="#ctx0" brushRef="#br0" timeOffset="-142857.34">18058 12898,'0'-49,"0"98,0 1,0 24,0 1,0 24,0-24,0-26,0 26,0-51,0 1,0-25,-74-49,74 24,-50-25,50-24,-49-50,49 49,0 1,24 24,-24 1,50 24,0 25,-26-50,1 50,25 0,-25-49,-1 49,51 24,-75 1,25 50,-25-1,0 0,0 26,0-26,0 1,0-51,0 1,0 25,0-1</inkml:trace>
  <inkml:trace contextRef="#ctx0" brushRef="#br0" timeOffset="-142647.33">17959 13122,'0'-25,"50"25,-26 0,26 0,0-50,24 50,-24 0,-1 0,1-25</inkml:trace>
  <inkml:trace contextRef="#ctx0" brushRef="#br0" timeOffset="-142309.31">18604 12824,'25'0,"-25"25,0 49,0-49,49 25,-49-1,0 26,0-51,0 26,0-25,0 49</inkml:trace>
  <inkml:trace contextRef="#ctx0" brushRef="#br0" timeOffset="-141790.28">18629 12824,'0'-25,"0"-24,0 49,49 0,-24-25,0 25,24 0,1 0,-50 0,0 49,0-24,0 25,-25-1,25-24,-49-25,49 50,24-50,26 0,-25 0,0 0,-25 49,0 1,0-25,0 0,0 24,-50 1,25-50,-24 0,24 0,-25 0</inkml:trace>
  <inkml:trace contextRef="#ctx0" brushRef="#br0" timeOffset="-141483.26">19050 12353,'0'-50,"0"75,0 25,0-1,0 1,0-25,0 49,0-24,0-1,0 1,0-1</inkml:trace>
  <inkml:trace contextRef="#ctx0" brushRef="#br0" timeOffset="-141048.24">19422 12650,'0'-24,"-24"24,-26 49,0-24,-24 25,49-26,25 1,-25 25,25-25,0 24,100 1,-26-50,-24 0,-1 0,-24 0,25 0,-26 0,-24 0</inkml:trace>
  <inkml:trace contextRef="#ctx0" brushRef="#br0" timeOffset="-140679.22">20241 12898,'74'0,"1"0,24 0,-25 0,1 0,-26-24,-24 24,25-50</inkml:trace>
  <inkml:trace contextRef="#ctx0" brushRef="#br0" timeOffset="-140441.2">20539 12650,'0'-24,"0"48,0 26,0 0,0 24,0-24,0-1,0 1,0-1,0 26</inkml:trace>
  <inkml:trace contextRef="#ctx0" brushRef="#br0" timeOffset="-138543.09">21506 12526,'0'75,"0"-26,0 1,0 24,25-24,-25 0,0-1,49 1,-49-25,0-1,-24-24,-26-49,50-1,-50-49,50 25,0-1,0 1,0 24,0 25,0-24,75 49,-50-25,-1 25,26 0,-25 0,24 25,-49 24,25 26,-25-26,0 1,0 0,0-1,0 1,0-25,0-1,0 51</inkml:trace>
  <inkml:trace contextRef="#ctx0" brushRef="#br0" timeOffset="-138371.08">21506 12774,'25'-24,"0"24,-1 0,51-50,-26 50,1 0,0-25</inkml:trace>
  <inkml:trace contextRef="#ctx0" brushRef="#br0" timeOffset="-138054.07">21928 12030,'-25'0,"25"25,0 25,0-1,0 1,49 0,-49-1,0 26,0-1,25 0,-25-49</inkml:trace>
  <inkml:trace contextRef="#ctx0" brushRef="#br0" timeOffset="-137673.04">22399 12378,'0'24,"0"1,0 25,25 24,-25-49,0 25,0-26,0 26,0-25,0 0,0 24</inkml:trace>
  <inkml:trace contextRef="#ctx0" brushRef="#br0" timeOffset="-137171.01">22399 12452,'0'-50,"25"-24,0 74,49-25,-24 25,-26 0,1 0,25 0,-75 50,0-1,-24 51,-1-51,25 1,25-25,-25-25,25 49,50-49,-25 0,0 0,24-25,-24 25,0 0,-25 25,0 0,0 0,0 24,0-24,-50 25,-24-25,49-25,0 0,25 0,0-50</inkml:trace>
  <inkml:trace contextRef="#ctx0" brushRef="#br0" timeOffset="-136914">22796 11857,'25'24,"-25"1,49 25,-49 24,0-24,25-1,-25 1,0 25,0 24,0-25</inkml:trace>
  <inkml:trace contextRef="#ctx0" brushRef="#br0" timeOffset="-136352.97">23267 12179,'-74'50,"24"24,25 1,-24 24,49-25,-50 1,50-26,0 1,0-1,75-24,-51-25,26 0,24 0,-24 0,24 0,-49 0,0 0,49-49</inkml:trace>
  <inkml:trace contextRef="#ctx0" brushRef="#br0" timeOffset="-122983.2">3423 15553,'-24'-25,"-1"25,-25-50,25 50,50 0,25-25,-1 25,1 0,24-49,1 49,-1 0,1 0,-26-50,-24 50,0 0,-25 25,0-25</inkml:trace>
  <inkml:trace contextRef="#ctx0" brushRef="#br0" timeOffset="-122743.19">3423 15726,'25'0,"50"-49,-1 49,25-50,0 50,1-74,-51 74,1 0,-50-25</inkml:trace>
  <inkml:trace contextRef="#ctx0" brushRef="#br0" timeOffset="-107288.31">11286 14263,'-49'0,"49"-25,-25 25,0 0,25 0,75 0,-26 0,26 0,24-50,0 50,50 0,25-74,-1 74,-24-50,25 50,-50-49,25 49,-50 0,-25 0,1 0,-51-50,-48 50</inkml:trace>
  <inkml:trace contextRef="#ctx0" brushRef="#br0" timeOffset="-106651.27">11361 14312,'50'0,"-26"0,26 0,24 0,26 0,24-25,0 25,24 0,1-49,-25 49,0 0,-49 0,-26 0,-24 0,-25-25,50 25</inkml:trace>
  <inkml:trace contextRef="#ctx0" brushRef="#br0" timeOffset="-105578.21">17959 13667,'25'0,"49"0,-24 0,24 0,25 0,1 0,-1 0,50 0,-50-49,25 49,-25 0,0-50,-24 50,24 0,-49-25,-1 25,1 0,-25 0,24-49,-24 49,-50 0,-24 0</inkml:trace>
  <inkml:trace contextRef="#ctx0" brushRef="#br0" timeOffset="-105030.18">17984 13940,'74'0,"-49"0,25 0,24 0,0 0,50 0,-24 0,48-49,-48 49,-26 0,1-50,49 50,-25-50,-25 50,-24 0,24-24,-24 24,-1 0,1-50,-25 50,0 0,24 0,1 0,-75 0,0 0,-24 0,24 0</inkml:trace>
  <inkml:trace contextRef="#ctx0" brushRef="#br0" timeOffset="-100485.92">4738 15180,'0'-24,"0"48,0 26,0 24,0 26,-25-1,25-25,0 1,-25-1,25-24,0-25,0 24,0-98,0-26,0 26,0-1,0-24,0-26,0 1,0 25,0-1,0 50,50 50,-50 25,50-1,-50 1,24 0,-24 24,75-49,-75 0,25 24,-25-24,0 0,49-25,-49 74,-25-74</inkml:trace>
  <inkml:trace contextRef="#ctx0" brushRef="#br0" timeOffset="-100292.91">4639 15627,'0'-25,"25"-24,24 49,26-75,24 75,-25-49,-24 49,-25-25</inkml:trace>
  <inkml:trace contextRef="#ctx0" brushRef="#br0" timeOffset="-99938.89">5209 15131,'0'25,"25"-25,-25 74,25-24,-25 24,50-24,-50 24,24 1,-24-26,0-24,0 25,50-50,-50 24</inkml:trace>
  <inkml:trace contextRef="#ctx0" brushRef="#br0" timeOffset="-99362.85">5259 15354,'0'-25,"-25"25,25-25,0-24,0 49,0-25,50 25,-50-25,49 25,-24 0,25-49,-1 49,1 24,-50 1,0 25,0 24,0 1,-25-26,25-24,-49 25,49-75,74 0,-49 25,0-74,49 74,-49 0,-25 49,0-24,25 0,-25 25,0-26,0 1,0-25,0 50,-50-50,0 74,1-74,-1 0,25 25,-24-25,49-50,25 1,24-26</inkml:trace>
  <inkml:trace contextRef="#ctx0" brushRef="#br0" timeOffset="-98993.83">6102 15106,'0'0,"-74"50,49 24,25-24,-74-1,74 1,0 0,0-26,24 26,1-50,25 0,-1 0,1 0,0 0,-25 0,49 0,-74-25</inkml:trace>
  <inkml:trace contextRef="#ctx0" brushRef="#br0" timeOffset="-98642.81">7020 15329,'25'0,"24"0,1 0,0 0,24 0,-24 0,-1-49,1 49,24-25,-49 25,-25-50</inkml:trace>
  <inkml:trace contextRef="#ctx0" brushRef="#br0" timeOffset="-98403.8">7219 15106,'24'50,"1"-26,25 26,-25 24,-25-24,74 0,-74-1,50 1,-50-25,0 0,0 24</inkml:trace>
  <inkml:trace contextRef="#ctx0" brushRef="#br0" timeOffset="-97315.74">8310 14932,'0'0,"0"50,0 0,0 49,50 25,-50-50,49-24,-49 0,25-1,-25-24,0 0,-25-50,25 0,-74-49,74-26,0 1,0 0,0 25,0-1,0 50,25 25,-25-24,74 24,-49 0,0 0,49 24,-49 26,-25 0,49-1,-49 26,50-26,-50 26,0-51,25 1,-25 25,0-25,0-25</inkml:trace>
  <inkml:trace contextRef="#ctx0" brushRef="#br0" timeOffset="-97142.73">8360 15180,'0'-49,"24"49,51-25,-1 25,25-50,1 50,-1-49,-50 49</inkml:trace>
  <inkml:trace contextRef="#ctx0" brushRef="#br0" timeOffset="-96849.71">9004 14883,'0'49,"0"1,0 24,25 26,-25-51,50 1,-50-1,25 1,-25-25,0 25</inkml:trace>
  <inkml:trace contextRef="#ctx0" brushRef="#br0" timeOffset="-96362.68">9004 14982,'0'-50,"0"1,50 49,-25 0,0 0,24 0,1 0,-50 25,0 24,0 1,0-1,-25 1,25 0,-25-26,25 1,0-25,0 0,50 0,-1 0,-49-25,25 25,-25 25,0 0,0 0,0 49,0-49,-25 25,25-25,-74-25,74 49,-74-49,49 0,25-49,25-1</inkml:trace>
  <inkml:trace contextRef="#ctx0" brushRef="#br0" timeOffset="-96016.66">9749 14982,'0'0,"-75"0,50 0,-24 50,24-1,25 1,-50 24,50-49,0 0,0 0,25 24,25-49,-25 0,24 0,-24 0,25 0,-26 0,26-49,-50 24,0-25,-25 25</inkml:trace>
  <inkml:trace contextRef="#ctx0" brushRef="#br0" timeOffset="-95687.64">9873 14511,'24'25,"-24"-1,0 26,0 24,25-24,-25 0,0-1,0 1,0-25,0-1</inkml:trace>
  <inkml:trace contextRef="#ctx0" brushRef="#br0" timeOffset="-95312.62">10567 15156,'25'0,"0"0,24-25,1 25,24 0,1 0,-1-50,-24 50,-25 0,-25-25</inkml:trace>
  <inkml:trace contextRef="#ctx0" brushRef="#br0" timeOffset="-95093.61">10716 14908,'0'49,"25"1,-25 24,74 1,-74-1,50 0,-50-24,49-25,-49 25,50-50</inkml:trace>
  <inkml:trace contextRef="#ctx0" brushRef="#br0" timeOffset="-93639.53">11733 14932,'50'25,"-50"25,0 24,0-24,0 24,0 1,0-26,0-24,0 0,0-25,-50-50,50 1,-50-1,50-49,0-25,0 25,0 24,0 26,25 49,-25-50,50 50,-25 0,-1 0,26 0,0 50,-1-26,-24 26,-25-25,74 24,-74 1,0 24,0-24,0-25,0 24,-24 1</inkml:trace>
  <inkml:trace contextRef="#ctx0" brushRef="#br0" timeOffset="-93458.51">11807 15081,'-24'0,"24"-25,0 25,24 0,51-74,-26 74,1-25,0 25,24 0,-49-74</inkml:trace>
  <inkml:trace contextRef="#ctx0" brushRef="#br0" timeOffset="-93115.5">12452 14784,'0'-25,"0"25,0 25,0 49,50 0,-50 1,0 24,25-49,-25-1,0 26,0-51,0 1</inkml:trace>
  <inkml:trace contextRef="#ctx0" brushRef="#br0" timeOffset="-92678.47">12477 14883,'0'-25,"50"-25,-1 50,1-49,0 49,24 0,-24 0,-50 25,0-1,-50 1,0 25,26-25,24 24,-75-49,75 50,25-25,0-25,24 0,26 0,-26 0,-24 49,25 1,-50-25,0 24,0-24,-50 25,25-50,1 24,-26-24,-24 0,49 0,25-24,0-1,25-50</inkml:trace>
  <inkml:trace contextRef="#ctx0" brushRef="#br0" timeOffset="-92469.46">12924 14461,'24'0,"-24"50,50 24,-50-24,0-1,0 1,25 0,-25 24,0-49,49-25</inkml:trace>
  <inkml:trace contextRef="#ctx0" brushRef="#br0" timeOffset="-92108.44">13618 14684,'0'-24,"-25"24,25 0,-74 49,74-24,-50 49,25-24,25 0,-49-1,49 1,0-1,0-24,0-25,49 50,1-50,25 0,-26 0,1 0,-1 0,-24 0,-25 0,50 0,-50-25,0-25,0 50</inkml:trace>
  <inkml:trace contextRef="#ctx0" brushRef="#br0" timeOffset="-91554.41">14784 14982,'-50'0,"75"0,25 0,-1 0,26 0,24 0,-25 0,1-50,-1 50,1 0,-51-24</inkml:trace>
  <inkml:trace contextRef="#ctx0" brushRef="#br0" timeOffset="-91322.39">15057 14709,'0'25,"0"25,0-1,49 26,-49 24,75-25,-75 1,25-26,-25 1,0-1</inkml:trace>
  <inkml:trace contextRef="#ctx0" brushRef="#br0" timeOffset="-89973.32">15851 14536,'0'0,"0"49,0 26,0-1,0-24,0 24,0-24,0-26,49-24,-49 50,0-75,-25-24,25-26,0 1,0-25,0-25,0 49,0 26,0 24,25 25,25 0,-25 0,-1 0,26 0,-25 74,24-24,-49 24,25-24,-25-1,0 26,0-50,0-1,0 51,-49-75</inkml:trace>
  <inkml:trace contextRef="#ctx0" brushRef="#br0" timeOffset="-89823.31">15925 14709,'0'-25,"50"25,-1-49,50 49,-24 0,-26 0</inkml:trace>
  <inkml:trace contextRef="#ctx0" brushRef="#br0" timeOffset="-89493.29">16545 14511,'0'25,"0"24,50 26,-50-1,0 0,49-24,-49-25,0 0,0 49</inkml:trace>
  <inkml:trace contextRef="#ctx0" brushRef="#br0" timeOffset="-89086.26">16619 14585,'0'-49,"50"-26,-25 75,25 0,-26 0,26 0,-50 50,-25-25,0-1,-24 51,24-50,25 24,-25-49,25 25,0-25,50 0,-1 0,1 0,24 0,-49 0,0 0,-25 50,0-26,0 26,-25-25,0-25,-24 49,24-49,-25 0,1 0,49-24</inkml:trace>
  <inkml:trace contextRef="#ctx0" brushRef="#br0" timeOffset="-88871.25">17066 14163,'0'25,"0"25,25-1,-25 26,0-25,0-1,0 1,0-1,49 1</inkml:trace>
  <inkml:trace contextRef="#ctx0" brushRef="#br0" timeOffset="-88481.23">17636 14536,'-24'0,"-1"0,-25 49,25-24,-24 25,49-26,-25 26,25-25,0 24,25 1,24-50,1 0,24 0,1 0,-50 0,0 0,-25-50,0 26</inkml:trace>
  <inkml:trace contextRef="#ctx0" brushRef="#br0" timeOffset="-88210.21">17810 14287,'0'25,"25"0,-25 0,0 25,0-1,0 1,50-1,-50 1</inkml:trace>
  <inkml:trace contextRef="#ctx0" brushRef="#br0" timeOffset="-87865.19">18381 14759,'0'-25,"24"25,26-50,24 50,26 0,-1 0,-25 0,-24 0,0-24</inkml:trace>
  <inkml:trace contextRef="#ctx0" brushRef="#br0" timeOffset="-87641.18">18653 14511,'0'-25,"0"25,0 50,0-1,25 1,-25-1,50 26,-50-26,49 1,-49-25</inkml:trace>
  <inkml:trace contextRef="#ctx0" brushRef="#br0" timeOffset="-86424.11">19596 14387,'0'0,"0"49,0 1,0 49,0-24,0-26,0 1,0-25,0 24,0-24,0-75,0 26,0-51,0 1,0-25,0-1,0-24,0 75,0 24,50 25,-1 0,-24 0,25 0,-1 49,-24 1,-25 25,50-26,-50-24,0 0,0 24,0 1,-25-25,-25-25</inkml:trace>
  <inkml:trace contextRef="#ctx0" brushRef="#br0" timeOffset="-86291.1">19621 14536,'0'-25,"0"25,49 0,1-50,24 50,1-25</inkml:trace>
  <inkml:trace contextRef="#ctx0" brushRef="#br0" timeOffset="-85984.09">20067 13915,'0'-49,"0"98,0 1,0 0,0 24,50-24,-50-1,0 26,25-26,-25 1</inkml:trace>
  <inkml:trace contextRef="#ctx0" brushRef="#br0" timeOffset="-85436.06">20638 14387,'0'49,"0"-24,0 25,0 24,0-24,0-1,0 1,0-25,0 24,0-24,0 0</inkml:trace>
  <inkml:trace contextRef="#ctx0" brushRef="#br0" timeOffset="-84998.03">20588 14362,'50'-50,"-1"50,26 0,-1 0,-24 0,-25 0,-25 25,-25 25,-25-1,-24 1,24-25,1 24,24-24,50 25,24-50,1 0,-1 0,-24 25,25-1,-50 51,0-50,-25-25,-49 0,24 24,25-24,-24 0,49-49,0-1</inkml:trace>
  <inkml:trace contextRef="#ctx0" brushRef="#br0" timeOffset="-84754.02">21060 13841,'0'50,"0"-1,49 26,-49-1,25 0,-25 1,50-1,-50 1,0-26,0-24</inkml:trace>
  <inkml:trace contextRef="#ctx0" brushRef="#br0" timeOffset="-84247.99">21903 14263,'0'-25,"25"25,-75 0,0 49,-49 26,25-25,-1 24,51-24,24-26,0 26,0-25,49 0,1-25,24 49,1-49,-1 0,-24 0,-1 0,-24 0,25 0,-50-49,-50 49,0 0</inkml:trace>
  <inkml:trace contextRef="#ctx0" brushRef="#br0" timeOffset="-82300.88">3498 16892,'-75'0,"51"0,-1 0,25 0,49-50,51 50,-1-49,0 49,50 0,-50-50,0 50,1 0,-76 0,-48 25,-26-25</inkml:trace>
  <inkml:trace contextRef="#ctx0" brushRef="#br0" timeOffset="-82031.86">3423 17338,'75'-24,"-1"24,50-50,25 50,0-50,-25 50,0-24,-50 24,-49 0,-25 0</inkml:trace>
  <inkml:trace contextRef="#ctx0" brushRef="#br0" timeOffset="-76091.52">5482 16718,'0'-24,"0"24,0 24,0 1,0 50,0-26,0 1,0-1,0 1,0 0,25-26,-25 1,0-50,0 1,0-1,0-50,0 1,0 24,0 26,0-1,0-25,50 50,-1 0,1 0,-25 0,-25 25,49 25,-49-1,0 1,0-1,0 1,25-25,-25 24,0-98,0 24,0-25,0 1,0-1,0-24,0 24,50 25,-50-24,24 49,-24-25,25 25,25 0,-25 25,-25 0,0-1,0 26,49 0,-49-1,0-24,0 25,0-1,25-49,-25 25</inkml:trace>
  <inkml:trace contextRef="#ctx0" brushRef="#br0" timeOffset="-75587.49">6226 16917,'0'0,"25"0,25 0,-25 0,-1-50,26 50,-50-25,0 1,0 48,0 1,0 0,0 25,0-1,0 1,0-1,0 1,0 24,0-49,0 0,0 25</inkml:trace>
  <inkml:trace contextRef="#ctx0" brushRef="#br0" timeOffset="-74852.45">7070 16818,'49'0,"26"0,-1 0,1 0,24-50,-25 50,-24 0,-25-50,24 50,-74-24</inkml:trace>
  <inkml:trace contextRef="#ctx0" brushRef="#br0" timeOffset="-74621.44">7367 16594,'0'-49,"0"98,0-24,75 25,-75 24,25-24,-25-1,0 1,0 0,0-1,0 1,0-25</inkml:trace>
  <inkml:trace contextRef="#ctx0" brushRef="#br0" timeOffset="-70052.18">8508 16520,'0'0,"0"50,0-1,0 26,0-26,0 1,0-25,0 24,50-24,-50-25,0-50,0 26,0-26,0 0,0 1,0-26,0 51,25-26,0 50,24 0,1 0,-50 0,25 50,-25-26,49 26,-49-25,0 24,0-24,0 25,25-50,-25 49,0-73,0-1,0 0,0-49,0 24,0 25,0 0,50-24,-50 24,24 25,-24-50,50 50,-25 0,24 0,1 50,-50-25,0 49,50-49,-50 0,0 24,0 1,24-50,-24 25,0 0,25-25</inkml:trace>
  <inkml:trace contextRef="#ctx0" brushRef="#br0" timeOffset="-69581.15">9550 16371,'0'-50,"-25"100,25-25,-24 25,24-1,-75 26,75-26,0-24,-25 25,25-26,25 26,25-50,-1 0,1 0,0 0,-26 0,26 0,-50-25,0-49,0 74,-50 0,1 0,-26 0,1 0,24 0,50 25,0-1</inkml:trace>
  <inkml:trace contextRef="#ctx0" brushRef="#br0" timeOffset="-68786.1">10567 16570,'25'-25,"25"25,-1 0,26-25,-26 25,26 0,-26 0,-24-50,25 50</inkml:trace>
  <inkml:trace contextRef="#ctx0" brushRef="#br0" timeOffset="-68552.09">10865 16272,'0'0,"0"74,0-24,0 0,0-1,0 26,0-26,0 1,0-25,0 24,49-49</inkml:trace>
  <inkml:trace contextRef="#ctx0" brushRef="#br0" timeOffset="-65320.91">11535 16272,'0'0,"0"49,0 1,0 25,0-26,0-24,24 25,-24-26,50 1,-50-50,-25 1,25-26,0 0,0 1,0-1,0 25,0-24,50 49,24 0,-49 0,25 49,-26-24,-24 0,25 25,-25-1,0-24,0-50,0 0,0-24,0-1,0 0,50 26,-25-51,49 50,-24 25,-1 0,1 50,-50 0,0-1,0 26,0-50,0-1,0 26,0-25,0 0,49-25</inkml:trace>
  <inkml:trace contextRef="#ctx0" brushRef="#br0" timeOffset="-64817.88">12353 16446,'0'0,"0"49,0 26,0-51,25-24,-25 25,74-25,-49 0,0 0,25 0,-26 0,-24 50,0-25,0-1,0 1,-24-25,24 50,-50-50,25 0</inkml:trace>
  <inkml:trace contextRef="#ctx0" brushRef="#br0" timeOffset="-64525.86">12477 16520,'-25'0,"25"-25,25 25,50 0,-51 0,26 0,-25 0,0 0,24 0,-24-49,0 49</inkml:trace>
  <inkml:trace contextRef="#ctx0" brushRef="#br0" timeOffset="-60915.65">13420 16545,'24'0,"26"0,0-25,-1 25,26 0,-1 0,-24-25,24 25,-24 0,-25 0</inkml:trace>
  <inkml:trace contextRef="#ctx0" brushRef="#br0" timeOffset="-60680.64">13668 16297,'-25'0,"25"24,0 26,0 0,50 24,-50-24,0-1,24 1,-24 0,75 24,-50-74</inkml:trace>
  <inkml:trace contextRef="#ctx0" brushRef="#br0" timeOffset="-59873.59">14362 16222,'0'25,"0"25,0-1,0 26,0-26,0-24,50 25,-50-25,25-1,-25-48,0-1,0-25,0-49,0 49,0 1,0 24,0-25,0 50,24 50,26-25,-25 24,25-24,-26 25,-24-25,75-1,-75 51,25-75,-50-50,25 1,0-26,0 1,0 24,0 0,25-24,-1 74,26 0,-25 0,0 0,-1 0,26 50,-50-26,50 1,-50 25,0-25,0-1,0 26,0 0,0-1</inkml:trace>
  <inkml:trace contextRef="#ctx0" brushRef="#br0" timeOffset="-59444.57">15404 16222,'0'0,"0"50,0-1,0 1,-74 0,49 24,25-49,-75-25,75 50,-49-50,74 0,-1 0,26-50,0 50,-1-25,1 25,-1 0,26-49,-50 49,-1 0,-24-25</inkml:trace>
  <inkml:trace contextRef="#ctx0" brushRef="#br0" timeOffset="-59197.56">15404 16321,'0'0,"0"50,0-25,50 25,-50-26,49 1,-49 25,0-25,25 24,-25-24</inkml:trace>
  <inkml:trace contextRef="#ctx0" brushRef="#br0" timeOffset="-56266.39">16099 16421,'24'0,"51"0,-1 0,50-25,-25 25,1 0,-1-50,-49 50,-26 0</inkml:trace>
  <inkml:trace contextRef="#ctx0" brushRef="#br0" timeOffset="-56032.37">16396 16173,'-49'0,"73"49,-24 1,50-1,-50 26,74-1,-74-24,25 0,-25-1,50-49</inkml:trace>
  <inkml:trace contextRef="#ctx0" brushRef="#br0" timeOffset="-55162.32">17289 16024,'-25'0,"25"74,0-24,0-1,0 1,0 0,50 24,-50-49,0 0,25-25,-25 49,0-73,0-1,0 0,0-50,0 1,0 0,0 24,0 25,0-24,0 49,49 24,-49 1,75 25,-75-25,49 24,-49-24,25 0,-25 24,0-24,0-25,0-49,0-1,0 0,0 1,0-1,0 25,50 25,-50-24,49 24,-24 0,25 0,-25 49,-25-24,49 0,-49 24,0-24,0 0,50 25,-50-26,0 26</inkml:trace>
  <inkml:trace contextRef="#ctx0" brushRef="#br0" timeOffset="-54885.31">18033 16148,'25'0,"-25"49,25-24,-25 25,0-25,0-1,0 26,0-25,0 0,50-25,-50 49</inkml:trace>
  <inkml:trace contextRef="#ctx0" brushRef="#br0" timeOffset="-34849.16">4341 17835,'0'-50,"0"25,25 25,-25 0,0 50,50 24,-50 1,0-1,0 0,24-24,-24 0,50-26,-50 1,25-25,-25 50,25-75,-25 0</inkml:trace>
  <inkml:trace contextRef="#ctx0" brushRef="#br0" timeOffset="-34601.15">4440 17785,'50'0,"0"-50,24 50,-24-24,-1 24,-24 0,-50 24</inkml:trace>
  <inkml:trace contextRef="#ctx0" brushRef="#br0" timeOffset="-34422.14">4416 18033,'49'0,"26"0,-1-25,25 25,25-25,-49 25,-26 0,-24 0</inkml:trace>
  <inkml:trace contextRef="#ctx0" brushRef="#br0" timeOffset="-33491.08">5606 17859,'0'-24,"0"24,-99 24,49 51,-24-1,0 25,24-24,0 24,50-49,0-1,0 1,50 24,49-24,25-50,25 50,0-50,-25-50</inkml:trace>
  <inkml:trace contextRef="#ctx0" brushRef="#br0" timeOffset="-32862.05">6077 18083,'0'24,"0"26,0 0,0-1,25 1,-25-1,0-24,25 0,-25 25,0-100,0 0,0 1,0-1,0-24,0-1,0 1,0 74,0-25,25 25,25 0,-26 0,26 50,-25-1,-25 1,49 0,-49 24,0-24,0-26,0 1,0 25,0-25,0-1</inkml:trace>
  <inkml:trace contextRef="#ctx0" brushRef="#br0" timeOffset="-32681.04">6102 18281,'50'0,"0"-25,49 25,-25 0,1-49,-26 49</inkml:trace>
  <inkml:trace contextRef="#ctx0" brushRef="#br0" timeOffset="-32014">6772 18008,'25'50,"-25"-25,0-1,49 51,-49-26,0-24,25 0,-25 25,0-26,0 26,25-50</inkml:trace>
  <inkml:trace contextRef="#ctx0" brushRef="#br0" timeOffset="-31494.97">6772 18107,'0'-24,"0"24,74-50,-24 50,0 0,-26-25,1 25,25 0,-50 0,0 50,-50-25,25 24,-24-24,49 0,-50-25,50 49,25-49,0 0,24 0,1 0,0 0,-50 0,0 50,0-25,-25 0,0 24,-25-24,26-25,-1 50,-25-50,25 0,1 0,24-25,0 25,49-75</inkml:trace>
  <inkml:trace contextRef="#ctx0" brushRef="#br0" timeOffset="-31181.95">7442 18107,'0'-24,"0"24,-75 0,51 24,-1-24,25 50,-50-50,50 50,0-26,25-24,0 0,24 50,1-50,24 0,-49 0,0-25,-25 0</inkml:trace>
  <inkml:trace contextRef="#ctx0" brushRef="#br0" timeOffset="-30747.93">7739 17686,'50'25,"-25"49,-25-49,74 49,-74-24,50-1,-50 26,49-26,-49 1,0 24,0-24,-49 24,24-49,-49 25,24-50,0 25,26-25</inkml:trace>
  <inkml:trace contextRef="#ctx0" brushRef="#br0" timeOffset="-30221.9">8831 17884,'49'0,"26"-49,-26 49,1 0,0 0,24 0,-24 0,-26 0,1 0,-25 0</inkml:trace>
  <inkml:trace contextRef="#ctx0" brushRef="#br0" timeOffset="-30011.89">8930 18107,'0'0,"74"0,-24 0,24 0,1 0,-1 0,-24 0,24 0,-24 0</inkml:trace>
  <inkml:trace contextRef="#ctx0" brushRef="#br0" timeOffset="-28675.81">10840 17413,'0'-25,"0"25,-74 25,24 24,-24 1,-1 25,-24 24,0 0,24-49,1-1,49-24,25 25,25-50,74 0,0 0,25 0,-24-25,-1 25,25-75,-50 75,1-49,-125 74,-24-1,-75 51,25-1,0 1,25-26,-26 1,51-1,24-49,50 25,50 0,49-25,25 0,25 0,0 0,0 0,0-25,-25 25,-50 0,-24 0,-75 0,0 0</inkml:trace>
  <inkml:trace contextRef="#ctx0" brushRef="#br0" timeOffset="-27837.76">12279 17314,'0'0,"-75"49,-49 1,-25 49,-24 50,49-50,49 25,75-49,0-1,25-24,124 24,49-24,50-50,25 49,-74-49,-100 0</inkml:trace>
  <inkml:trace contextRef="#ctx0" brushRef="#br0" timeOffset="-26411.68">12924 17413,'0'-25,"0"50,0 24,0 26,0-1,0-24,0 0,0 24,0-24,0-1,24 50,-24-49,75-50</inkml:trace>
  <inkml:trace contextRef="#ctx0" brushRef="#br0" timeOffset="-26155.67">13618 17884,'0'-25,"25"25,-25 50,0 0,0-1,0 1,0 24,0-24,0-25</inkml:trace>
  <inkml:trace contextRef="#ctx0" brushRef="#br0" timeOffset="-25383.62">14610 17537,'-49'50,"-1"24,-24-24,-26 24,51-24,-26-1,51-49,24 25,0-25,74 0,-24 0,-1 0,1-50,-1 50,26 0,-25 0,-26 0,1 0,25 0,-25 0,-25-24</inkml:trace>
  <inkml:trace contextRef="#ctx0" brushRef="#br0" timeOffset="-25143.61">14511 17611,'0'-24,"0"24,0 49,0 1,0 24,25 1,-25-1,0-24,0 24,25-24,-25-26,49 26,1-50</inkml:trace>
  <inkml:trace contextRef="#ctx0" brushRef="#br0" timeOffset="-24911.59">15057 17884,'0'0,"49"50,-49-25,0-1,0 1,0 25,0-25</inkml:trace>
  <inkml:trace contextRef="#ctx0" brushRef="#br0" timeOffset="-23824.53">15478 17462,'0'-24,"0"48,0 26,0-25,0 0,0 24,0-24,50-25,0 25,-1-25,1 0,0 0,24 0,-24 0,-26 0,26 0,-25 0,-25 50,0-26,-25 26,-25-50,26 50,-26-50,50 24,-50-24,26 50</inkml:trace>
  <inkml:trace contextRef="#ctx0" brushRef="#br0" timeOffset="-23665.52">15553 17487,'25'-49,"49"49,25 0,50-50,0 50,-25 0,-74 0</inkml:trace>
  <inkml:trace contextRef="#ctx0" brushRef="#br0" timeOffset="-23373.51">16421 17636,'0'25,"0"0,-25 24,25 1,0 0,0 24,0-49,0 0,0-25</inkml:trace>
  <inkml:trace contextRef="#ctx0" brushRef="#br0" timeOffset="-22872.48">17016 17289,'-24'25,"-26"-1,0 51,1-26,24 1,25 25,0-26,0-24,74 49,1-74,49 0,-25 0,-25 0,1 0,-50-49,-25 24,0 0,0-24,-25 24,-50 25,1 0,-25 49,-25-24,74-25,50 99,0-74</inkml:trace>
  <inkml:trace contextRef="#ctx0" brushRef="#br0" timeOffset="-22571.46">17711 17636,'0'25,"0"0,0 0,0 49,0-49,-50 0,50 24,0-24</inkml:trace>
  <inkml:trace contextRef="#ctx0" brushRef="#br0" timeOffset="-21748.41">17959 17264,'-25'0,"50"0,25 0,-1 0,26 0,-26 0,-24 0,25-50,-50 26,-50 48,50 1,0 25,0-1,0 26,0-26,0-24,0 25,0 0,0-1,0-24</inkml:trace>
  <inkml:trace contextRef="#ctx0" brushRef="#br0" timeOffset="-21251.38">18356 16793,'74'25,"-24"-1,24 51,25-26,25 51,-49-1,-1-25,-24 25,-50-24,0-1,0 1,-50-1,-49 50,25-49,-26-26,26-49,24 25,26-25,24 0</inkml:trace>
  <inkml:trace contextRef="#ctx0" brushRef="#br0" timeOffset="-16391.11">3597 17711,'0'0,"25"0,49 0,-49 0,0 0,-25-25,25 25,24 0,1 0,-25 0,24 0,26 0,-26 0,1-50,-25 50,24 0,-24 0,0 0,49-25,-24 25,-25 0,24 0,-24 0,0 0,25 0,-1 0,-24 0,25-49,-1 49,1 0,-25 0,-1 0,26 0,-25 0,0 0,24 0,1 0,0-25,-1 25,1 0,-25 0,-1 0,26 0,-25 0,0 0,-1 0,26-50,-25 50,24 0,26 0,-26-25,1 25,24 0,1-49,-1 49,25 0,-24-25,-26 25,1 0,0 0,24 0,-24 0,-1-50,1 50,24 0,1 0,24-49,0 49,-49 0,-1 0,1 0,24-25,-49 25,25 0,-1 0,26 0,-25 0,-1-50,1 50,-1 0,1 0,-25 0,0 0,24 0,-24 0,25 0,-26 0,26 0,-25 0,24 0,1 0,-25 0,49-24,1 24,-1 0,0 0,1 0,-25 0,-1 0,1 0,-1 0,1 0,-25 0,24 0,1 0,0 0,24 0,-24 0,-1 0,-24 0,25 0,-26 0,1 0,25 0,-25 0,-1 0,26 0,-25 0,0 0,-1 0,26 0,-25-50,24 50,-24 0,0 0,0 0,25 0,-26 0,1 0,50 0,-26 0,1 0,-1-25,1 25,-25 0,0 0,-1 0,26 0,-25 0,0 0,24 0,-24 0,0 0,24 0,-24 0,0 0,25 0,-26 0,51-49,-50 49,49 0,-49 0,0 0,24 0,-24 0,25 0,-25 0,24 0,-24 0,0 0,24 0,1 0,0 0,-26 0,26 0,-25 0,0 0,24 0,-24 0,0 0,24 0,26 0,-26 0,1 0,-25 0,24 0,-24 0,0 0,0 0,49 0,-49 0,0 0,25 0,-26 0,1 0,25 0,-1 0,1 0,0 0,-26 0,26 0,0 0,-1 0,1 0,-1 0,26 0,-26 0,-24 0,0 0,25 0,-26 0,1 0,25 0,-25 0,-1 0,51 0,-25 0,-26 0,26 0,24 0,-24 0,-25 0,24 0,-24 0,25 0,-1 0,-24 0,25 0,24-25,-24 25,-1 0,1 0,0 0,24 0,-24 0,-26 0,1 0,50 0,-26 0,-24 0,0 0,49 0,-24 0,0 0,-26 0,26 0,-25 0,0 0,49 0,-24 0,-1 0,-49-50,50 50,-1 0,-24 0,50 0,-51 0</inkml:trace>
  <inkml:trace contextRef="#ctx0" brushRef="#br0" timeOffset="-14103.98">14387 17066,'25'0,"24"0,1 0,-25 0,0 0,24 0,-24 0,0 0,25 0,-26 0,1 0,0 0,49 0,-24-50,0 50,-1 0,26 0,-26 0,1-25,-1 25,1 0,24 0,-24 0,0 0,-1 0,1 0,24 0,-24 0,0 0,24 0,0 0,1-49,-26 49,51 0,-51 0,26 0,-1 0,0-25,1 25,-1 0,1 0,-1 0,1 0,-1 0,0 0,-24 0,0 0,-1 0,1 0,24 0,-24-50,-1 50,1 0,0 0,24 0,-49-25,0 25,49 0,-24 0,-1 0,1-49,0 49,24 0,-24 0,-1-50,1 50,24 0,-24-25,-1 25,1 0,-25 0,49-49,-24 49,-1 0,1 0,24-25,1 25,-26 0,1 0,0-50,24 50,-24 0,-1-24,1 24,0 0,-1 0,-24 0,25-50,-1 50,-24 0,-25 25,0 0,0 24,0-24,0 25,0-1,0 1,0-1,0 1,0 24,0-49,0 0,0 25,0-26,0 1,0 0,0-25,0 74,0-24,0-25,-50-25,50 49,0 1,0-25,0 0,0 24,0 26,0-26,-24 26,24-1,0 25,0-49,0 24,0-49,0 0,0 25,0-1,0-24</inkml:trace>
  <inkml:trace contextRef="#ctx0" brushRef="#br0" timeOffset="-8375.65">3721 17636,'0'-25,"0"1,0 24,0 0,0 49,25-49,-25 50,74-1,-74-24,25 25,-25-1,50 1,-50 0,0-1,0 26,24-1,-24-24,0-1,0 1,0-1,50-24,-50 25,0-25,0 49,0-24,0 49,0 50,50-50,-50-25,25-49,-25-50,0 1,24 24,-24-50,50 50,-25 0,0 0,-25-25,49 25,50 0,-49 0,0 0,-26 0,26 0,-25 0,0 0,-1 0,26 0,-25-49,24 49,-24 0,0 0,0 0,24 0,-24 0,0 0,25 0,-1 0,1 0,-25 0,49 0,-24 0,-1 0,-24 0,25 0,-25 0,-1 0,26 0,-25 0,0 0,-1 0,26 0,-25 0,0 0,24 0,-24 0,0 0,24 0,26-25,-50 25,24 0,1 0,-25-50,24 50,1 0,24 0,-24 0,0 0,-1 0,1 0,24 0,-49 0,0 0,0 0,24 0,1 0,-1 0,1 0,24 0,-24 0,0 0,-26 0,26 0,0 0,-1 0,-24 0,49-25,-24 25,0 0,24 0,1-49,-1 49,0 0,1 0,-26 0,-24 0,0 0,25 0,-26 0,1 0,25 0,24 0,-24 0,-1 0,1 0,0 0,24 0,-24 0,-25 0,-1 0,26 0,-25 0,49 0,-49 0,25 0,-26 0,1 0,25 0,-25 0,-1 0,26 0,-25 0,0 0,-1 0,26 0,-25 0,24 0,1 0,24 0,1 0,-26 0,1 25,0-25,-26 0,1 0,0 0,25 24,-25-24,24 0,26 0,-26 0,-24 0,0 0,24 0,1 0,-25 0,24 0,1 0,-25 0,0 0,49 0,-24 0,-1 0,1 0,24 50,1-50,-1 0,-24 0,-25 25,24-25,-24 0,0 0,0 0,49 0,-49 0,0 0,24 0,-24 0,0 0,24 0,-24 0,25 0,-50-25,49 25,1 0,-25-50,24 50,26 0,-26-24,1 24,0 0,-1 0,26 0,-50 0,-1 0,1 0,50 0,-51 0,1 0,25 0</inkml:trace>
  <inkml:trace contextRef="#ctx0" brushRef="#br0" timeOffset="-5307.47">11559 18802,'0'25,"25"-25,25 0,-25 0,-1 0,51 0,-50 0,-1 0,1 0,25 0,-25 0,-1 0,51 0,-1 0,1 0,-1 0,0 0,1 0,-26 0,-24 0,50 0,-26 0,1 0,24 0,1 0,-1 0,1 0,-1 0,0 0,1 0,-1 0,-24 0,24 0,-24 0,24 0,1-25,49 25,-25 0,0 0,0 0,1 0,24 0,-25 0,-25 0,1 0,-1 0,1 0,24 0,0 0,25 0,-25 0,0 0,-24 0,-1 0,-24 0,24 0,-24 0,-25 0,24-50,26 50,-26 0,1-24,0 24,24 0,-24-50,-26 50,1 0,25 0,-50-25,49 25,-24 0,25 0,-25-25,-1 25,26 0,0 0,-1-49,1 49,-1 0,1 0,0 0,-26 0,26 0,0 0,-26 0,1 0,25 0,-25 0,0-25,24 25,-24 0,0 0,24-50,1 50,-50-25,50 25,-1 0,-24 0,0 0,24-49,-24 49,0 0,25 0,-26 0,1 0,25 0,-25 0,-1-25,26 25,-25 0,0 0,24 0,26 0,-51 0,26-50,0 50,-1 0,1 0,0 0,-1 0,1 0,24 0,-49-24,25 24,-1 0,50-50,-74 50,0 0,25 0,-26 0,26 0,0 0,-1 0,-24 0,0 0,-25-25,49 25,26 0,-50 0,-1 0,26 0,-25 0,-25-25,25 25,24 0,-24 0,0 0,0 0,24 0,-24 0,-25-49,25 49,25 0,-26 0,-48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36:37.1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17885 695,'0'0,"0"-50,0 75,0 0,0-1,0 1,0 50,0-26,24 26,-24-1,25-24,-25-1,50-24,-50 25,25-50,-25-50,0 0,0 1,0-26,-25 1,25 0,0-1,0 26,0-1,0 0,0 26,25-26,-25 25,24 75,-24-1,50 26,-50-26,50 1,-50 0,74 24,-74-49,50 0,-1 49,-24-74,-25 25,0-50,0 0,0-49,0 24,50 1,-50-1,0 0,49-24,-49 49,0 0,0-24,25 49,-25-25,0 50,0 24,25-24,-25 25,49-1,-49 51,25-26,-25 0,50-24,-50-25,25 24,-25-24,49-25,-49 0,25-49,25 49,-1-25</inkml:trace>
  <inkml:trace contextRef="#ctx0" brushRef="#br0" timeOffset="652.03">19001 1017,'0'-50,"0"26,0-1,0 74,0-24,25 25,-25-1,0-24,0 0,49-25,-49 74,0-49,25 0,-25 25</inkml:trace>
  <inkml:trace contextRef="#ctx0" brushRef="#br0" timeOffset="1230.07">19546 843,'50'-24,"24"24,1 0,-1-50,26 50,-51 0,-24 0</inkml:trace>
  <inkml:trace contextRef="#ctx0" brushRef="#br0" timeOffset="1424.08">19422 1116,'50'0,"-25"0,49-25,-24 25,-25-24,-1 24,26 0,-25-50,24 50</inkml:trace>
  <inkml:trace contextRef="#ctx0" brushRef="#br0" timeOffset="4740.27">20415 719,'-25'0,"25"-24,0-1,0 25,49 0,1 0,-50-25,25 25,0 0,24 0,-49 0,25 0,-25 25,25-25,-25 74,0-49,0 0,0 24,-25-24,25 0,-50 25,-24-1,49-49,25 50,-25-50,1 0,-26 0,75 0,24-50</inkml:trace>
  <inkml:trace contextRef="#ctx0" brushRef="#br0" timeOffset="5159.29">20886 496,'0'-50,"0"50,-25 25,-25 0,26 50,-51-26,50 1,-24 24,49-49,-50 0,50 24,0 1,0-25,50-25,-1 0,26 0,-1 0,-24 0,24 0,-49 0,0 0,-25-50,-25 50</inkml:trace>
  <inkml:trace contextRef="#ctx0" brushRef="#br0" timeOffset="8863.5">21432 744,'0'-25,"0"1,0 24,74 0,-24-25,24 25,-24 0,-1-50,26 50,-26 0</inkml:trace>
  <inkml:trace contextRef="#ctx0" brushRef="#br0" timeOffset="9128.52">21605 422,'0'-25,"0"74,0 26,50-1,-50-49,25 25,-25-1,49 1,-49 0,25-1,-25 1,50-50</inkml:trace>
  <inkml:trace contextRef="#ctx0" brushRef="#br0" timeOffset="10499.6">22126 347,'0'-25,"0"25,-25 0,25 50,-74 0,74-26,0 1,0 25,0-25,0 24,50 1,-26-50,26 0,24 0,-24-25,0 25,-26-49,-24 24,50-50,-50 50,0-24,0-1,0 75,0 25,0-26,0 26,0-25,0 0,0 24,0 26,0-50,0-1,0 26,0 0,0-26,0 1,0 50,0-51,0 1,0 0,0 25,0-26,-25-24,0 50,1-50,-26 0,50-25,-50 25,26-25,24-24,0 24,49 25,-24-50,0 50,24-74,-24 74,25-25,-25 25</inkml:trace>
  <inkml:trace contextRef="#ctx0" brushRef="#br0" timeOffset="11069.63">22821 670,'-25'0,"25"-50,49 50,1 0,24-25,-24 25,0 0,-1-49,26 49,-50 0,-1 0</inkml:trace>
  <inkml:trace contextRef="#ctx0" brushRef="#br0" timeOffset="11339.64">22994 372,'-25'0,"25"25,0 24,0 1,25 25,-25-51,50 1,-50 25,25-25,-25-1,0 51,0-26</inkml:trace>
  <inkml:trace contextRef="#ctx0" brushRef="#br0" timeOffset="12695.72">21109 149,'-49'-75,"49"51,0 48,0 1,0 25,0-25,0 24,0 1,0 49,0-49,0-1,49 1,1-50</inkml:trace>
  <inkml:trace contextRef="#ctx0" brushRef="#br0" timeOffset="13385.76">22945 99,'-25'0,"-25"0,25 0</inkml:trace>
  <inkml:trace contextRef="#ctx0" brushRef="#br0" timeOffset="13963.79">22597 74,'0'-49,"0"98,0-24,0 0,0 0,0 24,0 1,0-25,0 24,50-24,0-25</inkml:trace>
  <inkml:trace contextRef="#ctx0" brushRef="#br0" timeOffset="14969.85">23366 347,'0'0,"50"0,-25 0,24-49,1 49,0-25,-26 25,26-50,-50 75,0 25,-74 49,-1 25,50 0,-24 0,49-74,-50-1,50-24,0 25,0-75,0 25,50-25,-1 25,-24 0,25 0,-25 0,-1 0,51 0,-26 0,1 0,0 0,-1 0,1 0,-25 0,-1 0,-24-25,50 25</inkml:trace>
  <inkml:trace contextRef="#ctx0" brushRef="#br0" timeOffset="15935.91">18430 2009,'0'0,"50"0,49-49,25 49,50-75,49 75,25-124,74 75,1-1,49 50,-50-99,1 99,-100-50,25 50,0-50,-49 50,-26 0,1-49,-75 49,-24 0,-26 0,-74 0</inkml:trace>
  <inkml:trace contextRef="#ctx0" brushRef="#br0" timeOffset="16559.94">18753 2133,'0'0,"0"0,49-49,1 49,24 0,50-75,25 75,25-49,24 49,25-75,1 75,98-99,1 99,24-99,0 99,-49-75,-25 75,-100-49,-24 49,-50 0,-49-50,0 50,-75 0,0 0,0 0</inkml:trace>
  <inkml:trace contextRef="#ctx0" brushRef="#br0" timeOffset="41481.37">1315 1042,'-50'0,"50"25,-24-25</inkml:trace>
  <inkml:trace contextRef="#ctx0" brushRef="#br0" timeOffset="41991.4">1067 893,'0'-25,"0"0,0 25,0 50,0 24,0 26,0 48,0-24,0 0,0 0,0-49,0-1,0-24,0 0,0-26,0 1,50-25,-50 0,0-49,0-26,24 1,-24-1</inkml:trace>
  <inkml:trace contextRef="#ctx0" brushRef="#br0" timeOffset="42277.41">1117 1240,'-50'0,"50"-49,25 24,0 25,24-50,1 50,24-49,1 49,24-75,-50 75,-24 0,-25 25,0 0</inkml:trace>
  <inkml:trace contextRef="#ctx0" brushRef="#br0" timeOffset="42523.43">1166 1563,'0'0,"0"-25,75 25,-51 0,51-25,-26 25,-24 0,0 0,25 0</inkml:trace>
  <inkml:trace contextRef="#ctx0" brushRef="#br0" timeOffset="42921.45">2034 1414,'-49'0,"49"0,25 0,24 0,-24-50,25 50,-26 0,1 0,0 0</inkml:trace>
  <inkml:trace contextRef="#ctx0" brushRef="#br0" timeOffset="43153.46">1910 1637,'0'0,"25"0,25 0,-25 0,-1-25,51 25,-26-25,-24 25,0 0,-25-49,50 49</inkml:trace>
  <inkml:trace contextRef="#ctx0" brushRef="#br0" timeOffset="45308.59">3027 1240,'24'0</inkml:trace>
  <inkml:trace contextRef="#ctx0" brushRef="#br0" timeOffset="45547.6">3076 1191,'0'-25,"50"25,-50-25,0-25,0 75,0 50,-75-1,26 0,24 26,25-26,-75 0,75-24,0 0,0-25,0-1,0-24</inkml:trace>
  <inkml:trace contextRef="#ctx0" brushRef="#br0" timeOffset="45763.61">2754 1215,'0'25,"24"0,1 25,25-26,-25 26,24 0,1-26,-25 26,24-25,1 24,0-49</inkml:trace>
  <inkml:trace contextRef="#ctx0" brushRef="#br0" timeOffset="46537.66">3423 1141,'0'25,"0"24,0 1,0-25,0 0,0-1,50-24,-50 75,50-75,-26 0,26 0,-25 0,0 0,-25-25,24 25,-24-50,0 26,0-1,0-25,0 1,0 24,0 25,0 25,0-1,0 26,0 0,25-1,-25 26,0 24,0-25,0 26,25-26,-25 0,0-24,0 0,0-1,0 1,0-1,0-49,-50 25,-24-25,49 0,25-25,-49 1,49-26,0 25,-50-24,50-1,0-24,50-1,-1 26,1-26,24 50,1-24,-1 49,0-50,1 50</inkml:trace>
  <inkml:trace contextRef="#ctx0" brushRef="#br0" timeOffset="47047.69">4440 1463,'50'0,"0"0,24-24,0 24,1-50,-1 50,25-50,-49 50,-25 0</inkml:trace>
  <inkml:trace contextRef="#ctx0" brushRef="#br0" timeOffset="47293.7">4639 1215,'0'-49,"0"74,0 49,0 0,74-24,-74 24,50 26,-50-26,74 1,-74-1,0-24</inkml:trace>
  <inkml:trace contextRef="#ctx0" brushRef="#br0" timeOffset="49940.85">5805 1042,'0'-25,"0"0,49 25,-74 75,25-1,-74 0,74 1,-50 24,50-25,-49-24,49-25,0 24,-25-49,25 25</inkml:trace>
  <inkml:trace contextRef="#ctx0" brushRef="#br0" timeOffset="50188.87">5581 1191,'-24'-50,"24"25,0 25,49 0,1 50,-1-1,-24 1,25 0,-25 24,-25-24,74-1,-74 1,25-25,24 24</inkml:trace>
  <inkml:trace contextRef="#ctx0" brushRef="#br0" timeOffset="50481.88">6077 620,'0'-25,"0"50,0 0,0 25,0-1,0 1,0-1,50 1,-50 24,0-24,50 0,-50-26,25-24</inkml:trace>
  <inkml:trace contextRef="#ctx0" brushRef="#br0" timeOffset="51336.93">6450 1091,'-25'0,"25"0,25-24,-1 24,1 0,25-50,-25 50,-1 0,51-25,-50 25,-1 0,-24-49,0 73,0 1,-74 50,24-1,-24 25,0-24,49 24,25-25,-75-49,75 0,-24-25,24 49,24-73,-24-1,50 25,-25-75,49 26,-24 49,-1 25,-24-25,25 49,-25-49,-25 25,49-25,26 0,-26 0,1 0,-1-74,-49 49,75 0,-75-25,25 50</inkml:trace>
  <inkml:trace contextRef="#ctx0" brushRef="#br0" timeOffset="54884.13">8434 372,'0'-25,"0"-24,-25 49,0 0,-49 0,24 24,1-24,-1 0,-24 0,49 0,0 0,0 0,25 25,0 50,0-26,0 26,0-1,0 25,0 75,25 0,-25-1,74 75,-74-49,75-1,-75 25,50-49,-50-50,0 25,0-50,0-24,0-1,0-24,0 24,0-49,0 0,0-25,-50 49,25-49,50 0,25-25,-1 25,1-49,-1 49,-24-50,0 50,25-25,-26 25,-24-74</inkml:trace>
  <inkml:trace contextRef="#ctx0" brushRef="#br0" timeOffset="55694.18">8657 769,'0'-50,"0"100,0 24,0 26,0 24,0 49,-25-49,25 25,-49-25,49-74,0-25,0 24,0-74,0 1,0-1,0-25,49 25,-24 25,0 0,25 0,-26 0,1 0,50 0,-51 0,-24-49,0 24</inkml:trace>
  <inkml:trace contextRef="#ctx0" brushRef="#br0" timeOffset="55927.19">8682 1091,'0'-49,"25"49,-25-25,49 25,-24-50,25 50,-1-49,1 49,0 0,-26 0</inkml:trace>
  <inkml:trace contextRef="#ctx0" brushRef="#br0" timeOffset="56113.2">8632 1364,'0'25,"0"-25,25 0,25-25,-25 25,24 0,26-25,-26 25,1 0,-25-49</inkml:trace>
  <inkml:trace contextRef="#ctx0" brushRef="#br0" timeOffset="56361.22">9153 1265,'0'50,"-25"24,25-24,-24-1,24 1,-50-1,50-24,-25 25,25-50</inkml:trace>
  <inkml:trace contextRef="#ctx0" brushRef="#br0" timeOffset="56541.23">9029 1439,'0'-25,"0"50,0-25,0 49,50-49,-1 50,-24-50,25 25,-25-25,-1 0,26 49,-25-49</inkml:trace>
  <inkml:trace contextRef="#ctx0" brushRef="#br0" timeOffset="56803.24">9426 1265,'0'25,"25"0,-25-1,0 51,50-26,-50 26,0-1,0 1,0-26,0 1,0 24,0-24,0-25,0 0,0 24,0-24</inkml:trace>
  <inkml:trace contextRef="#ctx0" brushRef="#br0" timeOffset="57089.26">9426 1389,'0'-74,"25"49,0 25,24 0,-24 0,0 0,-25 49,74 1,-74 24,0-24,0 24,0-24,-49-25,49 25,-25-50,25 24</inkml:trace>
  <inkml:trace contextRef="#ctx0" brushRef="#br0" timeOffset="58477.34">9749 1290,'49'0,"-24"0,0 25,-25 24,0 50,0-24,0-26,0 1,0-25,0 25,0-100,0 25,49 0,-49-49,0-1,50 1,-50 24,25 1,0 49,-25 49,0-24,0 0,0 25,49-50,-49 49,25-49,0 0,24 0,-49-25,25 25,-25-74,25 74,-25-50,0 50,-50 50,1-25,49 0,-25 24,25-24,0 0,0 24,0-24,25-25,0 0,-1 0,26 0,-25 0,24-25,-24 25,25-99,-25 74,0 1,-25-26,49 25,-49-24,25 49,-25-75,0 26,0 24,0 25,-50 25,50 24,0 1,0-1,25 1,25 24,-1-74,-49 50,50-50,-50 25,50-25,-50 25,-25-25,25-50,0 0,25 26,-1-26,26 25,-25 0,24-24,-24 24,25 25,-25-74,24 49,-74 25,1 0,-1 0,-25 0,50 74,25-49,25-25,-26 50,26-50,-25 0,0 24,24-24,-49 25,0 25,-25-25,-49 24,24-49</inkml:trace>
  <inkml:trace contextRef="#ctx0" brushRef="#br0" timeOffset="63239.61">11683 1141,'0'-25,"-49"25,49-25,-25 75,25 0,0-1,0 1,0-1,0-24,0 0,0 25,0-26,0 1,0 25,0-50</inkml:trace>
  <inkml:trace contextRef="#ctx0" brushRef="#br0" timeOffset="63569.63">11510 769,'25'0,"-25"25,0 24,0-24,0 0,-25 25,0-50,0 0,-24 0,49-50,0 0,0 26,49-26,-24 50,0 0,24 0</inkml:trace>
  <inkml:trace contextRef="#ctx0" brushRef="#br0" timeOffset="64147.66">11857 1141,'0'50,"0"24,0-49,25 24,-25-24,0 0,0-50,0 0,0-24,0-1,0 1,0 24,0-25,25 50,49 0,-74 25,25 0,-25 24,25 1,-25-25,0 24,49-49,-49 50,25-50,-25-25,50 0,-26-24,26-50</inkml:trace>
  <inkml:trace contextRef="#ctx0" brushRef="#br0" timeOffset="64903.71">13370 967,'0'-24,"-50"24,26 49,-26 26,0-1,26-49,24 0,0 49,0-49,74-25,-24 0,-1-25,1 25,-50-74,49 49,-49 0,0-25,0 26,0-1,0-25,0 75,0 0,0 24,0 1,0 24,0-49,25 0,-25 49,50-74,-25 25,0-25,24-25,-24-24,25 24,-26-49,-24 49,75 0,-50-49,24 74</inkml:trace>
  <inkml:trace contextRef="#ctx0" brushRef="#br0" timeOffset="65857.76">10269 2356,'-24'0,"24"-24,0 24,0 24,24 76,-24-1,50 0,-50 25,50-25,-50-24,0-1,49 1,-49-26,0-24,25 25,-25-26,25-24</inkml:trace>
  <inkml:trace contextRef="#ctx0" brushRef="#br0" timeOffset="66149.78">10319 2629,'0'-25,"0"1,0-1,0-25,25 50,-25-49,74 49,-49 0,-25 24,50 51,-50-26,0 1,0 0,0-1,-25 1,0 0,0-50,25 24,-74-24,74 0</inkml:trace>
  <inkml:trace contextRef="#ctx0" brushRef="#br0" timeOffset="66568.8">10691 2431,'0'-25,"75"25,-51 0,-24 25,50 49,-50 1,0-26,0 1,0 0,0-26,0 1,0-50,0 1,0-51,0 1,0-26,50 26,-50 24,49 50,-49-24,50 24</inkml:trace>
  <inkml:trace contextRef="#ctx0" brushRef="#br0" timeOffset="66899.82">11138 2381,'0'25,"0"25,0-26,0 1,-50 25,50-25,0 24,25-49,24 0,1 0,0 0,-1 0,1 0,-50-49,25-1,-25 25,0-24,0-1,-25 50,0 0,-74 0,24 0,26 25,24 0,25 24,0-24</inkml:trace>
  <inkml:trace contextRef="#ctx0" brushRef="#br0" timeOffset="68571.92">11733 1984,'0'-49,"0"74,0-1,0 26,0 0,0 49,50-25,-50-24,24-1,-24 26,50-50,-50-1,25-24,-25 50,25-50,-25-25,0-24,-25 49,25-25,-25 25,-49-50,49 50,0 0,-25 0,26 25,-1-25,25 50,-50-26,50 51,0-50,0-1,0 26,25 0,0-50,24 0,1 0,24 0,-49-25,0 25,-25-50,0 25,0 1,0-51,0 50,0 1,0-26,0 25,0 25,0 50,50-25,-1 24,-24-49,25 0,-26 0,26 0,0-25,-50-49,0 49,0 0,0-24,0 24,-25 25,25 0,0 74,25-24,24-25,1-25,-25 0,-25 49,49-49,-24 0,-25-24,0-26,0 0,0 1,0-1,0 1,0 73,0 26,0 0,50-50,-50 49,24-49,-24 50,25-1,25-49,-25 0,-25-24</inkml:trace>
  <inkml:trace contextRef="#ctx0" brushRef="#br0" timeOffset="69020.94">12676 2108,'0'-49,"0"74,-25 24,-25 1,50-1,-25 26,25-50,0-1,0 26,25-25,0-25,25 0,-26 0,1-50,25 25,-25-49,-25 24,74-24,-74 0,0 24,0 0,0 1,0 98,0 1,0 0,25-1,-25-24,0 25,0-1,49-24,-49 25,25-26,-25 1,50-25</inkml:trace>
  <inkml:trace contextRef="#ctx0" brushRef="#br0" timeOffset="69179.95">12849 2282,'0'-74,"50"74,24-50,1 0,-1 50,-24-49,-1 24</inkml:trace>
  <inkml:trace contextRef="#ctx0" brushRef="#br0" timeOffset="69913.99">13841 1836,'0'0,"-49"0,49 49,-50 1,50-1,0 1,0 0,0-26,25 1,0-25,0 0,-25-25,0-24,0-26,0 1,0 0,0-1,0 1,0-1,0 26,0 49,49 0,-49 24,75 76,-75-1,74 25,-74 0,50 25,-50-50,0-25,0 26,24-26,-24-24,0-26,50-24,-50 50,74-50,-49 0,-25-25,25 25,-25-49,0-1,0 0,0 1,-50 49,26-25,-1 25,25-25,-75 25,75-74,0 49,25 0,25-49,49 49,-25-25,1 1</inkml:trace>
  <inkml:trace contextRef="#ctx0" brushRef="#br0" timeOffset="70461.03">14809 1860,'-25'25,"25"25,0-1,0 26,0-26,0 1,0-25,0 24,0-24,50-25,-50 25,24-25</inkml:trace>
  <inkml:trace contextRef="#ctx0" brushRef="#br0" timeOffset="70664.04">14809 2009,'0'-49,"-25"24,25 25,25 25,24-25,-24 49,25-49,24 25,-49-25,0 50,24-50,-24 0,25 0</inkml:trace>
  <inkml:trace contextRef="#ctx0" brushRef="#br0" timeOffset="71010.06">15181 1960,'0'-25,"0"25,-50 25,50-1,-25 26,25-25,0 0,0-50,0 0,0 0,0-49,0 24,0 25,0 1,50 24,-25 0,-25 24,74 51,-74-26,25 1,-25 0,0 24,0-49,25-25,-25 25,74-25</inkml:trace>
  <inkml:trace contextRef="#ctx0" brushRef="#br0" timeOffset="71384.08">15602 2009,'0'-49,"-24"73,-51 26,26 24,-1-24,25-25,25 24,-49-24,49 25,24-50,1 0,25 0,-1-50,-49 25,25-24,-25 24,0-25,0 26,0 24,0 24,50 26,-25 0,49-1,-49-49,25 0,-1 0</inkml:trace>
  <inkml:trace contextRef="#ctx0" brushRef="#br0" timeOffset="71579.09">15975 1960,'0'49,"-50"1,50 24,-50-24,50-25,0-1,-24-24,24 50</inkml:trace>
  <inkml:trace contextRef="#ctx0" brushRef="#br0" timeOffset="71743.1">15801 2084,'0'-25,"25"25,-25 0,74 0,-24 74,-1-74,1 25,-25-25,0 0</inkml:trace>
  <inkml:trace contextRef="#ctx0" brushRef="#br0" timeOffset="72074.12">16247 1587,'-24'0,"24"50,0 25,0-1,24 0,-24 1,50-1,-50 1,0 24,50-25,-50-49,0 0,0 49,-25-74</inkml:trace>
  <inkml:trace contextRef="#ctx0" brushRef="#br0" timeOffset="72239.13">16247 2059,'0'-25,"50"-25,0 50,24-49,0 49,-24 0,0 0</inkml:trace>
  <inkml:trace contextRef="#ctx0" brushRef="#br0" timeOffset="72501.14">16570 2059,'0'-25,"25"25,-25-50,49 26,-24-26,-50 75,0 0,-24 24,49-24,-50-25,50 50,0-1,0-49,50 0,-1 0,1 0,0-25,-1 1</inkml:trace>
  <inkml:trace contextRef="#ctx0" brushRef="#br0" timeOffset="72816.16">16793 1910,'25'0,"0"50,-25-26,74 1,-74 25,0-25,0-1,0 26,-25-100,25 26,0-1,0-25,0 1,0-1,0 25,50 25,-50-49,50 49</inkml:trace>
  <inkml:trace contextRef="#ctx0" brushRef="#br0" timeOffset="73385.19">17091 1860,'0'0,"0"50,0-25,0 24,0-24,0 0,0 0,0 24,0-24,0-74,0 24,0-25,0-24,0 24,0 25,25 25,-25-24,49 24,1 0,-50 0,49 0,-49 24,25-24,-25 50,0-100,0 26,50 24,-50-50,25 50,-1 0,26 0,-50 25,25-25,-25 25,0 24,0-24</inkml:trace>
  <inkml:trace contextRef="#ctx0" brushRef="#br0" timeOffset="74241.24">16545 298,'0'-25,"0"0,25 25,49-74,26 74,24-50,0 50,0-74,-25 74,0-50,-49 50,-26 0,-24 0,50 0,-50 50,0-1,25 26,-25 24,74 99,1 50,-75 0,0 124,0-74,0 25,49-100,-49-50,0-24,0-74,0-1,0-49,25 25,-25-1,25-49,-25 25,50-25,-26 0,-98 50,-25-50,-50 74,-50-24,26-1,74 1,24-1</inkml:trace>
  <inkml:trace contextRef="#ctx0" brushRef="#br0" timeOffset="79873.56">1141 4663,'0'-49,"0"24,0 25,0 74,0 25,0 50,0 25,0 0,0-50,-24 0,24-50,0-24,0-1,0-24,24-50,-24 0,0-24,0-1</inkml:trace>
  <inkml:trace contextRef="#ctx0" brushRef="#br0" timeOffset="80129.58">1092 4887,'-25'0,"25"-25,0 25,50-25,24 25,0-99,50 24,0 50,-24-24,-26 49,-24-50,-50 75,-25 0</inkml:trace>
  <inkml:trace contextRef="#ctx0" brushRef="#br0" timeOffset="80374.59">1166 5333,'50'0,"-25"0,-1 0,26 0,-25-25,24 25,1-49,-25 49,0-25,24 25,1 0,-50-50</inkml:trace>
  <inkml:trace contextRef="#ctx0" brushRef="#br0" timeOffset="80781.62">2134 5110,'-50'0,"100"0,24-25,0 25,1-50,-1 50,1-49,-26 49,-24 0,25 0,-50 0,-25 0</inkml:trace>
  <inkml:trace contextRef="#ctx0" brushRef="#br0" timeOffset="80991.63">2282 5432,'50'0,"49"0,-24 0,-1-74,-24 74,-1-25,-98 25,-1 0</inkml:trace>
  <inkml:trace contextRef="#ctx0" brushRef="#br0" timeOffset="210127.01">3275 4738,'-50'0,"50"-25,0-25,25 50,24-25,1 25,-50 0,50 0,-50 25,49 25,-49-1,0 1,0 0,0 24,0-24,-25-25,25 24,-49-24,-1 25,1-1</inkml:trace>
  <inkml:trace contextRef="#ctx0" brushRef="#br0" timeOffset="210383.03">3572 4638,'-25'0,"-24"0,-1 0,50 50,-49-25,49 24,0-24,0 0,0 0,0 25,0-1,0-24,24-25,51 0,-26 0,1 0</inkml:trace>
  <inkml:trace contextRef="#ctx0" brushRef="#br0" timeOffset="210975.06">3795 4738,'-24'0,"-1"0,25 24,-50 26,50 0,0-1,50-49,-1 0,1 0,24 0,-24 0,25 0,-51-49,-24 24,50-25,-50 25,0 1,0-26,0 0,-25 50,25 25,0 0,25 0,-25 24,0-24,25 25,-25 0,0 24,0 0,0 1,0-1,0 1,0-1,0 0,0-24,0 0,0-50,0 24,-25-24,-49 0,24 0,50-24,-25-51,25 26,0-26,0 50,0-24,0-1,25 25,0 25,49-74,-24 74,24-50,-49 50</inkml:trace>
  <inkml:trace contextRef="#ctx0" brushRef="#br0" timeOffset="211327.08">4763 4961,'0'-25,"49"25,26-49,49 49,-25 0,-24-25,-26 25,1 0,-50-50</inkml:trace>
  <inkml:trace contextRef="#ctx0" brushRef="#br0" timeOffset="211545.09">5036 4688,'0'-25,"0"75,0-1,0 26,49 24,-49-24,0 24,50-25,-50 1,0-1,25-24</inkml:trace>
  <inkml:trace contextRef="#ctx0" brushRef="#br0" timeOffset="213067.18">5656 4663,'0'-25,"0"1,0-1,25 25,24 0,-24-50,0 50,49 0,-49 0,0 25,-25 25,49 24,-49 0,0 26,-74-1,24-49,1 24,-1-49,25-25,25 25,0-25,25-50</inkml:trace>
  <inkml:trace contextRef="#ctx0" brushRef="#br0" timeOffset="213292.19">6152 4440,'0'0,"-25"0,-49 25,-1 24,-24 26,49-1,1 1,49-26,0-24,0 0,25 25,24-50,50 0,50 0,-49 0,-1 0,-25-25,-24 0</inkml:trace>
  <inkml:trace contextRef="#ctx0" brushRef="#br0" timeOffset="213773.22">6474 3944,'0'-25,"0"25,-49 25,49 25,0-1,0 1,0 24,25 1,-25 49,0-25,24-25,-24 25,0-49</inkml:trace>
  <inkml:trace contextRef="#ctx0" brushRef="#br0" timeOffset="214432.26">6946 4539,'49'0,"26"0,-1 0,1 0,-26-25,-24 25,25-49,-75 49,-50 99,-24-25,0 50,0 1,49-26,50-25,-74-24,74-25,49 24,1-49,-1-25,1 25,0-49,-26 49,-24-50,50 50,0 0,-25 0,-25 25,49-25,-49 25,75-25,-1 49,-49-49</inkml:trace>
  <inkml:trace contextRef="#ctx0" brushRef="#br0" timeOffset="-212454.32">8608 4887,'-25'0,"-25"0,50 0,25 0,0 0,24 0,1 0,49 0,-24 0,-1 0,0-50,1 50,-26 0,1 0,-75 0,0 0,1 0,-26 74</inkml:trace>
  <inkml:trace contextRef="#ctx0" brushRef="#br0" timeOffset="-212214.31">8707 5159,'-50'50,"75"-50,25 0,24 0,25-25,0 25,25-49,-49 49,-1 0,-24 0,-50-25,50 25,-75 0,-25 0,25 0</inkml:trace>
  <inkml:trace contextRef="#ctx0" brushRef="#br0" timeOffset="-209890.17">10518 4663,'-25'0,"25"-25,0-24,0 24,25 25,49 0,-49 0,24 0,-24 0,0 0,25 50,-26-26,-24 26,0-25,0 24,0 1,0 25,0-51,-49 26,24-50,0 25,-24-25,24 0,0 0,25 0,50-50,-1 1</inkml:trace>
  <inkml:trace contextRef="#ctx0" brushRef="#br0" timeOffset="-209628.16">10939 4589,'0'-50,"0"25,-25 50,25 0,-49 0,49 24,-50-24,50 25,0-25,-49-1,49 26,24-25,51 25,-26-50,1 0,0 0,-1 0</inkml:trace>
  <inkml:trace contextRef="#ctx0" brushRef="#br0" timeOffset="-209042.13">11088 4663,'0'25,"0"25,0-1,0-49,25 25,49-25,-24 0,24 0,1 0,-26 0,-24 0,-25-50,75 1,-75 24,0-25,0 1,-25 49,25-25,-50 25,50 0,25 74,0 1,-25-50,0 24,0 26,0-1,0 50,0-49,0-1,0 0,0-24,0-25,0 49,-25-74,-49 0,24 0,0-49,50-1,0 0,0-24,25 0,0-1,25 50,49-24,-25-1,-24 50,24-25,1 25</inkml:trace>
  <inkml:trace contextRef="#ctx0" brushRef="#br0" timeOffset="-208735.11">12130 4787,'-25'0,"25"-25,50-24,24 49,0 0,1 0,-1 0,-24 0,-25 0</inkml:trace>
  <inkml:trace contextRef="#ctx0" brushRef="#br0" timeOffset="-208510.1">12328 4589,'0'49,"0"1,0 0,50 24,-50 1,74-1,-49-24,25 24,-50-49</inkml:trace>
  <inkml:trace contextRef="#ctx0" brushRef="#br0" timeOffset="-208021.07">12899 4514,'0'-24,"0"-1,49 25,26 0,-26 0,-49 25,50 49,-50 25,0-24,-25-1,25-24,-49-1,49-24,-50-25,50 50,0-100</inkml:trace>
  <inkml:trace contextRef="#ctx0" brushRef="#br0" timeOffset="-207819.06">13246 4514,'-50'0,"26"50,-26 0,25-1,25 1,-49-25,73 24,1-49,50 0,24 0,0 0,-25 0,1-25</inkml:trace>
  <inkml:trace contextRef="#ctx0" brushRef="#br0" timeOffset="-207512.04">13494 4192,'0'0,"50"25,-50 24,49-24,-49 50,50-26,-50 1,0-1,25 1,-25 0</inkml:trace>
  <inkml:trace contextRef="#ctx0" brushRef="#br0" timeOffset="-207091.01">14040 4043,'0'-25,"49"25,1 0,-25 0,24 50,-24 0,-25 49,50 0,-50 25,0 50,-124 24,0 25,-50-49,1 0,-1-50,75-25</inkml:trace>
  <inkml:trace contextRef="#ctx0" brushRef="#br0" timeOffset="-206491.98">10518 4242,'-25'0,"25"-25,-25 25,-25 0,1 0,-1 49,-24 51,-1 24,26 0,49 24,0 1,0-49,24-1,76 25,24 0,25-25,49 25,0-124</inkml:trace>
  <inkml:trace contextRef="#ctx0" brushRef="#br0" timeOffset="-204759.88">15032 4142,'0'-24,"-25"24,-49 0,-1 24,26 26,-1 0,-24 24,49-24,25 24,0 0,0 1,0-26,74 26,26-26,24-49,-25 25,-25-25,-24 0</inkml:trace>
  <inkml:trace contextRef="#ctx0" brushRef="#br0" timeOffset="-203663.82">15280 4341,'0'-25,"-50"25,50-25,0-24,25 49,0 0,0 0,24 0,-24 49,25-24,-25 25,-25-1,0 1,0 24,0-24,0-25,0 24,-50-24,25-25,25 50,-49-50,49-50,0 0,49-24</inkml:trace>
  <inkml:trace contextRef="#ctx0" brushRef="#br0" timeOffset="-203454.81">15503 4242,'0'-25,"50"25,-50 49,-50-24,50 0,-49 25,49-26,0 26,0-25,0 0,24 24,26-49,24 0,1 0</inkml:trace>
  <inkml:trace contextRef="#ctx0" brushRef="#br0" timeOffset="-202891.77">15801 4266,'0'0,"-25"0,-24 0,49 25,-25 0,25 25,0-26,0 1,0-25,49 50,1-50,0 0,24 0,-24 0,-1 0,-24 0,-25-25,50-25,-50 26,0-1,0-25,-25 50,25 50,25 49,-25-74,24 24,-24 1,0 24,0 1,0-1,0 1,0-1,0 1,0-26,0 1,-49-50,49 25,-50-25,1 0,49 0,-25 0,25-75,0 26,0-26,25 1,49-26,25 26,-49 24,24 1,1 49,-26-50</inkml:trace>
  <inkml:trace contextRef="#ctx0" brushRef="#br0" timeOffset="-202637.76">16694 4514,'0'-24,"50"-26,49 50,0 0,25 0,-50 0,-24 0,-25 0</inkml:trace>
  <inkml:trace contextRef="#ctx0" brushRef="#br0" timeOffset="-202412.75">17016 4266,'-24'0,"24"25,0 25,0 24,0 1,49-1,-49 0,0 26,0-51,0 1,0-25</inkml:trace>
  <inkml:trace contextRef="#ctx0" brushRef="#br0" timeOffset="-201580.7">17636 4266,'-24'0,"24"0,49 0,26-49,-1 49,1 0,-1 0,-24-25,-1 25,-24 0,-99 0,-1 25,-24 49,25 25,-1-49,25 0,50-1,-49-49,49 50,0-50,25 0,24 0,-24-25,0 25,25-25,-1 25,-49-25,25 25,25 0,-1 0,-24 50,25-50,-26 0,1 0,25 0,-1 0,-49-25</inkml:trace>
  <inkml:trace contextRef="#ctx0" brushRef="#br0" timeOffset="-200958.66">18356 3770,'25'0,"24"0,-49 50,75 0,-75 24,99 25,-50-24,-24-1,-25 0,0 26,0-26,0 0,-74 1,-50 49,-25-50,25-24,50-50</inkml:trace>
  <inkml:trace contextRef="#ctx0" brushRef="#br0" timeOffset="-198360.51">8831 6821,'74'-25,"-24"25,-1-49,26 49,24-50,-25 50,-24-49,-25 49,25 0,-100 49,25-49,-49 75,24-26,0-24,-24 25,24-25,26 24,-26-24,50 0,-25-25,25 49,50-49,-1-24,1 24,49-50,-24 50,-1-74,25 24,-24 50,-50-25</inkml:trace>
  <inkml:trace contextRef="#ctx0" brushRef="#br0" timeOffset="-194309.28">10220 6499,'0'-25,"0"0,0 25,49 0,-24 0,0 0,25 0,-25 0,-25 0,49 50,-49-25,0 24,0 1,0 24,0 1,0-26,0-24,-74 25,49-50,0 49,-25-49,26 0,24-24,49-51,26-24</inkml:trace>
  <inkml:trace contextRef="#ctx0" brushRef="#br0" timeOffset="-194114.27">10716 6350,'0'-25,"0"25,-74 75,24-26,0 26,1-26,49 1,-25-1,25 1,0-25,25-25,74 49,25-49,25 0,-25 0</inkml:trace>
  <inkml:trace contextRef="#ctx0" brushRef="#br0" timeOffset="-193762.25">11336 6548,'50'-24,"49"24,-25 0,1 0,-1 0,-24 0,-25-25</inkml:trace>
  <inkml:trace contextRef="#ctx0" brushRef="#br0" timeOffset="-193537.24">11584 6400,'-25'0,"25"49,0 1,0-1,0 26,0-1,0 1,0-1,50-24</inkml:trace>
  <inkml:trace contextRef="#ctx0" brushRef="#br0" timeOffset="-193080.21">12006 6375,'0'-25,"74"25,-49 0,0 0,24 50,-24-1,-25 1,0-1,0 1,0 24,0-24,-25 0,-24-1,-26-49,75-25,0 1</inkml:trace>
  <inkml:trace contextRef="#ctx0" brushRef="#br0" timeOffset="-192884.2">12353 6350,'0'-25,"0"50,-25 49,-24-24,24-25,25 24,-75-24,75 25,75-1,-1-49,1 0,24-24,0-1</inkml:trace>
  <inkml:trace contextRef="#ctx0" brushRef="#br0" timeOffset="-192614.19">12626 5978,'0'0,"0"50,25 24,-25-24,0-1,0 1,49 24,-49-24,0-25</inkml:trace>
  <inkml:trace contextRef="#ctx0" brushRef="#br0" timeOffset="-192186.16">13196 2952,'50'0,"0"0,-26 25,26 24,0 26,-50-1,0 0,0 1,-25 24,-50 25,-24 0,-25 0,-25-25</inkml:trace>
  <inkml:trace contextRef="#ctx0" brushRef="#br0" timeOffset="-189538.01">13072 6077,'0'-25,"0"1,0-26,0 25,0 0,50 25,-50 0,50 0,-26 50,26 0,0-26,-1 26,26 0,-51-1,26 26,-50-1,0-24,0 24,-74 25,24-49,0-1,-49 26,50-50,-26 24,50-49</inkml:trace>
  <inkml:trace contextRef="#ctx0" brushRef="#br0" timeOffset="-188705.96">10195 6251,'0'-50,"0"75,-74 74,49-24,-25 49,1 0,-1-25,50-25,0 1,0-1,25-24,99-1,49-49,1 0,25 0,-51-74</inkml:trace>
  <inkml:trace contextRef="#ctx0" brushRef="#br0" timeOffset="-186643.84">14238 5904,'0'-25,"0"25,0 49,0 26,-49 24,49 0,-50 0,50-24,0 24,0-49,0-1,0-24,74-25,26 50,-26-50</inkml:trace>
  <inkml:trace contextRef="#ctx0" brushRef="#br0" timeOffset="-185984.81">14734 6176,'0'0,"0"25,-49 25,49-25,0 24,0-24,0 0,0-25,49 49,1-49,24 0,1 0,-26-24,26 24,-50-50,24-24,-49 49,0 0,-25-25,-24 26,49 24,0 24,49-24,-49 75,75-26,-75 51,0-26,49 25,-49-24,0-1,0 0,0 1,0-50,0 24,-24-24,-26-25,25 0,-24 0,24 0,25 0,-50-49,50 24,0-25,0 0,75 1,-51 24,51-25,-1 50,1-49,-26 49,1-75</inkml:trace>
  <inkml:trace contextRef="#ctx0" brushRef="#br0" timeOffset="-185683.79">15826 6499,'-50'0,"100"0,-25-50,24 50,1 0,24-25,-49 25,25 0</inkml:trace>
  <inkml:trace contextRef="#ctx0" brushRef="#br0" timeOffset="-185457.78">15950 6226,'0'0,"0"50,0-1,25 1,-25 24,0 1,49 24,-49-50,25 1,25-25,-26-25</inkml:trace>
  <inkml:trace contextRef="#ctx0" brushRef="#br0" timeOffset="-182997.64">16669 6127,'0'-50,"0"25,0 25,50 0,-1 0,1 25,0 0,24 49,-74-49,0 0,0 25,0-26,0 1,0 0,-25-25,-24 74,-1-74,50 25,-25-25,25 0,0-49</inkml:trace>
  <inkml:trace contextRef="#ctx0" brushRef="#br0" timeOffset="-182766.62">17066 5978,'0'-25,"-50"25,50 25,-74 0,74 24,-25-24,25 25,0-1,0-49,0 25,75-25,-26 0,-24 0,0 0</inkml:trace>
  <inkml:trace contextRef="#ctx0" brushRef="#br0" timeOffset="-182503.61">17140 5730,'0'0,"0"49,25 26,-25-50,0 0,50 24,-50 1,74-1</inkml:trace>
  <inkml:trace contextRef="#ctx0" brushRef="#br0" timeOffset="-181827.57">17512 5879,'0'-25,"25"25,-25 0,75 25,-75 49,49-24,-49 24,50 1,-50-1,0 0,0-24,0 0,-25-26,25 26,-50-50,26 25,-26-25,75 0</inkml:trace>
  <inkml:trace contextRef="#ctx0" brushRef="#br0" timeOffset="-181317.54">18257 5705,'-50'50,"0"24,-24 25,24 1,1 24,49-25,0-25,0-24,74-1,1 1,24-50,0 0,25 0,-25 0,-49 0</inkml:trace>
  <inkml:trace contextRef="#ctx0" brushRef="#br0" timeOffset="-179705.45">18753 5904,'-25'0,"-25"0,75 0,49 0,-49 0,25 0,0 0,-1 0,-24 0,25 0,-50 74,0-24,0 24,0-49,0 24,-50 1,25-50,-24 50,-1-50,25 0,0 24,25-24,0-24</inkml:trace>
  <inkml:trace contextRef="#ctx0" brushRef="#br0" timeOffset="-179473.43">19249 5829,'0'-25,"-50"25,25 0,-24 50,-1-25,25 24,25-24,-49 0,49 25,0-26,25-24,-1 50,51-50,24 0,25 50,-50-50</inkml:trace>
  <inkml:trace contextRef="#ctx0" brushRef="#br0" timeOffset="-179160.42">19670 6077,'-24'-49,"-1"49,50 0,24 0,1 0,49-25,0 25,-24 0,-26 0,-24 0,-25-50</inkml:trace>
  <inkml:trace contextRef="#ctx0" brushRef="#br0" timeOffset="-178918.4">19894 5829,'0'-25,"0"25,0 25,0 50,0-26,0 1,0-1,0 1,0 49,0-24,74-51,-49-24</inkml:trace>
  <inkml:trace contextRef="#ctx0" brushRef="#br0" timeOffset="-178297.37">20340 5829,'-25'0,"75"0,24 0,1 0,24 0,0-50,-24 50,-51 0,1 0,-25-24,0 24,-25 0,-24 24,-1 26,-24 49,24-49,-24 24,49-24,25-25,-50 24,50-24,25-25,0 0,0 0,24-25,-24 25,-25-49,50 49,-50-75,49 75,-24 0,-25 25,25 0,49-25,-24 0</inkml:trace>
  <inkml:trace contextRef="#ctx0" brushRef="#br0" timeOffset="-177983.35">20911 5556,'0'-25,"0"25,74 0,1 50,-26 24,-24 1,-25-1,50 1,-50-1,0 1,-25 24,0-50,-49 1,49 0,-25-26,25 26</inkml:trace>
  <inkml:trace contextRef="#ctx0" brushRef="#br0" timeOffset="-175440.2">21704 5606,'-24'0,"-1"25,25 24,0 1,0-1,0 1,0 0,0-1,0 26,0-50,0-1,25-24,24 75,-24-75</inkml:trace>
  <inkml:trace contextRef="#ctx0" brushRef="#br0" timeOffset="-174756.16">22027 5680,'0'-49,"0"98,0-24,-50 25,50-26,0 1,0 25,50-50,24 0,-24 0,24 0,1 0,-26 0,-24 0,25-50,-50 1,0 24,0 0,0-25,-50 50,50 0,25 0,-25 50,25-50,-25 74,25-24,-25 0,0 24,0 1,0 24,0-25,0 1,0-1,0-49,0-25,0 25,-50-25,25 0,-24 0,24 0,0 0,25-25,-50 0,50-25,0 1,0-26,75 26,-26-1,1 25,0 25,24-74,-24 74,-26-25</inkml:trace>
  <inkml:trace contextRef="#ctx0" brushRef="#br0" timeOffset="-174485.15">22821 5879,'0'-25,"24"25,51 0,-1 0,26-50,-26 50,0 0,1 0,-50 0,-1-49</inkml:trace>
  <inkml:trace contextRef="#ctx0" brushRef="#br0" timeOffset="-174270.14">23168 5655,'-25'0,"25"50,0 24,0 1,0-1,0 1,0-1,0-24,0-1,0-24</inkml:trace>
  <inkml:trace contextRef="#ctx0" brushRef="#br0" timeOffset="-173625.1">23466 5655,'49'0,"1"0,24 0,50-49,-25 49,-24 0,-26-25,1 25,-25-50,-50 50,-25 50,26 0,-26-1,0 50,-24-49,49-25,25 25,-49-50,49 49,0-49,24 0,26 0,-25-25,0 25,-25-49,74 49,-49 0,0 0,24 0,1 0,-25 0,0 0,49 0</inkml:trace>
  <inkml:trace contextRef="#ctx0" brushRef="#br0" timeOffset="-173363.08">24235 5358,'49'0,"-24"0,0 0,24 0,-49 25,50 24,-50 26,25-1,-25 0,0 1,0-1,0 1,-25 24,-49-25,-1 1,-24-1,25-74</inkml:trace>
  <inkml:trace contextRef="#ctx0" brushRef="#br0" timeOffset="-164405.57">9079 8384,'-25'0,"-25"0,75 0,25 0,-1 0,26-50,-1 50,26 0,-26-49,0 49,-24 0,0-25,-1 25,-74 0,1 0</inkml:trace>
  <inkml:trace contextRef="#ctx0" brushRef="#br0" timeOffset="-164122.56">9079 8855,'0'0,"25"0,49-25,-24 25,24-49,1 49,24-50,-25 50,1-49,-51 49</inkml:trace>
  <inkml:trace contextRef="#ctx0" brushRef="#br0" timeOffset="-157125.16">10542 8334,'-24'0,"24"0,0-24,0 24,49-50,1 50,-25-25,-1 25,26 0,0 0,-1 0,-49 0,25 25,-25 49,0-24,0 0,0-1,0 1,0-1,0-24,-50-25,1 50,-1-1</inkml:trace>
  <inkml:trace contextRef="#ctx0" brushRef="#br0" timeOffset="-156840.14">11063 8161,'-25'0,"1"0,-26 49,0 1,50-25,-24 0,24 49,0-49,0-25,74 0,0 0,-49 0,25 0</inkml:trace>
  <inkml:trace contextRef="#ctx0" brushRef="#br0" timeOffset="-156495.12">11286 7838,'0'0,"0"50,0-25,0-1,0 1,0 25,0-25,0 24,0-24,0 25</inkml:trace>
  <inkml:trace contextRef="#ctx0" brushRef="#br0" timeOffset="-156143.1">11659 8260,'0'0,"49"0,26 0,-26-50,26 50,-26 0,26-49,-51 49,1 0</inkml:trace>
  <inkml:trace contextRef="#ctx0" brushRef="#br0" timeOffset="-155894.09">11907 8012,'0'25,"0"0,0 24,24-24,-24 25,50 24,-50-24,25-26,-25 26,49-50</inkml:trace>
  <inkml:trace contextRef="#ctx0" brushRef="#br0" timeOffset="-155190.05">12303 8012,'0'0,"0"25,0 0,-24 24,24 1,0-25,74-25,-24 0,-26 0,1 0,25 0,-50-50,0 0,0 26,0-1,0 0,0-25,0 75,50 25,-50-25,0-1,49 51,-49-26,0 51,0-1,0-25,0 25,0-24,0 49,0-75,0-24,-25 25,1-50,-26 0,25-25,25 0,0-24,0-26,0 26,0-1,0 25,50-24,-25 24,24 25,-24-75,0 75,-25-49</inkml:trace>
  <inkml:trace contextRef="#ctx0" brushRef="#br0" timeOffset="-154836.03">12948 7913,'0'-50,"75"50,-50-25,-1 25,26 0,-25 50,-25-1,49 76,-49-26,0 0,0 50,-74 24,0-24,-1 0,-24-25,0-25</inkml:trace>
  <inkml:trace contextRef="#ctx0" brushRef="#br0" timeOffset="-154214.99">10493 8186,'-25'0,"25"0,0 24,-50 51,50-1,-49 1,49-1,0 0,0-24,0 0,0 24,25-49,24 24,1-49,49 25,-25-25,1 0,24 0,-74-25</inkml:trace>
  <inkml:trace contextRef="#ctx0" brushRef="#br0" timeOffset="-153163.93">13717 7764,'-49'0,"-1"0,50 49,-49 1,49 24,-50 1,50 24,0 0,0-24,0-26,50 26,-1-26,26-24,-1-25,25 75,-49-75</inkml:trace>
  <inkml:trace contextRef="#ctx0" brushRef="#br0" timeOffset="-151191.82">14065 7987,'0'0,"0"0,74 0,-49-50,0 50,49 0,-74 25,25 25,-25-25,0 24,0 1,0 0,0-26,0 1,-25 25,-25-25,26-25,-1 0,25 0,0-25,0-25</inkml:trace>
  <inkml:trace contextRef="#ctx0" brushRef="#br0" timeOffset="-150944.8">14461 7888,'0'-50,"25"50,-25-25,0 25,0 0,-99 50,74 0,-24-26,49 1,-25 25,25-25,0 24,25-49,-1 0,76 50,-26-50,1 0</inkml:trace>
  <inkml:trace contextRef="#ctx0" brushRef="#br0" timeOffset="-150592.78">15057 8012,'-25'0,"50"0,24 0,26-50,-26 50,1 0,0 0,-1-25,1 25</inkml:trace>
  <inkml:trace contextRef="#ctx0" brushRef="#br0" timeOffset="-150365.77">15230 7789,'-24'0,"24"24,0 26,0 0,0-1,24 26,-24-26,0 1,0 0,75-1,-50-49</inkml:trace>
  <inkml:trace contextRef="#ctx0" brushRef="#br0" timeOffset="-149692.73">15875 7789,'0'24,"50"-24,0 0,-1 0,1-24,24 24,1-25,-51 25,26-50,-75 50,0 25,-24 0,-1 49,1-24,-1-1,25 1,25 0,-74-25,99-25,24-25,-24 25,25 0,-26 0,26 0,-25 0,24 0,1 0,-25 0,0 0</inkml:trace>
  <inkml:trace contextRef="#ctx0" brushRef="#br0" timeOffset="-149383.71">16471 7466,'0'-49,"0"49,24 0,26 24,-25 1,24 50,1-1,0 0,-50 1,0-1,0 25,0-24,-25-1,-25 1,-49-1,49-24,-24-1,49-49</inkml:trace>
  <inkml:trace contextRef="#ctx0" brushRef="#br0" timeOffset="-147793.62">17240 7565,'0'-24,"-50"48,25 26,-24 24,-1 26,25-26,-24 25,49-24,0-26,0 1,0-25,24 24,26-49,24 0,1 0,-1 0</inkml:trace>
  <inkml:trace contextRef="#ctx0" brushRef="#br0" timeOffset="-147218.59">17488 7813,'-25'0,"-25"0,50 25,0 0,0 0,0 49,25-74,0 25,24-25,26 0,-26 0,1-25,-25 25,-25-49,50 49,-50-75,0 50,0 1,0-26,-25 50,25-50,-25 50,25 0,0 75,25-26,-25-24,25 50,-25-26,0 26,0-1,0 1,0-1,0 0,0 1,0-26,0 1,0 0,-25-50,0 0,-25 0,25 0,-24-50,49 0,0-24,0 0,0-1,0 26,49-1,1-24,49 49,-24-25,-1 0,1 50</inkml:trace>
  <inkml:trace contextRef="#ctx0" brushRef="#br0" timeOffset="-146933.57">18257 7813,'-25'0,"74"0,1 0,24 0,50 0,-49 0,-1 0,-24-49,-25 49</inkml:trace>
  <inkml:trace contextRef="#ctx0" brushRef="#br0" timeOffset="-146708.56">18529 7590,'-24'0,"24"25,0 49,24 1,-24-1,0 1,0-1,0 1,0-1,25 0,-25-49,25-25</inkml:trace>
  <inkml:trace contextRef="#ctx0" brushRef="#br0" timeOffset="-146079.52">19075 7640,'-49'0,"123"-50,-24 50,24 0,0-25,26 25,-1-49,-50 49,-49-25,25 25,-25 0,-49 0,24 50,-50 49,-24 25,25-25,-1 0,26-49,49 0,-25-50,25 24,25-48,24 24,-24-75,25 50,-25-24,-1 49,-24-25,75 25,-50 0,24 74,-49-49,50-25,-25 25,24-25,-24 0,0 0,24 0,-24 0</inkml:trace>
  <inkml:trace contextRef="#ctx0" brushRef="#br0" timeOffset="-145753.51">19819 7144,'50'0,"-25"0,24 0,1 0,24 99,-49-25,25 50,-1-24,-49 48,0-24,0 25,-99-25,0 0,0-24,24-26,-24 0,25-74</inkml:trace>
  <inkml:trace contextRef="#ctx0" brushRef="#br0" timeOffset="-142500.32">10766 9351,'-50'0,"50"-49,25 49,0 0,-1 0,51 0,-50 0,-1 0,1 0,50 0,-26 0,1 0,-1 0,26-25,-1 25,-24 0,0 0,-1-50,26 50,-26 0,1 0,-1 0,1 0,0 0,49-49,-25 49,25 0,25-25,-24 25,-1 0,-25 0,-24 0,0 0,24 0,-24 0,24 0,0 0,26 0,-1 0,25-50,-50 50,1 0,-1-49,0 49,1 0,-1 0,50 0,-24 0,-1-50,25 50,-25 0,0 0,-24-25,49 25,-25 0,0 0,0 0,25 0,-24 0,48-49,-48 49,-1 0,0 0,25-50,-25 50,50-50,-50 50,25 0,0-49,25 49,0 0,-25-50,50 50,-1 0,-24 0,-50-49,25 49,-49 0,24-50,0 50,25-50,-24 50,48 0,1-49,-50 49,1 0,48-50,-24 50,0 0,-24-25,-26 25,1 0,24-49,0 49,-25 0,1 0,-1-50,50 50,-49 0,-1 0,0 0,-24-25,0 25,-1 0,26 0,-26-49,1 49,0 0,-1 0,-24-25,25 25,-1 0,-24 0,0 0,0 0,49 0,-74-25,50 25,-26 0,1 0,25 0,-25 0,-1 0,-24-49,0 49,-24 0</inkml:trace>
  <inkml:trace contextRef="#ctx0" brushRef="#br0" timeOffset="-140175.19">11435 9327,'0'0,"50"0,0 0,-26 0,1 0,25 0,-25 0,-1-50,26 50,-25 0,0 0,24 0,-24 0,0 0,24 0,1 0,0 0,24 0,0-25,1 25,-1 0,25-49,-24 49,-1 0,1 0,-26 0,26-50,-26 50,26 0,-26 0,1 0,0 0,-1 0,26 0,-26 0,1 0,24-25,-24 25,24 0,26 0,-26-49,25 49,0 0,25-50,-24 50,-1 0,-25 0,1 0,-26 0,1 0,-1 0,1 0,25 0,-26 0,26 0,-1-25,25 25,-24 0,-1 0,0 0,26 0,-26-50,0 50,1 0,-1 0,-24 0,-1 0,26 0,-25 0,-1 0,1-24,-1 24,26 0,-26 0,1-50,24 50,1 0,-1 0,25-50,-24 50,-1 0,1-24,24 24,-25 0,1-50,24 50,-25 0,1 0,-1 0,1 0,-26 0,1 0,-1 0,26-25,-1 25,1 0,-1-49,1 49,-1 0,0-50,1 50,24 0,-25-25,-24 25,0 0,-1 0,26-49,-26 49,1 0,-1 0,1 0,24 0,-24-25,-25 25,24 0,-24 0,0 0,0 0,25 0,-26 0,26-50,0 50,-1 0,1 0,-1 0,1-25,-25 25,0 0,24 0,-24 0,0 0,24 0,-24 0,0 0,0 0,24 0,-24 0,0 0,25 0,-26 0,26 0,0 0,-26 0,1 0,0 0,50 0,-51 0,26 0,-50-49,50 49,24 0,-24 0,-26 0,-24-25,25 25,25 0,-25 0</inkml:trace>
  <inkml:trace contextRef="#ctx0" brushRef="#br0" timeOffset="-15116.03">19745 3398,'0'-49,"0"49,-25 0,-25 0,1 0,24 0,-25 0,-24 24,24-24,26 0,-26 0,0 0,26 0,-26 25,0-25,50 50,0-25,50 24,-50 26,50 24,-50 25,124 99,-124-49,74-1,-74 1,50-25,-50-50,24 0,-24-49,0 0,0-26,0 26,50-50,-25-25,0 25,24-25,-24 25,25-49,-26 49,1-25</inkml:trace>
  <inkml:trace contextRef="#ctx0" brushRef="#br0" timeOffset="-14329.99">19720 3696,'0'25,"0"0,0-1,25 26,-25 24,0-24,25 0,-25-26,0 26,49-25,-49 24,0-24,25-25,-25 50,25-50,-25 25</inkml:trace>
  <inkml:trace contextRef="#ctx0" brushRef="#br0" timeOffset="-13548.94">19695 3770,'0'-24,"0"-26,50 50,-50-25,25 25,-1 0,-24-25,50 25,-25 0,0 0,-25 0,0 50,0 0,0-1,0 1,0-25,0 24,0-24,0 0,0-25,0-25,74-25,-49 50,0 0,24 0,-49 0,0 50,0 0,0-1,0 1,0-1,-24-49,24 50,-25-50,25 25,-25-25,-25 0,50-25,0-25,50-49</inkml:trace>
  <inkml:trace contextRef="#ctx0" brushRef="#br0" timeOffset="-12812.9">20266 3795,'-50'0,"50"0,0 25,0 0,0 24,25-49,25 0,-1 0,1 0,-50-24,49-26,-49 0,0 26,0 24,25 0,-25 49,50 26,-50-26,0-24,25 25,-25-26,0 26,49 0,-49-1,0 26,0-51,25 1,-25 25,0-25,-50-25,1 0,-1 0,50 0,-25 0,25-50,0 0,0 26,0-26,0 0,0 1,50-26,24 26,-24-1,-25 25,24 25,-49-74</inkml:trace>
  <inkml:trace contextRef="#ctx0" brushRef="#br0" timeOffset="-10931.79">21233 3249,'0'-49,"25"123,-25-24,50 24,-50-24,24-1,-24 26,50-26,-50 1,25 0,-25-25,25-25,-25 49,49-49,-49 25,0-25,0-25,-25 25,25-49,-24 49,24-25,-25 25,0 0,-25 0,1 25,49-1,-50 26,50-25,-49 0,49 24,0 26,24-51,51-24,-50 0,-1 0,26 0,-50 0,50 0,-50-24,24 24,-24-100,0 76,50-1,-50-50,0 51,0-1,0 50,25-25,-25 24,25 26,24-50,-49 25,50-25,-1 0,1-25,-50 0,0-74,0 74,0 0,0 0,-25 25,25-49,0 74,0 24,25-49,-25 50,50-50,-50 25,24-25,26 49,-25-49,-25-24,0-1</inkml:trace>
  <inkml:trace contextRef="#ctx0" brushRef="#br0" timeOffset="-10639.78">21655 3299,'0'-74,"0"98,-25 1,75-25,-26 0,1 0,25 0</inkml:trace>
  <inkml:trace contextRef="#ctx0" brushRef="#br0" timeOffset="-10009.74">22052 3696,'0'0,"0"-50,-25 50,25-25,0 1,0-26,25-49,-25 74,25 0,-25-24,0 24,0 0,-25 25,0 50,25-26,0 1,25 25,0-50,24 25,26-25,-75 49,24-49,-24 25,0 25,0-1,0-24,0-25,0 25,-49-25,24 0,25 0,0-25,0-49,25 24</inkml:trace>
  <inkml:trace contextRef="#ctx0" brushRef="#br0" timeOffset="-9701.72">22325 3150,'-25'0,"25"-49,0 73,0-24,0 50,49-25,-49 24,25-24,-25 0,50 25,-50-26,25 26,-25-25,49 24,-49 1,25-50</inkml:trace>
  <inkml:trace contextRef="#ctx0" brushRef="#br0" timeOffset="-9535.71">22325 3373,'0'-49,"24"-1,26 50,0-49,-26 49,26 0,-50-50</inkml:trace>
  <inkml:trace contextRef="#ctx0" brushRef="#br0" timeOffset="-9085.69">22647 3150,'0'-49,"25"49,24 24,26 51,-75-26,25-24,-25 0,49-25,-49 74,25-74,-25-49,0 24,0 0,0-24,0-1,0 25,25 25,-25-25,49 25,-24-49</inkml:trace>
  <inkml:trace contextRef="#ctx0" brushRef="#br0" timeOffset="-8869.68">23019 3051,'0'0,"50"0,-50 50,0 24,25-74,-25 25,0 0,24-25</inkml:trace>
  <inkml:trace contextRef="#ctx0" brushRef="#br0" timeOffset="-8583.66">23044 2778,'-25'0,"25"-49,-50 24,50 25,-24 49,-26-49,50 50,-50-50,26 0,24-25,0 0,0 1,24-26,26 50,-25-25</inkml:trace>
  <inkml:trace contextRef="#ctx0" brushRef="#br0" timeOffset="7930.28">23168 2555,'0'-50,"0"100,25-1,-25 1,25 0,-25 24,0 1,49 24,-49-50,0-24,25 25,-25-25,0-1,0 26,25-50,-25-25,0 0,0 1,0-26,0 0,0 26,0-26,0 25,49 25,-24 0,0 0,-25 25,0 25,50-1,-50-24,0 25,0-1,0-49,0 25,-50-25,25 0,25 0,0-50,0 26,0-26</inkml:trace>
  <inkml:trace contextRef="#ctx0" brushRef="#br0" timeOffset="8500.32">23639 2828,'-25'0,"25"25,0 49,0-49,0 0,0 24,0-24,50-25,0 0,-26 0,26 0,-50 0,50 0,-50-50,0 1,0-1,0 25,0-24,-25 24,0 0,25 25,0-49</inkml:trace>
  <inkml:trace contextRef="#ctx0" brushRef="#br0" timeOffset="8791.33">23962 2480,'0'-49,"0"24,0 50,0 0,0 24,49 1,-49-1,0 26,25-1,-25-24,0-25,50 24,-50-24,25 25</inkml:trace>
  <inkml:trace contextRef="#ctx0" brushRef="#br0" timeOffset="8980.34">24011 2803,'0'-25,"0"25,50-49,-25 49,24-50,-24 50,-25-25,50 25,-50-50</inkml:trace>
  <inkml:trace contextRef="#ctx0" brushRef="#br0" timeOffset="9212.36">24235 2555,'0'-50,"0"75,49-25,-49 74,25-49,-25 25,0-25,50 0,-50 49,0-49</inkml:trace>
  <inkml:trace contextRef="#ctx0" brushRef="#br0" timeOffset="9498.37">24309 2431,'-50'-25,"50"25,-49 0,24 0,-25 0,50 0,25-50,25 26</inkml:trace>
  <inkml:trace contextRef="#ctx0" brushRef="#br0" timeOffset="10082.41">24483 2456,'0'-25,"24"25,1 49,-25-24,75 25,-75-1,24 1,-24 0,0-1,0-73,0-1,0-25,0-49,50 24,-50 1,0 24,25 1,-25 24,49 25,-49 0,25 50</inkml:trace>
  <inkml:trace contextRef="#ctx0" brushRef="#br0" timeOffset="10465.43">24879 2505,'25'0,"-25"0,50 0,-50-74,49 24,-49 25,25-24,-25 24,0 0,0 0,0 25,-25 0,25 0,-74 25,74 25,-50-1,50-24,0 25,0-25,0-1,0-24,50 50,0-50,-26 0,26-50,0 26,-26-1,26-25,-25 1,-25-1</inkml:trace>
  <inkml:trace contextRef="#ctx0" brushRef="#br0" timeOffset="11829.51">22201 3919,'0'-49,"-50"49,50 49,0-24,50 0,-50 49,24-24,-24-1,50 1,-50 24,25-24,-25-25,49 24,-49-24,25-25,-25 25,0-25,0-50,0 26,25 24,-25-50,50 50,-1-50,-24 50,25-49,-26 49,1 0,25 0,-1 0,-24 0,25 0</inkml:trace>
  <inkml:trace contextRef="#ctx0" brushRef="#br0" timeOffset="12339.54">22895 3944,'-25'0,"0"25,-24 49,49-49,-50 49,50-49,-49 0,49 25,24-50,26 0,-25-25,24 0,-24-25,25 1,-50-1,0 1,-25 49,25-25,0 25,25 0,-25 49,49-49,-49 25,25-25,25 25,0-25,-26 0</inkml:trace>
  <inkml:trace contextRef="#ctx0" brushRef="#br0" timeOffset="12872.57">23118 3845,'0'25,"0"24,0-24,25-25,-25 50,50-50,-1 0,1-25,0 0,-50-25,0 75,0 0,49-25,-24 0,25 0,-1 0,1-25,-1 0,1-24,-25 24,-25 0,0-24,0 24,0 0,0-25,0 50,-25 0,-25 0,26 0,-1 0,-50 25,51-25,24 25,24-25</inkml:trace>
  <inkml:trace contextRef="#ctx0" brushRef="#br0" timeOffset="14672.67">24458 1836,'-50'0,"75"0,25-25,-26 25,1 0,25-25,-1 25,1-50,24 50,-24-24,0 24,-1-50,-24 50,25-25,-50-25,24 50,26 0,-50 25,0 0,25 0,24 49,-49-49,50-25,-50 75,50-26,-50 1,49-1,-49 1,25 24,-25-24,0 0,50-1,-50 26,25-26,-25-24,49 25,-49-26,25 1,-25 25,0-25,0-1,0 26,50-50,-50 50,0-1,0 1,24-50,-24 50,0 24,0-49,25 0,-25 24,50 1,-50-25,0-25,-50 0,25 0,-24 49,-26-24,51-25,-26 74,25-49,0 25,-24-25,24 24,-50 26,26-26,-50 50,24-24,1-1,24-24,-24 24,49-24,-25 0,50-1,-24-49,24 50,0-75,0 25,0-50</inkml:trace>
  <inkml:trace contextRef="#ctx0" brushRef="#br0" timeOffset="-61438.85">670 9872,'-25'0,"50"0,25 0,-50-49,49 49,1 0,0 0,-50 24,49-24,-49 50,0 0,0 24,0 1,0-1,0-24,-49 24,49-49,-50-25,50 49,-25-49,-25 50,50-100</inkml:trace>
  <inkml:trace contextRef="#ctx0" brushRef="#br0" timeOffset="-61108.83">1067 9773,'0'0,"-50"0,26 0,24 0,-50 25,50 24,0 1,-25 0,25 24,0 1,0-1,0-49,0 0,25-25,-25 24,74-24,-49 0,50 0,-51 0,1 0,-25-49</inkml:trace>
  <inkml:trace contextRef="#ctx0" brushRef="#br0" timeOffset="-60524.8">1241 9426,'0'0,"0"25,0 24,24-24,-24 25,0-1,25 1,-25-1,50 1,-50 24</inkml:trace>
  <inkml:trace contextRef="#ctx0" brushRef="#br0" timeOffset="-59991.76">1687 9996,'-50'0,"100"0,0 0,-26-25,1 25,25-49,-25 49,49-25,-24 25,-25 0,-1-50,51 50</inkml:trace>
  <inkml:trace contextRef="#ctx0" brushRef="#br0" timeOffset="-59745.75">1985 9723,'-25'0,"25"-24,0 48,0 1,25 25,-25 24,49 1,-49-26,25 1,-25 24,50-49,-25 0</inkml:trace>
  <inkml:trace contextRef="#ctx0" brushRef="#br0" timeOffset="-59037.71">2530 9649,'0'-25,"-24"25,24 0,0 75,0-26,0 1,0-1,0 1,0 0,0-26,49-24,-49 25,50-25,-25 0,24 0,-24-49,-25 24,25 25,-25-75,0 51,0-26,0 25,0 0,0 25,-25 0,25 25,0 0,0 49,0-24,0 24,0 1,50 24,-50 25,49-25,-49-24,0 24,0-25,0 1,0-26,0-24,-25 25,-49-25,49-25,-24 0,49-25,-50-25,50-24,0-1,0-24,0 50,50-1,-26 0,51 26,-26 24,1-50</inkml:trace>
  <inkml:trace contextRef="#ctx0" brushRef="#br0" timeOffset="-55913.53">3473 10220,'0'0,"74"0,-49-25,25 25,24-25,-24 25,24-74,1 74,-1-50,-24 50,-25 0,-25-25,49 25,-49 0</inkml:trace>
  <inkml:trace contextRef="#ctx0" brushRef="#br0" timeOffset="-55597.51">3721 10418,'0'0,"50"0,-26 0,26-50,24 50,-24-49,-25 49,25-25,-26 25,1 0,-25-25,50 25</inkml:trace>
  <inkml:trace contextRef="#ctx0" brushRef="#br0" timeOffset="-52138.32">5085 10120,'-24'0,"24"-24,0-1,0 25,74-50,0 25,-49 25,25 0,-25 0,-1 0,26 75,-50-26,0 26,0-1,-25 25,25-24,-49-26,49-24,-50-25,50 75,-25-75,25-75</inkml:trace>
  <inkml:trace contextRef="#ctx0" brushRef="#br0" timeOffset="-51892.3">5557 10021,'0'-25,"-25"25,0 75,-25-1,50-24,-49-1,49 1,0 0,0-1,25-49,-1 0,26 0,24 0,26-25,-51 1</inkml:trace>
  <inkml:trace contextRef="#ctx0" brushRef="#br0" timeOffset="-51599.28">5805 9674,'0'25,"0"-1,24 26,-24-25,0 0,50 49,-50-24,25-1</inkml:trace>
  <inkml:trace contextRef="#ctx0" brushRef="#br0" timeOffset="-51247.26">6400 10145,'25'0,"49"0,-24-25,-1 25,1-49,24 49,-49 0,0-25</inkml:trace>
  <inkml:trace contextRef="#ctx0" brushRef="#br0" timeOffset="-51006.25">6648 9847,'-50'0,"50"25,0 50,25-26,-25 1,0 0,25 24,-25-49,50 0,-26-25,26 74</inkml:trace>
  <inkml:trace contextRef="#ctx0" brushRef="#br0" timeOffset="-50393.22">7020 9872,'0'0,"0"0,0 25,0 25,0-26,25-24,-25 50,49-50,-24 0,25 0,-25 0,0 0,-25 0,49 0,-49-50,0 26,0-1,0 25,0 49,0-24,0 25,25 49,-25-49,0 24,0 1,25-1,-25 0,0-24,0 0,0-26,0-24,0 25,-25-25,-25 0,1 0,49 0,0-25,0-24,0-26,0 26,0 24,25-25,-1 26,26-26,-25 50,24-50</inkml:trace>
  <inkml:trace contextRef="#ctx0" brushRef="#br0" timeOffset="-50107.2">7665 10269,'-25'0,"50"0,25-25,24 25,25-49,-49 49,-1-50,-24 50</inkml:trace>
  <inkml:trace contextRef="#ctx0" brushRef="#br0" timeOffset="-49875.19">7789 10021,'25'50,"-25"-1,49 51,-49-51,50 1,-50-1,0 26,25-50</inkml:trace>
  <inkml:trace contextRef="#ctx0" brushRef="#br0" timeOffset="-48803.12">8484 10046,'24'0,"-24"-25,25 25,25 0,-25 0,24-50,1 50,-25-24,24 24,-24-50,25 50,-75 0,0 50,-25 24,1 50,24-49,-25-1,50 0,-49-49,49 0,0-25,25 0,-25-50,49 50,-49-49,50 49,-1 0,1 0,24 0,-24 0,0 0,-26 0,-24 0</inkml:trace>
  <inkml:trace contextRef="#ctx0" brushRef="#br0" timeOffset="-48240.09">9128 9996,'25'0,"0"0,0-25,49 25,-49 0,0-49,25 49,-1-25,-74 50,25 0,-49 49,49-24,-50 24,50-24,-74-1,74 1,0-50,24 0,-24-25,50 25,0 0,-1 0,1 0,24-49,-49 49,-25-25</inkml:trace>
  <inkml:trace contextRef="#ctx0" brushRef="#br0" timeOffset="-47976.08">9550 9575,'0'0,"0"24,0 26,0-25,0 24,0 1,0-25,0 0,0-1</inkml:trace>
  <inkml:trace contextRef="#ctx0" brushRef="#br0" timeOffset="-44085.85">10369 10170,'0'0,"49"0,1-25,-25 25,24 0,26-49,-26 49,1 0,0-25,-26 25,1 0</inkml:trace>
  <inkml:trace contextRef="#ctx0" brushRef="#br0" timeOffset="-43806.84">10394 10393,'0'25,"49"-25,1 0,-1 0,26 0,-1 0,1-50,-26 50,1-24,-25 24,24 0,-49-50,25 50,-25 0</inkml:trace>
  <inkml:trace contextRef="#ctx0" brushRef="#br0" timeOffset="-42666.77">11683 10046,'0'-25,"0"-25,25 50,25 0,-1 0,1 25,-50 0,25 25,-25-25,0-1,0 26,0 0,0-1,0 1,-50-1,25-24,-24-25,24 50,-25-50,50 0,0-50,25-24</inkml:trace>
  <inkml:trace contextRef="#ctx0" brushRef="#br0" timeOffset="-42404.76">12080 9897,'0'0,"-25"0,-24 50,24-26,25 26,-50 25,50-26,-49 1,49-25,0 24,0 1,25-50,-1 0,51 0,-26 0,26 0,-50-25</inkml:trace>
  <inkml:trace contextRef="#ctx0" brushRef="#br0" timeOffset="-42105.74">12303 9699,'0'74,"0"-49,0 24,0 1,25 0,-25-1,0 1,50-25</inkml:trace>
  <inkml:trace contextRef="#ctx0" brushRef="#br0" timeOffset="-41662.72">12750 10170,'0'0,"25"0,49-50,-24 50,-1-49,-24 49,25-50,-25 50,-25-25</inkml:trace>
  <inkml:trace contextRef="#ctx0" brushRef="#br0" timeOffset="-41437.7">12874 9922,'-74'0,"74"-25,0 50,0 0,49 49,-49-24,50-25,-50 49,49-24,-49-26</inkml:trace>
  <inkml:trace contextRef="#ctx0" brushRef="#br0" timeOffset="-40378.64">13320 9872,'-49'0,"24"25,25 25,0-1,0 26,0-26,0-24,50-25,-50 50,99-50,-74 0,-1 0,1 0,25-50,-25 50,-25-74,49-1,-49 50,0-24,0 24,0 25,0-50,-49 50,49 0,25 50,-25-25,24 0,-24 24,50 51,-50-51,25 26,-25-1,0-24,0 24,0 0,0-24,0-25,0 49,-50-49,-24-25,49 0,0-50,25 1,0-26,0 26,0-1,0 1,75-26,-26 50,-24-24,49 24,-24 25,-25-50</inkml:trace>
  <inkml:trace contextRef="#ctx0" brushRef="#br0" timeOffset="-39704.6">14065 10170,'49'0,"-24"0,25 0,-1 0,1-50,-1 50,26 0,-26-24,-24 24,25 0,-50-50</inkml:trace>
  <inkml:trace contextRef="#ctx0" brushRef="#br0" timeOffset="-39473.59">14238 9897,'0'50,"0"24,0 1,0-1,50-24,-50-1,0 26,25-51,-25 1</inkml:trace>
  <inkml:trace contextRef="#ctx0" brushRef="#br0" timeOffset="-38445.53">14784 9947,'-25'0,"50"0,0 0,24 0,1 0,0-50,-1 50,26-25,-51 25,1-49,25 49,-75 24,0 26,-49 24,24 51,25-1,-24-75,49 1,-25-50,25 49,0-49,25 0,-25-49,74-1,-24 25,-1 25,1 0,0 0,-1 0,1 0,-1 0</inkml:trace>
  <inkml:trace contextRef="#ctx0" brushRef="#br0" timeOffset="-38174.52">15503 9599,'25'0,"25"0,-1 0,26 0,-75 25,25 0,-25 49,0 26,0-26,0 0,-50 26,0 24,-24 0,-1-75</inkml:trace>
  <inkml:trace contextRef="#ctx0" brushRef="#br0" timeOffset="-37403.47">11584 9897,'-49'0,"-1"0,50 25,-50 24,50 1,-49 49,49 1,0 24,0-50,0 0,25-24,-1 0,1-26,50-24,-26 50,26-50,-1 0,25-74</inkml:trace>
  <inkml:trace contextRef="#ctx0" brushRef="#br0" timeOffset="-36508.42">16297 9575,'-25'0,"-49"24,49 1,-25 25,1 49,-1 0,50-24,0 24,0-25,0-24,50-25,49 24,-25-49,26 0,24 0,24 0,-73-49</inkml:trace>
  <inkml:trace contextRef="#ctx0" brushRef="#br0" timeOffset="-35338.35">16719 9723,'-25'0,"25"0,50 0,-26 0,1 0,25 0,-25 0,-1 0,26 50,-50-25,25 49,-25-24,0-1,0-24,0 25,-50-25,25-25,1 49,-26-49,25 0,25-24,0-1</inkml:trace>
  <inkml:trace contextRef="#ctx0" brushRef="#br0" timeOffset="-35123.34">17116 9649,'-25'0,"0"50,-25-1,26 1,24-1,-50 1,50-25,0 0,0-25,50 0,-1 0,1 0,-1 0,1-75,-25 26</inkml:trace>
  <inkml:trace contextRef="#ctx0" brushRef="#br0" timeOffset="-34867.33">17190 9451,'0'-50,"0"75,0 49,0-24,0-1,0 1,0 0,0-1,50-24</inkml:trace>
  <inkml:trace contextRef="#ctx0" brushRef="#br0" timeOffset="-34297.3">17686 9599,'0'25,"0"0,0 25,0-26,0 1,0-25,50 75,-25-75,-1 0,26 0,0 0,-26 0,26-50,-25 25,-25-49,0 49,0-25</inkml:trace>
  <inkml:trace contextRef="#ctx0" brushRef="#br0" timeOffset="-33661.26">17587 9847,'-25'0,"75"0,-1-24,1 24,24 0,1-25,-1 25,1 0,-26-50,1 50,24 0,-49-25,0 25,49 0</inkml:trace>
  <inkml:trace contextRef="#ctx0" brushRef="#br0" timeOffset="-33383.24">17959 9575,'0'24,"0"1,50 0,-50 49,24-24,-24 0,0-1,50 1,-50-25,0 24,25-49</inkml:trace>
  <inkml:trace contextRef="#ctx0" brushRef="#br0" timeOffset="-32707.2">18703 9475,'0'50,"0"0,0-26,0 1,0 25,0-50,0 25,74-25,-49 0,0 0,0 0,49 0,-49 0,25-50,-50 0,0 26,0-26,0 0,-25 50,25 25,25 25,-25-25,25 24,-25-24,49 25,-49-1,0 26,0-1,0-24,0-1,0 1,0 24,0-24,-49-25,-1-25,25 0,-24 0,49 0,-50-50,50 1,0-1,0-25,50-24,-1 25,26 24,-1 1,-24 49,24-75</inkml:trace>
  <inkml:trace contextRef="#ctx0" brushRef="#br0" timeOffset="-32432.19">19422 9599,'-24'0,"48"0,51-49,-26 49,1 0,24-25,-24 25,24 0,-24-50,-25 50</inkml:trace>
  <inkml:trace contextRef="#ctx0" brushRef="#br0" timeOffset="-32206.18">19646 9401,'-25'0,"25"-25,25 75,-25 24,24-24,-24-1,0 1,50 24,-50-24,0 0,0-1,0-24</inkml:trace>
  <inkml:trace contextRef="#ctx0" brushRef="#br0" timeOffset="-31261.12">20266 9550,'-25'0,"50"-50,0 50,24 0,1 0,24-25,-24 25,-25-49,24 49,-49-25,50 25,-50 25,-25 49,25 1,-74 24,24-50,25 26,25-50,-74-1,49 26,25-50,25 0,24-74,-24 74,0-50,25 50,-26 0,1 0,25 0,-25 0,-1 0,26 0,-25 0,24 0,1 0,-50 0</inkml:trace>
  <inkml:trace contextRef="#ctx0" brushRef="#br0" timeOffset="-31027.11">20787 9079,'0'49,"0"-24,0 25,24-26,-24 1,25 25</inkml:trace>
  <inkml:trace contextRef="#ctx0" brushRef="#br0" timeOffset="-30666.09">21283 9079,'0'0,"25"0,24 24,-24 26,25 24,-50 26,49 24,-49-25,0 25,-25-25,-24 25,-26-50,26 26,-50-1,-25-49,49-50</inkml:trace>
  <inkml:trace contextRef="#ctx0" brushRef="#br0" timeOffset="-23731.69">918 11906,'-49'0,"24"0,50-25,-1 25,1-24,50-26,-26 50,-24 0,49 50,-74-1,25 26,-25-1,0 0,0-24,0 25,-25-26,-24 1,24-1,-74 1,74-50,25 0,25-50,0-24,24 0,-24-1</inkml:trace>
  <inkml:trace contextRef="#ctx0" brushRef="#br0" timeOffset="-23474.68">1389 11807,'0'0,"-49"0,-1 25,50 0,-49 24,49 1,-50-1,50 26,0-26,0-24,0 0,25 50,49-75,-49 0,25 0,24 0,-49-50</inkml:trace>
  <inkml:trace contextRef="#ctx0" brushRef="#br0" timeOffset="-22913.64">1786 12005,'-25'0,"75"0,0 0,24 0,-24-49,-25 49,-1 0,51 0,-75-25</inkml:trace>
  <inkml:trace contextRef="#ctx0" brushRef="#br0" timeOffset="-22681.63">1910 11906,'0'-49,"0"73,25 1,-25 25,0-1,25 26,-25-26,0 1,50 0</inkml:trace>
  <inkml:trace contextRef="#ctx0" brushRef="#br0" timeOffset="-21846.58">2456 11782,'-25'0,"25"0,50 0,-1 0,1-49,0 49,-1-25,-24 25,-25-25,50 25,-75 50,-25 24,1 50,49-25,-50 0,50-49,0-25,-50-25,50 25,50-75,-50 25,25-24,-25 24,49 0,-24 25,0 0,49 25,-24-25,0 25,-1-25,-49 0,25 0,-25-25</inkml:trace>
  <inkml:trace contextRef="#ctx0" brushRef="#br0" timeOffset="-21233.55">3944 11832,'-25'0,"25"0,50-25,0 25,-1-25,26 25,-1-49,-24 49,-25 0,-1 0</inkml:trace>
  <inkml:trace contextRef="#ctx0" brushRef="#br0" timeOffset="-21015.54">3969 12055,'0'0,"50"0,-25 0,24-50,26 50,-26 0,1-24,-25 24,24 0,-24 0</inkml:trace>
  <inkml:trace contextRef="#ctx0" brushRef="#br0" timeOffset="-20197.49">5209 11633,'0'-24,"0"-1,0 0,0 25,25 0,25 0,-25-50,24 50,-24 0,0 25,-25 0,74 25,-74 24,0 0,0 1,0-26,0 1,-25 0,25-26,-49-24,49 25,-50-25,50-25,0 1,0-26</inkml:trace>
  <inkml:trace contextRef="#ctx0" brushRef="#br0" timeOffset="-19973.48">5557 11509,'0'50,"-25"-25,25 24,-25 26,25-26,0 1,0-25,0 24,0-49,0 25,74-25,-49 0,25 0,24-25</inkml:trace>
  <inkml:trace contextRef="#ctx0" brushRef="#br0" timeOffset="-19297.44">5953 11733,'50'-25,"24"25,1-50,-1 50,1-25,-26 25,1 0,-25-49</inkml:trace>
  <inkml:trace contextRef="#ctx0" brushRef="#br0" timeOffset="-19050.42">6226 11509,'-49'0,"49"25,49 0,-49 25,50-1,-50 1,50-1,-50 26,49-50,-49-1,0 26,50-50</inkml:trace>
  <inkml:trace contextRef="#ctx0" brushRef="#br0" timeOffset="-17774.35">6822 11534,'-50'0,"75"0,24 0,1-25,24 25,1 0,-1-74,-24 74,-25-25,24 25,-24 0,-74 25,24 25,-25 49,0-25,1 25,-1-49,1 0,24-1,-25-49,100-49,-25 49,-1-50,26 50,-25-25,24 25,1 0,-25 0,0 0,24 0,-24 0,0 0,49 0,-24 0</inkml:trace>
  <inkml:trace contextRef="#ctx0" brushRef="#br0" timeOffset="-17490.33">7665 11708,'0'0,"25"0,24 0,1-50,24 50,26-49,-26 49,-24 0,-26-25,51 25</inkml:trace>
  <inkml:trace contextRef="#ctx0" brushRef="#br0" timeOffset="-17251.32">7913 11485,'-50'-50,"75"100,-25-1,75 1,-75 24,49-49,1 25,-50-1,25 1,-25-25</inkml:trace>
  <inkml:trace contextRef="#ctx0" brushRef="#br0" timeOffset="-16207.26">8732 11311,'0'50,"0"-26,0 26,0-25,0 0,74 24,-49-49,0 0,24 0,-24 0,0 0,24-25,-24-49,-25 24,0 26,0-26,0 25,-25 25,25-25,0 50,0 0,25 49,-25-24,0 0,25 24,-25 0,0 26,0 24,0-50,0 0,0-24,0-25,0-25,0 49,-25-49,-49 0,24 0,50-49,-25 24,25-25,0-24,0 0,0 24,0 0,50 1,-25 49,24-50,26 50,-50-25</inkml:trace>
  <inkml:trace contextRef="#ctx0" brushRef="#br0" timeOffset="-15516.22">9302 11336,'0'0,"0"0,0 49,0 1,0 0,0-1,0 1,0-25,50-25,-50 24,49-24,26 0,-26 0,-24-74,-25 0,0 24,0 0,0 26,0-26,0 75,0 0,0-1,50 51,-50-26,0 1,25 0,-25 24,0 0,0 26,0-51,0 1,0-25,0 24,-50-49,0 0,26 0,-1 0,-25 0,50-49,0 24,0 0,0-25,50-24,-1 24,26-24,-50 49,49-24,-49 24</inkml:trace>
  <inkml:trace contextRef="#ctx0" brushRef="#br0" timeOffset="-14146.14">9823 10939,'0'-25,"0"75,50-1,-50 1,0-1,24 26,-24-25,0-1,0 1,0-25</inkml:trace>
  <inkml:trace contextRef="#ctx0" brushRef="#br0" timeOffset="-13538.11">10518 11435,'-25'0,"74"0,1-25,0 25,24-49,25 49,-24-25,-26 25,-24 0,25 0</inkml:trace>
  <inkml:trace contextRef="#ctx0" brushRef="#br0" timeOffset="-13284.09">10617 11658,'25'0,"-1"0,51-25,-26 25,1 0,0-24,-1 24,1 0,-25 0,-1 0</inkml:trace>
  <inkml:trace contextRef="#ctx0" brushRef="#br0" timeOffset="-12082.02">11857 11385,'0'-24,"25"24,0 0,-1-50,26 50,-25 0,0 0,24 0,1 0,-50 25,25 49,-25 1,0-1,0-24,0-1,0 26,-75-51,26 26,24-50,-25 25,1-25,49 0,49-50,1 1</inkml:trace>
  <inkml:trace contextRef="#ctx0" brushRef="#br0" timeOffset="-11865.01">12403 11237,'-25'0,"-25"24,50 1,-49 25,49 24,0-24,0-25,0-1,0 51,49-75,1 0,24 0,-24 0</inkml:trace>
  <inkml:trace contextRef="#ctx0" brushRef="#br0" timeOffset="-11564.99">12800 11460,'-25'0,"74"0,1-25,24 25,26 0,-1-25,0 25,-25-49,1 49,-50-50</inkml:trace>
  <inkml:trace contextRef="#ctx0" brushRef="#br0" timeOffset="-11311.98">13147 11187,'0'0,"0"50,49 24,-49 0,25-24,-25 0,0 24,50-24,-50-26</inkml:trace>
  <inkml:trace contextRef="#ctx0" brushRef="#br0" timeOffset="-10072.91">13792 11212,'0'25,"0"49,0-24,0-1,25-49,24 0,1 0,-1 0,1 0,0 0,-26 0,-24-74,0 24,0 1,0 49,0-25,-49 25,49 0,0 49,0 1,25 0,-25-1,49 26,-49-1,0 0,0 1,0 24,0-49,-25-1,25-24,-49 25,-26-26,26-24,24 0,25 0,0-24,0-26,0-24,0-26,25 51,24-1,-24 1,50 24,-26 25,1-75</inkml:trace>
  <inkml:trace contextRef="#ctx0" brushRef="#br0" timeOffset="-9727.89">14461 11460,'50'0,"0"0,-1 0,1-25,24 25,26-50,-51 50,-24-24</inkml:trace>
  <inkml:trace contextRef="#ctx0" brushRef="#br0" timeOffset="-9511.88">14660 11261,'0'0,"25"25,-25 50,25-1,-25 0,0-24,0 0,49 24,-49-24,0-26,0 1</inkml:trace>
  <inkml:trace contextRef="#ctx0" brushRef="#br0" timeOffset="-8497.82">15206 11137,'-25'0,"50"0,49 0,-24 0,-26 0,1 0,25-49,-1 49,-49-25,25 25,-25 25,-25 24,-24 51,-1-26,25 0,-24 26,49-51,-50-49,50 50,0-75,0 25,0-74,50 74,-50-25,74 25,-24 0,-1 0,-49 0,25 0,25 0,-25 0,-1 0</inkml:trace>
  <inkml:trace contextRef="#ctx0" brushRef="#br0" timeOffset="-8242.8">15801 10889,'50'0,"-26"0,26 0,0 0,-50 0,49 50,-49-1,0 1,25 24,-25 1,0 24,-50 0,-24 1,0-26</inkml:trace>
  <inkml:trace contextRef="#ctx0" brushRef="#br0" timeOffset="-7604.77">11683 11237,'0'0,"-49"0,-26 74,26-24,24 24,-25 50,50 0,-49 25,49-25,0-50,49-24,26-1,-1-24,25-25,50 0,50 0,-1 0</inkml:trace>
  <inkml:trace contextRef="#ctx0" brushRef="#br0" timeOffset="-6158.69">16768 10815,'-24'0,"-1"49,25 1,-75 24,75 50,-49-24,49-26,0 1,0-26,49-24,1 25,24-50,1 0,24 0,25-25,-50-25</inkml:trace>
  <inkml:trace contextRef="#ctx0" brushRef="#br0" timeOffset="-5678.66">17438 10964,'-25'0,"25"-50,25 50,25-25,-1 25,-24 0,0 0,-25 25,74 25,-74-1,0 1,0 24,0 1,0-26,-25 1,25-25,-49-25,49 25,-50-25,50-25,0 0,25-49</inkml:trace>
  <inkml:trace contextRef="#ctx0" brushRef="#br0" timeOffset="-5468.65">17835 10840,'-25'0,"25"49,-25-24,25 0,-74 24,74 1,0 0,0-26,0 26,25-50,24 0,-24 0,0 0,25 0</inkml:trace>
  <inkml:trace contextRef="#ctx0" brushRef="#br0" timeOffset="-5072.62">18455 10914,'-50'0,"100"0,0 0,24-25,0 25,-24-25,24 25,-24-49,-25 49,0 0,-25-25</inkml:trace>
  <inkml:trace contextRef="#ctx0" brushRef="#br0" timeOffset="-4840.61">18678 10691,'-25'0,"25"49,0 1,0 0,50-1,-50-24,25 25,-25-26,49 26,-49-25,0 0,0 24</inkml:trace>
  <inkml:trace contextRef="#ctx0" brushRef="#br0" timeOffset="-3452.53">19348 10765,'-25'0,"25"0,0 25,0 25,0-26,0 1,0 25,0-50,0 25,50-25,24 0,-49 0,0 0,24-25,1-25,-50 25,0-49,0 24,0 26,0 24,0 24,0 26,0-25,0 24,74 26,-74-1,0 1,25-26,-25 26,0-26,0 26,0-26,0-24,0 0,-25-25,-24 0,-26-25,75 0,0-49,-24 24,24 26,0-26,0 25,0 0,99-24,-50 24,-24-25,25 25</inkml:trace>
  <inkml:trace contextRef="#ctx0" brushRef="#br0" timeOffset="-3197.52">19745 10542,'0'50,"25"24,-25-24,49-1,-49 1,25 24,-25-24,50-25</inkml:trace>
  <inkml:trace contextRef="#ctx0" brushRef="#br0" timeOffset="-2770.49">20167 11063,'24'0,"26"0,0 0,-1-50,1 50,24-25,-24 25,-25 0,-25-49</inkml:trace>
  <inkml:trace contextRef="#ctx0" brushRef="#br0" timeOffset="-2537.48">20315 10840,'0'49,"0"1,0-1,0 26,0-1,0 1,0-1,0-24,50-1,-50-24,50-25</inkml:trace>
  <inkml:trace contextRef="#ctx0" brushRef="#br0" timeOffset="-1854.44">20787 10864,'-25'0,"25"0,49 0,51-24,-26 24,-24-25,-1 25,1-50,-25 50,-25-25,25 25,-25 0,0 75,0-1,0 1,0-1,-75-24,50 24,-24-24,24-25,-25-25,26 49,24-49,0-49,74-1,-49 50,24-50,-24 50,25 0,-25 0,24 0,-24 0,0 0,24-25,-49 1</inkml:trace>
  <inkml:trace contextRef="#ctx0" brushRef="#br0" timeOffset="-714.37">21481 10468,'0'-25,"50"25,-25 0,-1 0,26 49,0 51,-26-1,-24 25,50 0,-50 0,0-25,0-24,0-1,0-24,-74-1,74-24,-50-25,25 50,25-75</inkml:trace>
  <inkml:trace contextRef="#ctx0" brushRef="#br0" timeOffset="3116.84">993 13419,'0'-49,"-25"49,25-25,-50 25,50 0,0 50,-25 49,25-25,0 1,0-26,0-24,25-25,0 50,25-50,-26 0,26 0,24-75,-24 50,-25-24,-25-1,74 25,-74-24,0-1,0 1,0-1,0 25,-25-24,25 73,0 26,0 0,50-1,-50 50,74 100,-74-26,50-49,-50 0,0-24,0-1,0-25,0-49,0 25,0-25,-25-25,-49 0,49 0,-25-25,50-25,0 1,0-1,0 0,0 1,25-26,25 50,24-24,1 24,-26-25</inkml:trace>
  <inkml:trace contextRef="#ctx0" brushRef="#br0" timeOffset="3415.86">1761 13940,'-24'0,"24"0,49-25,1 25,24-49,1 49,24-75,-49 75,-26 0</inkml:trace>
  <inkml:trace contextRef="#ctx0" brushRef="#br0" timeOffset="3618.87">1960 13717,'0'50,"0"49,50 0,-1 0,-49-24,25-1,-25 0,0 1,0-50,50 24</inkml:trace>
  <inkml:trace contextRef="#ctx0" brushRef="#br0" timeOffset="5051.96">2357 13692,'49'-49,"-24"49,25-25,24 25,-24-50,-1 50,1-49,0 49,-26-75,26 75,-50-25,0 25,0 50,-25 0,25-1,-25 26,25-26,-49-24,49 0,-25 24,25-24,-50-25,50 0,25 0,25 0,-1 0,-24 0,25 0,-25 0,-1 0,26 0,0 0,-1-49</inkml:trace>
  <inkml:trace contextRef="#ctx0" brushRef="#br0" timeOffset="5403.98">3473 13543,'50'0,"-1"0,26-24,-1 24,0-25,-24 25,0 0,-26 0</inkml:trace>
  <inkml:trace contextRef="#ctx0" brushRef="#br0" timeOffset="5597.99">3572 13767,'0'49,"0"-49,50 0,-1-49,1 49,0-25,24 25,-49-50,0 50</inkml:trace>
  <inkml:trace contextRef="#ctx0" brushRef="#br0" timeOffset="7385.09">5036 13444,'0'-25,"0"-24,0 24,0 25,25-25,24 25,26 0,-26 0,-49 0,50 50,-50 24,0 1,0-26,0 1,0-25,0 24,-25-24,-49 49,-1-74,75-49,50-26</inkml:trace>
  <inkml:trace contextRef="#ctx0" brushRef="#br0" timeOffset="7625.1">5358 13271,'0'0,"0"24,-49 1,49 50,-75-26,75 1,0-1,0 1,0 0,50-50,-1 0,51 0,-26 0,0-75,-49 50</inkml:trace>
  <inkml:trace contextRef="#ctx0" brushRef="#br0" timeOffset="8427.15">5631 13320,'-25'0,"0"0,25-25,25 25,25 0,-25 0,24 0,1 25,-50 0,49 25,-49-1,25 1,-25-25,0 24,0-24,-25 25,1-50,-26 49,25-49,0 0,25 0,0-74,50-1</inkml:trace>
  <inkml:trace contextRef="#ctx0" brushRef="#br0" timeOffset="8645.16">6003 13171,'0'0,"-25"0,-49 25,74 25,-50-1,50 26,-25-26,25 1,0-25,0 49,50-74,0 0,-1 0,26-25,-1 25,1-74</inkml:trace>
  <inkml:trace contextRef="#ctx0" brushRef="#br0" timeOffset="9334.2">6152 12849,'-25'0,"25"25,0-1,0 1,50 50,-50-51,25 26,-25 0,49-26</inkml:trace>
  <inkml:trace contextRef="#ctx0" brushRef="#br0" timeOffset="9708.22">6698 13370,'-25'0,"25"0,74 0,-24-25,-1 25,1 0,24-50,-24 50,-25 0,-25-49,49 49</inkml:trace>
  <inkml:trace contextRef="#ctx0" brushRef="#br0" timeOffset="9972.24">6822 13122,'0'0,"0"49,0 1,49 0,-49-1,25 26,-25-26,50 1,-50-1,0 1</inkml:trace>
  <inkml:trace contextRef="#ctx0" brushRef="#br0" timeOffset="11667.33">7293 13122,'0'-50,"-25"50,25 25,0 0,0-1,0 26,0-25,0 0,50-25,-25 49,24-49,1 0,-1 0,-24 0,25 0,-25-24,24-26,-49 25,0-25,-49 1,24 24,0 25,50 25,24 49,-49-24,25 0,-25 24,0 0,0 1,0-1,0 1,0-1,0-24,0 24,0-49,0-25,0 25,-25-25,-49 0,24 0,50 0,0-25,-24-50,24 26,0-26,0 26,49-1,-24 1,25 24,-1 25,1-75,-1 75,1-24</inkml:trace>
  <inkml:trace contextRef="#ctx0" brushRef="#br0" timeOffset="11975.35">8012 13370,'50'-25,"-25"25,24-50,26 50,24-24,-25 24,-24-50,0 50,-50-25</inkml:trace>
  <inkml:trace contextRef="#ctx0" brushRef="#br0" timeOffset="12206.36">8211 13097,'-25'0,"25"25,0 24,0 26,50-1,-50 1,49-1,-49-24,0-1,0 26,25-26</inkml:trace>
  <inkml:trace contextRef="#ctx0" brushRef="#br0" timeOffset="13129.42">8880 13072,'-24'0,"24"0,49 0,1 0,-1-50,1 50,24-24,-49 24,0-50,49 50,-74-25,0 25,-24 75,-26-1,25 25,-24 25,-1 0,0-49,50-26,-49 1,74-100,49 1,-24 49,-26 0,1 0,50 0,-75 0,49 0,1 0,-25 0,24 0,-49-25</inkml:trace>
  <inkml:trace contextRef="#ctx0" brushRef="#br0" timeOffset="13766.45">10394 13246,'-25'0,"25"0,49 0,1 0,49-50,-24 50,-1 0,0-50,1 50,-26 0,1 0</inkml:trace>
  <inkml:trace contextRef="#ctx0" brushRef="#br0" timeOffset="14036.47">10617 13419,'-25'0,"25"0,50 0,-26 0,26 0,24-24,-24 24,0 0,-26-50,26 50,-25 0,24-50</inkml:trace>
  <inkml:trace contextRef="#ctx0" brushRef="#br0" timeOffset="15282.54">12155 12799,'-25'0,"0"0,25-25,-50 25,50-24,0-1,25 25,0 0,0 0,49-50,-24 50,-25 0,-1 0,26 50,-25-1,-25 26,0 24,0-25,0 1,0-1,-25 1,0-26,-49-24,49-25,-25 50,26-50,24 0,24-50,1 1,50-51,-26 26,1-50</inkml:trace>
  <inkml:trace contextRef="#ctx0" brushRef="#br0" timeOffset="15468.55">12502 12725,'0'-25,"50"25,-50-50,-25 100,-25 0,25-1,25 1,-49 24,49-49,0 0,24-25,1 49,25-49,24 0,26 0,-51 0</inkml:trace>
  <inkml:trace contextRef="#ctx0" brushRef="#br0" timeOffset="15746.57">12924 12923,'-50'0,"75"0,0 0,24 0,50-49,-24 49,-1-50,1 50,-1-50,0 50,-49 0,-25-24</inkml:trace>
  <inkml:trace contextRef="#ctx0" brushRef="#br0" timeOffset="15971.58">13221 12675,'0'50,"0"-1,25 26,-25-1,50-24,-50-1,0 1,24 24,-24-49</inkml:trace>
  <inkml:trace contextRef="#ctx0" brushRef="#br0" timeOffset="16962.64">13990 12601,'-49'0,"24"25,25-1,0 1,0 25,0-25,25 24,24-24,-24-25,0 50,24-50,-24 0,0 0,25-50,-26 25,26-24,-50 24,25 0,-25-25,0 26,0-1,0-25,0 50,0 99,0-74,0 0,0 25,0 24,0 25,49-49,-49 24,0-24,0-1,0 26,-24 24,24-74,-25 0,-25 24,1-49,24 0,25 0,-50-49,50-1,0 1,0-1,0-25,25 26,-25 24,74-25,-49 50,50-24,-26 24,-24 0</inkml:trace>
  <inkml:trace contextRef="#ctx0" brushRef="#br0" timeOffset="17202.65">14561 12948,'0'0,"25"0,24-25,26 25,24 0,0-74,-25 74,-24-50</inkml:trace>
  <inkml:trace contextRef="#ctx0" brushRef="#br0" timeOffset="17425.66">14834 12700,'-25'0,"25"50,0 24,0 0,0 1,0-1,0 1,49-26,-49 1,0-25,25-25</inkml:trace>
  <inkml:trace contextRef="#ctx0" brushRef="#br0" timeOffset="18025.7">15230 12675,'25'0,"50"0,-26-25,1 25,-1 0,26-49,-50 49,24-25,-24 25,-50 25,-24 74,-1-49,25-1,25 1,-49-1,49-24,0 25,24-75,1 25,25-50,-25 50,-25-49,49 49,1 0,0 0,-1 0,-24 0,0 0</inkml:trace>
  <inkml:trace contextRef="#ctx0" brushRef="#br0" timeOffset="18274.71">15900 12328,'50'0,"-1"0,-24 0,0 0,25 25,-50 24,24 1,-24 24,0 1,0-1,0 25,-24-24,-26-1,0 25,-24-49</inkml:trace>
  <inkml:trace contextRef="#ctx0" brushRef="#br0" timeOffset="18964.75">11659 12576,'0'0,"0"50,0 24,-50 50,50 0,-50 25,50-50,0 0,0-24,25-1,25-49,24-25,1 50,24-50,50 0,24-50,-24 0</inkml:trace>
  <inkml:trace contextRef="#ctx0" brushRef="#br0" timeOffset="20110.82">16892 12303,'-24'0,"-1"0,-25 25,1 49,-26 50,25-24,50-1,-49 25,49-75,74 26,1-50,24-25,50 0,0 0,-1 0,-24-25</inkml:trace>
  <inkml:trace contextRef="#ctx0" brushRef="#br0" timeOffset="20524.84">17413 12526,'-25'0,"25"-49,0 49,75 0,-26 0,-24 74,25-24,-50-1,49 51,-49-26,0-24,0-1,-24 1,-26-25,-24-25,49 0,25 0,0-50,49 0,-24-24</inkml:trace>
  <inkml:trace contextRef="#ctx0" brushRef="#br0" timeOffset="20734.85">17785 12427,'0'50,"-74"-1,49 1,-25 24,50-24,-24-25,24 49,0-74,24 0,26 0,0 0,-1-25,-24 25,-25-49</inkml:trace>
  <inkml:trace contextRef="#ctx0" brushRef="#br0" timeOffset="20974.87">17860 12129,'0'0,"0"0,0 25,49 50,-49-1,0 25,50-24,-50-1,0 1,0-51</inkml:trace>
  <inkml:trace contextRef="#ctx0" brushRef="#br0" timeOffset="21274.88">18629 12650,'24'0,"26"-24,49 24,25-50,-24 50,24-74,-50 74,-24-25</inkml:trace>
  <inkml:trace contextRef="#ctx0" brushRef="#br0" timeOffset="21497.9">19026 12328,'0'50,"0"-1,24 1,-24-1,75 26,-75-26,49-24,-49 25,25-25,-25-1</inkml:trace>
  <inkml:trace contextRef="#ctx0" brushRef="#br0" timeOffset="22420.95">19596 12303,'-25'0,"-24"50,49-1,0 1,0-25,24 24,-24-24,75-25,-50 50,24-50,26 0,-26 0,1-25,-25 25,24-50,-24 1,-25-1,0 25,0-24,0-1,0 1,0 98,0 1,0 24,0-24,0-1,0 26,50-1,-50 1,0 24,0-50,0 1,0 0,0-26,0-24,0 50,-50-50,1 0,24 0,0 0,-25 0,50-25,0-24,0-1,0 0,0 1,25-1,25 25,-1-24,51 24,-26-25,25-24</inkml:trace>
  <inkml:trace contextRef="#ctx0" brushRef="#br0" timeOffset="22676.96">20439 12526,'-49'0,"74"-49,24 49,1-25,-1 25,51-50,-26 50,0-49,-24 49,0-75</inkml:trace>
  <inkml:trace contextRef="#ctx0" brushRef="#br0" timeOffset="22899.98">20687 12254,'-24'0,"24"0,0 49,0 26,24-1,-24 0,25-24,-25 0,0 24,50-49,-25 24</inkml:trace>
  <inkml:trace contextRef="#ctx0" brushRef="#br0" timeOffset="23427.01">21035 12204,'0'-25,"25"25,24 0,1-50,-1 50,26-24,-26 24,1-75,0 75,-26-25,-24 25,-24 75,-26-1,0 50,1-49,24-1,25 1,-50-51,50 1,50-25,-25 0,-25-49,49 49,1-25,-25 25,0 0,-1 0,51 0,-26 0,-24 0,25 0,-50-50</inkml:trace>
  <inkml:trace contextRef="#ctx0" brushRef="#br0" timeOffset="23705.02">21754 11782,'50'-49,"-1"73,1 1,-50 50,49-1,-49 25,0 0,0-24,0 24,0-24,-74-26,24 26,-49-51</inkml:trace>
  <inkml:trace contextRef="#ctx0" brushRef="#br0" timeOffset="28069.27">22027 9475,'-75'0,"75"25,-24-25,24 0,74 0,1 0,24 0,0 0,25 0,-25 0,0-49,25 49,-49 0,-50 0,-25-50</inkml:trace>
  <inkml:trace contextRef="#ctx0" brushRef="#br0" timeOffset="28360.29">22672 9203,'-50'0,"75"24,25-24,49 50,25-50,-50 25,-24-25,24 74,-49-49,-25 25,0-26,0 1,0 25,-25-25,-49 24,24-24,1-25,-1 50</inkml:trace>
  <inkml:trace contextRef="#ctx0" brushRef="#br0" timeOffset="28600.3">23490 9178,'0'-50,"0"75,0 0,0 24,25 1,-25 49,0-49,0-1,0 1,50 0</inkml:trace>
  <inkml:trace contextRef="#ctx0" brushRef="#br0" timeOffset="29320.34">22473 10691,'0'0,"50"0,24 0,-24 0,0 0,-1 0,26 0,-1 0,25-50,-49 50,-25 0</inkml:trace>
  <inkml:trace contextRef="#ctx0" brushRef="#br0" timeOffset="29701.37">23466 10319,'0'0,"0"-25,24 25,1 0,0 0,49 0,-74 0,0 50,0-1,-24 26,-26-1,0 25,-24-49,49-1,25-24,50-25,-1 0,26 0,-1 0,-24-49,-25 49,-1 0,-24-25,50 25</inkml:trace>
  <inkml:trace contextRef="#ctx0" brushRef="#br0" timeOffset="30391.4">22969 10542,'0'0,"50"0,-25 0,0 0,24 0,-24 25,25-25,-1 0,-24 0,-25 49,-25 26,25-50,-49 24,49 1,-50-25,50 24,-49-24,49 0,0 24</inkml:trace>
  <inkml:trace contextRef="#ctx0" brushRef="#br0" timeOffset="30987.44">22548 12254,'-50'0,"100"-25,-25 25,-1 0,51 0,-26-25,1 25,0 0,24-50,0 50,1 0,-50-25,24 25,-49-49</inkml:trace>
  <inkml:trace contextRef="#ctx0" brushRef="#br0" timeOffset="31263.45">22945 12005,'-25'0,"25"0,25 25,49-25,1 0,-1 50,-24-50,-1 0,1 25,-25-25,-25 49,0 1,0 0,-50-26,0-24,1 75,24-75,25 25,50-25</inkml:trace>
  <inkml:trace contextRef="#ctx0" brushRef="#br0" timeOffset="31727.48">23639 11931,'0'-50,"0"26,0 24,50 0,-1-25,-24 25,25 0,-50 0,0 74,0-49,-25 49,0-49,-24 0,24 49,25-49,25-25,-1 50,26-50,-25 0,-25 25,0 0,-50-25,25 0,1 0,-51 0</inkml:trace>
  <inkml:trace contextRef="#ctx0" brushRef="#br0" timeOffset="32147.51">23664 11609,'-50'0,"26"0,-1 0,-25 0,25 49,-24 1,24 24,25 50,-74 25,74-50,0 1,0-26,0-24,0-1,49-49,26 25,-1-25,0 0,1 0,-1-50,25 1,-49 24,0-25,-50 26,24-26,-24 0,0-24,0-1,0 26,-49 24,-1 25,1 0,-26 0,1 0,-1 0,26 50,49-26,0 1</inkml:trace>
  <inkml:trace contextRef="#ctx0" brushRef="#br0" timeOffset="36296.74">1340 15230,'0'-50,"0"26,0 24,0 24,0 51,0 49,25 0,-25-25,0 0,0 1,0-26,49 0,-49-49,0 25,0-50,25-50,-25 25,0-24</inkml:trace>
  <inkml:trace contextRef="#ctx0" brushRef="#br0" timeOffset="36565.76">1290 15453,'0'-49,"-25"49,25-25,50 25,-25-25,24 25,26-74,-26 74,1-50,-25 50,-25-50,74 50,-74 50</inkml:trace>
  <inkml:trace contextRef="#ctx0" brushRef="#br0" timeOffset="36792.77">1464 15677,'0'0,"0"0,0-25,49 25,-24-50,25 25,-1 25,-24-49,0 49,49 0,-49 0</inkml:trace>
  <inkml:trace contextRef="#ctx0" brushRef="#br0" timeOffset="37106.79">2010 15503,'0'0,"0"0,0 50,0 24,24-24,-24-1,0 1,25 24,-25-24,0-25,0-1,50-24,-25 0,-1-49</inkml:trace>
  <inkml:trace contextRef="#ctx0" brushRef="#br0" timeOffset="40122.96">3175 15304,'-49'0,"24"0,50 0,49 0,-24 0,-1-49,1 49,24-50,-24 50,0 0,-26-25,26 25,0 0,-50 25,0 0,-25-25</inkml:trace>
  <inkml:trace contextRef="#ctx0" brushRef="#br0" timeOffset="40391.98">3349 15503,'-25'0,"25"25,-25-25,25 0,25 0,50 0,-26 0,1 0,24-75,1 75,-51-49,26 49,-25-25,0 25,-25-50,49 50</inkml:trace>
  <inkml:trace contextRef="#ctx0" brushRef="#br0" timeOffset="42861.12">4664 14709,'0'-25,"0"1,0-26,-25 50,0 74,25-24,-50 0,50 24,0 25,-49 25,49-49,0-26,25 1,-1-1,51-49,24 0,25 0,25-49,0-1,-25 1,-99 24</inkml:trace>
  <inkml:trace contextRef="#ctx0" brushRef="#br0" timeOffset="43557.16">5110 14908,'-25'0,"25"0,0-50,25 50,25 0,-25 0,-1 0,51 25,-75 0,25 24,-25 1,0 24,0-24,0-1,0 1,-25 0,-25-1,1-49,49-25,24-24,1-1,-25 1</inkml:trace>
  <inkml:trace contextRef="#ctx0" brushRef="#br0" timeOffset="43766.17">5408 14908,'0'0,"-50"74,50-49,-25 0,25 24,0 1,0-25,0-25,50 0,0 0</inkml:trace>
  <inkml:trace contextRef="#ctx0" brushRef="#br0" timeOffset="44006.18">5482 14635,'0'0,"0"49,0 1,0 0,0 24,50 0,-50-24,0 0,0-26,25-24</inkml:trace>
  <inkml:trace contextRef="#ctx0" brushRef="#br0" timeOffset="44510.21">5929 15106,'-25'0,"25"0,74-25,-24 25,-1-49,1 49,25-25,-51 25,1 0,-25-25,50 25</inkml:trace>
  <inkml:trace contextRef="#ctx0" brushRef="#br0" timeOffset="44726.22">6127 14908,'0'-25,"0"74,0-24,0 0,0 25,25-26,-25 1,50 25,-50-25,24-25</inkml:trace>
  <inkml:trace contextRef="#ctx0" brushRef="#br0" timeOffset="45455.27">6524 14858,'0'-50,"0"100,0 0,0-26,0 1,0 50,50-75,24 0,-49 0,24 0,-24 0,25-50,-25 0,-25 1,0 24,0-25,-50 50,50 0,0 50,0-25,25-25,-25 49,25 1,-25-25,49 0,-49 49,50-24,-50-1,0 26,0 24,0-49,0-1,0-24,0-25,-50 0,25 0,25-25,0 0,0-24,0-1,0 0,25 1,25-26,-25 51,24 24,-24-50</inkml:trace>
  <inkml:trace contextRef="#ctx0" brushRef="#br0" timeOffset="45694.28">7169 15081,'0'0,"50"-25,24 25,-24-49,-1 49,1-50,-25 50,-25-25</inkml:trace>
  <inkml:trace contextRef="#ctx0" brushRef="#br0" timeOffset="45896.29">7392 14858,'-25'25,"25"24,0-24,0 25,25-25,-25-1,0 26,25-25,-25 24,50-24,-26-25</inkml:trace>
  <inkml:trace contextRef="#ctx0" brushRef="#br0" timeOffset="46489.33">7690 14858,'0'-25,"25"25,24-49,-24 49,0-50,24 50,-24-50,25 50,-50-49,25 49,-25 25,0-1,0 26,-25 0,25 24,-25-24,25-1,-50-24,50 25,-24-50,24-25,0 25,49 0,-49-25,50 25,-1 0,1-25,0 25,-50-49,24 49</inkml:trace>
  <inkml:trace contextRef="#ctx0" brushRef="#br0" timeOffset="46737.34">8186 14560,'25'0,"24"0,-24 50,25 24,-25-24,-25 0,49 24,-49 0,0 1,0-1,0-24,-25-25,-49 24,0-49</inkml:trace>
  <inkml:trace contextRef="#ctx0" brushRef="#br0" timeOffset="50266.54">8930 14511,'0'-25,"0"0,0 25,-74 75,24-1,0 50,1 25,-1 0,50-25,-25-25,25-50,0-24,50 25,0-50,24 0,0 0,26-50,-1 25,-50-49</inkml:trace>
  <inkml:trace contextRef="#ctx0" brushRef="#br0" timeOffset="50770.57">9104 14883,'-25'0,"25"-25,0-49,0 49,49 25,1 0,-50 25,25 24,-25 26,49 24,-49-25,0 1,0-26,0-24,0 25,-24-50,24 24,-25-24,25 0,0-49,25-1,-25-24</inkml:trace>
  <inkml:trace contextRef="#ctx0" brushRef="#br0" timeOffset="50994.58">9501 14635,'0'0,"-50"49,50 1,-74 0,74 24,-25 25,25-49,0-25,0-1,0 26,49-50,1 0,74 0,-25-50,0 1,-49 24</inkml:trace>
  <inkml:trace contextRef="#ctx0" brushRef="#br0" timeOffset="51864.63">9897 14263,'-24'0,"24"24,0 1,0 0,0 0,0 49,0-24,0 0,0-1,49 1,-49-25,50 24,-25-49</inkml:trace>
  <inkml:trace contextRef="#ctx0" brushRef="#br0" timeOffset="52382.66">10294 14883,'-25'0,"25"0,25 0,25 0,-25 0,0-25,49 25,-24 0,-26-25,26 25,-25 0,-25-25,25 25</inkml:trace>
  <inkml:trace contextRef="#ctx0" brushRef="#br0" timeOffset="52621.68">10418 14635,'-24'0,"24"25,0 24,49 1,-49-1,50 26,-50-26,25 1,-25 0,0 49,49-74</inkml:trace>
  <inkml:trace contextRef="#ctx0" brushRef="#br0" timeOffset="53374.72">10964 14635,'0'-50,"-25"50,0 25,25 0,0 24,0 1,0 24,0-24,50-25,0-25,-26 74,26-74,-25 0,0 0,24 0,26-49,-51 24,26 0,-50-25,0 26,0-1,0-25,0 25,0 1,-50 24,50-50,-24 50,24 25,0 0,0-1,24 26,-24-25,25 24,-25 26,50-26,-50 1,0 24,0 1,0-1,0 1,0-1,0 1,-25-26,25-24,-25-25,-24 50,-1-50,25 0,25-25,-49 0,49-25,0 1,0-26,0 26,24-1,26 0,-25-24,24 49,26 25,-50-74,0 74</inkml:trace>
  <inkml:trace contextRef="#ctx0" brushRef="#br0" timeOffset="53656.74">11634 14858,'74'-50,"-24"50,24-49,1 49,49-75,-25 75,-25-74,-24 74,-50-25</inkml:trace>
  <inkml:trace contextRef="#ctx0" brushRef="#br0" timeOffset="53882.75">11981 14511,'0'25,"0"24,0 1,25 24,-25 1,0-1,25 0,-25-24,0 0,0-26,49 26</inkml:trace>
  <inkml:trace contextRef="#ctx0" brushRef="#br0" timeOffset="54878.81">12527 14610,'0'0,"0"-50,25 50,-1-24,26 24,49-75,-49 75,-1-25,-24 25,25 0,-50-24,0 24,0 49,0 50,0 1,-50 24,1-25,49-25,-50-24,50-25,-50-25,50 49,-49-49,49-49,0 24,0 0,25-25,24 26,26 24,-51 0,26 0,-25 0,0 0,24 0,-24 0,0 0,24 0,1 0,-50-50,0 0</inkml:trace>
  <inkml:trace contextRef="#ctx0" brushRef="#br0" timeOffset="55147.82">12948 14015,'0'24,"0"51,50-1,-50 25,74 1,-74-26,50 1,-50-26,50 1</inkml:trace>
  <inkml:trace contextRef="#ctx0" brushRef="#br0" timeOffset="55988.87">13395 14287,'0'-49,"49"49,26 74,24 50,-24 25,-26 0,-49-25,50 25,-50 0,0-50,0-25,-50 1,25-1,-49-24,0-1,24-49,0 0,50-24</inkml:trace>
  <inkml:trace contextRef="#ctx0" brushRef="#br0" timeOffset="56372.89">14238 14511,'-49'0,"-1"25,25 74,-24 0,-1 50,50 0,-74-25,74-25,0-25,0-24,0-25,24-25,51 49,-1-49,1 0,-1-24,0-1,1-50</inkml:trace>
  <inkml:trace contextRef="#ctx0" brushRef="#br0" timeOffset="57984.98">14412 14932,'-25'0,"25"0,0 0,50-49,-1 49,1 0,-25 49,-25-24,0 25,0 24,0-24,0 24,0-24,0-1,-25 1,0-25,-25-25,50 0,0-50,25 25</inkml:trace>
  <inkml:trace contextRef="#ctx0" brushRef="#br0" timeOffset="58241">14710 14908,'0'-25,"0"-25,-50 125,0-26,26 1,24-1,-50 26,50-50,0-1,0 26,50-50,-1 0,26 0,-1 0,0 0,-24 0</inkml:trace>
  <inkml:trace contextRef="#ctx0" brushRef="#br0" timeOffset="58661.02">14958 15007,'24'0,"51"0,-26 0,1-50,0 50,49-25,-25 25,-24-49,-1 49,1-25,0 25,-50-50</inkml:trace>
  <inkml:trace contextRef="#ctx0" brushRef="#br0" timeOffset="58905.04">15280 14684,'0'-24,"-25"24,25 0,0 24,0 51,0-1,75 1,-51-1,-24 0,75-49,-75 0,25 25,-25-26</inkml:trace>
  <inkml:trace contextRef="#ctx0" brushRef="#br0" timeOffset="59657.08">15925 14511,'0'0,"-50"25,50 24,0-24,0 49,0-24,0-25,50 24,-25-49,24 25,1-25,0 0,-26 0,26-25,-25 25,-25-49,25 49,-25-75,0 51,0-26,0 0,0 1,0 24,0 25,0 25,0 24,0-24,49 25,-49 24,25-24,-25 24,0 25,0-24,0-26,0 1,0 24,0-24,0-25,-50-25,50 49,-49-49,24 0,0 0,-24 0,-1-49,50 24,0 0,0-24,0-1,25 0,49-49,1 25,-1-1,25 26,-24 24</inkml:trace>
  <inkml:trace contextRef="#ctx0" brushRef="#br0" timeOffset="59904.09">16644 14660,'-49'0,"24"0,25 0,74 0,1 0,-1-50,1 0,-1 50,25-49,-49 49,-25-50</inkml:trace>
  <inkml:trace contextRef="#ctx0" brushRef="#br0" timeOffset="60123.11">16843 14337,'0'25,"0"25,0 24,25 25,-25-24,49-1,-49 0,50 1,-50-26,25 1,-25-25</inkml:trace>
  <inkml:trace contextRef="#ctx0" brushRef="#br0" timeOffset="61088.16">17438 14412,'74'-50,"-49"50,25-25,-1 25,26-50,-25 50,-26-24,26 24,-50 24,-25 51,-24 49,-26 0,25-25,26 0,-26-49,50-25,-25-25,75-25,-50 0,74-24,-74 24,50-25,-25 50,24 0,1 0,-25 0,0 0,24 25,-24-25,0 0,24 0,-24 0,0 0,25 0,-50-25</inkml:trace>
  <inkml:trace contextRef="#ctx0" brushRef="#br0" timeOffset="61425.18">18033 13915,'0'0,"75"0,-75 0,49 0,-24 75,25 24,-1 0,1 50,-50 0,74 0,-74-25,0 0,0-25,-24-25,-26 1,-24-26,24 1,25-50</inkml:trace>
  <inkml:trace contextRef="#ctx0" brushRef="#br0" timeOffset="61876.21">19075 14139,'-25'0,"1"24,-51 26,1 74,-1 50,1-1,24-24,50-50,0-24,0-1,50-49,74-25,0 50,25-50,0-25,-25-25</inkml:trace>
  <inkml:trace contextRef="#ctx0" brushRef="#br0" timeOffset="63248.28">19199 14560,'-25'0,"25"-24,25 24,-25-25,50 25,-25 0,24 0,1 0,-50 0,49 74,-49 1,0 24,0-25,-24 1,-1-1,-25-24,25-26,-24-24,-1 0,50 0,0-24,75-51,-26 26,1-26</inkml:trace>
  <inkml:trace contextRef="#ctx0" brushRef="#br0" timeOffset="63453.3">19646 14486,'0'-25,"0"75,0-1,-50 26,0 24,1-49,49-1,-25 1,25-25,50-25,-1 0,50 0,-24-25,-1 0</inkml:trace>
  <inkml:trace contextRef="#ctx0" brushRef="#br0" timeOffset="63841.32">20092 14635,'0'0,"75"0,-1 0,-24-25,-1 25,1 0,24-25,-49 25</inkml:trace>
  <inkml:trace contextRef="#ctx0" brushRef="#br0" timeOffset="64087.33">20241 14436,'25'25,"-25"25,25 24,-25-24,49-1,-49 1,0 0,25-26,-25 26</inkml:trace>
  <inkml:trace contextRef="#ctx0" brushRef="#br0" timeOffset="64772.37">20737 14387,'0'49,"0"-24,0 0,0 25,50-50,-50 49,74-49,-49 0,0 0,24 0,1-25,-25-24,-25 24,0-25,0 26,0-1,0 0,0 25,0 25,0 0,0 49,0-24,0-1,0 1,49 24,-49-24,0-1,0 26,0-26,0 1,0 0,0-26,-24 1,-1-25,-25 0,25 0,25 0,-49 0,49-49,0-1,0 0,0-24,49 24,-24 1,50-26,-26 51,1-26,-1 25</inkml:trace>
  <inkml:trace contextRef="#ctx0" brushRef="#br0" timeOffset="65004.38">21184 14039,'-25'0,"25"0,0 50,0 24,49-24,-49 0,50-1,-50 26,25-75</inkml:trace>
  <inkml:trace contextRef="#ctx0" brushRef="#br0" timeOffset="65287.4">21531 14536,'0'0,"25"-50,24 50,26-50,-1 50,0-24,1 24,-1-50,-24 50,-25-50</inkml:trace>
  <inkml:trace contextRef="#ctx0" brushRef="#br0" timeOffset="65505.41">21804 14139,'0'24,"0"51,24-1,-24 1,0-1,25 25,-25-49,0 0,0-26,0 26</inkml:trace>
  <inkml:trace contextRef="#ctx0" brushRef="#br0" timeOffset="66458.47">22250 14213,'-25'0,"50"0,25-25,-1 25,26-49,-50 49,-1-50,26 50,-50-25,25 25,-25 0,0 50,-25 49,-25-25,1 1,-1 24,25-49,25-25,-49-25,49 49,0-74,0 25,0-24,49 24,-49-25,50 25,0 0,-26 0,1 0,25 0,-25 0,24 0,-24 0,25 0,-50-25,24 25,-24-50,0 1</inkml:trace>
  <inkml:trace contextRef="#ctx0" brushRef="#br0" timeOffset="66752.48">22746 13841,'-25'0,"25"0,50 0,-25 0,0 0,24 0,-24 0,-25 50,50 24,-50 25,0 0,0 50,-25-49,0-1,-25-25,-24 25,24-49,1 0</inkml:trace>
  <inkml:trace contextRef="#ctx0" brushRef="#br0" timeOffset="69046.62">5185 16247,'0'-50,"0"26,24 24,26-50,0 50,-26 0,-24 50,100-1,-100 26,49 49,-49-25,0 0,-25-24,-24-1,24-24,-25-26,26-24,-1 50,-25-50,50 0,0-50,75 1,-26-26,26 1,-26-25,26 24</inkml:trace>
  <inkml:trace contextRef="#ctx0" brushRef="#br0" timeOffset="69256.63">5656 16297,'49'-75,"-49"50,25 1,-25-26,-25 75,-24 24,-26 26,26-1,-26 26,26-26,49-24,0-1,0 26,25-75,49 0,75 0,-25 0,25-50,-50 0</inkml:trace>
  <inkml:trace contextRef="#ctx0" brushRef="#br0" timeOffset="69894.66">6251 16495,'50'0,"-1"0,26-25,-1 25,25-49,-49 49,0-50,-26 50,26 0</inkml:trace>
  <inkml:trace contextRef="#ctx0" brushRef="#br0" timeOffset="70126.68">6524 16247,'-25'0,"25"-25,0 25,0 25,0 25,25 49,-25-49,50-1,-50 1,24 24,-24-24,50-25,-25-25</inkml:trace>
  <inkml:trace contextRef="#ctx0" brushRef="#br0" timeOffset="70742.71">7070 16173,'0'49,"0"-24,0 25,0-1,0-49,74 0,-49 0,0 0,24-25,-24 25,-25-24,25 24,-25-50,0 0,0 1,0 49,0 49,0 26,0-50,0-1,50 51,-50-25,49-1,-49 26,0-1,0-24,0 49,0-25,0 1,0-26,-49-24,24-25,25 50,-50-50,1 0,-1-50,50 25,0-49,0 24,0 1,25-26,0 26,24-1,1-24,-25 49,24-25</inkml:trace>
  <inkml:trace contextRef="#ctx0" brushRef="#br0" timeOffset="70996.73">7591 16545,'0'0,"24"0,51-50,-1 50,1-49,-1 49,0-50,-24 50,-25-25</inkml:trace>
  <inkml:trace contextRef="#ctx0" brushRef="#br0" timeOffset="71221.74">7839 16297,'0'-25,"0"25,0 49,0 1,0 25,49-26,-49 26,25-26,-25 26,0-26,0 1,25-50</inkml:trace>
  <inkml:trace contextRef="#ctx0" brushRef="#br0" timeOffset="72593.82">8508 16123,'-24'0,"-1"0,25 0,74 0,-49 0,49 0,-24-50,0 50,24-74,-49 74,0-25,-25 25,0 50,-50 49,-24-25,24 26,-24-26,-1 1,50-26,25-24,-49-25,49 50,0-75,0-25,74 1,-24 49,-50-50,74 50,-49 0,25 0,24 0,-24 0,-1 0,1 0,-1 0,1 0,0 0,-26-25,26 25,-50-25,0-24,0 24,0 0</inkml:trace>
  <inkml:trace contextRef="#ctx0" brushRef="#br0" timeOffset="72872.83">9203 15701,'25'0,"74"0,-74 50,24 24,1 26,-50-26,50 0,-50 1,0 24,0 25,-50-25,0 1,-24-26,-25 0,24-24</inkml:trace>
  <inkml:trace contextRef="#ctx0" brushRef="#br0" timeOffset="73568.87">4887 15875,'0'0,"-124"74,49 50,1 25,0 25,24 49,50-74,0-25,0-50,50-24,74 0,74-50,50 0,-25 0,25 0,-49 0,-75-50</inkml:trace>
  <inkml:trace contextRef="#ctx0" brushRef="#br0" timeOffset="74551.93">10021 15825,'-24'-49,"-26"123,25 25,-24 50,-1-25,50-25,0 1,0-26,0-24,25-1,24-24,26-25,-1 0,25 0,-49 0,0 0,-26 0</inkml:trace>
  <inkml:trace contextRef="#ctx0" brushRef="#br0" timeOffset="75496.98">10294 16247,'-25'0,"25"-25,0-24,0 49,0-25,50 25,0 0,-25 0,24 49,-24 1,-25 24,50 26,-50-26,0 1,0-26,-25 1,25-1,-50-49,50 25,-49-25,49-49,0-1</inkml:trace>
  <inkml:trace contextRef="#ctx0" brushRef="#br0" timeOffset="75729">10716 16073,'-50'50,"26"24,-26 1,50-1,-50-24,50 24,0-49,0 0,75-25,-1 0,-24 0,-1 0,1-25,-50 0</inkml:trace>
  <inkml:trace contextRef="#ctx0" brushRef="#br0" timeOffset="76096.02">10890 15776,'-25'0,"25"-25,0 25,0 74,0-49,0 0,0 0,0 24,0-24,0 25,0-25,0-1,0 1,49-25</inkml:trace>
  <inkml:trace contextRef="#ctx0" brushRef="#br0" timeOffset="76525.04">11435 16321,'-49'0,"98"0,51-24,-26 24,0-50,1 50,-1-50,1 50,-26 0,-49-24</inkml:trace>
  <inkml:trace contextRef="#ctx0" brushRef="#br0" timeOffset="76742.06">11634 16024,'0'-25,"0"50,0 0,49 49,-24-49,25 24,-25 26,-25-26,74 1,-74 0</inkml:trace>
  <inkml:trace contextRef="#ctx0" brushRef="#br0" timeOffset="77806.12">12179 15949,'0'0,"0"0,0 25,0 50,0-26,0-24,0 0,0 24,25-24,25-25,-25 50,24-50,1 0,49 0,-49-50,-1 25,1-24,-50 24,25 0,-25-24,0-1,0 0,0 26,0 24,0-50,-25 50,25 25,0 0,0-1,0 26,0 24,50-24,-50 24,24 26,-24 24,0-50,0 1,0-1,0-24,0-1,-49 1,24-50,-25 25,1-25,-26 0,50 0,1 0,24 0,-50-50,50 0,0-24,25 0,24-1,1 1,0 24,24 0,1 50,-26-49</inkml:trace>
  <inkml:trace contextRef="#ctx0" brushRef="#br0" timeOffset="78069.13">12899 16297,'0'0,"0"0,74-50,1 50,-1 0,0-74,1 74,-1-25,-49 25</inkml:trace>
  <inkml:trace contextRef="#ctx0" brushRef="#br0" timeOffset="78277.14">13196 16049,'-49'0,"49"24,0 1,0 25,0 24,25 25,-25-24,0-25,24-1,-24 1,0-25,50-25</inkml:trace>
  <inkml:trace contextRef="#ctx0" brushRef="#br0" timeOffset="78887.18">13494 16049,'50'0,"-25"-25,49 25,-24 0,-1-50,1 50,24-25,-49 25,0 0,-25-49,0 74,-25 24,-25 1,26 24,-26 1,25-26,-24 1,49 24,-25-49,74-25,-24 0,0 0,25 0,-26-50,1 50,25 0,-25 0,-1 0,26 0,-25 0,24 0,26-24,-50-26,-25 25</inkml:trace>
  <inkml:trace contextRef="#ctx0" brushRef="#br0" timeOffset="89063.76">5953 17835,'0'24,"0"26,50 24,-50 26,0 48,0-48,50 24,-50-50,0-24,0-25,24-25,-24 49,25-49,-25-25</inkml:trace>
  <inkml:trace contextRef="#ctx0" brushRef="#br0" timeOffset="89339.78">5978 18132,'-49'0,"98"-49,-24 49,0-50,49 0,-24 50,0-49,-1 49,1-25,-25 25,24 0,-49 0,0 25</inkml:trace>
  <inkml:trace contextRef="#ctx0" brushRef="#br0" timeOffset="89565.79">6028 18380,'49'-25,"-24"25,0 0,50-49,-26 49,1-50,-1 50,-24-25,0 25</inkml:trace>
  <inkml:trace contextRef="#ctx0" brushRef="#br0" timeOffset="90179.82">6970 18207,'0'0,"25"0,50-25,-26 25,1-50,0 50,24-25,-49 25,0 0,24 0</inkml:trace>
  <inkml:trace contextRef="#ctx0" brushRef="#br0" timeOffset="90465.84">7119 18455,'0'0,"50"0,49 0,-24 0,-1-50,-24 50,-1-25,-24 25,-25-49,25 49,-25-25,25 25</inkml:trace>
  <inkml:trace contextRef="#ctx0" brushRef="#br0" timeOffset="92153.94">8211 17587,'0'-25,"0"25,0 49,-50 26,50 24,-74 124,74-74,-50-25,50 0,0-50,50-24,24 0,1-50,24 0,0 0</inkml:trace>
  <inkml:trace contextRef="#ctx0" brushRef="#br0" timeOffset="92655.97">8558 17983,'0'-49,"25"49,0-25,-1 25,51-50,-26 50,-24 0,0 0,-25 50,50 24,-50 1,0 24,-25-25,0 26,-25-51,26-24,-26-25,50 50,-50-50,50-50,25 0</inkml:trace>
  <inkml:trace contextRef="#ctx0" brushRef="#br0" timeOffset="92879.98">8930 17859,'0'0,"0"50,-74 0,74-1,-50 50,50-49,0-25,0 0,25-25,0 49,49-49,0 0,26-25</inkml:trace>
  <inkml:trace contextRef="#ctx0" brushRef="#br0" timeOffset="93256">9451 18008,'0'0,"50"0,49-49,0 49,0-75,-24 75,-1-49,-24 49,-50-25</inkml:trace>
  <inkml:trace contextRef="#ctx0" brushRef="#br0" timeOffset="93496.01">9674 17735,'-25'-49,"25"49,0 49,50-24,-25 50,-25-26,74 1,-74-1,50 26,-50-50,49-25</inkml:trace>
  <inkml:trace contextRef="#ctx0" brushRef="#br0" timeOffset="94118.05">10121 17587,'0'24,"0"26,0 0,0-26,0 26,0-25,49-25,1 49,-25-49,-1 0,26 0,-25 0,0-24,24 24,-49-50,50 0,-50 26,0-1,0 0,0-25,0 26,-50 24,50 24,0 1,0 25,25-25,-25-1,25 51,-25-26,0 1,0 24,0 1,0-1,0-24,0 24,0-49,-25-25,25 50,-25-50,-24 0,49 0,0-50,0 0,0 1,0-26,0 1,0-25,49 0,1 49,-25 25,0 25</inkml:trace>
  <inkml:trace contextRef="#ctx0" brushRef="#br0" timeOffset="94380.06">10815 17785,'0'0,"0"0,75-50,-26 50,26-24,-1 24,0-50,-24 50,-25-25</inkml:trace>
  <inkml:trace contextRef="#ctx0" brushRef="#br0" timeOffset="94614.08">11038 17537,'0'50,"0"-1,50 26,-50-1,25 0,-25 1,0-1,0-24,49-1</inkml:trace>
  <inkml:trace contextRef="#ctx0" brushRef="#br0" timeOffset="95557.13">11435 17636,'0'0,"50"0,-25-49,24 49,26-25,-1 25,-24-50,-25 50,24-25,-49 25,-25 50,1 49,-26-24,0-1,1 25,49-49,-50-1,50-24,25-50,0 25,24-99,-24 74,25 25,-1-49,-24 49,0 0,25 0,-26 0,26 0,0 0,24 0,-24 0,-50-25</inkml:trace>
  <inkml:trace contextRef="#ctx0" brushRef="#br0" timeOffset="96060.16">12105 17239,'25'0,"24"0,1 0,24 25,-24 74,24 25,-24-24,-50 48,50-24,-50-24,0-26,-25 0,0 26,-49-51,24-24,0-25,1 50,49-75</inkml:trace>
  <inkml:trace contextRef="#ctx0" brushRef="#br0" timeOffset="97673.25">13048 17239,'-25'0,"-25"75,25-1,-24 50,-1-25,50-24,0-1,0 1,0-51,75 26,24-50,50 0,24 0,1 0</inkml:trace>
  <inkml:trace contextRef="#ctx0" brushRef="#br0" timeOffset="98056.28">13544 17438,'-25'-25,"25"-25,25 50,-25-25,49 25,1 25,-50 0,50 49,-50 1,0-1,0 1,0-1,0 1,0-51,0 1,-75-25,50 50,25-75,0-25</inkml:trace>
  <inkml:trace contextRef="#ctx0" brushRef="#br0" timeOffset="98280.29">13866 17338,'-25'75,"1"-26,-26 26,0 24,26-24,24-26,-50 1,50-25,50 24,-1-49,26 0,24 0,-25 0</inkml:trace>
  <inkml:trace contextRef="#ctx0" brushRef="#br0" timeOffset="98700.31">14313 17562,'-25'0,"74"0,1 0,24 0,1-50,-1 50,1 0,-1-50,1 50,-51-24</inkml:trace>
  <inkml:trace contextRef="#ctx0" brushRef="#br0" timeOffset="98948.33">14561 17338,'0'0,"25"50,-25 0,49 24,1 25,-25-49,-25 0,74-1,-74 26,25-75</inkml:trace>
  <inkml:trace contextRef="#ctx0" brushRef="#br0" timeOffset="101183.45">15230 17140,'-49'0,"49"50,-25 24,25-49,0 24,0 1,0-25,99 24,-74-49,25 0,-1 0,1 0,-1-24,-24 24,-25-50,25 50,-25-50,0 1,0 24,0-25,0 26,0-26,0 25,0 25,0 75,74-26,-74 1,25 24,-25 50,0-24,0-1,0 0,0-25,0 1,0-1,0-24,0-25,-25-25,25 24,-49-24,24 0,-25 0,26 0,-26-24,50-26,0 0,0-24,0 24,50-24,-1 24,1-49,24 25,-24-26,0 51</inkml:trace>
  <inkml:trace contextRef="#ctx0" brushRef="#br0" timeOffset="101446.47">15702 16818,'0'24,"25"1,-25 0,74 25,-74-1,25 1,-25 24,0-49</inkml:trace>
  <inkml:trace contextRef="#ctx0" brushRef="#br0" timeOffset="101783.49">16223 17438,'-50'0,"100"0,-1 0,26-50,24 50,25-50,-25 50,0-49,-49 49,-25-25</inkml:trace>
  <inkml:trace contextRef="#ctx0" brushRef="#br0" timeOffset="102015.5">16570 17140,'-25'0,"25"25,0 24,25 26,-25-1,25 1,-25-26,49 1,-49-25,0 24,50-24,-25-25</inkml:trace>
  <inkml:trace contextRef="#ctx0" brushRef="#br0" timeOffset="102563.53">16967 17165,'-25'0,"50"0,49 0,-24-25,-1 25,1 0,24-50,-49 50,0-24,-25 73,-50 1,1 74,24-25,-25 0,1-49,49 0,-50-1,50-24,0-25,25 0,25-74,-26 74,26-50,-25 50,24 0,-24 0,25 0,-25 0,-1 0,-24-25</inkml:trace>
  <inkml:trace contextRef="#ctx0" brushRef="#br0" timeOffset="102833.55">17339 16917,'0'-50,"49"50,-24 0,0 0,25 50,-26-1,26 26,-50-1,50 1,-50-1,0 25,0-24,0-26,-50 1,25 0,-24-1,24-49</inkml:trace>
  <inkml:trace contextRef="#ctx0" brushRef="#br0" timeOffset="103823.6">18083 16842,'-25'0,"0"0,-24 50,24 49,-25 0,1 25,49-24,-50-1,50-50,50 1,-1 0,26-50,24 25,0-25,25 0,-49-25</inkml:trace>
  <inkml:trace contextRef="#ctx0" brushRef="#br0" timeOffset="104205.63">18405 17016,'0'-25,"25"-24,0 49,0 0,24 0,-24 24,-25 1,75 25,-75 24,0-24,0-1,-25 1,0 24,-25-49,26-25,24 25,-50-25,50-25</inkml:trace>
  <inkml:trace contextRef="#ctx0" brushRef="#br0" timeOffset="104415.64">18852 16892,'-25'0,"0"25,-24 24,24 1,-25 0,50-1,-25 1,25-25,0-1,25-24,25 50,-1-50,1 0,0 0,-1-25</inkml:trace>
  <inkml:trace contextRef="#ctx0" brushRef="#br0" timeOffset="104693.65">18951 16446,'0'24,"-49"26,49 0,0-1,0 1,0-1,24 26,-24-26,0 1,25-25,-25 24</inkml:trace>
  <inkml:trace contextRef="#ctx0" brushRef="#br0" timeOffset="105098.68">19274 17090,'49'0,"26"0,24-24,0 24,50-50,-50 50,0-50,-74 50</inkml:trace>
  <inkml:trace contextRef="#ctx0" brushRef="#br0" timeOffset="105329.69">19695 16842,'0'50,"0"0,0 24,0-24,0-1,75 1,-75 24,24-49,-24 0</inkml:trace>
  <inkml:trace contextRef="#ctx0" brushRef="#br0" timeOffset="106838.78">20291 16718,'0'25,"0"0,0 49,0-24,0-25,24 24,26-49,0 25,-1-25,26 0,-1 0,0 0,-49 0,-25-74,25 74,-25-50,0 25,0 1,0-26,0 25,0-24,0 24,0 25,0 49,0 1,0 0,50 24,-50 0,0 1,0-1,0 1,0-1,0 0,0-24,-25 0,-25-26,-24-24,49 0,-25 0,26 0,24 0,0-24,0-51,24 1,1-1,50 1,-26 49,1-24,49 24,-49 25</inkml:trace>
  <inkml:trace contextRef="#ctx0" brushRef="#br0" timeOffset="107093.79">21035 16892,'0'-25,"49"25,51 0,-26-25,0 25,1 0,-26-49</inkml:trace>
  <inkml:trace contextRef="#ctx0" brushRef="#br0" timeOffset="107317.8">21233 16644,'0'25,"0"24,0 1,0 0,50 24,-50-24,25-1,-25 1,0-1,0-24,24-25</inkml:trace>
  <inkml:trace contextRef="#ctx0" brushRef="#br0" timeOffset="108217.86">21680 16570,'24'0,"1"0,25 0,24-50,-24 50,24-25,-24 25,0-49,-26 49,-24-50,0 100,-49 49,-1-25,-24 50,24 0,25-49,25-26,-49 1,49-25,49-25,-24 0,49 0,-49-25,0 25,25-25,-1 25,-24 0,-25 0,50 0,-25 0,-1 0,-24-25</inkml:trace>
  <inkml:trace contextRef="#ctx0" brushRef="#br0" timeOffset="108735.89">22300 16024,'25'0,"24"0,-24 0,0 25,24-25,-24 49,25 1,-50-1,25 1,-25 24,0 26,0 49,0-50,0 0,0-25,-25 26,-50-26,26 0,-26-24,26 0,-1-26,1-24,49 25</inkml:trace>
  <inkml:trace contextRef="#ctx0" brushRef="#br0" timeOffset="111090.02">16198 18455,'0'-50,"25"25,49 25,-24 0,-26 0,1 0,25 0,-50 25,49 25,-49-1,0 1,0 24,0-24,0 0,-24-26,-26-24,25 75,0-75,-24 0,49-50,25-24</inkml:trace>
  <inkml:trace contextRef="#ctx0" brushRef="#br0" timeOffset="111299.03">16768 18157,'-74'25,"24"0,1 49,24 0,25-24,-50-25,50 24,50-24,-25-25,49 0,25 0,-24 0,-1-25</inkml:trace>
  <inkml:trace contextRef="#ctx0" brushRef="#br0" timeOffset="111548.05">16868 17934,'0'49,"24"1,-24 0,50 24,-50-49,50 24,-50 1,0-25,24-25</inkml:trace>
  <inkml:trace contextRef="#ctx0" brushRef="#br0" timeOffset="111960.07">17438 18430,'50'0,"-1"0,26 0,-1-50,50 50,-49-25,-26 25,1-49</inkml:trace>
  <inkml:trace contextRef="#ctx0" brushRef="#br0" timeOffset="112215.08">17736 18182,'-50'0,"50"-50,0 100,25 24,-25 1,50-26,-50 1,74 24,-74-24,25-25,-25 0</inkml:trace>
  <inkml:trace contextRef="#ctx0" brushRef="#br0" timeOffset="114098.19">18356 17983,'0'-24,"0"24,-25 49,25 1,0-1,0 1,0 0,0-26,0 26,74-50,-24 25,0-25,-1 0,1 0,24-25,-24-25,-25 26,-25-26,49 25,-49 0,0-49,0 49,0 0,0 25,0-49,-49 49,49 49,0 26,0-1,0 1,0-1,24 0,-24 26,0 24,0-25,0-25,0 1,0-26,-24 1,24-25,-75-25,75 25,-74-25,49 0,0 0,-24 0,49 0,-25-25,25-50,0 26,0-1,25 1,24-26,1 26,-1-1,51 25,-26-25</inkml:trace>
  <inkml:trace contextRef="#ctx0" brushRef="#br0" timeOffset="114346.21">19249 18455,'0'0,"49"-50,1 50,74-50,-25 50,-24 0,-1-24,-24 24</inkml:trace>
  <inkml:trace contextRef="#ctx0" brushRef="#br0" timeOffset="114569.22">19546 18157,'0'50,"0"24,0 0,0 1,25-1,-25 1,50-26,-50 1,0-25,25-25</inkml:trace>
  <inkml:trace contextRef="#ctx0" brushRef="#br0" timeOffset="115186.25">20067 18033,'50'0,"0"0,24-25,-24 25,-1 0,1 0,-1-49,-24 49,-99 74,24 0,-24 26,-1-1,51-25,-26-49,50 25,0-26,74-48,-24 24,0-50,-1 50,1-25,-25 25,-1 0,26 0,-50 0,25 0,0 0,-25 0</inkml:trace>
  <inkml:trace contextRef="#ctx0" brushRef="#br0" timeOffset="115875.29">20539 17686,'0'-50,"0"75,0 0,0 0,0 24,0-24,0 0,49 49,-49-49</inkml:trace>
  <inkml:trace contextRef="#ctx0" brushRef="#br0" timeOffset="116244.32">20886 17735,'0'0,"50"0,-1 0,-24 0,0 0,24 50,-49 0,25 24,-25 0,0 26,-49 24,-26 24,1-24,-50 1,-75-51</inkml:trace>
  <inkml:trace contextRef="#ctx0" brushRef="#br0" timeOffset="116999.36">16148 18008,'-25'-25,"-49"25,49 75,-49-1,-1 50,1 25,24 25,50-25,0-75,0-24,100-1,48 1,51-50,-1 0,-24 0,-25 0,-50 0</inkml:trace>
  <inkml:trace contextRef="#ctx0" brushRef="#br1" timeOffset="133323.29">8360 17735,'0'0,"49"0,-24 0,0 0,0 0,24 0,-24-24,25 24,-1 0,-24-25,25 25,-26 0,1-50,25 50,-25 0,-1 0,-24-25,50 25,-25 0,0 0,-25-24,24 24,26 0,0-50,-1 50,1 0,-50-25,74 25,-49 0,25-50,-1 50,26 0,-26-24,1 24,0 0,-50-50,74 50,0 0,-24-25,0 25,-1 0,26-49,-51 49,26 0,-25 0,24-25,-24 25,0 0,49 0,-74-25,75 25,-50 0,49-50,-24 50,-25 0,-1 0,26-49,-25 49,0 0,24 0,-24 0,0 0,24-25,-24 25,0 0,25 0,24-50,-49 50,0 0,24 0,-24 0,0 0,-25-24,49 24,-24 0,0 0,25 0,-1 0,-49-25,50 25,0 0,-1 0,1 0,24-50,-24 50,-25 0,24 0,-24 0,-25-25,25 25,0 0,24 0,-24 0,0 0,24 0,-49-24</inkml:trace>
  <inkml:trace contextRef="#ctx0" brushRef="#br1" timeOffset="136675.48">13618 17115,'0'0,"25"0,25 0,-50-49,24 49,26 0,-25 0,-25-25,25 25,24 0,26 0,-51-25,26 25,-25 0,49-50,-24 50,-1 0,1-24,0 24,-1-50,1 50,-1 0,-49-25,25 25,0 0,25 0,-1-49,-24 49,0 0,25 0,-26 0,26-25,-25 25,0 0,-1 0,26 0,-25-50,24 50,-24 0,50-25,-1 25,-24 0,-26-49,1 49,25 0,-25 0,49-25,-24 25,-1 0,-24 0,0-50,49 50,-24 0,0 0,-1 0,1-24,24 24,-49 0,25 0,-26 0,26 0,-50-50,25 50,24 0,26 0,-1 0,-24-25,-1 25,-24 0,50 0,-26-49,-24 49,0 0,24 0,-24 0,0 0,25 0,-25-25,-1 25,51 0,-26 0,-24 0,0 0,25 0,-26 0,1 0,-25-25,50 25,-25 0,24 0,1 0,-1 0,-49-50,50 50,-25 0,24 0,-24 0</inkml:trace>
  <inkml:trace contextRef="#ctx0" brushRef="#br1" timeOffset="155096.53">9451 18777,'25'0,"0"0,-1 0,26 0,-25 0,-25 0,49 0,-24 0,25 0,-25-25,24 25,-24 0,-25-49,74 49,-49 0,50-50,-26 50,1-49,-1 49,26-25,-1 25,-24-50,-25 50,24 0,-24-25,0 25,25 0,-1-49,-24 49,25 0,-1-25,-24 25,25 0,-26 0,1-50,25 50,24 0,-49-25,0 25,24 0,-24 0,25-49,-25 49,-1 0,1 0,25-25,-25 25,24 0,-24 0,0-25,25 25,-26 0,1 0,25-49,-25 49,-1 0,51 0,-75-25,25 25,-1 0,26-50,-25 50,0 0,-25-25,49 25,-74 0</inkml:trace>
  <inkml:trace contextRef="#ctx0" brushRef="#br1" timeOffset="167416.54">10939 18703,'0'-25,"-25"25,25 25,0 0,0 24,50 26,-50-26,0 1,25-1,-25 1,0-50,25-25,-25 50,0 0,0-100,0 51,0-1,0 25,0-50,-25-24,25 24,0 1,-50 49,50-25,0-50,0 51,0-1,0-25,0 75,25 25,-25-26,25 51,-25-26,74 1,-74 0,25 24,-25-49,50-25,-50 25,24-25,-24 49,0-98,0-26,0 50,0 1,0-26,0 0,-24 26,24-26,0 0,0 26,0-1,0-25,0 25,0 0,24 25,-24 25,25 0,-25 25,0-25,75 24,-75 26,24-26,-24 1,50-1,-50 1,25-50,-25 50,25-26,24-24,-24 0,-25-24</inkml:trace>
  <inkml:trace contextRef="#ctx0" brushRef="#br1" timeOffset="168966.53">11683 18752,'0'-24,"0"-26,-24 50,24 25,-25-25,25 25,0 24,0 1,0-1,0 1,0-25,0-25,49 49,-24-49,0 0,25 0,-26 0,1 0,25-24,-25-1,-25-25,49 50,-49-49,0 24,0 0,0-25,0 26,-25 24,25-25,-24 25,24-50,-25 50,-25 0,50-25,-25 25,1 0,-26 0,25 0,0 0,-24 50,49-25,-25-25,25 25,0 24,-25-49,25 25,0 0,0 24,0-24,0-25,0 25,0 25,25-50,-25 24,50-24,-26 0,-24 25,25-25,0 0,25 0,-26 0,-24 0,25 0,25-25,-25-24,-25 24,49-25,-49 1,0-1,0 1,0-1,-25 50,25-25,-24 25,-26 0,25 0,-24 0,24 25,25 0</inkml:trace>
  <inkml:trace contextRef="#ctx0" brushRef="#br1" timeOffset="202506.54">15057 16247,'-50'-50,"50"50,0 50,0 0,0-1,0 1,25 24,-25-49,0 0,25 25,-25-1,49-49,-49 25,0-25,0-50,0-24,-24 24,24 26,0-26,-25 0,25 1,0-1,0 25,0-24,0 24,0 25,0 0,0 49,25 1,-25-25,49 24,-49-24,25-25,-25 50,25-50,-25 25,49-25,-49 0,0-75,0 50,0-24,-24 24,24 0,0-24,0 24,0 0,24 25,1 0,-25 74,25-24,-25 0,50-26,-50 26,0-25,24 0,-24 49,50-74,-50 25,0 0,25-25,-25 0</inkml:trace>
  <inkml:trace contextRef="#ctx0" brushRef="#br1" timeOffset="203406.54">15627 16346,'0'-25,"0"25,0-49,50 49,-25 0,0-25,24 25,-24 25,-25 24,0 1,0-25,0 0,0 0,0 24,0-24,0 0,-25-25,25 74,0-74,50-25,-25 25,-25-24,49 24,1 0,-50-25,49 25,1-50,0 50,-1-25,-24 25,-25-49</inkml:trace>
  <inkml:trace contextRef="#ctx0" brushRef="#br1" timeOffset="206466.53">18331 16570,'25'0,"0"0,-1 0,26-25,-25 25,24 0,-49-25,50 25,49 0,-74-50,0 50,49 0,-24-24,0 24,-26 0,26-50,-25 50,0 0,49-25,-24 25,-1 0,1-50,24 50,-24 0,-1-24,1 24,24-50,-24 50,-25 0,0-25,24 25,-24 0,25-49,-26 49,1 0,0 0,25-25,-25 25,24 0,-24 0,0-50,24 50,-24 0,0-25,25 25,-26 0,1-24,25 24,-25 0,24-50,-24 50,0 0,24-25,-24 25,0 0,25 0,-26-49,1 49,25 0,-1 0,-49-25,50 25,0 0,24-50,-24 50,-25 0,-25-25,24 25,51 0,-50-24,24 24,1 0,-1-50,-24 50,0 0,49 0,-74-25,50 25,-25 0,24-49,-24 49,0 0,0 0,-25-25,49 25,-24 0,0 0,25 0,-50-25,24 25,1 0,25 0,-50-50</inkml:trace>
  <inkml:trace contextRef="#ctx0" brushRef="#br1" timeOffset="211466.54">19522 15776,'0'25,"0"24,24 1,-24 24,25-24,-25-25,50 24,-50-24,25-25,-25 25,0-25,0-50,0 1,0 24,0 0,0-49,0 24,-50 0,50 26,0-26,0 0,0 26,0 48,25-24,-25 50,25 0,-25-26,24 1,-24 25,50-50,-50 25,25-25,24 49,-49-74,0-24,0 24,0-25,0-24,0 49,0 0,0-24,25 49,-25 25,50-1,-50 26,50-25,-50 0,49 24,-49-24,25 25,25-26,-26-24,-24 25,25-25,-25 0</inkml:trace>
  <inkml:trace contextRef="#ctx0" brushRef="#br1" timeOffset="211936.54">20340 15677,'0'0,"0"24,0 26,-49-25,49 0,-25 24,25 1,-25-50,25 0,25 0,0-75,24 75,-24-24,0 24,49-50,-49 50,0 0,24-25,-24 25,25 0,-1 0</inkml:trace>
  <inkml:trace contextRef="#ctx0" brushRef="#br1" timeOffset="212246.54">20439 15652,'0'-25,"25"25,-25 74,25-49,-25 0,0 25,50-26,-50 1,0 25,24-25</inkml:trace>
  <inkml:trace contextRef="#ctx0" brushRef="#br1" timeOffset="213716.54">21605 17859,'-25'0,"25"0,-24 50,24-25,-50 24,0 26,-24 24,24 0,1 0,-1 25,1-49,24 24,-25-49,50-25,-49 24,-1-24,100-25,-1-50</inkml:trace>
  <inkml:trace contextRef="#ctx0" brushRef="#br1" timeOffset="214396.53">21407 18628,'25'0,"24"-24,26 24,-51-50,26 50,-25 0,24-50,-24 50,0-49,25 49,-26 0,1-25,50 25</inkml:trace>
  <inkml:trace contextRef="#ctx0" brushRef="#br1" timeOffset="214736.53">21605 18604,'-25'0,"25"24,0-24,75-24,-26 24,-24-25,25 25,-25 0,-1-25,26 25,24-50,-24 50,0-49</inkml:trace>
  <inkml:trace contextRef="#ctx0" brushRef="#br1" timeOffset="-214400.19">21928 18331,'-25'0,"25"0,49 0,-24 0,0 0,25 0,-1 0,1 0,-25 0,-25 24,0 26,0-25,0 0,0-1,0 26,0-50,0 50</inkml:trace>
  <inkml:trace contextRef="#ctx0" brushRef="#br1" timeOffset="-209060.19">22672 18231,'0'25,"0"50,0-51,49 26,-49-25,25 24,-25 1,0-75,-25-49,25 49,-49-49,49 49,-25 25,25-25,-25-25,25 26,0 24,0 0,25 0,-25 74,74-49,-24 24,-25-24,24 25,-24-1,25-49,-50 25,0-25,0-49,0-1,0 0,0 26,0-1,0-25,25 50,-25 25,24-25,-24 50,50-26,-50 26,25 0,-25-26,50 26,-50-25,24-25,-24 50,0-50</inkml:trace>
  <inkml:trace contextRef="#ctx0" brushRef="#br1" timeOffset="-208370.19">23242 18380,'0'0,"0"50,0-50,0 49,0 1,50 0,-25-50,0 0,24 0,-49 0,25 0,0-50,24 50,-49 0,0 50,0-25,0-1,0 26,0-25,-24 24,-1 1,-25-50,50 25,-25-25,25 0,0-50,0 25</inkml:trace>
  <inkml:trace contextRef="#ctx0" brushRef="#br1" timeOffset="-207980.19">23317 18455,'0'-25,"0"0,49-25,1 50,-25-49,0 49,24-75,1 51,-1 24,-49-25,-49 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54:49.04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2282 1389,'-24'-50,"24"75,0 25,24 24,-24 25,50 50,-50 25,50 0,-50 49,0-74,49-25,-49-50,0-24,25-1,-25-24,50-25,-50-49,0-26</inkml:trace>
  <inkml:trace contextRef="#ctx0" brushRef="#br0" timeOffset="366.02">2258 1563,'-25'0,"25"-25,25 25,-25-25,49 25,-24 0,25-50,-26 50,26-49,-25 49,24-50,26 50,-26-74,1 74,0-50,-26 50,-24 0,0 75,0-1</inkml:trace>
  <inkml:trace contextRef="#ctx0" brushRef="#br0" timeOffset="621.03">2357 2133,'25'0,"-1"0,26-25,0-24,-1 49,26-75,-26 75,1-49,-1 49,1-50,-25 50,0 0</inkml:trace>
  <inkml:trace contextRef="#ctx0" brushRef="#br0" timeOffset="1411.08">3597 2158,'-25'0,"50"0,49-25,-24 25,24-74,1 74,24-25,-24 25,-26 0,1-50,-25 50,-25 25</inkml:trace>
  <inkml:trace contextRef="#ctx0" brushRef="#br0" timeOffset="1680.09">3771 2480,'0'25,"24"-25,26-25,0 25,24-24,-24 24,-1-75,1 75,0-49,-26 49,-24-50,50 50,-50-25,50 25,-75 0</inkml:trace>
  <inkml:trace contextRef="#ctx0" brushRef="#br0" timeOffset="3224.18">3002 2753,'-25'0,"25"0,-25 75,25-1,-74 25,74 1,-75 24,75-50,0-24,0-1,0-24,25 0,0-25,0 0,49 0,-24 0,-1 0,1-50,0 50,-26-25,-24 1</inkml:trace>
  <inkml:trace contextRef="#ctx0" brushRef="#br0" timeOffset="3966.22">3225 3101,'-50'0,"50"-25,25-25,25 50,-25 0,24 0,26 50,-75-25,24 24,-24-24,0 0,0 0,0 24,0 1,0-50,0 49,-74-49,24 50,50-75,0 0</inkml:trace>
  <inkml:trace contextRef="#ctx0" brushRef="#br0" timeOffset="4835.27">3597 2952,'-25'49,"25"1,-49-25,49 0,0 24,0-24,24 25,1-50,25 49,-25-49,-1 0,26 0,-25 0</inkml:trace>
  <inkml:trace contextRef="#ctx0" brushRef="#br0" timeOffset="5640.32">3994 2877,'0'0,"-25"50,25 0,0-26,0 1,0 25,0-50,0 25,75-25,-51 0,1 0,25 0,-25 0,-1 0,26-25,0-50,-50 26,0 24,0 0,0-49,0 74,0 25,0-25,0 49,49-24,-49 25,25 24,-25-24,50-1,-50 50,24-24,-24-26,0 1,50-25,-50 24,0-24,-25-25,0 0,25-25,-24-24,24 24,-50-25,50 26,0-26,0 25,0 0,0-24,50 24,-26-25,26 50,-25-74</inkml:trace>
  <inkml:trace contextRef="#ctx0" brushRef="#br0" timeOffset="6202.35">4763 2778,'0'0,"25"0,-25-49,74 49,-74-50,50 50,-50-50,0 75,0 25,0 49,-50 50,50 0,-50-50,50-25,0-24,0-25,25-25,-25-25,75-25,-75 25,49-24,1 24,0 25,-26 0,-24 0,25 0,25 0,-1 0,-24 0,-25 0,50-50</inkml:trace>
  <inkml:trace contextRef="#ctx0" brushRef="#br0" timeOffset="6689.38">5110 2480,'0'-24,"25"24,0 0,24 0,26 24,-1 51,1 24,-26 0,-49 1,50 24,-50-50,0 0,0 1,-50-1,25-49,-24 25,24-50,-25 24,26-24</inkml:trace>
  <inkml:trace contextRef="#ctx0" brushRef="#br0" timeOffset="8645.49">6648 1116,'0'-49,"50"98,-50 26,24 49,-24 24,0-48,50-1,-50-25,0 26,50-51,-50 1,0-25,0 24,24-49</inkml:trace>
  <inkml:trace contextRef="#ctx0" brushRef="#br0" timeOffset="8969.51">7194 1017,'0'0,"0"25,25 49,-25 1,49 49,-49-25,50 0,-50-25,0-24,25-25,-25 25,0-26,0 1</inkml:trace>
  <inkml:trace contextRef="#ctx0" brushRef="#br0" timeOffset="9471.54">6177 1240,'-25'0,"50"0,24 0,51-99,24 49,-25 1,50-1,-1 1,1 24,0-25,-25 1,-25-1,25 0,-24 50,-51-49,1 49,-75 25</inkml:trace>
  <inkml:trace contextRef="#ctx0" brushRef="#br0" timeOffset="10707.61">8657 223,'0'-25,"0"25,-25 0,25 50,-99 0,50 49,24 25,-74 99,49 25,0 50,1 49,49 75,0-125,0-98,0-50,74-50,-24-25,-1-49,1-25,24 0,50 0,-24 0,24-25,-25-24,0-26,-49 26,-1 24,1-25,-50 1,25 24</inkml:trace>
  <inkml:trace contextRef="#ctx0" brushRef="#br0" timeOffset="13085.74">9203 1315,'0'-50,"0"-24,0 24,0 25,-25 25,0 25,25 0,-49 74,49-25,-50 26,50 48,-50 1,50 0,0 0,0-75,0 1,25-26,-25-24,75-25,-26 25,1-25,-1 0,26 0,-25 0,-26-50,26 1,-25 24,24-25,-49 1,25-1,-25-24,0-1,50-24,-50 0,0 24,0 26,-25-1,25-24,-25 49,25 0,-49-24,-1 24,25 25,-24 0,-1 0,-49 49,24 26,1-1,-1 25,51-24,24 24,-50 0,50-49,25 0,49-1,1-49</inkml:trace>
  <inkml:trace contextRef="#ctx0" brushRef="#br0" timeOffset="13491.77">9947 1935,'0'25,"-25"49,25-24,0 24,0-24,-25 24,25-24,0-1,0-24</inkml:trace>
  <inkml:trace contextRef="#ctx0" brushRef="#br0" timeOffset="14121.8">10319 1364,'-25'0,"25"-25,0-24,0-1,50 25,-25 25,24-49,-24 49,0 0,49-25,-49 25,0 0,49 0,-74 25,0 49,0 25,0 25,-24 25,-26 0,0-74,1 24,49-74,-25 24,25-24,25-25,0-25,49 25,-24-49,-26 24,51 25,-50-75,-1 75,26 0,-25-24,24 24,1 0</inkml:trace>
  <inkml:trace contextRef="#ctx0" brushRef="#br0" timeOffset="14383.82">11187 1637,'0'25,"25"0,-25 24,0 1,0 0,0-1,0 26,0-1,0-24</inkml:trace>
  <inkml:trace contextRef="#ctx0" brushRef="#br0" timeOffset="16324.93">12155 1042,'0'0,"-50"74,25-24,-24-1,24 26,-25-26,25 1,-24 0,24-1,-25-24,50 25,-49-50,49-25,49 0,-24 25,25-74,-25 74,24-50,1 50,-25-50,24 50,26-49,-26 49,1-25,-1 25,-24 0,-25-50,50 50,-25 0</inkml:trace>
  <inkml:trace contextRef="#ctx0" brushRef="#br0" timeOffset="16572.94">12105 1067,'0'49,"25"1,-25-1,74 26,-74 24,50-25,-50 1,0 24,0-24</inkml:trace>
  <inkml:trace contextRef="#ctx0" brushRef="#br0" timeOffset="16970.97">12775 1265,'0'25,"0"24,0-24,0 0,0 0,0 24,0-24,25 25,-25-25,0-1</inkml:trace>
  <inkml:trace contextRef="#ctx0" brushRef="#br0" timeOffset="17512">13196 868,'0'25,"0"0,0 0,0 24,0-24,0 0,0 49,50-49,-25-25,49 0,-24 0,-25 0,24 0,1 0,-25 0,0 50,-25-1,0 1,-75-1,50-49,0 75,-24-75,49 25,-25-25,25 0</inkml:trace>
  <inkml:trace contextRef="#ctx0" brushRef="#br0" timeOffset="17796.01">13370 819,'99'-50,"-24"50,-26-25,1 25,0-49,-26 49,1 0,-25 0</inkml:trace>
  <inkml:trace contextRef="#ctx0" brushRef="#br0" timeOffset="18232.04">13767 298,'0'-50,"0"50,0-50,50 50,-1 0,-24 50,25-25,-26 49,26-24,-25-1,24 26,-49 49,75 25,-75-25,0 25,0 24,0-49,0-25,-25 1,25-26,-50-24,50-1,-49-49,49 25,-50-25</inkml:trace>
  <inkml:trace contextRef="#ctx0" brushRef="#br0" timeOffset="21696.24">4391 4490,'0'0,"25"0,24-25,50 25,25-75,25 26,25-1,0 1,-1-1,1 0,-25 1,-1-1,-24 1,-49 49,-1-50,-24 50,0 0,-100 0</inkml:trace>
  <inkml:trace contextRef="#ctx0" brushRef="#br0" timeOffset="22042.26">4341 4911,'0'0,"50"-24,24-26,50 25,25-25,0-24,25-25,49 24,-50 1,26 0,-75 24,0 0,0 1,-50 24,-24 25,24-50,-49 50,-99 75,-1-75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59:38.87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2109 2505,'0'-25</inkml:trace>
  <inkml:trace contextRef="#ctx0" brushRef="#br0" timeOffset="82">2109 2431,'0'-50,"0"25,0-49,25 74</inkml:trace>
  <inkml:trace contextRef="#ctx0" brushRef="#br0" timeOffset="900.05">1886 1166,'-25'0,"25"74,0 1,-50 49,50 0,0 25,0 49,0-74,0 0,0-50,0-24,0-25,0-25,0 49,50-49,-25-49,-25-1</inkml:trace>
  <inkml:trace contextRef="#ctx0" brushRef="#br0" timeOffset="1192.06">1687 967,'-25'0,"50"25,49 25,1-1,24 1,-24 24,24 1,-25-26,25 26,-49-26,0 1,-1-25,-24 24,25-24,-1 50,-49-50</inkml:trace>
  <inkml:trace contextRef="#ctx0" brushRef="#br0" timeOffset="1501.08">2506 1042,'0'-50,"0"25,-25-24,25 148,0 0,0 0,0 1,0-1,0 25,0-50,0 1,49-1,1 1,-25-75</inkml:trace>
  <inkml:trace contextRef="#ctx0" brushRef="#br0" timeOffset="2018.11">2902 1240,'0'0,"-24"0,24 75,-75-1,75 0,-49 26,49-26,0-24,0-25,49-25,1 49,24-49,1 0,-1-25,25-24,1 24,-26-50,-49 51,-25-26,0 25,0-24,0-1,0-24,-75 49,1 25,0 0,-1 0,1 25,-26 49,76-24,24-26,0 1,74-25,-24 0</inkml:trace>
  <inkml:trace contextRef="#ctx0" brushRef="#br0" timeOffset="2362.13">3622 943,'0'-25,"0"50,0 24,0 26,0-1,25 25,-25 0,74 25,-74-24,25 24,-25-25,0-25,0 1,0-26,0 1,49-50</inkml:trace>
  <inkml:trace contextRef="#ctx0" brushRef="#br0" timeOffset="2752.15">3572 1215,'-49'-74,"49"0,0-1,0 50,0 1,24-26,26 50,24-25,-24 25,24 0,-49 0,-25 25,50 49,-50 26,-25 48,-25 1,-24 0,0-75,49-24,-25-25,25-25,25 0,50 0,0 0,24 0,0 25,-24 24,24-24,-49 25,25-50,-25 25,0-25,49 49</inkml:trace>
  <inkml:trace contextRef="#ctx0" brushRef="#br0" timeOffset="3218.18">1563 2604,'-50'25,"75"-25,99 0,75 0,74-25,74-24,-50-1,26-24,-50-1,74-24,-49 25,-25-1,-25 26,-75-26,-49 75,-74-24,-75 24,-25 49,-49 26,0-51</inkml:trace>
  <inkml:trace contextRef="#ctx0" brushRef="#br0" timeOffset="4058.23">1737 3150,'0'-49,"0"148,0 25,-75 0,75-25,-74 25,24 0,50-49,-25-26,25-24,0 25,0-26,-49-24</inkml:trace>
  <inkml:trace contextRef="#ctx0" brushRef="#br0" timeOffset="4260.24">1290 3547,'0'0,"50"0,24 0,25 50,-24-1,24 1,-25 24,26 26,-1-26,-25 0</inkml:trace>
  <inkml:trace contextRef="#ctx0" brushRef="#br0" timeOffset="5392.3">3151 3200,'0'25,"0"24,0 1,0 24,24-24,-24 24,75-49,-50 25,24-50,-24 24,25-24,-1 0,50-24,-49-1,0-50,-1 51,-49-1,0-25,0 25,0-24,0-1,0 1,-25-1,1 25,24 25,24 25,26 49,-50 1,50-1,-50 25,74 50,-74 25,50 24,-50-98,0-1,0-25,0-24,0-1,0 1,0-25,-50-25,-24 0,74-50,-25 1,25-1,0-24,0-1,0 1,49-50,26 49,-1-24,-24 50,0-1</inkml:trace>
  <inkml:trace contextRef="#ctx0" brushRef="#br0" timeOffset="6801.38">5408 2952,'-25'0,"-25"0,100 0,0-50,-1 50,1-25,24 25,-24-49,-1 49,-24 0,-25-25,50 25,-75 25,0 49,-49 50,-1 25,1-25,24 0,1-50,49 1,-50-26,50 1,0-100,25 1,25-1,-26 1,26 24,-25 25,0 0,24 0,1 0,-25 0,24 0,1 0,-1 0,-24 0,25 0,-25 0,-1 0,26 0</inkml:trace>
  <inkml:trace contextRef="#ctx0" brushRef="#br0" timeOffset="7582.43">1191 4564,'0'25,"50"-25,24 0,50 0,74 0,51 0,98-25,25 25,50-99,49 49,-99-24,-25 24,75-24,-75 24,0 1,-49 49,-50-75,-50 75,-49-49,-74 49,-50 0,-50 0,-25 0,1 0,-1 0,0 0,25 0</inkml:trace>
  <inkml:trace contextRef="#ctx0" brushRef="#br0" timeOffset="8189.46">4589 3125,'0'-24,"0"-51,0 150,0-1,0 50,25 74,-25 75,50 174,-50 24,0 25,0-74,0-100,74 1,-74-1,50-49,-50-25,74 0,-74-49,50-26,-50-24,0-25,0 0,0-49,0-1,0-24,0-26</inkml:trace>
  <inkml:trace contextRef="#ctx0" brushRef="#br0" timeOffset="9308.53">2010 5011,'-25'0,"25"-25,-50 25,50 74,0 1,0 24,0 25,0-75,0 1,0-25,50-25,-50 49,49-49,-24 0,25-24,24-26,1 0,-1 1,-49-26,-25 26,0 24,0-25,0-24,-50 24,-24 50,24-49,1 49,-26 49,1 1,24 49,50-49,0-25,0-25,50 0</inkml:trace>
  <inkml:trace contextRef="#ctx0" brushRef="#br0" timeOffset="10004.57">3473 4936,'0'0,"0"0,-74 75,74 24,-75 0,75-25,0-24,0 0,25-1,0-49,24 0,26 0,49 0,0-25,0-49,-25 0,-74 24,-25 25,0-24,0 24,0 0,-50-25,-24 50,-50-49,49 49,-24 74,-74 25,123 1,50-51</inkml:trace>
  <inkml:trace contextRef="#ctx0" brushRef="#br0" timeOffset="10784.61">2208 6276,'-25'0,"25"-50,-49 100,49 24,0 25,0-24,0-26,0-24,0 25,24-50,1 24,0-24,49 0,1-24,-26-26,26 0,-50-24,-25 24,0 26,0-26,0 0,0 1,-75 24,26 25,-26 0,26 0,-1 25,0 0,50 24,0 1,0-25,50-25,0 49</inkml:trace>
  <inkml:trace contextRef="#ctx0" brushRef="#br0" timeOffset="11384.65">3671 5978,'-24'-25,"24"50,0 25,0 24,0 0,0 26,49 24,-49-50,50-24,-50 24,25-49,24 24</inkml:trace>
  <inkml:trace contextRef="#ctx0" brushRef="#br0" timeOffset="12060.68">2208 7367,'0'50,"0"24,0 0,50 1,-50-1,0 1,24-1,-24-24,0-1,50 1,24-25,-49-25</inkml:trace>
  <inkml:trace contextRef="#ctx0" brushRef="#br0" timeOffset="12682.72">3647 7144,'0'0,"-50"49,50 1,-50 49,50-24,0-1,0 0,0-24,25-25,0-25,25 49,-1-49,1 0,24-74,1 24,-51 1,-24-1,50-24,-50 24,0 1,-25-1,0-24,-24 49,-26 25,26 0,-26 0,1 49,0 51,24-1,50 25,0-25</inkml:trace>
  <inkml:trace contextRef="#ctx0" brushRef="#br0" timeOffset="13387.76">2456 8607,'0'0,"0"75,25-1,-25 0,0 1,49-1,-49 1,0-1,0-49,25 25,0-50</inkml:trace>
  <inkml:trace contextRef="#ctx0" brushRef="#br0" timeOffset="14114.8">3572 8558,'0'-25,"25"74,-25 1,0 49,74-24,-74 24,50 0,0-24,-50-26,49 1,-49-25,50-25,-50 0,0-50</inkml:trace>
  <inkml:trace contextRef="#ctx0" brushRef="#br0" timeOffset="19258.1">5358 4713,'0'-25,"0"0,0 75,0-1,0 26,0-1,0 1,0-1,50 1,-50-51,25 1,-25 25,49-50,-49 25,50-25</inkml:trace>
  <inkml:trace contextRef="#ctx0" brushRef="#br0" timeOffset="19964.14">5730 5730,'-49'0,"-1"49,50 1,-50 25,50-1,-49 25,49-24,0-26,0-24,0 25,49-50,1 0,24 0,26 0,-1-50,-50 0,-24 26,-25-1,0-25,0-24,0 49,-25-25,-24-24,-26 49,26 25,-26 0,1 25,-25 49,49 26,50-26,0 0,0-74</inkml:trace>
  <inkml:trace contextRef="#ctx0" brushRef="#br0" timeOffset="20571.17">5780 6945,'0'0,"0"25,-50 25,50 24,0 1,0-1,0-24,0 24,25-49,25 24,24-49,-24-49,-26 24,-24-25,50 1,-50-1,0 1,0-1,-50-24,26 49,-26 25,0 0,1 25,-26 74,51-25,24-24,0-1</inkml:trace>
  <inkml:trace contextRef="#ctx0" brushRef="#br0" timeOffset="21035.2">5978 8136,'-25'0,"25"25,0 24,0 1,0 24,25-24,-25-25,25-25,-25 25,50-25,-50-25,74-25,-74 1,25-26,-25 26,0 24,0 0,0-25,-25 50,-49 0,49 0,-50 25,26 0,24 25,25-1</inkml:trace>
  <inkml:trace contextRef="#ctx0" brushRef="#br0" timeOffset="48626.78">9327 2158,'-50'0,"125"0,-1 0,25 0,25 0,0 0,75-50,-1 50,1-49,-1 49,1-50,-26 50,-49-49,0 49,-25 0,-24-50,-25 50,-1 0,-24 0,0 0,-50 0,-49 25</inkml:trace>
  <inkml:trace contextRef="#ctx0" brushRef="#br0" timeOffset="49758.84">9575 2753,'-50'0,"75"0,50 0,-51 0,26 0,0 0,24 0,0 0,26 0,-1 0,50 0,-25-49,49 49,1 0,0-50,-26 50,-48 0,-26 0,0 0,1 0,-1 0,-24-50,0 50,-26 0,26 0,-25 0,0 0,-25-24,0-26,-25 50,-25 0,1 0</inkml:trace>
  <inkml:trace contextRef="#ctx0" brushRef="#br0" timeOffset="52067.97">11286 1563,'-49'0,"49"-50,25 50,24 0,-24 25,25-25,-25 25,-1-25,-24 49,50-49,-50 50,0-25,25-25,-25 49,49 1,-49 0,0-1,25-24,-25 49,50-49,-50 50,0-51,0 26,0 24,0-24,0-25,0 24,0 1,0-25,0 24,-25 26,25-50,0-1,-25 26,25 0,0-25,-49-25,49 74,0-24,-25-50,25 49,-50-24,50 25,-25-50,25 24,-24-24,24 25,-25-25,-25 0,50 25,-25-25,25 0,50 0,-25 0,24 0,-49 0,50 0,0 0,-26 0,-24-25,50 25,24 0,-24-49,-25 49,0 0,24-50,-24 50,0-25,49 25,-74-49,50 49,-1-25,1 25,-50-50,74 50,-24-25,0-24,-1 24,-24-25,0 25,24 1,-24-26,-25 25,50 25,-50-49,0-1,25 50,-25-50,0 1,25 49,-25-25,0-25,0 26,49 24,-49-25,-25 25</inkml:trace>
  <inkml:trace contextRef="#ctx0" brushRef="#br0" timeOffset="53770.07">11361 1439,'0'0,"0"0,50 24,24-24,-49 50,24-50,-49 25,50-25,-25 0,-25 49,25-49,24 0,-24 25,25-25,-1 25,-24-25,0 0,24 0,-24 50,0-50,25 0,-26 25,26-25,-50 49,50-49,-26 25,26 25,-25-50,-25 24,25-24,24 0,-49 25,25-25,-25 50,25-50,24 25,-49-1,25-24,-25 50,25-50,-25 25,0 0,50-25,-50 49,0-24,0 0,0 0,25-25</inkml:trace>
  <inkml:trace contextRef="#ctx0" brushRef="#br0" timeOffset="54528.11">12626 1960,'0'24,"0"26,-50-25,50 0,0 49,0-24,0-26,0 1,0 50,25-75,0 0,0 0,24 0,-24 0,0 0,0 0,24-50,1 0,-50 26,50-26,-50 25,0 0,0-24,0-1,-25 50,25-25,-50 25,25 0,1 0,-51 0,26 0,24 0,0 0,25 0</inkml:trace>
  <inkml:trace contextRef="#ctx0" brushRef="#br0" timeOffset="55667.18">12800 2158,'-25'0,"0"0,25 0,50 0,24 0,0 0,26 0,-1 0,50 0,24 0,1-74,24 74,50-75,0 75,1-74,-1 74,0-75,0 75,-75-99,-74 99,-24 0,-25-25,-50 25</inkml:trace>
  <inkml:trace contextRef="#ctx0" brushRef="#br0" timeOffset="61856.53">9153 4837,'0'25,"0"49,0 25,0 1,0-1,0-25,0 1,0-1,0 0,25-24,0-50,0 0</inkml:trace>
  <inkml:trace contextRef="#ctx0" brushRef="#br0" timeOffset="62365.56">9153 5011,'-25'0,"25"0,50-50,-25 50,24-25,26 25,-25-49,-1 49,1-25,-25 25,24 0</inkml:trace>
  <inkml:trace contextRef="#ctx0" brushRef="#br0" timeOffset="62673.58">9153 5283,'0'25,"25"-25,25 0,-26-25,1 25,25 0,-25-24,0 24,24 0,-24-50,25 50</inkml:trace>
  <inkml:trace contextRef="#ctx0" brushRef="#br0" timeOffset="64419.68">9897 5110,'-24'0,"24"0,49 0,-24-25,25 25,24-25,-49 25,24-49,-24 49,0 0,-25 0</inkml:trace>
  <inkml:trace contextRef="#ctx0" brushRef="#br0" timeOffset="64855.7">9922 5308,'0'0,"50"0,-25 0,24-25,-24 25,49-24,-49 24,25-50,-25 50,24-25,-24 25</inkml:trace>
  <inkml:trace contextRef="#ctx0" brushRef="#br0" timeOffset="66587.8">10964 4713,'0'-25,"0"0,0 25,74-49,-49 49,25 0,-25 0,24 0,-24 49,-25 1,50-1,-50 26,0-25,0-1,0 1,0-1,-25 26,0-50,-25 24,1-49,-1 25,1-25,49 0</inkml:trace>
  <inkml:trace contextRef="#ctx0" brushRef="#br0" timeOffset="66895.82">11584 4415,'0'-25,"0"25,-25 0,-24 25,-1 25,25-25,-24 49,-1 0,50 1,-50-1,50 1,0-50,0-1,0-24,50 50,0-50,49 0,50 0,-25 0,0 0</inkml:trace>
  <inkml:trace contextRef="#ctx0" brushRef="#br0" timeOffset="67316.85">12204 4614,'50'0,"-25"0,24 0,1 0,24-50,-24 50,0 0,-1-25,1 25</inkml:trace>
  <inkml:trace contextRef="#ctx0" brushRef="#br0" timeOffset="67593.86">12303 4390,'-49'-49,"49"74,25-1,-1 51,26-1,-50 25,74 25,-74-49,25-25,-25-1,50 1,0-50</inkml:trace>
  <inkml:trace contextRef="#ctx0" brushRef="#br0" timeOffset="68327.9">12874 4341,'0'-25,"0"25,0 50,0-1,0 1,0 24,0-49,0 0,74 49,1-74,-26 0,1 0,0-25,-1 25,-24-49,-25 24,50-25,-50 26,0-1,0-25,0 1,0 24,0-25,0 50,0 50,0-1,0-24,0 0,0 49,24-24,-24 0,0 24,0 0,25 26,-25-51,0 1,0 0,0-1,0 1,0-1,0-49,0 50,-25-50,-49 0,24 0,26-25,24-24,0-1,0-24,0 24,0 0,49-24,1 24,24 1</inkml:trace>
  <inkml:trace contextRef="#ctx0" brushRef="#br0" timeOffset="68725.93">13519 4068,'25'-25,"0"25,24 0,-49 25,75 25,-51-1,26 26,-25-1,-25 50,49 25,-49-25,0 25,-24 24,-26-49,0-49,-24-26,24 26</inkml:trace>
  <inkml:trace contextRef="#ctx0" brushRef="#br0" timeOffset="69340.96">10394 4465,'0'-25,"0"25,0 74,0 26,0 73,0 1,0-25,0 24,49-24,1-50,-25-24,49-26,0-49,26 50,-1-50,25 0,-50-50</inkml:trace>
  <inkml:trace contextRef="#ctx0" brushRef="#br0" timeOffset="70668.04">13817 3547,'-25'0,"25"-25,0 25,0 50,0-1,25 51,-25-26,0 1,24-1,-24-24,0-1,25-49,-25 25,0-25</inkml:trace>
  <inkml:trace contextRef="#ctx0" brushRef="#br0" timeOffset="75029.29">9451 6697,'-25'0,"25"50,0 24,0 26,-49-1,49 0,0 0,0-24,0-26,24 1,-24-25,25-25</inkml:trace>
  <inkml:trace contextRef="#ctx0" brushRef="#br0" timeOffset="75344.3">9327 6896,'0'-25,"25"25,0 0,49-50,0 50,1-25,-26 25,26-49,-50 49,-1 0,-24 25</inkml:trace>
  <inkml:trace contextRef="#ctx0" brushRef="#br0" timeOffset="75561.32">9426 7218,'-49'0,"98"-25,-24 25,0-49,49 49,-24-50,-1 50,-24 0,25 0,-25-25</inkml:trace>
  <inkml:trace contextRef="#ctx0" brushRef="#br0" timeOffset="75915.34">10319 6846,'0'0,"50"-25,-25 25,24-25,1 25,24 0,-49 0,0 0</inkml:trace>
  <inkml:trace contextRef="#ctx0" brushRef="#br0" timeOffset="76080.35">10245 7193,'24'-24,"26"24,25-75,24 50,0-24,0-1,-24 1</inkml:trace>
  <inkml:trace contextRef="#ctx0" brushRef="#br0" timeOffset="76590.38">11286 6548,'0'-24,"0"-26,50 50,-25-25,0 25,24 0,-24 0,25 25,-25 0,24 49,-49-24,0-1,0 1,0 0,0 24,-49-49,24-25,-25 50,25-50,25-50</inkml:trace>
  <inkml:trace contextRef="#ctx0" brushRef="#br0" timeOffset="76853.39">11832 6350,'-25'0,"-74"0,74 0,-24 99,24-74,25 0,-50 49,50-24,0-1,0 1,0 0,0-1,25-49,50 0,-1 0,0-25,-24 1</inkml:trace>
  <inkml:trace contextRef="#ctx0" brushRef="#br0" timeOffset="77315.42">12179 6003,'0'-25,"0"25,0 25,0 49,25 50,-25 0,75 0,-75-25,49 1,-49-51,50 1,-50-25,25 49</inkml:trace>
  <inkml:trace contextRef="#ctx0" brushRef="#br0" timeOffset="77631.44">12179 6722,'50'50,"-25"-50,24 99,-24-74,25-25,-25 49,-1-49,26 0,0 0,-25 0</inkml:trace>
  <inkml:trace contextRef="#ctx0" brushRef="#br0" timeOffset="77909.45">12676 6648,'-25'0,"25"24,0 1,-25 25,25 24,-50 1,50 24,-49-49,49-1,-50 1,50-25</inkml:trace>
  <inkml:trace contextRef="#ctx0" brushRef="#br0" timeOffset="79244.53">12725 5953,'-49'0,"49"-25,0 50,0 50,24-1,1-24,25-1,-25 26,24-51,-24 26,49-50,-24 0,0 0,-1 0,1-25,24-24,-49 24,-25 0,50-25,-50 26,0-26,0-24,0 49,0 0,-25-25,-25 50,25 0,25 25,0 0,0 0,50 24,-50 1,0 0,25 24,-25 0,49 50,-49-24,0-26,0 0,0 1,0-1,0 26,0-26,0-49,0 0,-49-25,49 49,-50-49,25 0,1 0,-51-25,75 1,-25-26,25 25,0 0,0-24,25-1,0 50,25-50,-26 50,26-74,-25 74,24-25,-24 25,-25-25,0 25</inkml:trace>
  <inkml:trace contextRef="#ctx0" brushRef="#br0" timeOffset="83953.8">1315 10269,'0'-25,"-50"25,50-49,0 98,0 26,0 24,0 25,0 99,50-24,-50-26,0-49,0 25,0-74,0-26,0 1,0-100,0 25,0 1,0-26,0 25,50 25,-50-49,74 49,-24 0,24-50,0 50,1 0,-1-25,-24 25,0 0,-1-49,1 49,-25 0,-1 0</inkml:trace>
  <inkml:trace contextRef="#ctx0" brushRef="#br0" timeOffset="84267.81">1365 10567,'0'-25,"0"25,24-50,26 50,-25-24,24 24,26-50,-26 50,-24 0,25-25,-25 25</inkml:trace>
  <inkml:trace contextRef="#ctx0" brushRef="#br0" timeOffset="84455.83">1141 11137,'0'0,"50"-25,49-24,50-1,0 1,-25-1,25 50,-25-50,-75 50</inkml:trace>
  <inkml:trace contextRef="#ctx0" brushRef="#br0" timeOffset="84746.84">2456 10666,'0'0,"-50"50,50-1,-74 26,74-1,-50 25,1-24,49-26,-25 1,25 0</inkml:trace>
  <inkml:trace contextRef="#ctx0" brushRef="#br0" timeOffset="84918.85">2134 10914,'49'0,"1"0,24 0,1 25,-26-25,1 49,-1-49,1 25</inkml:trace>
  <inkml:trace contextRef="#ctx0" brushRef="#br0" timeOffset="85437.88">3027 10368,'0'25,"0"0,0 25,-50 49,50 0,0-25,0-24,0 0,0-1,50-49,-26 0,26 0,0 0,24-25,-24 1,-1-51,-49 50,25-49,-25 0,0-1,0 1,-25 24,-24 25,-26 25,26 0,-26 0,-24 50,-25 49,49 0,75-24,0-26,0-24,75-25,-1 0</inkml:trace>
  <inkml:trace contextRef="#ctx0" brushRef="#br0" timeOffset="85820.9">3622 10021,'0'25,"74"25,-49 49,25-25,-1 25,-24-24,-25-1,50-24,-50 24,0 1,0-51</inkml:trace>
  <inkml:trace contextRef="#ctx0" brushRef="#br0" timeOffset="86209.93">3721 10096,'0'-75,"0"50,0-24,0-1,25 25,24 25,-24-49,25 49,-25 0,-1 74,-24-24,0 24,0 25,0-24,-49 24,-26-25,51-24,-1-50,25 25,-50-25,75 0,0 0,24 0,1 0,24 25,-24 24,0-24,24 25,-24-50,-25 49,24-49</inkml:trace>
  <inkml:trace contextRef="#ctx0" brushRef="#br0" timeOffset="86996.97">1315 11708,'-50'0,"50"49,-49-49,24 0,25 25,50-25,24 0,25-25,75 25,99-99,49 0,1 25,24-1,0-24,0 25,-49-1,-25 25,-50 1,-99 49,-25-50,-49 50,-25 0,-25-25,0 25,-50 0,1 25</inkml:trace>
  <inkml:trace contextRef="#ctx0" brushRef="#br0" timeOffset="89645.12">2034 12427,'0'-25,"0"50,0 25,-49 24,49 1,-50-1,50 0,-25-24,25 0,-49-1,49-24</inkml:trace>
  <inkml:trace contextRef="#ctx0" brushRef="#br0" timeOffset="89878.14">1687 12626,'0'-25,"0"0,50 25,-26 0,26 74,25-49,-26 25,1-25,-1-25,26 74,-26-74,-24 25,25-25</inkml:trace>
  <inkml:trace contextRef="#ctx0" brushRef="#br0" timeOffset="90576.18">3324 12129,'0'-24,"-25"48,25 1,0 25,0 24,50 1,-25-50,24 24,1-49,0 25,24-25,-24 0,-1 0,1-25,-1-24</inkml:trace>
  <inkml:trace contextRef="#ctx0" brushRef="#br0" timeOffset="90763.19">3820 12129,'0'-24,"-25"24,-24 0,49 24,-25 26,25 49,-50 25,50-24,-49 24,49-25,-75 50,75-50,-49 25,49-75</inkml:trace>
  <inkml:trace contextRef="#ctx0" brushRef="#br0" timeOffset="92668.3">5433 12055,'-50'0,"25"0,25 0,50 0,24 0,1 0,-1-50,0 50,26-49,24 49,-50-25,-24 25,-1 0,-24-50,-25 50,0 50,-50 0,1-1,-26 50,-24 1,50-26,-26 1,50-26,-24-49,49 50,-25-50,50-25,24-25,-24 26,25-26,-25 50,24-50,-24 50,0 0,24 0,-24 0,0 25,25-25,-26 0,1 0,25 0,-25 0,0 0,24 0,-24-25,25 1,-50-26,-25 50,0 0</inkml:trace>
  <inkml:trace contextRef="#ctx0" brushRef="#br0" timeOffset="93868.36">2010 13667,'-25'-49,"0"49,-25 25,50-1,-24 26,24 24,-50 26,50-26,0-24,0-26,0 26,25-50,24 0,1 0,0 0,-1 0,1-25,24-24,-49 24,-25 0,50-25,-50 1,0-1,-50-24,0 49,26 25,-51-50,26 50,-26 25,1 25,-1-25,75 24,0 1,0-25,50-25,24 0</inkml:trace>
  <inkml:trace contextRef="#ctx0" brushRef="#br0" timeOffset="94639.41">3448 13519,'0'-25,"0"25,0-25,0-25,0 100,0 24,0 1,0-26,-49 26,49-26,0 26,0-50,24 24,51-49,-26 0,26 0,-1 0,1-49,-26-1,1 25,-50-24,25-1,-25-24,0 24,-50 0,25-24,-49 49,24 25,1 0,-26 0,1 0,24 0,1 25,49 0,0 24,0-24</inkml:trace>
  <inkml:trace contextRef="#ctx0" brushRef="#br0" timeOffset="95539.46">2134 14734,'-25'0,"-50"50,75-26,-24 26,24 0,0-1,0 26,0-26,0-24,24 25,1-50,25 0,-1 0,1 0,0 0,49-50,-50 25,1-24,-50-1,50 25,-50-24,0-1,-75 25,50 25,1-49,-51 49,26 24,-1 1,0 25,-24-25,74 24,-25-24,25 0,25-25,0 0</inkml:trace>
  <inkml:trace contextRef="#ctx0" brushRef="#br0" timeOffset="96306.5">3771 14511,'24'25,"-24"24,25 26,-25-1,50 0,-50 1,49-1,-49-24,0-1,25-49,-25 25,0-50</inkml:trace>
  <inkml:trace contextRef="#ctx0" brushRef="#br0" timeOffset="97085.55">2357 15801,'0'-25,"0"50,0 24,0 26,25 24,-25-25,24 25,-24-49,50-25,-50 24,25-24,49-25</inkml:trace>
  <inkml:trace contextRef="#ctx0" brushRef="#br0" timeOffset="98052.6">3919 15677,'0'0,"-24"0,24 24,0 26,-50 49,50-24,0-1,0 0,25-24,-25 0,74-26,-49-24,0 0,25 0,-26 0,26 0,0-49,-26-1,26 1,-50-51,50 26,-50 0,0-1,-25 26,-25-1,25 0,-24 50,-1 0,-24 0,-1 25,1 0,-25 25,74-1,25-24,0 0,0 0</inkml:trace>
  <inkml:trace contextRef="#ctx0" brushRef="#br0" timeOffset="98757.64">2704 16917,'0'74,"0"-24,0 24,50 50,-50-49,0-1,24-24,-24-1,0 1,25-50,50 0</inkml:trace>
  <inkml:trace contextRef="#ctx0" brushRef="#br0" timeOffset="99387.68">4341 16842,'-25'0,"50"100,-25-26,50 0,-50 1,49-1,-49 1,0-1,0-24,0-26,25-24,-25-74</inkml:trace>
  <inkml:trace contextRef="#ctx0" brushRef="#br0" timeOffset="101472.8">5978 13171,'0'-49,"0"24,-25 25,25 74,-49 26,-1-26,50 0,-25 1,25-50,0-1,0-24,25 50,50-50,-1-25,25-24,1-1,-51 0,1 26,-25-26,-25 25,0 0,0-24,0 24,0 0,-50 25,25-50,-49 50,-1 0,-24 50,25 0,24-25,50 24,0 1</inkml:trace>
  <inkml:trace contextRef="#ctx0" brushRef="#br0" timeOffset="102132.84">6102 14436,'0'-24,"-25"24,25 24,0 51,0-26,25 1,-25 0,50 24,-50-24,0-1,0 1,0-1,0 1</inkml:trace>
  <inkml:trace contextRef="#ctx0" brushRef="#br0" timeOffset="102634.87">6177 15503,'0'25,"74"49,-74-24,25 24,-25 1,0-1,0 0,0-24,0-25</inkml:trace>
  <inkml:trace contextRef="#ctx0" brushRef="#br0" timeOffset="103594.92">6474 16495,'-24'0,"24"-25,-25 25,-25 25,1 50,49-26,-50 26,50-1,0 25,0-24,0-26,25 1,0-1,-1-49,26 25,-25-25,24 0,1-25,-25-24,24-1,-24 1,25-51,-1 26,-49 0,25-1,-25 1,0 24,0 1,-74 49,24 0,1 0,-1 0,-24 0,-1 0,1 0,24 0</inkml:trace>
  <inkml:trace contextRef="#ctx0" brushRef="#br0" timeOffset="105808.05">1290 13618,'-25'-50,"25"25,0 25,50 0,-25 0,0 0,24 0,-24 0,0 0,24-24,1 24,0 0,-1 0,1-50,24 50,-24 0,0 0,-26-25,51 25,-26 0,1-49,0 49,24 0,0-50,-24 50,0 0,24-50,-24 50,24-49,0 49,26-75,-51 75,1-49,-1 49,1 0,25-25,-26 25,-24 0,25-50,-26 50,1 0,25-25,-25 25,-1 0,51-49,-26 49,1 0,0-50,24 50,-24-25,-1 25,1-49,-1 49,26 0,-26 0,1 0,-25 0,25 0,-26 0,1 0,25-25,-1 25,1 0,0 0,24-50,-49 50,0 0,24 0,-24-24,25 24,-1 0,26-50,-26 50,1 0,-1-25,26 25,-50 0,-1 0,1 0,25 0,-25 0,0 0,49-49,-24 49,-1 0,1-50,24 50,-24 0,24 0,-24-25,-1 25,1 0,24 0,-24-49,24 49,1 0,-1-25,1 25,-1 0,-24-75,-1 75,-24 0,25 0,-25 0,-1 0,26 0,0 0,-50-24,74 24,-49 0,24 0,-24 0,0 0,0 0,24-25,-24 25,25 0,-25 0,-25-50,24 50,26 0,-25 0,0-25,24 25,-98 0</inkml:trace>
  <inkml:trace contextRef="#ctx0" brushRef="#br0" timeOffset="107308.13">4440 11633,'0'50,"0"0,0 24,0 0,50 26,-50-26,50 0,-50 51,0-51,24 25,-24 0,0 1,0 24,50-25,-50 25,0-25,50 0,-50-24,0 49,49-25,-49 0,75 0,-75-24,49-1,-49 1,50 24,-50-25,0 1,25-26,-25 26,0-26,0 26,0-26,0 1,49 0,-49-1,25 1,-25-1,50 1,-50 0,25-1,-25 1,0-1,49 26,-49-26,0 1,25 0,-25-1,0 26,50-26,-50 1,0 0,24 24,-24-24,0-1,50 1,-50 24,0 1,0-1,0 25,0-49,0-1,25 1,-25-25,0 0,49 24,-49-24,0 0,0 24,25 26,-25-25,0-1,0 26,50-1,-50 0,0 1,0-50,49 24,-49 1,0-25,0-1,0 26,25-25,-25 49,0-49,0 49,0-24,0-25,0 0,0 24,50-24,-50 0,0 24,0-24,0 0,0 25,0-25,0-1,0 26,0-50,0-50,-25 26</inkml:trace>
  <inkml:trace contextRef="#ctx0" brushRef="#br0" timeOffset="110038.29">8682 11460,'-25'0,"25"0,50 0,24 0,25 0,25-25,-24 25,48-50,1 50,-25-49,25 49,-25-75,-25 75,25-49,-49 49,-50 0,-50 0</inkml:trace>
  <inkml:trace contextRef="#ctx0" brushRef="#br0" timeOffset="110834.33">9203 11931,'-50'0,"25"0,25 0,50 0,0 0,-26 0,26 0,25-25,-1 25,0-49,1 49,24-50,25 50,-25-50,-24 50,49-49,-50 49,0-25,-24 25,0-50,-25 50,-25 0,-50 0,50-24</inkml:trace>
  <inkml:trace contextRef="#ctx0" brushRef="#br0" timeOffset="111860.39">9873 11013,'0'-25,"24"25,1 0,25 0,-50 0,49 0,1 0,-50 25,74-25,-24 75,0-26,24 1,-24 24,-1-24,-49-25,75 24,-75-24,25 25,-25-25,0-1,0 26,0-25,0 24,0 1,0 0,0 24,0-24,0 24,-50-24,50-1,-25-24,25 25,-49-50,49 49,-25-49,25 25,-25-25,-25 0,50 25,-49-25,-1 50,25-50,25 0,25-25,25 0</inkml:trace>
  <inkml:trace contextRef="#ctx0" brushRef="#br0" timeOffset="113719.5">10369 10765,'0'0,"25"0,49 0,-49 0,0 0,-25 25,24-25,-24 25,75-25,-26 49,1-24,0-25,-26 50,26-1,24 1,-74 0,25-26,-25 1,0 25,50-25,-50 0,0 24,25-24,-25 25,0-26,0 1,49 25,-49-25,0-1,0 26,0-25,0 0,0-1,-25 26,25 0,0-26,-24-24,24 75,0-50,0-1,-50-24,50 50,-50 24,50-49,-49 50,49-51,-75-24,75 50,-24-50,24 0,49 0,-24 0,0 0,24 0,-24-50,25 50,24-24,-24 24,-1-50,1 50,-25-25,24 25,-49-74,50 74,0-25,-25 0,24-24,-24 24,-25-50,50 75,-50-74,0 49,74 0,-49-49,24 24,-49 1,25-1,-25 25,0 1,0-26,0 25,0-24,0 24,0-25,0 0,0 26,0 24,-49 0</inkml:trace>
  <inkml:trace contextRef="#ctx0" brushRef="#br0" timeOffset="115510.6">10418 10815,'-24'0,"24"-50,0 50,49 0,-24 0,0 0,24 0,1 0,0 0,-1 0,1 0,-25 0,-1 0,1 0,25 0,-25 25,24-25,-24 0,0 0,24 0,1 0,-25 0,0 0,-25 25,49-25,-24 0,-25 25,25-25,24 0,-49 49,25-49,-25 25,25-25,0 0,-25 25,50-25,-26 0,-24 49,25-49,25 25,-25-25,24 50,-24-50,0 0,-25 25,49-25,-24 0,-25 24,0-24</inkml:trace>
  <inkml:trace contextRef="#ctx0" brushRef="#br0" timeOffset="116388.65">11733 11112,'0'25,"-50"-25,100 0,-25 0,24 0,26 0,49-49,-25 49,50-50,24 50,1-74,0 74,-1-75,-24 75,25-74,-25 74,-75-75,-24 75,-1 0,-49-24,25 24,-25 0</inkml:trace>
  <inkml:trace contextRef="#ctx0" brushRef="#br0" timeOffset="122051.98">9054 13717,'0'-25,"0"25,0 75,0 24,0 25,0-25,25-25,-25-24,0 0,0-26,49-24,-49 25,50-25,0 0,-26 0,-24-25</inkml:trace>
  <inkml:trace contextRef="#ctx0" brushRef="#br0" timeOffset="122367.99">9054 13742,'50'-25,"-26"25,26-74,24 49,-24 25,0-50,-1 1,1 49,-50-25,25 25,-25 25,0-25</inkml:trace>
  <inkml:trace contextRef="#ctx0" brushRef="#br0" timeOffset="122616.01">9153 14089,'0'0,"0"0,0-25,50 25,-50-49,49 49,-49-25,75 25,-50 0,0-25,24 25,-24 0</inkml:trace>
  <inkml:trace contextRef="#ctx0" brushRef="#br0" timeOffset="123011.03">10121 13816,'49'-49,"26"49,-1-50,-24 50,24-50,1 50,-51 0,-24-24,25 24</inkml:trace>
  <inkml:trace contextRef="#ctx0" brushRef="#br0" timeOffset="123215.04">10245 14015,'49'0,"1"-25,24 25,-24-50,0 50,24-74,-24 74,-26-25</inkml:trace>
  <inkml:trace contextRef="#ctx0" brushRef="#br0" timeOffset="130996.49">10766 13370,'0'-25,"0"0,24 25,26-49,-25 49,24 0,1 0,-50 0,74 0,-74 74,50 0,-50-24,0 0,0-1,0 26,0-26,0-24,-50 25,1-1,-1-49,50-25,0-24</inkml:trace>
  <inkml:trace contextRef="#ctx0" brushRef="#br0" timeOffset="131287.5">11237 13122,'0'0,"0"24,-50 26,25 0,-24 49,24-25,25 1,-50-26,50 1,0-25,75-25,-1 0,25-25,50-25,0-24,-25 0</inkml:trace>
  <inkml:trace contextRef="#ctx0" brushRef="#br0" timeOffset="131670.53">11510 12750,'0'24,"25"1,-25 25,49-25,-49-1,25 26,-25-25,99 24,-49-49</inkml:trace>
  <inkml:trace contextRef="#ctx0" brushRef="#br0" timeOffset="132419.57">12130 12973,'0'25,"0"-1,0 26,25-50,-25 50,74-50,-49 0,49 0,-24 0,-1 0,-24-50,25 50,-50-50,25 50,-25-49,0 24,-25-49,-25 74,-24 0,74 24,49 26,-49-25,50 24,-50 1,50 0,-50 24,49 50,-49 0,0 25,0-75,0 1,0-26,0 1,0 0,-74-1,24-49,1 0,49 0,-50-74,50-1,-50 26,50-1,0 1,0-26,0 26,25 24,25-50,-25 51,24 24,-24-50,0 50</inkml:trace>
  <inkml:trace contextRef="#ctx0" brushRef="#br0" timeOffset="132824.59">13147 13146,'-25'0,"25"-49,50 49,-1-50,1 50,49-49,-49 49,-26-50,26 50,-50-25</inkml:trace>
  <inkml:trace contextRef="#ctx0" brushRef="#br0" timeOffset="133058.61">13296 12849,'-50'0,"50"-25,0 25,0 25,74 49,-49-24,25 24,-50 1,49-1,-49-24,0-1,0 1</inkml:trace>
  <inkml:trace contextRef="#ctx0" brushRef="#br0" timeOffset="134557.69">13990 12650,'-25'0,"-24"0,49 0,0-49,49 49,1 0,0 0,-26 0,26 0,-25 0,-25 25,49 49,-49-24,50 24,-50-24,0 49,-25-50,25-24,-49 25,24-25,-25-25,25 49,-24-49,49-49,25 24,-1-25</inkml:trace>
  <inkml:trace contextRef="#ctx0" brushRef="#br0" timeOffset="134790.7">14362 12526,'0'0,"0"0,-25 25,25 25,-49 24,49-24,0-1,0-24,0 25,25-25,49-25,-24 0,-1 0,1-50</inkml:trace>
  <inkml:trace contextRef="#ctx0" brushRef="#br0" timeOffset="135607.75">14784 12378,'-50'0,"50"49,0-24,0 0,0 24,0 1,0-25,50-25,-25 49,0-49,24 0,1 0,-1 0,1 0,-25 0,-25-74,25 74,-25-74,0 24,0 25,0-24,0-1,-50-24,25 74,25 49,50 1,-25 24,-25-49,49 25,-49 24,0 0,50 1,-50-1,0 1,0 24,0-25,0-24,0-1,-25-24,25 25,-25-50,25 25,-49-25,-1 0,25 0,0 0,25-50,0-24,0-1,0 1,0-1,0 1,75 24,-50 26,24-26,-24 25,-25-24</inkml:trace>
  <inkml:trace contextRef="#ctx0" brushRef="#br0" timeOffset="135958.77">15131 11807,'-25'0,"25"25,0 24,0-24,0 0,50 49,-50-24,25 0,-25-1,49 26</inkml:trace>
  <inkml:trace contextRef="#ctx0" brushRef="#br0" timeOffset="137510.86">9575 15131,'0'-25,"0"0,0 25,0 25,25 49,-25 1,25-1,-25 1,0-1,0 1,0-26,0 1,49-50,-49 25,50-25,-50 0</inkml:trace>
  <inkml:trace contextRef="#ctx0" brushRef="#br0" timeOffset="137780.88">9525 15106,'0'-25,"25"25,25-25,-1 25,1-49,0 49,-26 0,1 0,25 0</inkml:trace>
  <inkml:trace contextRef="#ctx0" brushRef="#br0" timeOffset="137998.89">9575 15280,'0'49,"25"-49,0 0,-1 0,51-49,-26 49,1-50,0 50,24-50,-49 50,24-24</inkml:trace>
  <inkml:trace contextRef="#ctx0" brushRef="#br0" timeOffset="138659.93">10642 15205,'24'-25,"1"25,25-49,24 49,1-50,-1 50,0-25,-24 25,0 0,-75 0</inkml:trace>
  <inkml:trace contextRef="#ctx0" brushRef="#br0" timeOffset="138890.94">10790 15404,'25'0,"0"-25,25 25,-26-25,26 25,24-50,-24 50,0-24,-26 24,26 0,-25-50,0 50</inkml:trace>
  <inkml:trace contextRef="#ctx0" brushRef="#br0" timeOffset="139425.97">11609 14883,'0'-25,"0"-25,50 50,-1-49,26 49,-51-25,1 25,25 0,-25 0,-25 25,0 24,49 1,-49 24,0 1,0-1,-25-24,25 24,-49-49,-1-25,25 50,25-75,0 0</inkml:trace>
  <inkml:trace contextRef="#ctx0" brushRef="#br0" timeOffset="139777.99">12179 14660,'0'0,"-49"0,-1 0,1 0,49 74,-25-24,25-1,0 1,-50-1,50 1,0-25,0 0,25-25,-25 49,50-49,-26 0,1 0,25 0,-1-25,1 1</inkml:trace>
  <inkml:trace contextRef="#ctx0" brushRef="#br0" timeOffset="140205.01">12601 14759,'-25'0,"25"0,25-25,25 25,-1-25,26 25,-26-49,26 49,-26-25,-24 25,0 0,-25-50</inkml:trace>
  <inkml:trace contextRef="#ctx0" brushRef="#br0" timeOffset="140497.03">12775 14560,'-25'0,"50"25,-25 25,74-1,-74 1,25 24,-25-24,0-25,50 0,-26 24</inkml:trace>
  <inkml:trace contextRef="#ctx0" brushRef="#br0" timeOffset="141825.11">12948 14337,'0'-25,"0"25,-49 0,24-49,0 49,-24 0,24 24,0-24,25 25,-50-25,50 25,-24-25,24 50,-25-25,25-1,-50 26,50 0,-25-50,25 24,-49 26,49-25,0 24,0 1,0 0,0-1,0 1,0-25,0 24,25-49,-25 25,24-25,-24 50,25-50,-25 49,50-49,-50 25,25-25,-1 25,26-25,0 0,-1 0,1 0,-1 0,26 0,-26-50,1 25,0-24,-26 24,-24 0,50 25,-50-74,0 49,0 0,0-24,0 24,0 0,0-25,0 1,-25 49,25-25,-49 25,49-25,-25 25,-25-49,25 49,25-25,-24 25,-26-50,25 50,0 0,-24 0,-1 0,50 25,-49-25,49 50,-50-1</inkml:trace>
  <inkml:trace contextRef="#ctx0" brushRef="#br0" timeOffset="143152.18">13395 14362,'-50'0,"25"0,25 50,25 24,-25-24,75-1,-75-24,74 25,-49-50,49 49,-24-49,24 0,1 0,-26 0,1 0,-25 0,-25-49,0-1,0 0,0 26,0-1,-25-50,0 26,25 24,-49 25,49-50,-50 50,50-49,-25 49,50 49,-25-24,25 25,-25-1,49 26,-49-1,50 1,0-1,-50 50,74 0,-74 0,0-50,0 1,0-1,0-24,0 24,-25-49,0-25,1 50,-51-50,26 0,-1 0,25-25,25 0,-49-49,49-1,0-24,0 0,74-25,0 0,-24 49,24 1,-24 49,0-24</inkml:trace>
  <inkml:trace contextRef="#ctx0" brushRef="#br0" timeOffset="146059.35">16793 8012,'0'-25,"0"100,0-1,50 50,-50 50,49-1,-49 1,50-1,-50-48,0-51,0-24,0-26,0 26,-25-50,25-25,0-24,0 24,25 25,0-75,24 75,51-24,-26 24,0-50,1 50,-26-25,26 25,-50 0,-25-50,24 50</inkml:trace>
  <inkml:trace contextRef="#ctx0" brushRef="#br0" timeOffset="146344.37">16719 8310,'-25'0,"25"-25,25 25,24-50,1 50,0-49,-1 49,50-75,-24 75,-1-49,-24 49,-1 0</inkml:trace>
  <inkml:trace contextRef="#ctx0" brushRef="#br0" timeOffset="146525.38">16744 8830,'0'0,"49"-49,1 24,24-25,50-24,0 24,-25 26,-24 24,-1-50</inkml:trace>
  <inkml:trace contextRef="#ctx0" brushRef="#br0" timeOffset="146855.39">17984 8310,'0'-25,"-25"25,-25 0,50 0,-49 49,-1 51,25-26,25 0,-74 1,74-1,0-49,-25 0,25-25</inkml:trace>
  <inkml:trace contextRef="#ctx0" brushRef="#br0" timeOffset="147012.4">17612 8558,'0'0,"49"0,26 49,-1-49,25 0,1 25,24-25,-75 0</inkml:trace>
  <inkml:trace contextRef="#ctx0" brushRef="#br0" timeOffset="147957.46">18529 7913,'0'-50,"0"124,0 1,0 24,0-24,50-26,-25 1,24-1,-24-24,50 25,-51-50</inkml:trace>
  <inkml:trace contextRef="#ctx0" brushRef="#br0" timeOffset="148204.47">18529 7937,'0'25,"50"50,0-26,24 1,-24 0,-1-26,1-24,24 75,-24-75,0 25,-26-25</inkml:trace>
  <inkml:trace contextRef="#ctx0" brushRef="#br0" timeOffset="148476.49">18777 7689,'-24'0,"24"-24,-25 24,25 49,0 1,49 24,-24-24,25 24,0 26,-26-26,26-24,0 24,-26-49,1 24,25-49,-25 0</inkml:trace>
  <inkml:trace contextRef="#ctx0" brushRef="#br0" timeOffset="148827.51">19150 7987,'-50'0,"50"25,-25 0,25 24,0-24,0 0,50-25,-25 74,24-74,26 0,-26 0,1 0,-1-49,-49 24,50 0,-50-24,0-1,0 0,-25 1,0-1,1 50,-26 0,-24 0,-1 50,-24-1,49 26,50-26,0-24,25 25</inkml:trace>
  <inkml:trace contextRef="#ctx0" brushRef="#br0" timeOffset="149224.53">19522 7516,'0'-25,"0"25,0 50,24 74,-24-25,75 0,-26-25,1 1,-50 24,50-49,-50-25,0-1,24 26</inkml:trace>
  <inkml:trace contextRef="#ctx0" brushRef="#br0" timeOffset="149576.55">19546 7689,'-24'-49,"24"-26,0 26,0 24,24-25,1 50,50-24,-26 24,-24 0,25 0,-50 24,0 1,0 25,0 49,-50-49,25-1,-24 1,24-50,25 25,0 24,49-49,1 0,0 25,-1-25,1 50,-25-50,0 0,-25 24,49-24</inkml:trace>
  <inkml:trace contextRef="#ctx0" brushRef="#br0" timeOffset="150335.59">17289 9500,'-25'0,"75"0,24 0,75-74,99-1,100-49,24 0,74-49,-74 24,-99 74,-25-24,-74 25,-25 24,-25 1,-75 49,-49-25,-49 25,-26 0,-24 49,74-49,25 25</inkml:trace>
  <inkml:trace contextRef="#ctx0" brushRef="#br0" timeOffset="152382.71">16570 10691,'0'-50,"0"25,-25 25,0 75,25 24,-74-25,74 1,-50-26,50 26,-49-50</inkml:trace>
  <inkml:trace contextRef="#ctx0" brushRef="#br0" timeOffset="152546.72">16247 10840,'25'24,"25"-24,24 0,25 25,-24-25,-1 50,-24-50,-25 0</inkml:trace>
  <inkml:trace contextRef="#ctx0" brushRef="#br0" timeOffset="153537.78">17364 10492,'0'25,"0"0,0 0,49 49,-24-74,25 25,-1-25,1 0,-1 0,1-25,25 25,-51-49,-24 24,50 25,-50-50,0 1,0 24,-25 0,25-25,-25 26,-24-26,74 100,-25-26,49 26,-49 0,50 24,-1 0,-49 26,75-1,-75-25,25 1,-25-26,0 26,0-51,0 26,-50-50,0 0,26 0,-1 0,25-25,-50 0,50-49,0 24,0 1,25-26,25 1,-26 49,26-24,24 24</inkml:trace>
  <inkml:trace contextRef="#ctx0" brushRef="#br0" timeOffset="154639.84">18777 10046,'-49'0,"24"0,25 0,0 0,50 0,-1 0,26-25,-1 0,25-24,-24-1,-26 50,1-50,-75 150,-24 49,-26-1,1 1,24 0,1-50,49-49,-25-50,25 25,0-25,25-50,-1 25,-24 0,75 25,-26-49,1 49,0 0,-26 25,26-25,-25 0,0 0,49 0,-49-25,0 25,24-50,-49 25</inkml:trace>
  <inkml:trace contextRef="#ctx0" brushRef="#br0" timeOffset="155442.89">16421 11931,'50'0,"24"0,75-50,49-24,1 0,49-26,99 26,0-50,25 0,-24 0,-26 25,-74-1,-49 26,-1 0,-99 24,-49 50,-50-25,50 25,-75 0,0 0,0 0,-49 0</inkml:trace>
  <inkml:trace contextRef="#ctx0" brushRef="#br0" timeOffset="156035.92">18331 10244,'0'-24,"0"24,0 0,0 24,0 51,0-26,50 26,-26 49,76 49,-1 51,0 24,50 49,-25 26,25-1,-50-49,50-50,-50-24,-25-1,-24-49,0 0,-50 0,74 49,-74-24,74 24,-74 50,75-74,-75-25,0-75,0-123,-25-75</inkml:trace>
  <inkml:trace contextRef="#ctx0" brushRef="#br0" timeOffset="157033.98">17091 12278,'0'-24,"0"24,0 24,-50 51,50-1,0 1,-49-1,49-24,0-26,24-24,1 50,0-50,25 0,-1-25,26-49,-26 24,1-49,-25 49,-25 1,0-1,0 1,0-26,0 50,-50 25,0 0,1 0,-1 25,-24 50,49-26,25 1,0-1,50-49</inkml:trace>
  <inkml:trace contextRef="#ctx0" brushRef="#br0" timeOffset="157587.01">18257 11906,'0'0,"-25"0,25 25,-75 25,75-1,-49 26,49-26,0 1,0-25,0 24,49-49,1 0,0 0,49-24,-50-1,-24-25,-25 25,75-24,-75 24,0 0,0-25,-50 26,25 24,0-50,-49 50,24 25,-24 24,-25 51,24-1,75-25,-24-24</inkml:trace>
  <inkml:trace contextRef="#ctx0" brushRef="#br0" timeOffset="158098.04">17661 13122,'0'0,"0"0,-49 49,49 1,-50 24,50 1,-50-1,50-24,0-25,0-25,50 49,0-49,24 0,25-49,25-1,-24 0,-51-24,1 24,-50 26,0-26,0 25,-50-25,1 26,-1 24,0 0,-49 24,50 26,-1 0,50-1,0 1,50-50</inkml:trace>
  <inkml:trace contextRef="#ctx0" brushRef="#br0" timeOffset="158479.06">18554 12700,'0'25,"25"24,-25 1,50 0,-50 24,74 25,-74-24,25-1,-25-49</inkml:trace>
  <inkml:trace contextRef="#ctx0" brushRef="#br0" timeOffset="158899.08">17984 13940,'0'50,"25"-25,24 24,-24-24,-25 0,74 24,-49 1,0 0,25-26,-26-24</inkml:trace>
  <inkml:trace contextRef="#ctx0" brushRef="#br0" timeOffset="159973.14">18852 13717,'0'0,"0"25,0 49,0-49,0-25,25 0,24 0,-49 0,0-50,-24 50,-1-24,-25 24,50 74,0-24,0-26,0 1,25 25,0-50,24 0,26 0,24-75,-25 51,26-51,-51 26,1-26,-50 50,25 1,-25-26,0 25,-50-24,25 49,-49 0,24 0,1 0,-26 74,-24-24,-25 24,74 0,50-24,0-25,25-25</inkml:trace>
  <inkml:trace contextRef="#ctx0" brushRef="#br0" timeOffset="160483.17">18505 14684,'-25'0,"25"25,0 0,49 49,-49-24,75 0,-75-1,49 1,1-25,-25-25,0 49,24-49</inkml:trace>
  <inkml:trace contextRef="#ctx0" brushRef="#br0" timeOffset="160797.19">19373 14412,'0'24,"0"1,25 25,-25-1,49 1,-49 0,50 24,-50-49,25 24</inkml:trace>
  <inkml:trace contextRef="#ctx0" brushRef="#br0" timeOffset="162056.26">19546 11410,'0'0,"-49"0,49 0,0 50,0 24,25-24,-25-25,24 24,-24-24,50 0,-50 24,25-49,-25 25,49 25</inkml:trace>
  <inkml:trace contextRef="#ctx0" brushRef="#br0" timeOffset="162816.31">20117 12477,'0'-25,"-25"-25,25 26,-25 24,25 99,-49 25,49-50,0 1,-50-26,50 1,25-25,0-25,24 0,26 0,-1 0,25-75,-49 1,0 24,-50 1,24 24,-24-50,0 51,-24-1,-1-25,-50 50,26 0,-1 25,-49 49,49 26,1-26,49 0,0 1,0-50</inkml:trace>
  <inkml:trace contextRef="#ctx0" brushRef="#br0" timeOffset="163287.33">20340 13246,'0'0,"-25"0,25 49,-74 26,74-1,-25 25,25-49,0 0,0-26,25-24,0 50,24-50,51-50,-26 26,-24-51,-1 26,-49-1,50-24,-50 49,0 0,-50-25,25 50,-24 0,-1 0,-49 25,25 50,-1-26,50 1,25-1,0 1</inkml:trace>
  <inkml:trace contextRef="#ctx0" brushRef="#br0" timeOffset="163737.36">20638 13990,'-50'0,"50"0,0 74,0-24,25-1,-25 26,50-1,-50-24,49-25,-49 24,50-49,-50-49</inkml:trace>
  <inkml:trace contextRef="#ctx0" brushRef="#br0" timeOffset="165874.48">21159 10889,'-25'0,"-25"0,75 0,0 0,25-25,-1 25,50-74,25 24,-24 1,24-1,-25 1,25-1,-50 50,-24-25,0 25,-75 0</inkml:trace>
  <inkml:trace contextRef="#ctx0" brushRef="#br0" timeOffset="166303.51">21332 11261,'-49'0,"49"50,49-50,26-50,-1 26,25-26,1 0,24 1,-25 24,25-50,-25 26,-24-1,-1 25,0-24,-49 49,-25-25,25 25,-25 0</inkml:trace>
  <inkml:trace contextRef="#ctx0" brushRef="#br0" timeOffset="167075.55">21878 10319,'-25'0,"25"-25,0 25,50 0,-25 0,-1 0,26 0,0 0,-25 25,24-25,1 25,-1-25,1 99,-25-50,24 26,-49-1,50 25,-50 25,0 0,-50-24,50-26,-49-24,-1-1,50-24,-49-25,49 50,-25-50,25-25,0 0,0-24,0 24</inkml:trace>
  <inkml:trace contextRef="#ctx0" brushRef="#br0" timeOffset="168378.63">22176 9996,'25'0,"-1"0,1 0,25 0,-1 0,-24 0,25 0,49 50,-25-25,1 74,-75-74,25 24,-25 26,0-26,49 1,-49 0,0-1,0 26,25-26,-25 1,0-25,0 49,0-49,0 24,0-24,0 25,0-50,0 25,-25-25,25 24,-49-24,73 0,1-49,25 49,-50-25,74 25,-74-25,50 25,-50-25,49 25,-49-49,50 49,-50-50,75 1,-75 24,24 0,-24-25,25 26,-25-1,50-50,-50 51,0-26,0 25,0-49,0 49,0 0,0-24,0-1,0 50</inkml:trace>
  <inkml:trace contextRef="#ctx0" brushRef="#br0" timeOffset="169894.71">22225 9971,'0'-24,"25"24,0 0,-25-25,25 25,24-50,-24 50,-25-25,25 25,25 0,-50-24,24 24,1 0,-25-50,75 50,-26 0,-24-25,25 25,-26 0,1-49,25 49,-1 0,-24 24,25-24,-1 25,1-25,0 50,-50-25,25-25,-25 24,24 26,-24-25,50-25,-50 25,0 24,25-49,-25 25,0 0,25-25,-25 50,0-26</inkml:trace>
  <inkml:trace contextRef="#ctx0" brushRef="#br0" timeOffset="171162.78">23242 9723,'-24'0,"24"-24,0 48,0 1,0 25,-25-50,25 25,0-1,0 1,0 50,0-51,0 1,0-25,0 50,49-25,-24 0,0-25,25 0,-26 0,1 0,-25-25,50 25,-50-50,0 25,25 25,-25-25,0-24,0-1,0 25,0-24,0-1,0 50,0-25,-50 25,50-24,-25 24,25-25,-25 25,25-50,-49 50,49-25,-25 25,0 0,25 0,-49 0,49 50,-50 0,50-26,0 26,-25-25,25 24</inkml:trace>
  <inkml:trace contextRef="#ctx0" brushRef="#br0" timeOffset="172196.84">23466 9847,'-50'0,"75"0,0-74,24 49,50-24,-24 24,-1-25,25 1,-24-1,24 25,-24-49,24-1,-50 51,1-26,0 25,-26 25,-24-49,25 49,-25-50,50 50,-100 25,25 0</inkml:trace>
  <inkml:trace contextRef="#ctx0" brushRef="#br0" timeOffset="190407.89">19224 15726,'0'-25,"0"1,0-1,0-25,0 75,0 0,0 0,0 24,0 50,0-24,0-26,0 26,0-26,25 1,-25 0,0-26,0 1,49 25,-24-75</inkml:trace>
  <inkml:trace contextRef="#ctx0" brushRef="#br0" timeOffset="190720.9">19249 15726,'0'-25,"25"1,24 24,-24-50,25 50,-26-25,1 25,25 0,-50 0</inkml:trace>
  <inkml:trace contextRef="#ctx0" brushRef="#br0" timeOffset="190938.92">19174 16073,'0'0,"0"0,0-24,50 24,-25-50,49 50,-24-25,-25 25</inkml:trace>
  <inkml:trace contextRef="#ctx0" brushRef="#br0" timeOffset="191350.94">19993 15726,'-25'0,"25"-25,0 25,25-49,25 49,-1-25,-24 25,25 0,-1 0</inkml:trace>
  <inkml:trace contextRef="#ctx0" brushRef="#br0" timeOffset="191516.95">19919 15900,'0'0,"74"0,0-50,1 25,24-24,-25-1,-24 25</inkml:trace>
  <inkml:trace contextRef="#ctx0" brushRef="#br0" timeOffset="194269.11">20762 15304,'-25'0,"-25"0,75 0,0 0,0 0,24-24,-24 24,25 0,-50 24,25 26,-25 0,0-1,0 1,0 24,0-24,0-25,0 0,-50 49,25-74,25-25,0-24</inkml:trace>
  <inkml:trace contextRef="#ctx0" brushRef="#br0" timeOffset="194562.12">20985 15304,'-25'0,"1"0,-1 50,25 0,-50-1,50-24,0 25,0-25,0 24,0-24,25-25,25 0,-26 0,26 0,0 0,-1-25</inkml:trace>
  <inkml:trace contextRef="#ctx0" brushRef="#br0" timeOffset="195305.17">21184 15255,'-25'49,"25"1,0-25,0 25,0-50,74 0,-49 0,0 0,0 0,24 0,-24 0,-25-50,50 50,-50-50,0-24,0 49,0 25,-25 0,0 0,25 0,0 50,50 24,-50-49,24 25,-24-26,50 26,-50-25,50 24,-50-24,0 0,24 25,-24-1,0 1,0-1,0 1,-74-25,49-25,0 49,-24-49,24 0,-25 0,50-24,0-1,0-25,0-24,0 24,25-24,25 24,-1 1,1-26,24 26</inkml:trace>
  <inkml:trace contextRef="#ctx0" brushRef="#br0" timeOffset="195597.18">21729 15329,'-25'0,"25"0,50-25,0 25,-1-49,26 49,24-75,-49 75,-26-49</inkml:trace>
  <inkml:trace contextRef="#ctx0" brushRef="#br0" timeOffset="195828.2">21878 15106,'-25'0,"25"25,0 0,75 49,-75-24,49-1,-49-24,25 25,-25-25</inkml:trace>
  <inkml:trace contextRef="#ctx0" brushRef="#br0" timeOffset="198476.35">22573 14883</inkml:trace>
  <inkml:trace contextRef="#ctx0" brushRef="#br0" timeOffset="198566.35">22573 14883,'-25'0</inkml:trace>
  <inkml:trace contextRef="#ctx0" brushRef="#br0" timeOffset="198790.37">22548 14734,'0'-50,"0"75,0 25,0 24,-50 1,50-1,-25 25,25-49,0-25,-49 24,49-24,25-50</inkml:trace>
  <inkml:trace contextRef="#ctx0" brushRef="#br0" timeOffset="199001.38">22325 14957,'0'-25,"-25"25,50 0,-1 0,26 25,-25-25,24 25,1-25,0 50,-26-50,26 24,24-24</inkml:trace>
  <inkml:trace contextRef="#ctx0" brushRef="#br0" timeOffset="200037.44">22275 14957,'0'0,"0"0,50-49,-1 49,1 0,-1 0,-49 49,25-49,-25 75,25-51,25 26,-50 0,0-1,0 26,0-26,-25 1,-25-50,25 0,25-25,0-49,0 49</inkml:trace>
  <inkml:trace contextRef="#ctx0" brushRef="#br0" timeOffset="200441.46">22672 14784,'-25'0,"0"0,25 49,-49-49,49 50,0-25,0-1,0 26,0 0,0-26,0 1,24-25,-24 75,25-75,25 0,-1 0,-24 0,0 0,25-25,-26 25,-24-50,0 25</inkml:trace>
  <inkml:trace contextRef="#ctx0" brushRef="#br0" timeOffset="200735.48">22647 14436,'0'50,"25"0,-25-26,25 51,-25-50,74-1,-49-24,-25 50</inkml:trace>
  <inkml:trace contextRef="#ctx0" brushRef="#br0" timeOffset="201507.52">23143 14660,'-25'0,"-24"0,49 0,0 24,0 26,0-25,0 0,25-25,-25 49,49-49,-24 0,0 0,24 0,-24 0,25-49,-25 49,-25-75,24 50,-24 1,0-26,0 25,0-24,-24 49,24 24,0 1,0-25,0 50,24-1,-24-24,50 25,-50-1,25 1,-25 0,49-1,-49 26,0-26,0-24,0 0,0 24,0-49,-74 0,0 0,24 0,50-24,0-26,0 25,0 0,0-49,25 24,24 26,-24-26,25 25</inkml:trace>
  <inkml:trace contextRef="#ctx0" brushRef="#br0" timeOffset="201777.54">23416 14213,'0'50,"25"-26,-25 26,25 49,-25-24,49-26,-49 1,25 0,-25-1</inkml:trace>
  <inkml:trace contextRef="#ctx0" brushRef="#br0" timeOffset="202736.59">20365 16793,'-50'0,"1"0,49 25,49-25,1-25,24-25,-24 50,0-49,24 49,-49 0,-25-25,25 25,-25 0</inkml:trace>
  <inkml:trace contextRef="#ctx0" brushRef="#br0" timeOffset="202930.6">20340 16966,'-49'50,"24"-25,25-25,25 0,49 0,0-75,1 75,24-74,-25 74,-24-50,-25 50,24-49</inkml:trace>
  <inkml:trace contextRef="#ctx0" brushRef="#br0" timeOffset="203726.65">21332 16570,'-24'0,"24"-50,0 25,74 25,-49-25,0 25,24 0,-24 0,0 0,-25 25,74 50,-74-26,0 26,0-1,0 0,-49 1,24-1,-25-49,25-25,1 50,-26-50,50-25,0 0</inkml:trace>
  <inkml:trace contextRef="#ctx0" brushRef="#br0" timeOffset="204087.67">21779 16321,'-50'0,"1"0,-1 50,50-25,-25 25,25-1,0 1,0-1,0 1,0 0,0-26,0 1,0-25,0 50,75-50,-26 0,-24-25,25 25,24-50,-49 1</inkml:trace>
  <inkml:trace contextRef="#ctx0" brushRef="#br0" timeOffset="205137.73">22176 16371,'0'0,"0"50,0-25,0-1,0-24,-50 0,25 0,1 0,24 0,0-49,24-1,26 50,-25 0,-25 25,0 0,0 0,0-25,0 49,-50-49,25 0,25-25,0 1,0-1,50 25,0 0,-50 0,0 25,-50-25,25 0,25 0,0-25</inkml:trace>
  <inkml:trace contextRef="#ctx0" brushRef="#br0" timeOffset="206816.82">22275 16073,'-50'0,"26"0,-1 0,0 0,-25 0,26 0,24 50,-50-50,50 25,-25-25,25 25,-25-25,25 49,0-24,-25-25,25 25,0 24,-49-49,49 25,0 0,0 25,-25-50,25 49,0-24,0 0,0 25,0-26,0-24,0 25,0 25,50-50,-26 0,-24 25,25-25,0 0,25 0,-25 0,-1 0,26 0,-25-25,0 25,24-25,-24 25,25-25,-26-24,26 24,-25-25,-25 25,49-24,-49 24,0-25,0 1,0-1,0 25,-24 25,24-25,-25 25,25-49,-25 49,-25-25,26 25,24-25,-25 25,-25 0,25 0,1 0,24 0,-50 0,25 25</inkml:trace>
  <inkml:trace contextRef="#ctx0" brushRef="#br0" timeOffset="208391.91">22721 15925,'-49'0,"49"0,0 49,0 1,0-25,25-25,-25 49,24-49,-24 50,50-50,0 0,24 0,-24 0,-26-25,26 0,-50-24,25-1,-25 25,0-24,0-1,0 25,0 0,0 25,0-49,-50 49,50 25,0-1,25 26,-25-25,25 24,-25-24,0 25,50-25,-50 24,0-24,24 0,-24 24,0-24,50 0,-50 25,0-26,0 26,0 0,0-25,-25-1,-24-24,49 50,-50-50,0 0,1 0,-1 0,25-50,25 26,0-26,0 0,0 25,0 1,75-26,-75 25,49 25,-49-49,50 49,-50-50,25 50,24 0,-24 0</inkml:trace>
  <inkml:trace contextRef="#ctx0" brushRef="#br0" timeOffset="209590.98">20613 17785,'-50'0,"75"0,0 0,49-50,26 1,-1-1,25 1,0-26,0 1,-50 24,1 50,-26-25,1 25,-75 0</inkml:trace>
  <inkml:trace contextRef="#ctx0" brushRef="#br0" timeOffset="209899">20613 17884,'0'25,"25"-25,24-25,51 0,49-49,49-25,-24 0,-1-1,26 1,24-25,-74 50,-75 49,-49 25,-25 25,-50-25,26 24,-1-24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3:56:08.64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968 695,'0'-25,"0"0,0-25,0 26,0 48,0 51,0 49,0-25,-75 25,75-25,-74-24,74-1,0-24,0-1,0-49,0-49,0-1,0 0,25-24,-25-50,0 25,74-25,-74 49,0 51,25 24,-25 0,25 49,-25 1,49-1,-49 26,50 24,-50-25,0-24,25 0,-25-26,49 26,-49-25,25 49,-25-49,0-25</inkml:trace>
  <inkml:trace contextRef="#ctx0" brushRef="#br0" timeOffset="180.01">844 1166,'0'-25,"49"25,1-50,24 50,1-49,-1 49,25-25,1 25,-51 0</inkml:trace>
  <inkml:trace contextRef="#ctx0" brushRef="#br0" timeOffset="433.02">1464 843,'-25'0,"25"50,0 24,0-24,0 0,0-1,0-24,0 25,0-26,0 1,0 50</inkml:trace>
  <inkml:trace contextRef="#ctx0" brushRef="#br0" timeOffset="629.03">1365 1042,'0'-50,"0"25,-25 25,50 0,-1 25,51-25,-26 50,1-50,0 49,-1-49,-24 0,25 25,-26-25,1 0</inkml:trace>
  <inkml:trace contextRef="#ctx0" brushRef="#br0" timeOffset="823.04">1811 893,'0'25,"0"0,0 24,0-24,0 0,0 24,0-24,0 25</inkml:trace>
  <inkml:trace contextRef="#ctx0" brushRef="#br0" timeOffset="1259.07">2208 769,'0'0,"0"50,0 24,0 0,0 1,0-26,0 1,0 0,0-1,0-24,0 0</inkml:trace>
  <inkml:trace contextRef="#ctx0" brushRef="#br0" timeOffset="1544.08">2158 769,'0'-25,"0"0,0-24,50 49,24 0,1 0,-1 25,1-1,-51 76,-24-26,0 25,0 0,0-24,-74-1,24-24,1-1,-26-49,1 50,24-50,26 0,24 0,0-25,0-49</inkml:trace>
  <inkml:trace contextRef="#ctx0" brushRef="#br0" timeOffset="1958.11">323 1811,'49'0,"75"0,50 0,49-50,1 50,24 0,24-49,-73 49,-50 0,-50 0,-49 0,-50-25</inkml:trace>
  <inkml:trace contextRef="#ctx0" brushRef="#br0" timeOffset="2288.13">372 2158,'-24'0,"24"0,74 0,50 0,50 0,49-50,0 50,25-74,0 74,0-74,-74 74,-25-50,-50 50,-49 0,-26 0,-48 0,-1 0</inkml:trace>
  <inkml:trace contextRef="#ctx0" brushRef="#br0" timeOffset="3764.21">1340 2654,'0'50,"-25"74,-25-25,1 25,-1-50,25 1,25-50,-49-1,49 26,0-75</inkml:trace>
  <inkml:trace contextRef="#ctx0" brushRef="#br0" timeOffset="3929.22">968 2952,'-25'0,"50"74,24-49,1-25,0 50,24-50,25 74,-24-24,-1-26,25-24</inkml:trace>
  <inkml:trace contextRef="#ctx0" brushRef="#br0" timeOffset="4634.26">2530 2803,'-49'0,"24"25,25 49,0-49,50 25,-1-50,26 49,49-49,-25 50,-25-50,1 0,-1 0</inkml:trace>
  <inkml:trace contextRef="#ctx0" brushRef="#br0" timeOffset="4843.27">3126 2828,'0'0,"0"0,0 49,0 26,0-1,-50 50,50-25,-74 25,74-24,-25-26,25 25,0-49</inkml:trace>
  <inkml:trace contextRef="#ctx0" brushRef="#br0" timeOffset="6248.35">5507 2530,'-50'0,"26"0,24 25,0 0,0-25,49 0,1 0,24 0,1 0,-1 0,0-25,-24 25,-25-25,-25 50,-50 74,-24-24,-25 49,49-75,-24 26,49-51,-25 26,50-75,25 25,-25-25,25 25,0 0,24 0,-24 0,25 0,-1 25,26-25,-26 0,26 0,-26 0,1 0,-1 0,-73 0</inkml:trace>
  <inkml:trace contextRef="#ctx0" brushRef="#br0" timeOffset="7050.4">918 3820,'25'25,"25"-25,49 0,74 0,26 0,49 0,50 0,49-25,74 25,26-74,99 74,74 0,-50 0,-49-75,-149 75,25 0,-99 0,-25 0,-100 0,-74 0,-24 0,-50 0,-25 0,-75 0</inkml:trace>
  <inkml:trace contextRef="#ctx0" brushRef="#br0" timeOffset="8083.46">4366 2629,'-50'0,"50"50,0 0,0 24,0 25,0 25,0 50,0 74,0 25,0 0,0 24,75-24,-75 74,74-123,-24 24,-1-25,-49-25,50-24,-50-25,0-50,50-25,-50-24,0 0,0-26</inkml:trace>
  <inkml:trace contextRef="#ctx0" brushRef="#br0" timeOffset="9051.51">1613 4217,'-25'0,"25"-25,-50 50,50 49,-49 25,49-24,-50-1,50-24,0-1,0 1,0-25,0-25,0 25,74-25,-24 0,0 0,-1-50,26 0,-51 1,26-50,-50 24,25 1,-25-1,0 26,-25-1,0 50,-24 0,-26 25,1 25,-25 49,74-25,25 1,0-51</inkml:trace>
  <inkml:trace contextRef="#ctx0" brushRef="#br0" timeOffset="9630.55">3051 4242,'-49'0,"49"49,-75-24,26 25,24 24,-25 0,50-24,-25 0,25-1,0 1,25-50,50 0,-26 0,26 0,-1-25,1-25,-51 26,-24-26,25 25,-25-24,0-26,-49 26,24 24,-25 25,1 0,-26 0,1 25,-26 74,51-25,49 1,0-51</inkml:trace>
  <inkml:trace contextRef="#ctx0" brushRef="#br0" timeOffset="10229.58">1861 5283,'-50'0,"50"25,-50 25,50-1,-24 1,24 0,0-1,0 1,0-1,24-49,26 0,0 0,-1 0,26-49,-50 24,-25-25,24 26,-24-26,0 25,-24-24,-1-1,-25 50,25 0,1 0,-26 0,25 25,25 24,0 1,0-25,75-25,24 0</inkml:trace>
  <inkml:trace contextRef="#ctx0" brushRef="#br0" timeOffset="10619.6">3299 5011,'0'0,"0"49,0 1,0-1,50 26,-50-26,0 26,0-26,50 1,-50 0,0-1</inkml:trace>
  <inkml:trace contextRef="#ctx0" brushRef="#br0" timeOffset="11099.63">1935 6176,'0'-24,"0"48,25 1,-25 25,0 24,25-24,-25-1,49 1,-49 24,75-49,-26 25,1-50</inkml:trace>
  <inkml:trace contextRef="#ctx0" brushRef="#br0" timeOffset="11481.65">3002 6127,'0'25,"0"-1,0 26,0-25,0 0,0 24,74-49,-49 0,49 0,1 0,-1-49,1 24,-51-25,-24 25,50-24,-50-26,0 51,-25 24,0 0,1 0,-26 0,-49 0,24 74,-24 0,99-49</inkml:trace>
  <inkml:trace contextRef="#ctx0" brushRef="#br0" timeOffset="11970.68">2258 6945,'0'50,"0"24,0 1,0-1,49-24,-49-1,99 51,-74-76,25 1,-1-25,26 50,-26-50</inkml:trace>
  <inkml:trace contextRef="#ctx0" brushRef="#br0" timeOffset="12299.7">3721 6747,'0'25,"50"24,-50 1,49 24,-49 1,0-1,25 25,-25-49,50 0</inkml:trace>
  <inkml:trace contextRef="#ctx0" brushRef="#br0" timeOffset="13237.75">5780 4018,'-25'0,"0"0,-24 25,-1 25,0 49,50-49,-49-1,49 1,0-1,0-24,0 0,25-25,24 50,1-50,24 0,-24-25,-1 0,1-25,-50 26,25-26,-25 0,0 1,0-1,-25 1,0 49,-24 0,-51 24,26 51,-25 24,49 25,50-25</inkml:trace>
  <inkml:trace contextRef="#ctx0" brushRef="#br0" timeOffset="13657.78">5730 5060,'-74'0,"49"0,0 50,-24-25,24 24,25 1,0-25,0 24,0-49,74 0,1 0,-1 0,25 0,0-49,-49-1,0 25,-50 0,0-49,0 49,-25 25,0-25,-25 25,-49 0,0 75,0-1,49 1,50-26,0 1</inkml:trace>
  <inkml:trace contextRef="#ctx0" brushRef="#br0" timeOffset="14309.81">5854 5928,'0'-24,"-49"24,-1 0,0 24,26 26,-26-25,50 0,-25 24,25-24,25 49,25-74,-1 0,50 0,1 0,-26-74,0 24,-49 26,-25-1,0-50,0 26,0 24,-25 25,-24 0,-26 0,-24 0,25 50,24 24,1-24,49 24,0-24,24-1</inkml:trace>
  <inkml:trace contextRef="#ctx0" brushRef="#br0" timeOffset="14608.83">5953 6524,'0'49,"0"-24,0 0,25 24,-25-24,0 0,50 49,-50-49</inkml:trace>
  <inkml:trace contextRef="#ctx0" brushRef="#br0" timeOffset="16033.91">4688 6276,'0'-25,"0"25,0 25,0 49,50 0,-50 26,50 48,-50 1,49-25,-49 50,25-50,-25-50,0-24,50 0,-50-26,0-48,0-26,0 25</inkml:trace>
  <inkml:trace contextRef="#ctx0" brushRef="#br0" timeOffset="19874.13">9054 4366,'-25'0,"75"0,-25 0,49 0,0-50,1 50,24 0,25-25,-25 25,1-49,24 49,-25 0,-50-50,-24 50,-25 0,0 0,-25 50</inkml:trace>
  <inkml:trace contextRef="#ctx0" brushRef="#br0" timeOffset="20369.16">9178 4638,'-50'0,"75"0,25 0,-25 0,24 0,1 0,24 0,26 0,-26 0,0-49,1 49,-1 0,1 0,-1-25,-49 25,0 0,-1 0,-48 0,-1 0</inkml:trace>
  <inkml:trace contextRef="#ctx0" brushRef="#br0" timeOffset="21494.22">9947 3994,'0'-25,"0"25,0 74,0-24,0 24,0 50,0-25,50 25,-50-24,49-26,-49 0,0-24,25 25,-25-51,0 1,0 25,0-25,0-25,0-50,50 50,-26 0,1 0,25-25,-1 25,1 0,0 0,49-49,-25 49,1 0,-26-25,1 25,-25 0,24 0,-24-50,-25 50,-25 0,25-50</inkml:trace>
  <inkml:trace contextRef="#ctx0" brushRef="#br0" timeOffset="23280.33">10046 3969,'-49'0,"24"0,25-50,74 50,-49 0,25-25,-1 25,26 0,-26-49,1 49,0 0,24-25,-24 25,-26 0,1 0,-25 0,-25 0,25-50,-49 50,74 0,-1 0,-24 25,25-25,50 25,-26 25,1-50,-50 24,49-24,1 50,-25-25,24 24,-24 1,-25-25,50-25,-50 25,0 24,0-24,0 0,25 24,-25-24,0 0,0 25,0-26,0 1,0 25,0-25,0-1,0 26,-50-50,50 25,0 0,0 24,-25-49,25 25,0 0,-25-25,25 49,-49-24,49 0,-25-25,25 50,-25-50,25 25,-49-25,49 24,0-48,74-26</inkml:trace>
  <inkml:trace contextRef="#ctx0" brushRef="#br0" timeOffset="24112.37">11113 4341,'-50'0,"25"0,50-25,50 25,-51 0,26-50,24 50,75-49,-25 49,75-50,-50 50,74-74,-50 74,-24-50,-49 50,-26 0,-24 0,-1 0,-49-25,50 25,-75 0</inkml:trace>
  <inkml:trace contextRef="#ctx0" brushRef="#br0" timeOffset="29663.69">9054 5680,'-25'25,"25"-25,50 0,-1 0,-24 0,0 0,49-25,-24 25,0-25,-1 25,1 0,0 0,-50-24,0 24,-25 24,25 26,-50 0,25-1,-49 26,24-1,1 25,-1-24,25-26,-24 1,49-25,-50-25,50 25,0-25,0 0,74-25,-24 25,-25-50,24 50,-24 0,25 0,0 0,-1 0,1 0,-25 0,24 0,1-25</inkml:trace>
  <inkml:trace contextRef="#ctx0" brushRef="#br0" timeOffset="30156.72">10220 5829,'25'0,"-1"0,26 0,-25 0,0 0,49 0,-24-50,-25 50,24 0,-24 0,-25 25</inkml:trace>
  <inkml:trace contextRef="#ctx0" brushRef="#br0" timeOffset="30403.73">10294 6028,'-25'0,"75"0,0 0,24 0,-24 0,-1 0,1 0,24-50,-49 50,0 0,-25 0</inkml:trace>
  <inkml:trace contextRef="#ctx0" brushRef="#br0" timeOffset="32000.83">11510 5383,'0'-25,"0"74,-25 1,25 49,-50 0,1 25,-1-24,50-26,-50 1,50-51,0 1</inkml:trace>
  <inkml:trace contextRef="#ctx0" brushRef="#br0" timeOffset="32224.84">11014 5631,'-25'0,"25"-25,25 25,24 0,26 0,24 99,-25-49,26-1,-26 26,25-26,-49-24,-25 25,24-1</inkml:trace>
  <inkml:trace contextRef="#ctx0" brushRef="#br0" timeOffset="33058.89">12031 5730,'0'0,"0"0,0 74,0-49,-25 0,0-25,0 0,25-25,0 0,0 0,0-49,0 74,25 0,25 0,-50 25,24 0,-24-1,0 26,0 0,-24-25,-26-25,0 0,50-25,-24 0,24-25,0 1,0 24,24 25,-24-25,25 25,25 0,-50 0</inkml:trace>
  <inkml:trace contextRef="#ctx0" brushRef="#br0" timeOffset="34032.94">12328 5358,'0'0,"0"25,0 24,0-24,0 0,0 0,0 24,99 1,-74-50,25 49,-25-49,0 0,24 0,-24 0,-25-24,50 24,-50-50,0 0,49 1,-49-26,0 26,0-1,0 25,0-24,-25 49,25-25,0 50,0 0,0-1,25 26,-25 0,25-1,-25 26,0-26,50 26,-50 24,0 0,0-24,0 24,0-25,0 1,0-1,-25-24,25-1,0 1,-25-50,25 25,-50-25,1 0,-26-25,75 0,-24-25,24 1,0-26,0 26,0 24,0-49,74 49,-49 0,24-25,-24 50,0-24,25 24,-26 0</inkml:trace>
  <inkml:trace contextRef="#ctx0" brushRef="#br0" timeOffset="53372.05">13618 223,'0'50,"0"-25,0 24,0-24,0 25,0-26,0 26,0 25,0-1,0 25,0 25,0-25,0 25,0 0,0-24,0 24,0 0,0-25,0 0,-49 25,49-25,0 50,0-25,0 25,0-25,0 25,0-25,0 50,0-1,0 1,0-75,0 0,0 25,0-24,-25-1,25 0,0-25,0 1,0-1,-50 1,50-26,0 26,0-26,0 26,0 24,0 0,-50 50,50 74,0-124,0-24,0-1,0 25,0-24,25-1,-25-24,0-1,0 1,0 24,0-24,0-25,0 25,0-1,0 174,0 50,0-174,0-49,0 0,0 24,25 0,-25 1,0-25,0 148,0-124,50-49,-50 0,0 25,0-26,0 26,0 0,0 24,0 0,0 1,0-26,0 1,0-25,0 49,0-24,25 24,-25 26,0-1,0 25,49-75,-49-24,0 25,0-1,0 1,0-25,0 24,0-24,0 0,0 25,0-1,0-24,0 0,-25-25,25-75,-49-73</inkml:trace>
  <inkml:trace contextRef="#ctx0" brushRef="#br0" timeOffset="55855.19">15181 645,'0'0,"-50"0,50 74,-49 1,49-1,-50 25,50 1,-25 24,25-25,0-25,0 1,0-51,25-24,0 50,24-50,26 0,-26 0,1 0,24-25,26-24,-26-1,-24 25,-1-24,-49-1,0 0,0-24,0 0,0-1,-25-24,1 49,-51 26,26 24,-1 0,-49 0,0 0,-25 74,24-49,76 24,24-24,0 0,0 25,49-26,1-24</inkml:trace>
  <inkml:trace contextRef="#ctx0" brushRef="#br0" timeOffset="56412.22">16024 620,'0'-49,"0"73,0 51,0 24,0 25,0 50,0-1,0-24,0-50,0-24,0-1,0-24,25-1,-25-24,25-25</inkml:trace>
  <inkml:trace contextRef="#ctx0" brushRef="#br0" timeOffset="56995.25">15999 967,'-49'-49,"49"24,0 0,0-24,25 49,-1-25,1 25,50 0,-51-50,26 50,0 0,-26 0,1 25,-25 0,0 24,0 26,0-1,0 25,-49-24,-1-26,-24 1,49-50,0 50,-25-50,75 0,-25 49,75-49,-75 75,74-51,-49 26,-25-25,74 24,-49-49,-25 50,50-50,-1 25,-24-25,0 0,-25-50,49 50,-49-49,0 24,25 0,-25-25,50 26,-50-26,25 50</inkml:trace>
  <inkml:trace contextRef="#ctx0" brushRef="#br0" timeOffset="58315.33">14834 2729,'0'0,"-25"74,0 50,-25 0,50-50,-74 1,74-26,-25 26,25-50,0 24</inkml:trace>
  <inkml:trace contextRef="#ctx0" brushRef="#br0" timeOffset="58533.34">14461 3076,'0'-50,"-24"50,24-25,0 25,24 0,51 25,-25-25,24 50,0-50,1 74,-1-74,-24 50,-1-25,1 24,-25-49</inkml:trace>
  <inkml:trace contextRef="#ctx0" brushRef="#br0" timeOffset="59313.39">16371 2729,'-49'0,"49"49,0 26,0-1,0 0,25-24,-25 24,49-49,1 25,-25-50,24 0,26 0,-26 0,26 0,-50-50</inkml:trace>
  <inkml:trace contextRef="#ctx0" brushRef="#br0" timeOffset="59523.4">16793 2778,'0'-25,"-25"25,25 0,0 75,-49 24,49 25,-75 25,26-25,-26 49,1-24,49-49,25-1,0 25</inkml:trace>
  <inkml:trace contextRef="#ctx0" brushRef="#br0" timeOffset="60881.48">18182 2580,'0'0,"0"49,0-24,25 25,49-50,-49 0,0 0,25 0,24-25,-24-25,-1 25,-24-24,25-1,-50 25,24 25,-24-49,-24 98,-1 51,-50 49,1-1,-25 1,24 0,26-25,-1-50,1 1,49-50,-25-25,25 0,0 0,0-50,49 50,1 0,-25 0,24 0,1 0,-25 0,24 0,26 0,-1 0,1 0,-1 0,-24-50,-1 50,1-49,0-1,-50 50</inkml:trace>
  <inkml:trace contextRef="#ctx0" brushRef="#br0" timeOffset="61705.52">14610 4093,'-49'0,"24"0,25 25,25-25,49 49,25-49,75 0,49-49,75 49,49-100,100 26,74 0,24-26,1 1,99 25,-199-1,-49 26,-124 49,-99-75,-100 75,-49 0,-75 0,1 0,-1 0</inkml:trace>
  <inkml:trace contextRef="#ctx0" brushRef="#br0" timeOffset="62477.57">17413 2753,'0'-24,"25"48,-25 51,0 24,50 75,-50 98,0 51,0 49,49 25,-49 74,50-148,-50-26,74-49,-74-49,0-26,0 1,50-75,-50-24,0-26,25 1,-25-25,0-25,0-50</inkml:trace>
  <inkml:trace contextRef="#ctx0" brushRef="#br0" timeOffset="63821.65">14908 4465,'-50'0,"26"0,24 74,-75 50,75-25,-25 1,25-26,0-24,0-25,25 49,0-74,25 0,-26 0,26-25,0 0,-26-24,-24 24,0 0,0-24,0-1,0 0,0 25,-49-24,24 49,-25 0,1 0,-1 25,25-1,25 1,0 25,0-50,25 25</inkml:trace>
  <inkml:trace contextRef="#ctx0" brushRef="#br0" timeOffset="64511.68">16520 4390,'0'0,"0"25,-49 25,49-1,-75 51,75-26,-49-24,49-26,0 26,0-25,49-25,1 0,24 0,1-25,-1 0,-24-24,-1 24,-49-25,25 1,-25-1,0 0,0 1,-25 24,-24 25,-1 0,-24 0,-26 50,-24 49,25 0,50-25,49 1,0-50</inkml:trace>
  <inkml:trace contextRef="#ctx0" brushRef="#br0" timeOffset="65223.73">15007 5755,'-49'0,"24"0,25 0,-50 49,50 1,-74 24,74-24,0 24,0-24,0-25,25 24,49-49,0 0,1 0,-1-49,1-1,-51-24,26 24,-50 25,0-24,0-1,-25-24,0 49,-24 25,24 0,-25 0,1 25,-26 24,51 26,24-50,0-1,49-24,26 0</inkml:trace>
  <inkml:trace contextRef="#ctx0" brushRef="#br0" timeOffset="65874.76">16545 5432,'0'-25,"0"25,0 25,0 50,0-26,0 26,0-26,0 26,50-26,-50 26,0-50,24-1,-24 26,25-50</inkml:trace>
  <inkml:trace contextRef="#ctx0" brushRef="#br0" timeOffset="66611.81">15230 6548,'0'-49,"-24"49,24 49,0 26,0-26,0 26,49-1,-49 1,50-1,-50-24,0-25,49-25,-49 49,50-49,0 0,-26 0</inkml:trace>
  <inkml:trace contextRef="#ctx0" brushRef="#br0" timeOffset="67366.85">16768 6375,'-49'0,"24"49,25-24,0 25,-50-1,50 26,0-26,0-24,0 0,25-25,-25 74,50-74,-25 0,24 0,26 0,24-74,-50 49,-24-24,-25-1,0 0,0 1,0-26,0 51,-25-1,1 25,-26 0,-49 0,24 49,26-24,49 25,0-25,0-1</inkml:trace>
  <inkml:trace contextRef="#ctx0" brushRef="#br0" timeOffset="68057.89">15677 7689,'0'-49,"0"74,0 24,25 1,-25-1,49 26,-49-1,50 1,-50-26,0 1,50 24,-50-49,49 25,-24-50,25 0</inkml:trace>
  <inkml:trace contextRef="#ctx0" brushRef="#br0" timeOffset="68642.92">17116 7218,'0'0,"0"50,0 24,0 1,0-1,49 50,-49-50,25 26,-25-51,0 1,50-25,-50-1</inkml:trace>
  <inkml:trace contextRef="#ctx0" brushRef="#br0" timeOffset="70482.03">18529 3994,'-24'0,"-1"0,0 49,25 26,-50-26,50 26,0 24,0 0,0-49,0 24,0-49,25-25,25 25,-25-25,24 0,1-25,24 0,-24-49,-1 24,-49 0,25-24,-25 24,0 1,0 24,-25-25,1 50,-51 0,1 0,-1 0,1 100,0-26,24 25,50-24,0-51</inkml:trace>
  <inkml:trace contextRef="#ctx0" brushRef="#br0" timeOffset="71201.07">18455 5234,'50'49,"-50"-24,49 50,-49-26,0 1,25-1,-25 26,0-1,0-49,0 25,25-50,24 49</inkml:trace>
  <inkml:trace contextRef="#ctx0" brushRef="#br0" timeOffset="71688.1">18753 6201,'0'0,"24"75,-24-26,50 26,-50-26,0 26,25 24,-25-25,0 25,0-49,0-25</inkml:trace>
  <inkml:trace contextRef="#ctx0" brushRef="#br0" timeOffset="72131.12">19001 7169,'-25'0,"25"0,0 0,50 24,-50 51,0-1,49 1,-49-26,0 1,0-1,0 26,0-50</inkml:trace>
  <inkml:trace contextRef="#ctx0" brushRef="#br0" timeOffset="73855.22">20911 4564,'0'25,"25"-25,-1 0,1 0,25 0,24 0,-24 0,24 0,1 0,-1 0,0 0,26-25,-26 25,25-25,-49 25,-1 0,1-49,-75 73,0-24</inkml:trace>
  <inkml:trace contextRef="#ctx0" brushRef="#br0" timeOffset="74695.27">21010 5184,'-25'0,"50"-49,25 49,-1 0,26 0,24-50,0 50,50-50,24 50,-24-24,-74 24,-26-50,1 50,-75 0,-49 0,74-25</inkml:trace>
  <inkml:trace contextRef="#ctx0" brushRef="#br0" timeOffset="76121.35">21704 4217,'0'0,"0"0,50 0,24 49,-49-49,50 75,24-1,-74-24,-25-25,74 49,-74-24,0 24,25 0,-25 1,0-1,0 1,0 24,-25 0,25-49,-74 24,74-24,-75 24,26-24,24-1,0-49,25 50,-74-50,49 0,0 0,25 0,0-50,50 50,24 0,-24 0,-26-24,26 24,0 0,-1-50,26 50,-26-50,26 50,-26-49,-24 49,25-25,-25 25,-1-25,51-24,-26-1,-49 0,50 26,-50-26,74-24,-74 24,25 25,-25-24,0 24,0 0,0-25,0 50</inkml:trace>
  <inkml:trace contextRef="#ctx0" brushRef="#br0" timeOffset="77980.46">21779 4217,'25'0,"-1"0,1 0,25 0,-25 0,-1 0,26 0,0 0,-25 0,24 25,-24-25,25 0,-26 0,-24 24,50-24,0 50,-1-50,-24 0,25 0,-50 25,24-25,1 0,25 25,-25-25,-25 49,24-49,26 25,-25-25,-25 25,49-25,-49 49,25-49,0 0,-25 25,50 0,-50 25,24-50,-24 24,25-24,-25 25,0-25,0 50,-25-50,25 25,0-1,0 26,0-25,0 0,0 24,-49-24,49 0,-25-25,25 50,-50-26</inkml:trace>
  <inkml:trace contextRef="#ctx0" brushRef="#br0" timeOffset="79105.52">21952 5060,'0'0,"0"-49,0 49,25 0,25 0,-50-25,74 25,-49 0,0-50,25 50,-26 0,1 0,25 0,-25-25,-50 25,0 0</inkml:trace>
  <inkml:trace contextRef="#ctx0" brushRef="#br0" timeOffset="79945.57">22126 4490,'-25'0,"25"-25,-24 25,-1 0,-50 0,1 0,49 0,0 0,-24 49,24-49,0 0,-25 25,26-25,-26 0</inkml:trace>
  <inkml:trace contextRef="#ctx0" brushRef="#br0" timeOffset="81384.65">22821 4713,'24'0,"1"0,0 0,49-25,1 25,-1 0,26-50,48 50,1-49,-25 49,50-50,-25 50,0-74,-50 74,25-50,-50 50,-24-25,-1 25,1 0,-50-24,50 24,-1 0,-24-50,25 50,-75 0,-50 0,51 0</inkml:trace>
  <inkml:trace contextRef="#ctx0" brushRef="#br0" timeOffset="82787.73">21407 6276,'-50'0,"75"0,0 0,0-50,24 50,-24 0,25-25,24 25,-24 0,-1 0,1-49,-1 49,-24 0,0 0,0 0,-25 24,0 1,-75 50,26-1,-50 25,24-24,-24 24,25 0,24-49,-24-1,49 1,50-75,24-25,1 1,-1 49,1-25,-25 25,0 0,49 0,-24 0,-1 25,1-25,-1 0,1 0,-25 0,0 0,24-25,-24 25,25-25,-25 25,-25-49,0 24,24 0</inkml:trace>
  <inkml:trace contextRef="#ctx0" brushRef="#br0" timeOffset="83528.77">22250 6424,'-25'0,"50"0,0 0,49 0,-24 0,0-49,-1 49,26-25,-26 25,-24 0,0 0,-25 0</inkml:trace>
  <inkml:trace contextRef="#ctx0" brushRef="#br0" timeOffset="83725.78">22300 6598,'49'0,"-24"0,25 0,24-50,-24 50,-1-24,1 24,24-50,-49 50,0-25</inkml:trace>
  <inkml:trace contextRef="#ctx0" brushRef="#br0" timeOffset="84024.8">23342 6003,'0'-25,"0"50,-25 24,25 1,-50 24,1 1,24-1,-25 1,1-26,24-24,25 25,0-26</inkml:trace>
  <inkml:trace contextRef="#ctx0" brushRef="#br0" timeOffset="84243.81">22969 6251,'-49'-50,"98"75,1 0,-25-25,49 74,-24-74,-25 50,24-50,-24 25,25-25,-1 0</inkml:trace>
  <inkml:trace contextRef="#ctx0" brushRef="#br0" timeOffset="84668.84">23689 6276,'-25'0,"25"-25,25 25,24 0,-24-50,25 50,24 0,-24-25,-25 25,24 0,-24-49</inkml:trace>
  <inkml:trace contextRef="#ctx0" brushRef="#br0" timeOffset="84925.85">23813 6003,'0'-50,"0"75,0 0,0 24,0 26,49-26,-49 1,0 0,25 24,-25-49,0 0,50-25,-50 24,49-24</inkml:trace>
  <inkml:trace contextRef="#ctx0" brushRef="#br0" timeOffset="85328.88">24185 5854,'0'0,"0"25,25 24,-25-24,49-25,-49 50,75-50,-50 49,24-49,-24 0,0 0,24 0,-24 0</inkml:trace>
  <inkml:trace contextRef="#ctx0" brushRef="#br0" timeOffset="85576.89">24631 5779,'0'-24,"0"24,0 49,-49 26,49 49,-25-50,25 1,-74-1,74 25,-50-24,50-1,0-24,0-26</inkml:trace>
  <inkml:trace contextRef="#ctx0" brushRef="#br0" timeOffset="94725.41">2183 9128,'-25'0,"25"-49,0 24,-24 25,24-25,0 25,-50 50,50 24,0 0,0 26,0-26,-50 0,50-24,0-25,0 24,0 1,25-50,0 0,-25 0,0-50</inkml:trace>
  <inkml:trace contextRef="#ctx0" brushRef="#br0" timeOffset="94992.43">2034 9079,'-49'-75,"49"25,0 75,0 0,0 25,25 24,-25 1,49-26,1 1,-25-1,49-24,-24 25,-1-50,1 25,24-25,-49 0,0 49,24-49</inkml:trace>
  <inkml:trace contextRef="#ctx0" brushRef="#br0" timeOffset="95301.45">2456 8855,'-25'0,"25"0,0 75,0-26,0 26,0-1,0 1,0-1,0-24,0 24,0-49,0 0,50-25,-25 49,-1-49,51 0,-50-25</inkml:trace>
  <inkml:trace contextRef="#ctx0" brushRef="#br0" timeOffset="95653.47">2729 9103,'0'-24,"0"24,0 74,0 0,-75 1,75-1,0-24,0-1,0 1,25-50,0 0,0 0,49 0,-24-50,-1 26,1-1,-25-25,-25 25,0-24,0-26,0 26,0 24,-50 25,25 0,1 0,-51 0,26 25,24 24,25-24,0 25,25-50</inkml:trace>
  <inkml:trace contextRef="#ctx0" brushRef="#br0" timeOffset="95991.49">3349 9029,'0'-50,"-50"50,50 50,25 24,-25-24,0 0,50-1,-50 26,0-51,25 1,-25 25,0-25,24-25,26 0</inkml:trace>
  <inkml:trace contextRef="#ctx0" brushRef="#br0" timeOffset="96208.5">3126 9004,'-50'0,"50"-25,50-24,24 49,50-100,-25 76,1 24,-1-50,-50 50,1 0,-50 0</inkml:trace>
  <inkml:trace contextRef="#ctx0" brushRef="#br0" timeOffset="96702.53">1786 10096,'0'-25,"75"25,-1-25,75 25,25-75,49 26,0-26,0 26,-24-1,24 1,-74-1,-50 50,-25-50,-24 50</inkml:trace>
  <inkml:trace contextRef="#ctx0" brushRef="#br0" timeOffset="97019.54">1960 10319,'0'0,"74"0,1-25,74-25,24 1,1-1,-1-49,26 24,-25 1,-26 24,-24 1,-24 24,-26 25,-24-50,-50 50,-50 0,-24 75,49-75</inkml:trace>
  <inkml:trace contextRef="#ctx0" brushRef="#br0" timeOffset="98218.61">1489 10914,'49'-25,"-49"-24,0-1,25-24,-25 49,0 0,0 25,0 74,0 26,-50 24,1 0,-1-25,1 25,49-50,0-24,0-25</inkml:trace>
  <inkml:trace contextRef="#ctx0" brushRef="#br0" timeOffset="98429.62">1216 11063,'49'0,"1"25,24-1,26 26,-51 0,1-25,24 24,-24 1,-25-50</inkml:trace>
  <inkml:trace contextRef="#ctx0" brushRef="#br0" timeOffset="99560.69">3002 10666,'-50'-25,"75"25,25 50,-26-50,51 25,-26-25,1 49,0-49,-1 0,26 0</inkml:trace>
  <inkml:trace contextRef="#ctx0" brushRef="#br0" timeOffset="99801.7">3523 10542,'-25'-50,"-25"100,50 24,0 50,-49-24,49-1,-50 50,50 0,-50-50,50 0,0-74</inkml:trace>
  <inkml:trace contextRef="#ctx0" brushRef="#br0" timeOffset="100551.75">844 11956,'-25'0,"50"0,24 0,51 0,98 0,50-25,25-25,49-24,-24 24,198-49,-25 0,50 0,-99 0,-124 49,-26-24,-23 74,-76-75,-98 75,-26 0,-74 0,-49 0,-50 25</inkml:trace>
  <inkml:trace contextRef="#ctx0" brushRef="#br0" timeOffset="101219.78">1886 12254,'-25'0,"-50"0,75 24,-74 1,49 50,25-51,-50 1,50 25,25-25,0-25,25 0,-1 0,26 0,-26-50,26 0,-26 26,1-26,-50 0,0 1,-50 49,1 0,-26 0,1 49,24 1,50 0,-49-1,49-24</inkml:trace>
  <inkml:trace contextRef="#ctx0" brushRef="#br0" timeOffset="101631.81">1861 12948,'0'-25,"0"50,0 25,0 24,25 25,-25-24,0 24,0-25,0 1,24-26,-24 1,50-50</inkml:trace>
  <inkml:trace contextRef="#ctx0" brushRef="#br0" timeOffset="102148.84">2580 11112,'0'-24,"-25"24,25-50,0 0,0 75,0 99,0 75,0 74,50 49,-50-24,99-1,-99 26,74-50,-74-75,0-49,0-50,50-24,-50-51,25-24</inkml:trace>
  <inkml:trace contextRef="#ctx0" brushRef="#br0" timeOffset="102756.87">3572 11956,'0'-25,"0"0,0 25,0 25,0 49,0-24,0 0,25 24,-25-24,25 49,-25-25,49-24</inkml:trace>
  <inkml:trace contextRef="#ctx0" brushRef="#br0" timeOffset="103198.9">3771 12849,'0'0,"-50"0,50 25,-50 24,50 26,0-26,0 1,0-25,0 24,50-49,0 0,-1 0,26-74,-26 24,1 25,-50-24,25 24,-25-25,0 26,0-1,-50 25,0-50,1 50,-26 25,1 25,0-1,74-24</inkml:trace>
  <inkml:trace contextRef="#ctx0" brushRef="#br0" timeOffset="105800.05">7318 11584,'-50'0,"25"0,1 0,-1 0,74 0,26 0,24 0,25 0,50 0,-1 0,1 0,-25 0,0 0,49-25,-74 25,-50 0,-24-25,0 25,-26 0,-24-49,0 49,-74 0,24 24</inkml:trace>
  <inkml:trace contextRef="#ctx0" brushRef="#br0" timeOffset="106312.08">8732 10988,'0'-24,"0"24,0 74,0 0,49 1,-49 49,0 50,50-26,-50-48,0 24,49-50,-49-24,0-1,0-24,0 0,25-25,0 0,-25-25</inkml:trace>
  <inkml:trace contextRef="#ctx0" brushRef="#br0" timeOffset="106898.11">8905 11261,'-49'-24,"49"-1,24 25,26 49,-25-49,24 50,-24 0,25-1,-25 26,24-51,-24 26,25-50,-26 25,1-25,25 0,-25 0,0 0,24 0,-49 0,-25 0,-49 49,24 26,1-26,-26 26,26-26,-1 1,0-25,26-25,24 25,-25-25,25 0,25 0</inkml:trace>
  <inkml:trace contextRef="#ctx0" brushRef="#br0" timeOffset="107376.14">9401 11460,'-24'0,"24"0,-25 49,25 26,0-1,-50-24,50-25,0 24,25-24,25-25,-26 0,1 0,25 0,-25 0,24-25,-24-24,-25 24,50 0,-50-49,0 24,0 0,-50 50,0 0,1 0,-26 0,-24 50,25 0,49-1,25-24</inkml:trace>
  <inkml:trace contextRef="#ctx0" brushRef="#br0" timeOffset="108038.17">9699 11658,'-25'0,"25"0,50 0,24 0,1 0,-1 0,25-25,50 25,25-49,-50 49,25-75,-1 75,1-49,-25 49,-25-50,-49 50,0 0,-1-25,-24 25,0 0,-25 0,-50 0</inkml:trace>
  <inkml:trace contextRef="#ctx0" brushRef="#br0" timeOffset="110586.32">7938 12849,'-25'0,"25"-25,-25 25,25 0,0 50,0-26,0 26,0-25,50 0,-1 24,-24-49,25 50,-25-50,-25 25,49-25,-49 49,50-49</inkml:trace>
  <inkml:trace contextRef="#ctx0" brushRef="#br0" timeOffset="114274.53">2977 10790,'0'-25,"0"0,0 25,25 0,24 0,-24 0,0 0,25 0,-26 0,-24 25,25-25,25 0,-25 0,-25 50,24-50,1 0,25 0,-25 25,24-25,-24 0,0 0,24 0,-24 49,0-49,25 0,-26 0,1 0,25 0,24 0,-49 0,-25 25,25-25,24 0,-24 0,0 0,0 0,25 0,-26 0,-24 50,0-26</inkml:trace>
  <inkml:trace contextRef="#ctx0" brushRef="#br0" timeOffset="116968.69">3597 10021,'0'-25,"-25"25,25 0,0 25,0 0,0 25,0-1,0 1,0-1,50 26,-50-50,0-1,25-24,-25 75</inkml:trace>
  <inkml:trace contextRef="#ctx0" brushRef="#br0" timeOffset="119673.84">7963 12948,'0'0,"0"-25,0 25,0 0,49 0,1 75,-25-75,24 74,-24-49,25 24,-25-24,24 25,1-50,-1 50,1-50,0 0,-26 0,1 0,-25 49,25-49,-25-49,0 24</inkml:trace>
  <inkml:trace contextRef="#ctx0" brushRef="#br0" timeOffset="120100.86">8360 12799,'-25'0,"25"-25,-25 25,-25 25,50 25,-49 24,49 1,-75-1,75-24,-25 24,25-24,0-25,-49 24,49-24,0 0,-25-25,25 49,0-49</inkml:trace>
  <inkml:trace contextRef="#ctx0" brushRef="#br0" timeOffset="120858.91">8980 13047,'0'-49,"0"49,74 0,0 0,1-25,-1 25,-24-50,0 50,24 0,-49-25,0 25,-25 0</inkml:trace>
  <inkml:trace contextRef="#ctx0" brushRef="#br0" timeOffset="121098.92">9128 13221,'0'25,"25"-25,50-25,-26 25,1-50,0 50,24-25,-24 25,-1 0,-24-49</inkml:trace>
  <inkml:trace contextRef="#ctx0" brushRef="#br0" timeOffset="121562.95">10518 12402,'0'-24,"0"24,0 74,0 0,-50 1,50-1,-25 1,25 24,0-50,-74 1,74-25,0 24,-25-24,25 0</inkml:trace>
  <inkml:trace contextRef="#ctx0" brushRef="#br0" timeOffset="121878.97">10170 12700,'0'-25,"-25"25,50 0,0 0,25 0,-26 0,26 25,-25 25,0-26,24 26,-24-25,25 0,-25-25,24 49,1-49,-25 0</inkml:trace>
  <inkml:trace contextRef="#ctx0" brushRef="#br0" timeOffset="122357.99">10518 11981,'0'-50,"0"75,49 0,-49 24,0 1,50-1,-50-24,0 25,49 24,-49-24,0 0</inkml:trace>
  <inkml:trace contextRef="#ctx0" brushRef="#br0" timeOffset="139521.98">14536 10195,'0'-50,"-25"25,25 75,0 24,0 26,0 48,0-48,0-26,0-24,0-1,0 1,0-25,0-25,0 49,50-49,-50-49</inkml:trace>
  <inkml:trace contextRef="#ctx0" brushRef="#br0" timeOffset="139759.99">14536 10344,'-50'-50,"50"25,-49 0,49 25,49 25,-24 50,25-26,-1 1,1 24,24-49,-24 25,0-50,-1 49,26-49,-51 50,1-50</inkml:trace>
  <inkml:trace contextRef="#ctx0" brushRef="#br0" timeOffset="140090.01">14958 10021,'0'50,"0"49,0-25,0 1,0-1,0 1,0-1,0-24,0-1,0 1,0-25,0-25</inkml:trace>
  <inkml:trace contextRef="#ctx0" brushRef="#br0" timeOffset="140720.04">15330 10145,'0'0,"-50"25,50 49,-50 1,50 24,0 50,-49-25,49-25,0-49,0-26,0 1,0 25,0-100,0 1,0-1,0-24,0-26,0 1,0-25,0 50,0-1,0 51,25-1,-1 25,-24 25,75 24,-75 1,49 24,-49-24,50 24,-50 1,50-1,-50-49,24 0,-24 24,50-49</inkml:trace>
  <inkml:trace contextRef="#ctx0" brushRef="#br0" timeOffset="140901.05">15230 10666,'0'-50,"0"1,75 49,24-75,-25 51,1 24,-1-75</inkml:trace>
  <inkml:trace contextRef="#ctx0" brushRef="#br0" timeOffset="141140.07">15702 10145,'-50'0,"50"50,0-1,0 26,0-26,0 1,0 0,0-1,50 26,-50-51,25-24,-25 50,24-50</inkml:trace>
  <inkml:trace contextRef="#ctx0" brushRef="#br0" timeOffset="141358.08">15652 10294,'0'0,"50"74,-25-74,49 50,-49-50,0 50,24-50,-24 49,0-49,24 0,1 0</inkml:trace>
  <inkml:trace contextRef="#ctx0" brushRef="#br0" timeOffset="141599.09">15999 10096,'-24'0,"-26"0,50 0,0 24,25 26,-25 0,49-1,-49 26,50-26,-50-24,50 25,-50-1,0-24,24-25</inkml:trace>
  <inkml:trace contextRef="#ctx0" brushRef="#br0" timeOffset="141912.11">16347 9922,'0'0,"24"74,-24-49,25 50,-25-26,75 1,-75-1,24 26,-24-26,0-24,0 25,25-50,-25 25</inkml:trace>
  <inkml:trace contextRef="#ctx0" brushRef="#br0" timeOffset="142191.13">16396 9996,'0'-25,"0"25,25-24,49 24,-24 0,0 0,-1 0,1 24,-25 26,-25 0,0 49,0-25,-25 1,-25-1,-24 25,-25 1,49-26,-49 0,-25 1,74-75,25 25</inkml:trace>
  <inkml:trace contextRef="#ctx0" brushRef="#br0" timeOffset="142738.16">14387 11410,'0'0,"74"0,1-49,49 49,74-75,1 26,24-1,-25-25,26 1,-26 24,25 1,-99 49,-24-50,-76 50</inkml:trace>
  <inkml:trace contextRef="#ctx0" brushRef="#br0" timeOffset="143074.18">14536 11584,'50'0,"-1"0,75-25,0 25,25-124,49 74,-24 1,0-1,-1-24,-24 24,0 0,-25 1,-50 24,-24 25,0-50,-26 50,-24 25</inkml:trace>
  <inkml:trace contextRef="#ctx0" brushRef="#br0" timeOffset="145152.3">14263 12402,'0'-24,"50"24,-50-50,0 25,0 0,0 25,0 50,-25 0,25 24,-50 0,50 1,-49-1,49-24,-50 24,50-49,0 0,0-25</inkml:trace>
  <inkml:trace contextRef="#ctx0" brushRef="#br0" timeOffset="145349.31">13866 12526,'-49'-49,"98"49,1 0,24 0,1 25,-1 24,0-24,1 25,-1-1,25-24,-24 25,-1-50</inkml:trace>
  <inkml:trace contextRef="#ctx0" brushRef="#br0" timeOffset="146104.35">15553 12179,'-50'-25,"50"50,0 25,25-1,25 26,-1-26,-24-24,0 25,25-25,-26-25,26 74,-25-74,0 0,24 0,-24 0</inkml:trace>
  <inkml:trace contextRef="#ctx0" brushRef="#br0" timeOffset="146309.36">15975 12105,'-50'0,"50"0,0 74,0 25,0 1,0-1,0 50,-25-50,25 50,-49-1,49-48,-75-1</inkml:trace>
  <inkml:trace contextRef="#ctx0" brushRef="#br0" timeOffset="147269.42">14437 13742,'-50'0,"25"0,25 74,-25-24,25 24,0-24,0-1,0 1,0-25,25-25,0 25,25-25,24 0,-24 0,-1-50,1 25,-25-24,-25 24,0 0,0-25,0-24,0 49,-50 25,25-49,-24 49,-26 24,26 26,-1 24,50-49,0 0,25-25,24 0</inkml:trace>
  <inkml:trace contextRef="#ctx0" brushRef="#br0" timeOffset="147913.46">16198 13568,'-50'0,"-24"0,74 25,-50 0,50 24,-25 51,25-26,0-24,0-1,0-24,50-25,0 74,-1-74,26 0,-1 0,25-49,-49 24,-25-25,-25 26,49-26,-49 25,0 0,-25-24,-24 24,24 25,-25 0,-24 0,-25 0,0 74,-1 1,51-26,49 1</inkml:trace>
  <inkml:trace contextRef="#ctx0" brushRef="#br0" timeOffset="148603.49">14486 15106,'0'0,"-49"25,49 49,0-24,0-1,0 1,24 0,1-50,25 25,24-25,1 0,-1-25,1 0,24-50,-50 26,26-26,-50 26,-25-1,0 1,0-26,-50 50,0 25,1 0,-50 25,-1 25,-24 49,25-25,99-24,0 0,0-50,75 0</inkml:trace>
  <inkml:trace contextRef="#ctx0" brushRef="#br0" timeOffset="149421.54">16297 14709,'0'-25</inkml:trace>
  <inkml:trace contextRef="#ctx0" brushRef="#br0" timeOffset="149631.55">16297 14635,'0'-25,"0"25,0 0,0 50,0-26,0 26,0 0,0 24,0 25,0 0,0-24,25-1,-25-49,0 0,0 24</inkml:trace>
  <inkml:trace contextRef="#ctx0" brushRef="#br0" timeOffset="150215.59">14858 15999,'0'25,"0"24,25 26,-25 49,75 25,-75-50,99 50,-99-50,74 25,-24-50,-1 1,1-75</inkml:trace>
  <inkml:trace contextRef="#ctx0" brushRef="#br0" timeOffset="150980.63">16297 16073,'0'-24,"-25"24,0 0,-24 24,49 26,0 24,0 50,0-49,0-1,49 1,-24-50,25 24,-1-49,1 0,0 0,24-25,-49-24,-25-26,49 1,-49 24,0-24,0-1,-49 1,24 24,-49-24,24 74,0-25,1 25,-26 25,26 49,-26 26,75-26,-49 50,49-25</inkml:trace>
  <inkml:trace contextRef="#ctx0" brushRef="#br0" timeOffset="151542.66">15528 17487,'-25'0,"25"25,0 25,25 24,-25-24,50 24,-50 25,74 25,-74-24,50-26,-50-49,74-25,-24 49,-1-49,1-49</inkml:trace>
  <inkml:trace contextRef="#ctx0" brushRef="#br0" timeOffset="151880.68">16595 17363,'0'-25,"0"75,0 0,49-1,-49 26,50-1,-50 25,0-49,25 0,-25-1,0 1,49-50</inkml:trace>
  <inkml:trace contextRef="#ctx0" brushRef="#br0" timeOffset="153267.76">18108 11708,'49'0</inkml:trace>
  <inkml:trace contextRef="#ctx0" brushRef="#br0" timeOffset="153913.8">18455 11633,'-50'0,"26"0,-1 0,25 0,25 0,24 0,26-49,-1 49,-24-75,-1 75,26-49,-51 49,-24 49,-24 26,-26 49,-24-50,-1 25,26-24,24-26,0-24,-25-25,75 0,-25-25,75 25,-51-49,26 49,-25 0,0 0,-1 0,51 25,-26-25,1 0,0 0,24 0,1-75,-26 50,1-24,-25-1,-50 50</inkml:trace>
  <inkml:trace contextRef="#ctx0" brushRef="#br0" timeOffset="155180.87">17438 11460,'-25'0,"25"0,0 49,0 1,0-25,25 49,-25-24,0-1,0 1,0 24,25 1,-25 49,49-25,-49 0,100 25,-51 0,1 0,-50-24,50-26,-50 0,24 50,-24-24,0-1,50-25,-50 1,50 24,-50-25,24 1,-24-1,50 1,-50-1,25 25,-25-24,0-1,49 0,-49 1,0-1,0 26,0-1,0 0,0-25,50 1,-50-26,0 26,0-1,25 1,-25-26,0 1,0-1,0 26,0-26,0 1,0 25,0-26,0 1,0-1,0 1,49 24,-49 26,0-1,0-25,0 1,0-1,25 0,-25-24,0 24,0-24,50 0,-50-1,0 26,0-1,0-24,0 24,0 25,49-24,-49-1,0-24,0-25,0-1,25 26,-25-25,0 24,0 1,0-25,0 0,0 24,0-74,-49-49,49 24,-50-24</inkml:trace>
  <inkml:trace contextRef="#ctx0" brushRef="#br0" timeOffset="158781.08">18703 12551,'0'0,"0"50,25 24,-25 25,49 25,-49-24,0-1,25 25,-25-50,0-24,50 0,-50-26,25-24,0 0</inkml:trace>
  <inkml:trace contextRef="#ctx0" brushRef="#br0" timeOffset="162605.3">20836 12353,'-49'0,"-1"0,50 0,25 0,24 0,-24 0,25 0,24 0,26-25,-1 25,50-74,24 74,-24-75,-50 75,-49-25,-1 25,-24 0,-25-49,0 73,0-24,0 50</inkml:trace>
  <inkml:trace contextRef="#ctx0" brushRef="#br0" timeOffset="163002.32">21035 12799,'49'0,"1"0,-25 0,24-25,-24 25,0 0,25 0,49-24,-25 24,-24 0,24 0,-24-50,-1 50,26 0,-50-25,-1 25,26 0,-50-49,0 24</inkml:trace>
  <inkml:trace contextRef="#ctx0" brushRef="#br0" timeOffset="164045.38">21655 11906,'0'-25,"25"25,24 0,-24 25,25-25,-26 0,-24 50,50-50,-50 74,50-24,-50-1,24 51,-24-1,0 0,50 25,-50-25,0 1,0-26,0 0,0 1,0-1,0-49,-50 0,50 24,-49-49,-1 50,1-50,24 0,25-25</inkml:trace>
  <inkml:trace contextRef="#ctx0" brushRef="#br0" timeOffset="165973.49">21804 11981,'0'-50,"0"50,0-25,0 0,0-24,24 49,-24 49,0-24,25-25,-25 50,0-25,0 24,50-24,-50 25,0-1,0-24,0 0,0 25,25-26,-25 1,0 50,49-75,-49 49,0 1,25-1,-25 1,0 24,0-24,0 0,50-50,-50 49,0 1,0 24,0-49,0 25,0-1,0 1,0-1,0-24,0 0,0 25,0-25,0-25,0-50,25 50,-25-25,24 25,26 0,-50-25,50 25,-26 0,1-49,50 49,-26 0,-49-25,50 25,-1 0,-49-25,50 25,24 0,-24-50,0 50,-1-24,-49 24,-49 0,49-50</inkml:trace>
  <inkml:trace contextRef="#ctx0" brushRef="#br0" timeOffset="168245.62">21828 11931,'0'-50,"-24"50,-26 0,75 0,0 0,-1-24,51 24,-26 0,1-50,25 50,-1 0,25-25,-49 25,-1 0,1-49,0 49,24 0,-74-25,-25 25,0 0,25 0,50 0,-25 0,-25 0,25 0,-25 25,49 24,-24-24,25 25,-26-26,1-24,-25 25,50-25,-50 50,25-50,-25 25,24 24,-24-24,0 0,0 24,50-49,-50 50,0 0,0-25,0-1,0 26,0-25,0 0,0 49,0-49,0 0,0 24,0-24,0 0,0 0,0 24,0-24,0 0,-25 24,25-24,0 0,-25-25,25 50,-49-26,49 26,-25-50,25 25,-25-25,25 25,-25-25,75-25,-50-50</inkml:trace>
  <inkml:trace contextRef="#ctx0" brushRef="#br0" timeOffset="169317.68">23019 12129,'-25'0,"25"-49,-25 49,-24 0,49 25,-25-25,25 24,-25 1,25 25,0 49,0-74,0 25,0-1,0 1,25-50,-25 25,50-25,-26 0,1 0,25 0,-25 0,-25 0,25 0,-25-50,49 50,-49-50,25 26,-25-26,0 25,0 0,0-24,0 24,-50 25,50-25,-24 25,-1 0,-50 0,50 0,1 0,-26 0,50 25,0 25</inkml:trace>
  <inkml:trace contextRef="#ctx0" brushRef="#br0" timeOffset="170120.73">23069 12328,'-25'0,"25"0,25 0,24 0,-24 0,25-25,-1 25,51-25,-26 25,0-49,1 49,-1-50,1 50,24-25,-25 25,-24-49,-25 49,-25-25,74 25,-24-50,-25 50,-25-25,49 25,-98 0,49 25,-50-25</inkml:trace>
  <inkml:trace contextRef="#ctx0" brushRef="#br0" timeOffset="173245.9">20936 14436,'0'-24,"0"24,0 49,0 26,0-1,0 25,-75 100,75-100,0-25,0 1,0-26,0 1,25-1,-25-24,25-25,-25 0</inkml:trace>
  <inkml:trace contextRef="#ctx0" brushRef="#br0" timeOffset="173583.92">20836 14585,'0'-49,"25"49,25-25,-25 25,24-50,1 50,24-25,-24 25,-1-49,-24 49,25 0,-25 0</inkml:trace>
  <inkml:trace contextRef="#ctx0" brushRef="#br0" timeOffset="173854.94">20936 14808,'0'0,"49"0,-24-49,25 49,24-25,-24 25,-26-25,26 25,-50-49</inkml:trace>
  <inkml:trace contextRef="#ctx0" brushRef="#br0" timeOffset="174573.98">21556 14635,'-25'49,"25"-49,74 0,-49 0,25-24,-1 24,1-25,-25 25,24 0</inkml:trace>
  <inkml:trace contextRef="#ctx0" brushRef="#br0" timeOffset="174755.99">21580 14932,'0'0,"50"0,24-74,-24 49,0-24,-1 49,26-50,-51 50</inkml:trace>
  <inkml:trace contextRef="#ctx0" brushRef="#br0" timeOffset="175460.03">22424 14089,'0'-25,"0"25,-25 50,25 49,-74-25,74 1,-25-1,25-24,0 0,0-26,25-24,49 50,-24-50,24 0,0 0</inkml:trace>
  <inkml:trace contextRef="#ctx0" brushRef="#br0" timeOffset="175992.06">22597 14163,'0'-24,"0"-1,0 25,25 0,-25 0,50 25,-50 24,0 26,25-26,-25 1,0-25,0 24,0-24,0 25,-50-50,50 25,-50-25</inkml:trace>
  <inkml:trace contextRef="#ctx0" brushRef="#br0" timeOffset="176292.08">22821 14039,'0'0,"-25"0,25 0,-75 50,75-25,-24 0,24 49,0-24,0-26,0 1,0 50,0-75,74 0,-24 0,-1 0</inkml:trace>
  <inkml:trace contextRef="#ctx0" brushRef="#br0" timeOffset="177035.12">22945 14089,'0'-25,"0"25,0 50,0-25,0-1,0 26,0-25,0 24,24-49,26 0,-25 0,49 0,-24 0,-25 0,24-74,-24 24,-25 26,0-26,0 25,0 0,0 25,0 0,0 50,0 24,0-24,0-25,0 24,0 1,0 25,0-26,25 1,-25-1,0 1,0 0,0-1,-25-49,-24 0,24 0,-50-25,75 1,0-1,0-25,0 1,0 24,50-25,0 1,-26 49,26-50</inkml:trace>
  <inkml:trace contextRef="#ctx0" brushRef="#br0" timeOffset="177416.14">23391 13915,'0'-24,"0"24,50 0,24 0,-24 24,-50 51,49-1,-49 1,0-1,0 0,0-24,0 0,0-1,-49-24,24-25</inkml:trace>
  <inkml:trace contextRef="#ctx0" brushRef="#br0" timeOffset="178422.2">23738 13444,'0'25,"0"0,0 0,0 24,0 1,0-1,0 1,0 24,0-49,0-25</inkml:trace>
  <inkml:trace contextRef="#ctx0" brushRef="#br0" timeOffset="191458.95">21060 15577,'-50'0,"50"0,0 25,0 50,0-1,0 25,0 25,0 25,25-50,-25-24,0-1,0-24,0-25,25-25,24-50,-49 25,0-25,0 1,0-1</inkml:trace>
  <inkml:trace contextRef="#ctx0" brushRef="#br0" timeOffset="191779.96">21010 15776,'0'-50,"50"50,-1-25,1 25,49-49,-49 49,-26 0,26-25,-25 25</inkml:trace>
  <inkml:trace contextRef="#ctx0" brushRef="#br0" timeOffset="191998.98">21084 16024,'-24'0,"24"25,24-50,1 25,25-25,24 25,-24-50,-25 50,24 0,1-24,-25 24</inkml:trace>
  <inkml:trace contextRef="#ctx0" brushRef="#br0" timeOffset="192462">21804 15875,'49'0,"-24"0,0 0,24-25,-24 25,0 0</inkml:trace>
  <inkml:trace contextRef="#ctx0" brushRef="#br0" timeOffset="192710.02">21779 16197,'-50'0,"75"0,49-49,-24 49,24-50,-24 1,0 49,-1-75,-24 75,-25-25,25 25,-50 0</inkml:trace>
  <inkml:trace contextRef="#ctx0" brushRef="#br0" timeOffset="195358.17">22498 15528,'50'-25,"-1"25,1 0,-25 0,0 0,-25 0,49 25,-49 24,50-24,-50 25,0-1,0 26,0-26,0 1,-25 0,25-26,-74-24,49 50,0-50,-25 0,50-25,0-24</inkml:trace>
  <inkml:trace contextRef="#ctx0" brushRef="#br0" timeOffset="195664.19">22895 15379,'0'0,"-25"0,0 0,25 0,-49 0,49 74,-25 1,25-26,0 1,0 0,0-1,0-24,25-25,49 50,-24-50,-1 0,26-25,-1-25</inkml:trace>
  <inkml:trace contextRef="#ctx0" brushRef="#br0" timeOffset="196392.23">23317 15180,'0'0,"0"-24,-50 24,50 24,0 51,25-1,-25 26,50 24,-50-50,24 0,-24-24,50 0,-50-1,0-24,25-25,-25-25</inkml:trace>
  <inkml:trace contextRef="#ctx0" brushRef="#br0" timeOffset="197194.27">23118 15379,'0'-25,"0"-25,0 1,25 49,-25-50,0 25,0-49,0 24,0 26,50 24,-50 74,25-49,-25 0,49 24,1-24,-25 25,24-50,-24 49,25-49,-50 25,49-25,-24 50</inkml:trace>
  <inkml:trace contextRef="#ctx0" brushRef="#br0" timeOffset="198582.35">23664 15156,'-25'0,"25"-25,0 25,0 25,0 24,25 1,-25-25,25 49,-25-49,49 0,1 49,-25-74,24 0,-24 0,0 0,25 0,-50-25,49 25,-49-49,0 24,0 0,0-25,0 26,0-1,-25-25,1 1,24 24,-50 25,50-50,0 75,0 49,0-49,0 0,50 49,-50-24,24 25,-24-1,75 25,-75-49,25-1,-25 1,49 0,-49-1,0-24,0 25,0-1,0-24,-74 25,49-50,0 0,-49 0,49 0,0 0,-24 0,49 0,-25 0,25-50,0 25,0-24,25 24,24-25,-24 25,25-24,-26 49,-24-50,50 50,25-25</inkml:trace>
  <inkml:trace contextRef="#ctx0" brushRef="#br0" timeOffset="199700.42">22573 16768,'49'0,"1"0,-1-25,1 25,24-74,50 49,1-25,-26 1,50-1,-50 50,0-74,-49 74,-26 0,-24 0,-24 0</inkml:trace>
  <inkml:trace contextRef="#ctx0" brushRef="#br0" timeOffset="200038.44">22746 16818,'25'0,"25"0,-1 0,26 0,-1-75,50 26,0-1,-25 25,25-24,0-1,-49 50,-26-50,-24 50,25-49,-75 49,-25 25</inkml:trace>
  <inkml:trace contextRef="#ctx0" brushRef="#br0" timeOffset="-186050.81">18951 14039,'-25'-24,"25"-26,0 25,0 0,0 75,0 0,0 49,0 50,0-50,0 0,0-24,0-1,0 0,0 1,0-50,0-1,0 1,25-25</inkml:trace>
  <inkml:trace contextRef="#ctx0" brushRef="#br0" timeOffset="-185352.77">18976 15255,'-25'0,"25"0,0 49,0-24,0 25,50 24,-50 1,49-1,-49 25,0 1,0 24,0-25,25-25,-25-24,50-50</inkml:trace>
  <inkml:trace contextRef="#ctx0" brushRef="#br0" timeOffset="-184752.74">19249 16396,'0'-50,"0"50,0 25,-50 25,50-1,0 26,0 24,0-25,0 1,25 24,-25-49,50-50,-1 49,-24-49,0 0,49-49,-24-26,-1 1,-49-1,25 26,-25-26,0 1,0 24,-25 1,1 49,-26 0,0 0,1 0,-26 0,-49 49,50 1,0 0,24-50</inkml:trace>
  <inkml:trace contextRef="#ctx0" brushRef="#br0" timeOffset="-182172.59">13494 13469,'-25'0,"-24"0,24 0,-25 50,75-50,0 0,24 0,1 0,-25-25,25 25,-1-25,26 25,-1 0,0-50,1 50,-1 0,1-49,-1 49,0-25,1 25,-1-74,1 74,-1-25,-24 25,-1 0,1-50,0 50,24 0,-24 0,-26 0,26-25,-25 25,0 0,24-49,-24 49,0 0,24-25,-24 25,0 0,25-50,-26 50,26 0,24-25,-49 25,25 0,-1-74,26 74,-26-25,1 25,0-49,24 49,-24 0,-1-25,1 25,0 0,24 0,-24 0,-1-50,-24 50,25 0,-1-25,-24 25,49 0,-24-49,0 49,-26 0,51 0,-26-25,1 25,0 0,-1-50,26 50,-26-24,1 24,0-50,-1 50,-24 0,25-25,-26 25,1 0,25-49,24 49,-24-25,-1 25,1-50,24 50,-49 0,25-25,-1 25,1 0,-25 0,0 0,24-49,-24 49,0 0,25-25,-26 25,26 0,-25-50,24 50,-24 0,25 0,-25 0,-1 0,26-24,-25 24,49 0,-24 0,-25 0,-1-50,26 50,0 0,-26 0,51 0,-26-25,26 25,-50 0,-1-50,26 50,-25 0,0 0,24 0,-24 0,0 0,-25-24,74 24,-49 0,25 0,-50-25,49 25,1 0,24 0,-24-50,-25 50,0 0,-25-25,49 25,-24 0,25-49,-26 49,1 0,-25-25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20T09:38:31.09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1613 12328,'0'-25,"-25"25,25 0,74 0,-24 0,-25 0,24 0,26 0,24 0,-25 0,50-49,-49 49,24 0,0 0,-24 0,-1-25,-24 25,-1 0,-24 0,-25 0,-25 0</inkml:trace>
  <inkml:trace contextRef="#ctx0" brushRef="#br0" timeOffset="966.05">1637 12948,'-24'0,"24"0,74 0,-24 0,24 0,25 0,1 0,48 0,-48 0,-1 0,50 0,-50 0,-25 0,-24 0,-25 0,-25-50,49 50</inkml:trace>
  <inkml:trace contextRef="#ctx0" brushRef="#br0" timeOffset="2002.11">2605 11931,'0'-25,"-25"25,25 0,0 50,0-1,0 26,50 49,-50 50,0-1,0 1,0-1,49 1,-49-75,0-24,0-1,0-49,0 0,0 24,50-49,-75 0,25-24,25 24,49 0,-24 0,24-25,26 25,48 0,-48-50,-1 50,-25 0,-24 0,-25 0,-25-49,0 49,0-50</inkml:trace>
  <inkml:trace contextRef="#ctx0" brushRef="#br0" timeOffset="3864.22">2580 11832,'-25'0,"50"0,49 0,26 0,24 0,25 0,-1 0,-48 0,-26-50,-24 50,24 0,-49 0,-25-25,0 25,0 50,25-50,-25 50,0-26,24-24,-24 50,50 0,-25-1,-25-24,49-25,-49 74,25-74,-25 100,0-75,50-1,-50 26,0-25,0 0,25 24,-25-24,0 0,0 24,0 1,0 0,0-1,0 1,0-1,24-24,-24 25,0 24,0-49,0-25,0 25,0 0,0 24,-24-49,24 25,0 25,-25-50,25 49,0-24,-50 0,50 25,-25-50,25 24,-49-24,49 25,-25-25,0 50,-24-50,73-50,-24 25</inkml:trace>
  <inkml:trace contextRef="#ctx0" brushRef="#br0" timeOffset="5152.29">3820 12626,'-49'0,"73"0,1 0,50 0,-51 0,26 0,25 0,-26 0,1 0,-1 0,1 0,24 0,-24 0,0 0,24 0,-24 0,24-50,-24 50,-1 0,1 0,-1 0,1 0,0 0,-26 0,1 0,25 0,-50-25,-25 25</inkml:trace>
  <inkml:trace contextRef="#ctx0" brushRef="#br0" timeOffset="5784.33">5011 12030,'-25'0,"25"0,0 50,0-1,0 1,0 25,0 24,0 0,0 0,50 0,-50-24,0-1,49-24,-49-1,0 1,0 0,25-26,-25-24,0-49,0-26</inkml:trace>
  <inkml:trace contextRef="#ctx0" brushRef="#br0" timeOffset="6726.38">5036 12005,'0'25,"25"0,24 25,-49-1,50-24,-1 25,-24-25,25 24,-1-49,1 25,0-25,24 0,-24 0,-1 0,1 0,-1 0,1 0,-25 0,-25 0,-50 0,25 50,-24-26,-1 26,25-25,-24 24,-1 26,-24-26,24 26,1-26,-1 1,25 24,-49-24,99-50,24-25,-49-24</inkml:trace>
  <inkml:trace contextRef="#ctx0" brushRef="#br0" timeOffset="7745.44">5805 12204,'0'-25,"-25"25,25 25,0 0,-25 49,25 1,-50-26,50 1,0-25,0 24,0-24,50-25,-25 0,0 0,24 0,26 0,-51 0,1 0,-25-74,75 74,-75-75,0 50,24 1,-24-26,0 25,0 25,0-25,-49 25,-1 0,25 0,1 0,-26 0,25 0,25 25,-49-25,49 50,0-1</inkml:trace>
  <inkml:trace contextRef="#ctx0" brushRef="#br0" timeOffset="8863.5">5953 12427,'0'50,"25"-50,25 0,-1 0,1 0,0 0,-1 0,26 0,24 0,0 0,25 0,-25-25,50 25,-50 0,25-50,-24 50,-26 0,-24 0,-1-49,26 49,-50 0,24 0,-49-25</inkml:trace>
  <inkml:trace contextRef="#ctx0" brushRef="#br0" timeOffset="12352.7">5507 13543,'-25'0,"0"0,25 0,25 0,25 0,-1 0,1 0,24 0,1-49,24 49,-25 0,1-25,-26 25,-24 0,25 0,-75 0,0 0</inkml:trace>
  <inkml:trace contextRef="#ctx0" brushRef="#br0" timeOffset="12665.72">5557 13692,'0'0,"49"0,-24 0,25 0,-1 0,26 0,-1 0,0 0,-24 0,-25 0,24-49,-24 49,25 0,-75 0</inkml:trace>
  <inkml:trace contextRef="#ctx0" brushRef="#br0" timeOffset="14308.81">6598 12973,'0'0,"0"49,0 51,0 24,0 49,0-24,0 0,0 0,0-50,0-25,0-24,0-25,0 24,0-73,-49 24,49-25,49 25,-24-25,25 25,-1 0,26 0,-1-50,1 50,-1 0,0-49,1 49,-1 0,26-25,-51 25,-24 0,0 0,-25-50,0 50,0-24,-50 24</inkml:trace>
  <inkml:trace contextRef="#ctx0" brushRef="#br0" timeOffset="16100.92">6574 12973,'0'0,"0"0,74 0,-49 0,0 0,24 0,1 0,-1 0,1 0,0 0,24-25,-24 25,-26 0,26-25,-25 25,25 0,-1-49,-24 49,25 0,-26 0,26 0,-50 24,0 1,25 0,-25 25,49-26,-49 26,25-25,-25 0,0 24,0-24,0 0,25-25,-25 50,0-26,0 1,0 0,0 25,0-26,0 1,0 25,0-25,0 24,-25-49,25 25,0 0,-49-25,49 49,0 1,-25-25,25 0,-50-25,50 49,0-24,-25-25,25 25,-24-25,24 49,0-73,0 24,49-75</inkml:trace>
  <inkml:trace contextRef="#ctx0" brushRef="#br0" timeOffset="17119.97">7690 13146,'0'0,"-25"0,25 25,0 0,-50-25,50 25,0 25,-24-26,24 51,0-26,-50 1,50-25,0 0,25-25,-25 49,25-49,-1 0,26-25,-25 25,-25-24,25 24,-25-25,0-25,0 1,0 24,49 25,-49-50,0-24,0 49,0 0,0 0,-25 25,-49 0,24 0,26 0,24 25</inkml:trace>
  <inkml:trace contextRef="#ctx0" brushRef="#br0" timeOffset="17977.02">7715 13419,'-25'0,"25"0,49 0,1 0,24 0,1 0,24-24,0 24,25-50,-49 50,-1-50,1 50,-1-24,-49 24,24-50,-24 50,25-25,-25 25,-25 0,-50 0</inkml:trace>
  <inkml:trace contextRef="#ctx0" brushRef="#br0" timeOffset="20630.17">6077 13196,'0'0,"25"0,25 0,-25 0,24 0,-24-50,0 50,25 0,-1 0,1 0,-1 0,1 0,24 0,-74-24,25 24,0 0</inkml:trace>
  <inkml:trace contextRef="#ctx0" brushRef="#br0" timeOffset="21388.22">6202 13990,'0'0,"49"0,-24 0,25 0,-1 0,1 0,-1 0,26-50,-26 50,-24 0,0-25,25 25,-26 0,-24-49,25 49</inkml:trace>
  <inkml:trace contextRef="#ctx0" brushRef="#br0" timeOffset="23594.34">2134 15776,'0'0,"24"0,1 0,25 0,24 0,25 0,25 0,0 0,25 0,-25 0,0 0,-24-25,-26 25,0 0,-24 0,-50-25,25 25,-75 25,1-25,24 25</inkml:trace>
  <inkml:trace contextRef="#ctx0" brushRef="#br0" timeOffset="24183.38">2382 16545,'24'0,"51"0,-1 0,-24 0,24 0,25 0,25 0,25-25,-25 25,-49 0,-1 0,-24-25,-25 25,24 0,-24-49,-25 49,0-25</inkml:trace>
  <inkml:trace contextRef="#ctx0" brushRef="#br0" timeOffset="25274.44">3200 15503,'0'-25,"25"25,25 0,-1 0,-24 0,25 50,-50-1,49-24,-49 25,75 49,-75 0,0 75,0 24,0-24,-75 0,75-26,-49-24,49-49,-75-26,75 1,-25 0,25-26,-49-24,49 50,-50-50,50 25,-25-25,25 0,0-25,0 25,0-50,50 50,-25-24,24 24,1-25,0 25,-1-50,1 50,24-25,-24 25,-1-74,1 49,24-49,-24-1,24-24,-24 0,0-25,-1 49,-49 1,25 24,-25 26,0-26,0 25,0 0,0-24,0-1,0 50,0 25</inkml:trace>
  <inkml:trace contextRef="#ctx0" brushRef="#br0" timeOffset="26720.52">3200 15528,'0'-25,"0"25,25 0,25 0,-26 0,1 0,25 0,-25 0,24 0,-49 0,50 0,24 50,-24-50,-50 24,49-24,-24 50,25-50,-25 25,-1-25,-24 25,50-25,-50 49,25-49,24 25,-24-25,-25 25,25-25,-25 49,25-49,-25 25,0 0,0 25,50-50,-50 24,0 1,24 25,-24-25,0-1,0 26,0 0,0-26,0 1,50-25</inkml:trace>
  <inkml:trace contextRef="#ctx0" brushRef="#br0" timeOffset="27648.58">4093 16197,'-25'0,"25"0,50 0,24 0,1 0,-1 0,1 0,-1 0,0 0,26 0,-1 0,0 0,-49-49,-1 49,1 0,0 0,-1-25,-24 25,0 0,24 0,-24 0,25 0,-1 0,-24 0,0 0,-25-50,0 50,0-24</inkml:trace>
  <inkml:trace contextRef="#ctx0" brushRef="#br0" timeOffset="28168.61">5309 15577,'0'0,"0"75,0-50,0 24,0 26,0-26,24 50,-24-24,0-1,0 1,0-1,0-24,0-1,0 1,0-25,0 0,0 24,25-49,-25-25,50-24,-50 24,25-50</inkml:trace>
  <inkml:trace contextRef="#ctx0" brushRef="#br0" timeOffset="29046.66">5408 15726,'-50'0,"50"-49,0 73,25 1,0 25,24-50,-49 49,75-49,-50 25,-1-25,26 50,-25-50,24 0,-24 0,0 0,0 0,49 0,-49-25,-25 25,0 25,-50 0,1 24,-1 26,25-26,-24 1,24 24,-25-24,50-25,-49 24,49-24,-25-25,25 50,-50-50,50 49,0-73,50-1,24-50,-24 50</inkml:trace>
  <inkml:trace contextRef="#ctx0" brushRef="#br0" timeOffset="29593.69">5929 15726,'0'-25,"0"-24,0 123,0-49,0 25,-50 24,50 0,0 1,0-50,0-1,0 26,0-25,0-25,74 0,-49 0,0 0,25-25,-26 25,1-50,25 26,-50-26,50 0,-50 1,0 24,0-25,0 1,0 49,0-25,-50 25,0 0,1 0,24 0,0 0,-25 50,50 24,0-49,0-25</inkml:trace>
  <inkml:trace contextRef="#ctx0" brushRef="#br0" timeOffset="30733.75">6177 15949,'0'-24,"25"24,-1 0,1 0,25 0,-1 0,-24 0,0 0,25 0,-26 0,1 0,0 0,25 0,-26 0,1 0,25 0,-25 0,24-25,-24 25,25 0,-26 0,26 0,-25-50,0 50,24 0,1 0,-1-25,1 25,0 0,-50-49</inkml:trace>
  <inkml:trace contextRef="#ctx0" brushRef="#br0" timeOffset="31760.81">7665 15825,'-25'0,"50"0,25 0,24 0,-24 0,49 0,-25 0,-24 0,24 0,-24 0,0 0,-1 0,-24 0,-50 50,-24-50,24 25</inkml:trace>
  <inkml:trace contextRef="#ctx0" brushRef="#br0" timeOffset="32024.83">7789 16024,'-25'0,"25"0,50 0,24 0,25 0,-24 0,-1 0,1 0,-1 0,-24 0,-25 0,24 0,-74-25,25-25</inkml:trace>
  <inkml:trace contextRef="#ctx0" brushRef="#br0" timeOffset="32398.85">8211 15627,'-50'0,"100"0,-25 0,24 50,1-50,49 74,-49-74,-1 50,1-50,-1 24,-24-24,0 0,-25 25,0 25,-25-25,-24 24,-1 1,-24-1,24 26,0-26,-49 1,50-25,49 24,-25-24,25 25,0-50</inkml:trace>
  <inkml:trace contextRef="#ctx0" brushRef="#br0" timeOffset="33553.91">9352 15850,'-50'0,"50"25,50-25,-25 0,-1 0,26 0,24 0,1 0,-1 0,1 0,-1 0,0 0,-24 0,0 0,-1 0,-24 0,-50 0,-24 50,24-50,-25 24</inkml:trace>
  <inkml:trace contextRef="#ctx0" brushRef="#br0" timeOffset="33920.94">9476 16247,'0'0,"25"0,49 0,-24 0,24 0,0 0,1 0,-26 0,1 0,0 0,-26 0,-24 0</inkml:trace>
  <inkml:trace contextRef="#ctx0" brushRef="#br0" timeOffset="35196.01">9972 15478,'-25'0,"25"0,0 0,0 75,50-75,-50 49,24-49,-24 75,25-51,-25 26,75 49,-75-24,24-1,-24 75,0 24,0-48,0-26,0-25,0 1,0-26,0-24,-49 49,-1-24,25-50,25 25,-49-25,24 0,25 0,25 0,24 0,1 0,-25-50,24 50,-24 0,25-25,-1 25,26-49,-25 49,-1-50,1 25,-25-24,24-1,1-24,-1 24,-24 1,25-1,-25-25,-25 26,49 24,-49-25,0 1,0 24,0-25,0 26,0 24</inkml:trace>
  <inkml:trace contextRef="#ctx0" brushRef="#br0" timeOffset="36329.07">10046 15379,'0'0,"0"0,50 0,-25 25,-1-25,-24 49,75-49,-50 25,-1-25,26 50,-25-50,-25 25,74-25,-24 24,0 26,24 0,-24-26,-1 26,-24-25,-25 0,74-25,-74 49,25-24,-25 0,25-25,-25 49,0 1,0 0,0-26,0 26,0-50,0 25,0-25,0-50</inkml:trace>
  <inkml:trace contextRef="#ctx0" brushRef="#br0" timeOffset="36861.1">10939 15949,'-49'0,"24"0,25 0,-25 25,25 25,-50-25,50 24,0 1,0-25,25-25,25 49,-25-49,-1 0,26 0,-25-25,0 25,24-24,-49-51,25 50,-25 1,0-26,0 0,-25 50,-49 0,24 0,1 0,-1 0,0 0,50 75,50-26,0-49</inkml:trace>
  <inkml:trace contextRef="#ctx0" brushRef="#br0" timeOffset="37401.13">11138 16073,'-25'0,"74"0,1 0,0 0,24 0,25 0,50 0,25 0,-1 0,26 0,-1 0,1 0,-26 0,-24 0,-74 0,-51 0,-48 0</inkml:trace>
  <inkml:trace contextRef="#ctx0" brushRef="#br0" timeOffset="38774.21">10914 16743,'0'25,"0"49,0 1,0-1,0 1,-24-1,24-49,0 0,0 24,0-74,0 1,0-1,0-50,0 1,0 0,0-1,0 26,49 24,-49 25,0 49,50 1,-50 0,99-26,-74 26,0-50,24 50,-24-50,0 0,24 0,-24 0,-25-50,50 25,-50-49,0-1,0 1,0 24,-25 50,25-24,0 24,25 0,0 0</inkml:trace>
  <inkml:trace contextRef="#ctx0" brushRef="#br0" timeOffset="39118.23">11584 16718,'-25'50,"25"24,-24-49,24 0,0 25,0-26,0 1,24-25,1 0,0 0,25 0,-26 0,26-25,-50 1,74-26,-74 0,0 1,0-1,0 1,-49 24,24 25,-25 0,1 0,-26 0,51 74,24-24,49-50,-24 0</inkml:trace>
  <inkml:trace contextRef="#ctx0" brushRef="#br0" timeOffset="39365.25">11907 16619,'0'50,"0"-1,0 26,0-1,0-24,0-1,0-24,-25 25,25-25,0 24,25-49</inkml:trace>
  <inkml:trace contextRef="#ctx0" brushRef="#br0" timeOffset="39825.27">11907 16694,'0'-50,"49"-24,26 49,-26 25,-24 0,25 0,-50 25,0-1,0 1,0 25,-50-25,25 24,-24 1,-1-50,50 25,25-25,24 0,-24 49,25-49,-25 25,24-25,-24 0,25 0,-26 0,26 0,-25-50,-25 1,25 49,-25-25,49 25,-49-25</inkml:trace>
  <inkml:trace contextRef="#ctx0" brushRef="#br0" timeOffset="41226.35">7913 13940,'0'-49,"0"73,0 51,0-1,0 1,0-1,0-24,0-1,0 1,0-25,0-25,0-50,0 25,0-24,0-1,0-49,0 24,0 1,0 49,25 25,24 25,1 49,-25-24,24 0,-24-1,-25-24,50-25,-50 25,50-25,-50-25,0 0,24-24,-24-26,0 1,0-1,0 1,0 0,0 49,0 25,0 25,0 24,25-49</inkml:trace>
  <inkml:trace contextRef="#ctx0" brushRef="#br0" timeOffset="41667.38">8558 13791,'0'-24,"0"73,0 1,0 24,0-24,-50 24,50-49,0 0,0-50,0-25,0 1,0-26,0 1,0 0,0 24,0 25,0 25,0 25,50 25,-25 24,24-24,-24-1,25 1,-25-25,-25 24,49-24,-49 0,0 24</inkml:trace>
  <inkml:trace contextRef="#ctx0" brushRef="#br0" timeOffset="42328.42">8533 13990,'0'-50,"50"50,-1-25,26 25,-1 0,1-74,-26 74,-49-25,50 25,-50-49,0-26,0 26,0 24,0 25,0 74,0-24,0-1,0 1,0 0,0-26,0 1,49-25,-49 25,0-50,0 0,0-24,0-26,0 1,0 0,0-1,0 50,25 25,-25 25,50 50,-50-51,49 1,1 25,-25-50,24 49,1-49,0 0,-50 0,49 0,-49-74,0 49,0-49,0 24,0-24,0 24,0 25,0-24,0 49,0 74,0-74</inkml:trace>
  <inkml:trace contextRef="#ctx0" brushRef="#br0" timeOffset="42554.43">9501 13370,'0'0,"0"25,49 24,-49 50,0-24,25-26,-25 1,0-25,0 24,50-24,-26-25,-24 0</inkml:trace>
  <inkml:trace contextRef="#ctx0" brushRef="#br0" timeOffset="42793.44">9501 13345,'0'-25,"24"25,1 0,0 0,25 0,-26 0,1 0,-25 50,50-1,-50 26,0-1,0 25,-50 1,1-51,-26 1,26-25,24-25,0 0,-25 49,26-49</inkml:trace>
  <inkml:trace contextRef="#ctx0" brushRef="#br0" timeOffset="43116.46">8384 14337,'0'0,"75"0,24-50,25 50,74-74,-24 74,24-99,-49 99,-99-25,-50 25,-74 0</inkml:trace>
  <inkml:trace contextRef="#ctx0" brushRef="#br0" timeOffset="43355.47">8335 14412,'25'0,"24"-25,50 25,50-75,25 26,24-1,-49 50,0-74,-25 74,-74 0,-50-25,-25 25,-25 0,25 0</inkml:trace>
  <inkml:trace contextRef="#ctx0" brushRef="#br0" timeOffset="46723.67">16099 6524,'0'-50,"0"50,0 25,-25 24,25 1,-75 24,75-24,-49-25,49 24,-25-49,25 25,0-50,0-24,0 24,0-25,0 1,50-26,-50 51,24-1,-24 50,50-1,-50 26,25-25,-25 0,25-25,-25 49,49 26,-49-51</inkml:trace>
  <inkml:trace contextRef="#ctx0" brushRef="#br0" timeOffset="46895.68">15975 6697,'0'-25,"24"-24,26 49,0 0,24-25,0 25,-24 0,-25 0,-25-50</inkml:trace>
  <inkml:trace contextRef="#ctx0" brushRef="#br0" timeOffset="47389.71">16322 6524,'0'24,"0"1,0 25,0-25,0-1,0 51,0-50,0-50,0-25,0 25,0 1,0-26,0 0,0 26,25 24,24 0,-49 0,25 0,-25 49,50-49,-50 50,24-50,26 0,-25 0,-25-25,25 25,-25-25,0-24,0-1</inkml:trace>
  <inkml:trace contextRef="#ctx0" brushRef="#br0" timeOffset="47615.72">16744 6424,'0'50,"0"-25,0 0,0 24,0 1,0-25,24-1,-24 26,25-50</inkml:trace>
  <inkml:trace contextRef="#ctx0" brushRef="#br0" timeOffset="47855.73">16793 6424,'0'-49,"0"49,50-25,-25 25,24 0,-49 25,50 0,-50 24,0-24,0 0,-25 24,25-24,-74-25,49 50,-25-50,25 0,1 0</inkml:trace>
  <inkml:trace contextRef="#ctx0" brushRef="#br0" timeOffset="48731.78">16421 7020,'0'-50,"0"50,-50 50,50-25,-49 24,49-24,0 0,0 24,25-49,-1 0,26 0,0 0,-26-24,26-26,-50 0,0 26,0-1,-25 25,25-25,-74 25,-1 0,26 25,24 0,25 49,0-49</inkml:trace>
  <inkml:trace contextRef="#ctx0" brushRef="#br0" timeOffset="49460.82">16322 7640,'0'0,"0"49,-25-49,25 75,0-26,0-24,25-25,0 0,24-25,-24-24,-25-1,0-24,-25 74,0 0,-24 25,49-1,-25 26</inkml:trace>
  <inkml:trace contextRef="#ctx0" brushRef="#br0" timeOffset="50128.86">16223 8334,'0'-24,"0"24,-25 49,25 26,0-51,0-24,49 0,1 0,-25-24,24 24,-49-50,50 50,-50-50,0 1,0 49,-50 0,1 0,-26 25,26-1,-1 26,50 0</inkml:trace>
  <inkml:trace contextRef="#ctx0" brushRef="#br0" timeOffset="50779.9">16396 8880,'0'25,"0"24,0 26,-25 24,25-24,0-1,0 0,0-49,0 0,0-50,0 0,0-24</inkml:trace>
  <inkml:trace contextRef="#ctx0" brushRef="#br0" timeOffset="59442.39">16322 12055,'0'-25,"-50"50,50 49,-49-24,49-25,-50 25,50-26,0 1,0 25,25-25,49-25,-49 0,0 0,24 0,-24-75,-25 50,25 25,-25-74,0 24,0 1,0-1,-25 50,25-25,-49 25,24 0,-25 0,50 0,-25 0,25 75,25-75,50 24</inkml:trace>
  <inkml:trace contextRef="#ctx0" brushRef="#br0" timeOffset="59765.41">16619 12005,'0'-49,"0"49,0 25,0 24,0 1,0-1,0 1,0 25,0-51,0 1,0 0,0 25,0-26</inkml:trace>
  <inkml:trace contextRef="#ctx0" brushRef="#br0" timeOffset="60305.44">16570 12055,'0'-50,"0"26,0-1,0 25,0-50,74 50,-49-49,0 49,25 0,-26-25,-24 25,0 74,0-49,0 25,-74-26,74 26,-50-50,50 25,-25-25,1 0,24 0,24 0,-24 25,50-25,-50 49,75-49,-75 75,49-75,1 25,-25-25,24 0,1-50,-1 0,-24-24,-25 24,0 25,50 25,-50-24,0 48,25 1</inkml:trace>
  <inkml:trace contextRef="#ctx0" brushRef="#br0" timeOffset="62412.56">16396 12774,'0'-24,"-25"24,1 0,-26 49,25-24,25 0,-49 24,49-24,0 25,24-50,26 49,0-49,-26 0,26 0,-25-24,24-1,-49-50,50 26,-50-1,0 25,0 1,-25 24,25-75,-49 75,24-25,-25 25,50 50,-49 0,49-1,0 1</inkml:trace>
  <inkml:trace contextRef="#ctx0" brushRef="#br0" timeOffset="63177.61">16322 13469,'0'-25,"0"25,0-25,0 100,0-26,0 1,-50 24,50 1,0-1,0-24,-25-25,25 24,0-74,25 1</inkml:trace>
  <inkml:trace contextRef="#ctx0" brushRef="#br0" timeOffset="63786.64">16297 14188,'0'-25,"0"25,0 50,0-25,0 0,0 24,0-24,0 25</inkml:trace>
  <inkml:trace contextRef="#ctx0" brushRef="#br0" timeOffset="64249.67">16223 14833,'0'25,"0"25,0-1,0 1,0-1,0-24,0 25,0-75,0 0,0 0,0-24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20T09:40:17.08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19001 5879,'0'-50,"25"25,-25 0,0-24,0 74,0 24,0 26,0-1,0 1,0-26,0 1,0-1,0 1,0-25,0-25,0-50,0 1,0-26,0 1,-25-1,25 26,0-1,0 75,25-25,24 74,-49-49,50-25,-50 50,49-50,1 49,0-49,-26 0,-24 0,0-74,0 0,0-1,0 1,0-1,0 26,0 49,0 0,0 49,25 1,0-50</inkml:trace>
  <inkml:trace contextRef="#ctx0" brushRef="#br0" timeOffset="486.02">19646 5606,'0'25,"-25"24,25 26,0-1,-50 1,50-26,0-24,-25-25,25 50,0-75,0 0,0-25,0 1,0-51,0 26,0 24,0 26,0 24,75 49,-75-24,49 25,-49-26,50 1,-50 25,50-25,-26 49,-24-49</inkml:trace>
  <inkml:trace contextRef="#ctx0" brushRef="#br0" timeOffset="645.03">19571 5978,'-49'0,"98"-74,-24 74,25-50,24 50,-24-75,-1 51,1-26</inkml:trace>
  <inkml:trace contextRef="#ctx0" brushRef="#br0" timeOffset="1130.06">19968 5581,'0'25,"0"0,0-1,0 26,0-25,0 0,0 24,0 1,0-75,0 0,0-24,0-1,0 0,0 26,25 24,-25 24,50 26,24 0,-24-1,-26-49,1 0,-25-25,50 25,-50-99,0 74,0 1,0-1,0-25,-25 50,25-25,0 25</inkml:trace>
  <inkml:trace contextRef="#ctx0" brushRef="#br0" timeOffset="1378.07">20415 5556,'0'-25,"0"50,0 0,49 25,-49-26,0 26,0-25,0 0,0-1,0 26,0-25</inkml:trace>
  <inkml:trace contextRef="#ctx0" brushRef="#br0" timeOffset="1613.09">20415 5482,'0'-25,"0"-25,24 50,1 0,0 0,25 0,-1 50,-49-25,0 24,0 1,0 24,0-49,-49 25,24-25,-25-25,50 24,-25-24,25-49</inkml:trace>
  <inkml:trace contextRef="#ctx0" brushRef="#br0" timeOffset="2534.14">21233 5333,'0'-50,"0"26,-25 24,-24 74,-1 25,1-24,-1 24,50-50,-25-24,25 25,0-50,75-25,-26-25,-24 26,-25-1,50-50,-50 26,0-1,0 25,0-24,24 74,-24-1,50 26,-50-25,25 0,-25 24,49-24,-49 0,25 24,-25 1,25-50,25 50,-26-50</inkml:trace>
  <inkml:trace contextRef="#ctx0" brushRef="#br0" timeOffset="2969.16">21357 5755,'0'-50,"0"25,0 0,25-49,25 0,-1-50,26 24,-26-24,1 75,-50-1,25 25,-25 25,-50 0,25 50,-24-25,49 24,-50-24,50 0,0 49,50-49,24-25,0 0,-24 0,0 0,-26 50,26-50,-50 25,0 24,-25 26,0-75,-24 24,24-24,0 0,0 0,25 0,50 0</inkml:trace>
  <inkml:trace contextRef="#ctx0" brushRef="#br0" timeOffset="3682.21">22573 4936,'0'-49,"0"73,0 26,0 24,0 1,0-1,0 1,0-26,0 26,0-51,0 1,0-25,0 50,0-125</inkml:trace>
  <inkml:trace contextRef="#ctx0" brushRef="#br0" timeOffset="3899.22">22523 5011,'0'-25,"-50"-25,75 75,0-25,25 74,-26-24,1-25,25 24,-25-24,24 0,-49 25,25-50,-25 49,50-49,-1 0,-24 0,0 0,-25-25</inkml:trace>
  <inkml:trace contextRef="#ctx0" brushRef="#br0" timeOffset="4130.23">22845 4837,'-49'0,"49"0,0 50,0-1,0 1,0 24,0-24,0 24,0-24,0-25,0-1,0 26,25-50,-25 25,74-25,-49-25</inkml:trace>
  <inkml:trace contextRef="#ctx0" brushRef="#br0" timeOffset="4454.25">23094 4936,'0'0,"-25"0,25 50,-50-1,50 1,0 0,0-1,0-24,25 0,0-25,0 0,24 0,26-25,-26 0,1-24,-50-1,25 0,-25-24,0 49,0 0,-25-24,-25 49,1 0,-1 74,-24-49,49 25,25-26,49 26,1-50</inkml:trace>
  <inkml:trace contextRef="#ctx0" brushRef="#br0" timeOffset="4717.26">23714 4713,'0'0,"0"25,0 24,0 1,0 0,0-1,0 26,0-26,0-24,0 0,0 24,0-49,0-24</inkml:trace>
  <inkml:trace contextRef="#ctx0" brushRef="#br0" timeOffset="4987.28">23416 4762,'-25'0,"50"-24,74 24,25-75,-25 75,1-74,-51 74,1-25,-25 25,-50 0,25 25</inkml:trace>
  <inkml:trace contextRef="#ctx0" brushRef="#br0" timeOffset="13219.75">15851 7937,'0'-24,"0"-26,0 25,0 25,0 75,0-1,0 1,0-1,0-24,0-1,0-24,0 25,0-1,24-49,-24 25</inkml:trace>
  <inkml:trace contextRef="#ctx0" brushRef="#br0" timeOffset="13656.78">15801 7962,'0'-25,"0"-24,50-26,-1 75,26-49,-51 49,1 0,-25 49,0 26,0-1,-49 26,49-51,-50 1,50-1,-50-49,26 0,24-24,0 24,49 0,-24 24,0-24,-25 25,74-25,-74 25,50-25,-1 50,1-50,0 0</inkml:trace>
  <inkml:trace contextRef="#ctx0" brushRef="#br0" timeOffset="14024.8">16198 8310,'0'-50,"25"25,-1 25,26-49,-25-1,24 25,-49-24,25 49,-25-50,0 25,0 25,-99 0,74 0,-24 50,-1-25,25 24,25 1,0-25,0-25,75 0,-1 0,25 0,0-25,-49-25</inkml:trace>
  <inkml:trace contextRef="#ctx0" brushRef="#br0" timeOffset="14788.84">16719 7913,'0'0,"-50"0,25 24,-24 26,24-25,25 25,-50-50,50 49,0-24,25-25,0 0,0 0,24-25,-24-24,-25 24,50 0,-50-25,0 25,-25 25,0 0,25 50,0-25,0 25,0-26,0 1,0-25,50 0,-25 0,24 0,1-49,-25 24,-25 0,49-25,-49 1,0-1,0-24,0-1,0 1,0 49,0 0,-25-24,1 49,-26 49,50 1,0-1,0 26,0-26,0 1,0 0,25-26,24 26,1-50,-25 0,0 0,24-25,1 25,-25-49,-25 24,49-25,-49 25,0 50,0 0,0 49,0-49,25-25,25 0,-1 0,-24 0,25 0</inkml:trace>
  <inkml:trace contextRef="#ctx0" brushRef="#br0" timeOffset="14953.85">17190 7689,'0'0,"50"-24</inkml:trace>
  <inkml:trace contextRef="#ctx0" brushRef="#br0" timeOffset="15944.91">17364 7789,'0'-50,"74"50,0-50,26 1,-26 49,-24-50,-25 50,-25-49,0 123,-50 0,-25 26,26-1,24 0,25-49,-74-25,74 24,49-123,-49 49,50-25,-50 25,49 1,-49-26,25 50,-25 25,50 24,0-24,-26-25,26 0,0 0,-1 0,1-49,-1 24,-24-25,-25 25,50-24,-50 24,0 0,0-24,0 49,-99 24,74 26,-25-25,25 24,25 1,0 0,0-26,0 26,50-50,24 0,50-25,-49-24,24-26,-25 26,1-26</inkml:trace>
  <inkml:trace contextRef="#ctx0" brushRef="#br0" timeOffset="16708.95">19026 7441,'0'-24,"0"48,0 51,-75 24,75-25,-25 1,25-26,0-24,0 25,0-25,0-25,0-50,0 25,0-24,0-26,0 1,0-1,0 26,0 24,25 25,25 50,-25-1,24 26,-24-26,25 1,-1-1,-49 1,50-25,-50 24,0-73</inkml:trace>
  <inkml:trace contextRef="#ctx0" brushRef="#br0" timeOffset="16887.96">19001 7714,'-50'0,"50"0,25 0,49 0,-24 0,0-49,-1 49,1-25,-25 25</inkml:trace>
  <inkml:trace contextRef="#ctx0" brushRef="#br0" timeOffset="17124.97">19472 7441,'-25'0,"25"25,0 25,0 24,0 1,0-1,0-49,0 0,0 24,25-49,-25-25</inkml:trace>
  <inkml:trace contextRef="#ctx0" brushRef="#br0" timeOffset="17293.98">19447 7541,'0'-25,"0"-25,0 75,0 0,0 24,99-24,-74 25,0-50,25 49,-26-49,26 0,-25 0,0 0</inkml:trace>
  <inkml:trace contextRef="#ctx0" brushRef="#br0" timeOffset="17473.99">19794 7417,'0'-50,"-49"50,49 50,0 24,0-24,0-1,0 1,0-1,0 1,25 0</inkml:trace>
  <inkml:trace contextRef="#ctx0" brushRef="#br0" timeOffset="17870.02">20266 7367,'-50'0,"50"0,0 25,0 24,0 26,25-26,-25 1,0-25,0 24,0 1,25-50</inkml:trace>
  <inkml:trace contextRef="#ctx0" brushRef="#br0" timeOffset="18171.03">20142 7317,'0'-49,"0"24,0 25,74-25,-24 25,-1 0,-24 0,25 0,-50 25,25 49,-25 1,0-1,0 1,-50-26,25 1,-24-50,24 49,-25-49,50 0,0-74,0 24,0 50,0-24</inkml:trace>
  <inkml:trace contextRef="#ctx0" brushRef="#br0" timeOffset="20068.14">21060 7268,'0'0,"-75"0,26 0,24 0,25-50,-50 50,50-74,0 49,-50-25,50-24,0 0,0-1,0 1,25-26,-25 26,75 24,-26 50,-24 0,0 0,25 25,-50 74,74 50,-74 50,0-1,0 50,0-25,0 25,0-49,50-75,-50-74,24-26,1-24,-25-24,0-51,0 50,-49-24,-1-50,0 24,1 25,-1 50,25-24,-24 24,49-50,49 50,26-25,-26 25,1-74,0 74,-50-25,0 0,0-24,49 73,-24-24,25 50,-26-50,26 74,-25-49,-25-25,0 0,0-49,0-1,0-24,0-1,25 26,-25-1,49 50,1 0,-1 50,-49-26,0 1,25 25,-25-25,50 24,-25-49,74-25,-74 1,-1-26,-24 25,75-24,-75-1,0 25,0-24,-25 49,25-50,-74 50,49 0,-25 25,-24 0,49 24,25 1,0-25,25-25,24 0,26 0,-26 0,1-75,0 50,-26-24,-24-1,0 100,0-1,0-24,0 0,0 25,50-50,-25 0,-25-25,0-25,25 25,-25-24,0-1,49 50,-49-25,0 25,25 0,-25 75,50-26,-50-24,25-25,-1 0,-24 0,50 0,-50-49,25-1,-25 25,25 25,-25 25,0 0,0 24,0-24,49-25,-49 25,75-25</inkml:trace>
  <inkml:trace contextRef="#ctx0" brushRef="#br0" timeOffset="20594.17">22771 7119,'-25'-50,"25"75,0 25,0-1,0 1,0 0,0-1,0-24,0 0,0-25,0-25,0-25,0 1,0-1,0 25,0-24,0 49,50 0,-50 49,49 1,-49-25,50 24,-25-49,-25 25,74-25,-49 0,0 0,-25-49,0 24,0 0,0-25,0 26,0-26,0 0,0 50,0-24,25 48,24-24,-24 0</inkml:trace>
  <inkml:trace contextRef="#ctx0" brushRef="#br0" timeOffset="20990.2">23416 7045,'0'-25,"-50"74,50 51,-24-51,24 1,-50-25,50 24,0-24,0-75,0 1,0-1,25-49,-25 25,0-1,0 26,25 49,-25-25,74 50,-74 24,25 26,-25-26,49 1,-49-1,0 1,25-25,-25 0</inkml:trace>
  <inkml:trace contextRef="#ctx0" brushRef="#br0" timeOffset="21148.2">23342 7193,'0'-24,"74"24,0 0,1-50,-1 50,-24-25,-1 25</inkml:trace>
  <inkml:trace contextRef="#ctx0" brushRef="#br0" timeOffset="21614.23">23788 6970,'-25'0,"25"0,0 75,0-51,0 1,0 0,0 25,0-1,0-49,0-49,0 24,0-25,0-24,0-1,25 26,0 49,24 74,-49-49,25 0,-25 24,50-24,-1-25,-49 25,25-25,25-25,-50 0,0-24,0-1,0 25,0 1,0-51,0 50</inkml:trace>
  <inkml:trace contextRef="#ctx0" brushRef="#br0" timeOffset="21830.24">24185 6821,'0'-25,"0"-24,0 74,0-1,50 26,-50 25,0-1,49 0,-49-24,0-25,0 24,25-49,-25 25</inkml:trace>
  <inkml:trace contextRef="#ctx0" brushRef="#br0" timeOffset="22087.26">24235 6796,'0'-24,"49"24,-24 0,25 0,-1 0,1 0,-25 0,-25 0,0 49,0 26,0-1,-25 25,0-49,-25-25,26-25,-1 49,-25-49,50 0,0-49,0 24</inkml:trace>
  <inkml:trace contextRef="#ctx0" brushRef="#br0" timeOffset="22236.27">24631 7094</inkml:trace>
  <inkml:trace contextRef="#ctx0" brushRef="#br0" timeOffset="28639.63">17736 9103</inkml:trace>
  <inkml:trace contextRef="#ctx0" brushRef="#br0" timeOffset="30065.71">19199 10244,'50'0</inkml:trace>
  <inkml:trace contextRef="#ctx0" brushRef="#br0" timeOffset="31519.8">23242 9872</inkml:trace>
  <inkml:trace contextRef="#ctx0" brushRef="#br0" timeOffset="31999.83">23019 9798,'-50'0,"75"0,25 0,-25 0,24-50,1 50,24 0,-49 0,0 0,25 0,-26 0,-24 0,-74 0</inkml:trace>
  <inkml:trace contextRef="#ctx0" brushRef="#br0" timeOffset="32307.84">22945 9872,'-25'0,"25"0,49 0,-24 0,25 0,-25-49,24 49,-24 0,25 0,-50-25,49 25</inkml:trace>
  <inkml:trace contextRef="#ctx0" brushRef="#br0" timeOffset="33311.9">23143 9277,'25'-50,"-25"26,50-1,-50-25,124 1,-100 24,26 0,-25-25,0 50,-25-25,49 25,-49 0,-25 0,25 50,-24-50</inkml:trace>
  <inkml:trace contextRef="#ctx0" brushRef="#br0" timeOffset="33645.92">23391 9004,'0'-25,"-25"25,25 0,75 0,-50 0,-1 0,-24-49,50 49,0 0,-26 0,-24 24,0 1,0 0,0-25,0 50,-49-50,49 49,25-49,-25-24</inkml:trace>
  <inkml:trace contextRef="#ctx0" brushRef="#br0" timeOffset="34146.95">23763 8781,'0'25,"0"24,0 1,0-1,0-24,0 50,0-100,0 0,0 0,0-49,0 24,0-24,0 24,0 25,50 25,-25 0,-25 25,24-25,-24 75,0-51,50 26,-50-25,0 0,25-25,-25 49,25-49,-25-25</inkml:trace>
  <inkml:trace contextRef="#ctx0" brushRef="#br0" timeOffset="34378.96">23813 8880,'0'0,"49"0,-24-50,0 50,25-24</inkml:trace>
  <inkml:trace contextRef="#ctx0" brushRef="#br0" timeOffset="34926.99">23962 8682,'24'24,"-24"26,0-25,0 0,50-25,-50 74,25-99,-25-49,0 49,0-25,0 1,0 74,0 24,25-49,-25 50,49-50,-49 25,25-25,0 0,-25-25,50 25,-50-50,0 25,0-24,0-1,0 1,0 24,0 50,0-1</inkml:trace>
  <inkml:trace contextRef="#ctx0" brushRef="#br0" timeOffset="35166.01">24334 8533,'25'25,"-25"-1,0 26,49 0,-49-26,0 1,0 50,0-51</inkml:trace>
  <inkml:trace contextRef="#ctx0" brushRef="#br0" timeOffset="35413.02">24359 8558,'0'-25,"0"0,49 25,1 0,-1 0,-24 0,25 0,-25 0,-25 25,0 49,0-24,0-1,-50 1,50-25,-50 0,26-25,-26 49,25-49,25 25,-49-25</inkml:trace>
  <inkml:trace contextRef="#ctx0" brushRef="#br0" timeOffset="45477.6">17587 12353</inkml:trace>
  <inkml:trace contextRef="#ctx0" brushRef="#br0" timeOffset="46391.65">14858 12725</inkml:trace>
  <inkml:trace contextRef="#ctx0" brushRef="#br0" timeOffset="46550.66">14883 12725</inkml:trace>
  <inkml:trace contextRef="#ctx0" brushRef="#br0" timeOffset="56510.23">19919 14114,'-25'0,"25"25</inkml:trace>
  <inkml:trace contextRef="#ctx0" brushRef="#br0" timeOffset="59196.38">23069 13940,'-50'0,"75"0,0 0,24 0,1 0,24 0,-24 0,0 0,-26 0,26 0,0 0,-26-49,26 49</inkml:trace>
  <inkml:trace contextRef="#ctx0" brushRef="#br0" timeOffset="59518.4">23143 13940,'0'0,"25"0,25 0,24 0,-24 0,-1 0,1 0,24-25,-24 25,-25 0,-1 0,26-24,-100 48</inkml:trace>
  <inkml:trace contextRef="#ctx0" brushRef="#br0" timeOffset="62329.56">20588 14908,'25'0,"25"0,-26 0</inkml:trace>
  <inkml:trace contextRef="#ctx0" brushRef="#br0" timeOffset="62824.59">20712 14908,'0'-50,"0"25,0 25,-49 0,-1 0,-49 50,74-25,-25 24,26 26,24-51,-50 26,50-25,0 24,50-49,24 50,25-50,0 0,25-25,-49 25,-1-49,-24 49,0-50,-50 25,49-49,-49 24,0 1,-74-1,24 50,1-25,-1 25,-25 0,26 0,-1 0,25 0,25 50,0-25,50 24,49-49,-24 0</inkml:trace>
  <inkml:trace contextRef="#ctx0" brushRef="#br0" timeOffset="63125.61">21258 14709,'0'0,"0"-25,0 75,0 0,25 24,-25 0,0 1,0-1,25 1,-25-51,0 1,49 25,-49-1</inkml:trace>
  <inkml:trace contextRef="#ctx0" brushRef="#br0" timeOffset="63650.64">21208 14734,'0'-50,"0"26,0-1,0-25,50 25,0 25,24-74,-24 74,-1 0,-24 0,-25 25,0 0,0 24,0 1,-25 24,0-24,-49-1,49 1,-24-25,24-25,-25 49,75-49,25 0,-50 25,74 25,-24-50,-26 49,1-49,25 25,-1-25,-24 0,25 0,-25-25,-25 1,49-26,-49 0,0 1,25-1,-25 1,0 24,50 25,-50 0</inkml:trace>
  <inkml:trace contextRef="#ctx0" brushRef="#br0" timeOffset="64760.7">20638 15751,'-25'0,"25"0,25 0,49-50,1 50,24-49,0 49,50-75,0 75,0-74,-50 74,0-25,-49 25,-1 0,-24-49,-50 49,-24 24,-1-24,-24 25</inkml:trace>
  <inkml:trace contextRef="#ctx0" brushRef="#br0" timeOffset="65067.72">20663 15751,'0'25,"49"-25,75-25,-24 25,48-50,-24 50,50-74,0 24,-50 50,0-74,-50 74,-24-25,-1 25,-74 0</inkml:trace>
  <inkml:trace contextRef="#ctx0" brushRef="#br0" timeOffset="66192.78">22225 15081,'-24'0,"-26"50,50-1,-50-49,50 50,25-25,0-25,0 0,24 0,26 0,-50 0,24-50,-24-24,-25-1,0 51,0-26,-50 50,1 0,-1 0,-24 0,24 0,-24 74,74-49,0 50,25-75,49 0</inkml:trace>
  <inkml:trace contextRef="#ctx0" brushRef="#br0" timeOffset="67534.86">22449 15007,'49'49,"-49"1,25 0,-25-1,0-98,0 24,0 0,0-25,0-24,0 49,50 25,-26 25,26 49,-25-24,24 0,1-50,-25 0,49 0,-74-50,0 25,25 0,-25-49,0 0,0-26,0 51,0-1,-25 1,25 24,-49 25,24 25,25 49,0-24,0-1,0 1,0-25,25 24,24-49,50 50,-49-50,0 0,-1 0,1-25,-25 25,-25-50,25 1,-25 24,0 0,0 0,0 25,0 0,-25 0,25 50,0-25,0 24,49-49,-24 0,25 0,-1 0,1 0,-25-49,-25-1,49 25,-49 1,0-26,0 100,0-1,0 26,0-1,0 0,0 1,0-1,0 25,0-24,0-1,-24-24,24 0,-25-50,25 24,-50-24,25 0,1 0,-26 0,50-49,-25 24,25-25,0-24,0-50,25 25,0-1,24 76,-24-1,25 25,-25 0,-1 0,26 0</inkml:trace>
  <inkml:trace contextRef="#ctx0" brushRef="#br0" timeOffset="68764.93">23763 14635,'0'-25,"0"25,0 25,0 24,0-24,0 25,0-1,0-24,0 25,0-75,0-25,0 1,0-26,0 26,0 24,25 50,-25 24,50-49,-50 50,49-50,-49 50,50-50,-1 0,-24-25,-25-50,0 51,0-26,0 0,0 1,0 24,0 25,0 0,0 0,50 0</inkml:trace>
  <inkml:trace contextRef="#ctx0" brushRef="#br0" timeOffset="69153.95">24185 14461,'0'50,"0"-1,0 1,0-25,0 24,0-24,0 0,0-25,0-25,0-24,0 24,0-25,0 1,0-1,0 0,0 50,0 25,50-25,-50 50,49-50,-49 49,25-49,-25 25,0 25,25-50</inkml:trace>
  <inkml:trace contextRef="#ctx0" brushRef="#br0" timeOffset="69311.96">24185 14585,'0'-49,"25"49,24 0,-24 0,25-25,-1 25,-24-25</inkml:trace>
  <inkml:trace contextRef="#ctx0" brushRef="#br0" timeOffset="69799.99">24458 14412,'0'24,"0"26,0-25,0 49,0-123,0-26,0 26,0-1,25 50,-25-25,24 25,-24 50,50-50,-50 74,25-74,-25 25,25-25,24 0,-24-25,-25-24,0 24,0 0,0-25,0 25,0 1,0-26,0 75</inkml:trace>
  <inkml:trace contextRef="#ctx0" brushRef="#br0" timeOffset="70019">24805 14213,'0'25,"0"24,0-24,0 0,50 25,-50-25,0 24,0 1,0-25</inkml:trace>
  <inkml:trace contextRef="#ctx0" brushRef="#br0" timeOffset="70258.01">24830 14238,'0'-50,"25"50,-1 0,1 0,0 0,25 50,-50-25,24-1,-24 26,0-25,0 0,0-25,0 74,-49-74,-26 25,26-25,24 0</inkml:trace>
  <inkml:trace contextRef="#ctx0" brushRef="#br0" timeOffset="70678.04">23813 15379,'25'0,"24"-25,26 25,-1-50,50 50,-49-24,-1 24,0-50,-24 50,-100 0,1 0</inkml:trace>
  <inkml:trace contextRef="#ctx0" brushRef="#br0" timeOffset="70880.05">23887 15478,'0'0,"50"0,24 0,-24 0,0-49,-1 49,26 0,-51-25,-24 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4:06:11.99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15230 843,'0'-49,"0"-1,0 25,0 75,0 49,0 75,-74-50,74-25,-74-25,74 1,-25-50,25-1,0 26,0-75</inkml:trace>
  <inkml:trace contextRef="#ctx0" brushRef="#br0" timeOffset="196.01">14933 1067,'25'0,"-1"0,26 24,0-24,24 25,-24-25,-1 99,26-74,-26 25,-24-25</inkml:trace>
  <inkml:trace contextRef="#ctx0" brushRef="#br0" timeOffset="954.05">15950 769,'0'25,"0"0,25 24,49 1,-49-50,0 0,24 0,-24 0,0-25,24-25,-49 26,0-26,0 0,0 26,0-1,0 25,0-50,0 100,0-1,0 1,50 0,0 24,-50 0,74 26,-74 48,50 1,-50-74,0-1,0-24,0-26,-25 26,-25-50,1 0,49-25,-50-49,50 24,0-24,0-1,0 1,50-50,-1 50,50-1,-24 50,-1 25,-24-49</inkml:trace>
  <inkml:trace contextRef="#ctx0" brushRef="#br0" timeOffset="1687.09">17289 546,'25'0,"49"0,-24-50,-25 0,24 26,-24-26,25 25,-50-24,0 98,0 75,-25 0,-25 25,1-25,49-49,-25-26,25 1,50-75,-26 0,26-24,-25 49,-25-25,25 25,49 0,-74 0,50 0,-25 0,24 0,1 0,24 0,-49 0,25 0</inkml:trace>
  <inkml:trace contextRef="#ctx0" brushRef="#br0" timeOffset="2115.12">16967 446,'-25'0,"50"0,0 50,24 0,-24 24,25 50,-1 25,1 49,24 50,-24 25,-1 50,-49-100,50 0,-50-49,50-50,-50 0,49-50,-49-24</inkml:trace>
  <inkml:trace contextRef="#ctx0" brushRef="#br0" timeOffset="2866.16">15280 2257,'-25'0,"25"-49,75 49,-1-50,75 0,49-24,1-25,74 24,24 1,-24-25,0 24,-25 1,25-25,0 24,-25 1,0-25,-75 49,-24 0,-50 50,-49-49,-124 98,-1-49</inkml:trace>
  <inkml:trace contextRef="#ctx0" brushRef="#br0" timeOffset="3600.2">15751 2332,'0'24,"-49"51,49-26,-50-24,50 25,0-25,0-1,25-24,49 0,-24 0,0-49,24 24,-49-25,0 26,-25-26,49 25,-49 0,-25-24,1 24,-1 25,-50 0,1 0,24 50,1-26,49 51,74-50,1-25,-1 0</inkml:trace>
  <inkml:trace contextRef="#ctx0" brushRef="#br0" timeOffset="4020.22">16669 2084,'0'24,"-50"1,50 25,0-25,0-1,25-24,25 0,0-24,-26-26,51 0,-75 1,0-1,-25 50,0 0,0 0,1 0,-51 0,50 50,25-25,0 24,0 1,0-25</inkml:trace>
  <inkml:trace contextRef="#ctx0" brushRef="#br0" timeOffset="4494.25">16099 2902,'-75'0,"26"0,24 50,-25-1,50-24,0 0,0 25,50-50,-1 0,51 0,-26-50,0 0,-24 26,-25-26,-25 25,49 0,-49-24,0 24,-24 25,-26-25,0 25,-24 0,-25 50,74-25,25 24,0-24,25-25,49 0,25 0</inkml:trace>
  <inkml:trace contextRef="#ctx0" brushRef="#br0" timeOffset="4830.27">16818 2456,'0'-25,"0"50,0-1,0 26,0 24,25 1,-25-1,49 1,-49-1,0 1</inkml:trace>
  <inkml:trace contextRef="#ctx0" brushRef="#br0" timeOffset="5348.3">16421 3373,'-25'0,"25"50,0 0,75-1,-75 1,49 24,-49-24,50-25,-1 24,-24-49,0 0</inkml:trace>
  <inkml:trace contextRef="#ctx0" brushRef="#br0" timeOffset="5699.32">17016 3274,'0'25,"0"25,0-26,0 26,0 0,25-50,25 0,-1 0,1-50,0 50,-1-50,1 1,-50-1,0 25,-25 25,0-24,-24 24,24 0,-25 0,1 49,24-24,25 0,0 24,0-49</inkml:trace>
  <inkml:trace contextRef="#ctx0" brushRef="#br0" timeOffset="6037.34">16917 4142,'-25'0,"25"25,0 25,0-25,0-1,0 26,50-25,-50 0,25-25,-25 74,25-74,24 0,-24 0</inkml:trace>
  <inkml:trace contextRef="#ctx0" brushRef="#br0" timeOffset="6233.35">17537 3919,'0'0,"0"25,0 25,0-26,25 26,-25-25,25 24,-25-24,49 0</inkml:trace>
  <inkml:trace contextRef="#ctx0" brushRef="#br0" timeOffset="7140.4">17860 1662,'25'0,"24"25,-24-25,25 49,-26-24,26 50,-50-51</inkml:trace>
  <inkml:trace contextRef="#ctx0" brushRef="#br0" timeOffset="7568.43">18232 2356,'0'-24,"0"-1,0 74,0-24,25 50,-25-26,49 1,-49 24,0 1,50-1,-50-49</inkml:trace>
  <inkml:trace contextRef="#ctx0" brushRef="#br0" timeOffset="8078.46">18356 3101,'0'0,"25"24,24 51,-49-50,25-25</inkml:trace>
  <inkml:trace contextRef="#ctx0" brushRef="#br0" timeOffset="8647.49">18678 3572,'-25'0,"25"74,-24-24,24 0,0-26,0 26,0 0,0-50,74 0,-24 0,24-50,-24 25,-1-24,-49 24,0 0,0 0,0-25,-24 50,-26-24,0 24,-24 0,-1 24,26 26,24-25,25 0,0 24,0-49</inkml:trace>
  <inkml:trace contextRef="#ctx0" brushRef="#br0" timeOffset="88416.05">21556 9624,'49'0,"-24"0,25 0,-1 0,-24 0</inkml:trace>
  <inkml:trace contextRef="#ctx0" brushRef="#br0" timeOffset="89255.1">22895 9922,'0'25,"25"-25,49-25,-49 25,0-25,25 25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20T09:42:12.03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3448 1662,'0'-25,"0"-25,0 150,0 24,0 0,0 74,0-24,0-25,0-50,0-25,0-24,0 0,0-26</inkml:trace>
  <inkml:trace contextRef="#ctx0" brushRef="#br0" timeOffset="458.02">3275 1935,'0'-25,"0"-25,49-24,-24 24,25 1,24 24,-24 25,-1 0,-24 0,25 0,-50 25,0 24,0 26,-25 49,-50 25,1 24,24-24,1-75,24-24,-25 0,1-50,49 24,0-24,25-49,24 49,1 0,-1 25,1-25,-25 24,0-24,24 50,-24-50,25 25,-26-25,26 50,-25-50</inkml:trace>
  <inkml:trace contextRef="#ctx0" brushRef="#br0" timeOffset="833.04">3721 2654,'25'-25,"0"-24,49 24,-24-25,-1 25,26-49,-50 24,-25 1,74-1,-74 1,0 24,-25 25,0 0,-24 25,-26 49,1 0,24 26,1-51,49-24,0 25,0-1,24-49,76 0,24 0,0 0,25-25,-25-24,-50-26</inkml:trace>
  <inkml:trace contextRef="#ctx0" brushRef="#br0" timeOffset="1573.09">4688 2208,'-24'0,"-26"0,-24 74,24-24,0-1,1 26,49-51,-25 1,25 25,25-50,24 0,1 0,24-50,-24 25,-25-24,24-1,-49 1,0 24,-24 50,24-1,-25 26,25-25,0 0,0 24,0-49,49 0,1 0,0 0,-1 0,26-49,-51 24,26-50,-25-49,-25 25,50-25,-50 25,0 25,0 24,0 0,0 26,-50 98,50 0,-50 50,50-24,0-1,0 0,0-25,25 1,-25-50,50-25,-1 24,1-24,0 0,-1-49,1-1,-50 1,49-51,-49 26,0 49,0 0,-24 25,24 25,0 0,0 0,0 24,0-24,24 25,1-50,50 0,-75 0</inkml:trace>
  <inkml:trace contextRef="#ctx0" brushRef="#br0" timeOffset="1724.09">5309 2059,'0'25,"49"-25</inkml:trace>
  <inkml:trace contextRef="#ctx0" brushRef="#br0" timeOffset="2905.16">5681 2133,'0'-25,"49"25,26-49,-1 49,-24-25,-1 25,-24-50,-50 100,0 0,-24 24,-26 50,26 0,-1-50,1-24,49 0,-25-50,25 0,49-75,-24 50,25-24,-25-1,-25 25,74 25,-24 0,-50 0,0 25,24-25,-24 75,25-75,-25 24,75-24,-26 0,-24 0,25-24,-25-26,24 25,-24-49,-25 24,50 25,-50-24,0 24,0 25,-75 25,26 0,-1 24,25 1,-25-1,50-24,-24-25,24 50,0-50,49 0,26-25,-26 0,1-24,24-26,-74 50,50-24,-50 24,-25 25,-24 25,24 49,25-24,-75-25,75 49,0-49,0 24,75-49,-1 0,50-24,-49-1,-1-50,-49-24,24 0,-49 25,75-1,-75-24,0-25,0 74,0 26,-25-26,25 100,0 49,-25-25,25 25,0 1,0-1,0 25,0-25,0-25,0-24,0 0,25-1,49-49,-74 0,0-49</inkml:trace>
  <inkml:trace contextRef="#ctx0" brushRef="#br0" timeOffset="3061.17">6698 2257,'24'-49,"51"49,24 0,-25-25,-24 25,0-50,-1 50,-49-25</inkml:trace>
  <inkml:trace contextRef="#ctx0" brushRef="#br0" timeOffset="3240.18">7119 2108,'0'0,"0"50,0 0,0-26,0 1,0 25,0-1,0-24,0 25,0-50</inkml:trace>
  <inkml:trace contextRef="#ctx0" brushRef="#br0" timeOffset="3549.2">7343 2183,'0'0,"-50"25,50-1,-50 26,50 0,0-1,0-24,0 25,25-50,50 0,-26 0,26-50,-26 25,-24-49,-25 24,50 25,-50-49,0 49,-25 25,-50 0,26 0,-1 0,1 25,-1 25,75-26,24-24</inkml:trace>
  <inkml:trace contextRef="#ctx0" brushRef="#br0" timeOffset="3930.22">7665 2084,'0'0,"0"49,0-24,0 0,0 24,0-24,0 0,0-25,0-25,50-24,-1-1,1-24,-50 24,49 25,-24 25,25 25,-50 0,25 24,-25 1,49-25,26 24,-26-49,-24-24,25-1,-25 0,24-49,-24 24</inkml:trace>
  <inkml:trace contextRef="#ctx0" brushRef="#br0" timeOffset="4641.26">7144 1885,'25'0</inkml:trace>
  <inkml:trace contextRef="#ctx0" brushRef="#br0" timeOffset="5880.33">9426 1836,'-49'0,"-1"0,-25 49,1-24,24 25,50-26,-24 1,24 50,49-75,1 24,24-24,1 0,-26-24,26-26,-75 25,25-24,-25-1,0-24,-25-50,25 24,-50-49,50 25,0 0,0 75,0 24,50 25,-25 0,24 0,1 0,-1 74,1 26,-50 48,50 26,-50 49,-25 25,-50 0,26 0,-1-49,50-100,0-24,0-1,0-49,0-25,50 0,-25 0,24-25,-49 0,25 0,-25-24,0-50,0-1,-50 1,26 25,-51 49,26 25,-1-75,0 75,1 0,123-24,25 24,25 0,0-75,-24 75,-1-49,-74 49</inkml:trace>
  <inkml:trace contextRef="#ctx0" brushRef="#br0" timeOffset="6591.37">11187 1563,'0'49,"-25"26,25-1,0 50,0-25,0 25,0-49,0-1,0-24,0-1,0-24,0 25</inkml:trace>
  <inkml:trace contextRef="#ctx0" brushRef="#br0" timeOffset="7042.4">10964 1736,'0'-24,"50"-26,24 25,0-25,50 50,25-74,-49 74,-26 0,-24 0,-50 50,-50-1,-74 26,-25-1,25 1,50-26,24-24,0-25,50 50,0-1,25-49,25 50,24-1,25 1,-49-25,-25 24,-25-24,0 0,0 25,0-26,-50-24,-24 50,24-50,1 0,-1 0,25 0,25-25,-49 25,49-49,0 24,99-50,50 1,24 24</inkml:trace>
  <inkml:trace contextRef="#ctx0" brushRef="#br0" timeOffset="7416.42">12229 1935,'0'0,"-50"0,-49 49,0 1,0-25,49 24,25-24,-24 50,74-75,24 0,1 0,24 0,-24-75,-1 50,-24-24,-25-1,50 25,-50-24,25 74,-25-1,49 26,-49-25,0 0,0 24,25-24,-25 0,0 24,25-49</inkml:trace>
  <inkml:trace contextRef="#ctx0" brushRef="#br0" timeOffset="7982.45">12328 2208,'0'-50,"0"25,0 0,0-24,75-1,-1-24,25-1,-49 26,0 24,-50-25,-50 50,25 0,0 0,-24 25,24 0,25 25,0-50,50 74,24-49,-24 24,-1-24,1 25,-50-25,0-1,0 51,0-75,-75 0,51 0,24-25,0 0,0 0,24-24,51 24,-26-49,26 49,-1 25,-24-50,-25 50,-1 0,-24 0,50 0,-50 75,0-51,0 1,0 0,0 49,25-74,0 0</inkml:trace>
  <inkml:trace contextRef="#ctx0" brushRef="#br0" timeOffset="8131.46">13048 1736,'0'0,"24"0,26 0</inkml:trace>
  <inkml:trace contextRef="#ctx0" brushRef="#br0" timeOffset="8429.48">13469 1761,'-74'25,"-1"25,-24-1,50 1,-26-1,75 26,-25-50,25-1,0 26,50-50,0 0,49 0,25 0,-50 0,1-25,-26 0,-24 25,-25-74,50 74,-75 0,-25 0</inkml:trace>
  <inkml:trace contextRef="#ctx0" brushRef="#br0" timeOffset="10105.57">15057 1662,'0'-50,"0"50,-75 0,26 0,-26 0,-24 50,50-50,24 50,25-1,0 1,74-50,1 0,-1 0,0-50,-24 25,0-24,-50 24,24 25,-24-50,0 1,0 73,0 26,0 25,0 24,0 50,50-1,-50 1,0 0,-25 0,-24-25,-1-50,-24-24,24 0,0-50,26 0,-26 0,25-25,-24-25,49 1,-25-1,25-25,0-49,74-24,50-1,0 25,-25 49,50 26,-25 49,-25-75,25 75,-24-49,24 49,-50-75,-24 75,-50-49,49 49,-49-50,-24 50,-26 0,-24 0,-1 50,-24-1,24-24,26-25,-1 75,50-51,75-24,-1 0,25 0,-24 0,-1-24,-24-26,-1 25,-49-24,-49 73,24 1,25 25,-50-25,50-1,0 26,50-25,-25-25,24 0,1 0,24 0,-24-50,0 25,-1-49,-49 24,25-24,-25-25,0-25,0 24,0 26,0 24,0 26,0 24,0 49,-50 26,50-1,0 0,-24 1,24-1,0 1,0-1,0-24,49-25,-24 49,49-74,-49 0,-25-25</inkml:trace>
  <inkml:trace contextRef="#ctx0" brushRef="#br0" timeOffset="10268.58">16272 1612,'0'-25,"25"25,25-49,24 49,0 0,1 0,-26 0,1 25,-50 24,0-24</inkml:trace>
  <inkml:trace contextRef="#ctx0" brushRef="#br0" timeOffset="10851.62">16471 1885,'49'-25,"1"-24,-1 24,1-25,25 26,-51-26,26 0,-25 1,-25 24,-50 25,-24 74,-26-49,51 50,-1-26,1-24,49 25,0-1,49-49,26 0,24 0,0 0,0-25,-24 25,-26-74,-24 49,0-24,-25-1,50 0,-50 25,0-24,0 24,0 25,0 25,0 0,-50-25,50 49,0 1,25-50,0 74,-1-74,26 50,-25-50,-25 50,49-50,-49 49,0-49,-24 25,-26-25,25 0,0 0,-24 0,24 0</inkml:trace>
  <inkml:trace contextRef="#ctx0" brushRef="#br0" timeOffset="12186.69">18505 1067,'-50'0,"50"0,0 74,0 25,0 75,0-25,0 0,-50-1,50-24,0-49,0-50,0-1,-24-24,24-24,0-1,0-25,0-49,49 0,-49 24,75 26,-75-1,24 50,1 0,74 50,-99-1,25 26,-25-1,0 1,-25-26,-24-24,24-25,0 50,-24-50,-1 0,50 0,0-50,0 25,0-24,25-26,49 26,-24 49,-1-25,1 25,-25 0,-25 0,49 0,-49 49,25-49,-25 50,50 0,-25-50,0 0,-25-50,74 50,-74-50,25 26,-25-1,0-25,0 25,0 1,0 73,0 1,0 24,49 1,-49 24,50 25,-50 25,0-25,0 49,-25 1,-24-50,-1-50,25-24,-24-50,-1 0,0-74,50 24,-49 0,49 1,0-26,24-24,26 0,0-25,49 25,-25 49,1 50,-26-25,26 25,-1 0,-24 0</inkml:trace>
  <inkml:trace contextRef="#ctx0" brushRef="#br0" timeOffset="12892.73">20539 1315,'0'-25,"0"25,0 49,0 26,-50 24,50 50,0 25,0-1,0-74,0 1,0-26,0-24,0 24,0-49,0-50,25-49,-25-1</inkml:trace>
  <inkml:trace contextRef="#ctx0" brushRef="#br0" timeOffset="13123.75">20514 1389,'25'0,"24"50,-24 24,25 0,-1 51,1-26,-25 0,24-49,-49-1,50 1,0-1,24-49,-49 0,-25 0</inkml:trace>
  <inkml:trace contextRef="#ctx0" brushRef="#br0" timeOffset="13356.76">21035 1191,'0'24,"0"76,0-1,0-25,0 25,0 1,0-1,0-25,0-24,0 0,0-26,74-24</inkml:trace>
  <inkml:trace contextRef="#ctx0" brushRef="#br0" timeOffset="13680.78">21332 1587,'0'0,"0"50,-49 25,49-26,-50 26,50-26,0 1,0-1,25-49,25 25,-26-25,26 0,0 0,24-49,0-1,-24 25,-25-74,-25 25,49-1,-49 25,0 26,-49 24,-26 0,-24 0,0 24,49 26,50 25,0-51,50-24,24 50</inkml:trace>
  <inkml:trace contextRef="#ctx0" brushRef="#br0" timeOffset="13919.79">21977 1463,'0'-49,"0"74,0-1,0 51,0 24,0 0,0 50,0-50,0 1,0-1,0-50,0 1,-49-25</inkml:trace>
  <inkml:trace contextRef="#ctx0" brushRef="#br0" timeOffset="14345.82">22052 1414,'0'-25,"74"25,-49-25,0 25,49 0,-49 0,0 0,-25 0,49 25,-49 49,0 1,-49-1,-50 26,-25-1,24-25,1-49,49-25,1 50,-1-50,75 0,0 0,24 24,26-24,-26 75,-24-50,25 24,-50-24,50-25,-50 25,24-25,26 0,-25 0,0 0,24 0,-24-50,25 25,-50 1</inkml:trace>
  <inkml:trace contextRef="#ctx0" brushRef="#br0" timeOffset="15060.86">19894 2480,'-50'0,"125"0,73 0,125 0,0 0,0 75,25-75,-1 0,1 0,-50 0,-74 0,-1 0,-74 0,-74 0,-50 0,-49 0,0 0,-1 0</inkml:trace>
  <inkml:trace contextRef="#ctx0" brushRef="#br0" timeOffset="15397.88">20018 2729,'0'0,"0"0,99 0,50 0,49 0,75 0,0 0,0 0,-25 0,0 0,-50 0,-49 0,-74 0,-26 0,-24-50,25 50,-75 0</inkml:trace>
  <inkml:trace contextRef="#ctx0" brushRef="#br0" timeOffset="18920.08">2406 4341,'-24'0,"24"-25,49 25,26 0,-1 0,25 0,50 0,-25 0,25 0,0 25,-50-25,-25 0,-24 0,0 0,-50 0,-25 0,-25 0</inkml:trace>
  <inkml:trace contextRef="#ctx0" brushRef="#br0" timeOffset="19468.11">2456 4911,'-25'0,"50"0,25 0,24 0,0 0,50 0,50 0,0 0,-25 0,-25 0,0 0,-75-49,-24 49,-25 0,0-25</inkml:trace>
  <inkml:trace contextRef="#ctx0" brushRef="#br0" timeOffset="20569.17">3374 3994,'-25'0,"50"0,0 0,24 0,-24 0,25 74,24-49,-49 24,24 51,-49-1,0 25,0 99,0-99,0 25,0-50,-49 25,49-49,-50-26,50-24,-74-25,74 50,-25-50,0 0,-24 0,24 0,50-25,-1 25,51 0,-26 0,1 0,24 0,26-25,-26 25,0-50,1 50,-1-74,-49 24,25 1,-50-1,49-24,-49 49,25-25,-25 50</inkml:trace>
  <inkml:trace contextRef="#ctx0" brushRef="#br0" timeOffset="22100.26">3473 4068,'0'-50,"-25"50,25 0,75-24,-26 24,-24 0,0 0,24 0,-24 0,25 0,-1 0,-24 0,25 0,-50 49,49-49,-24 0,-25 25,25-25,-25 25,25-25,25 49,-26-49,-24 25,50-25,-50 25,25-25,-25 50,25-50,-25 49,24-49,-24 25,0 25,50-50,-50 49,0-24,0 0,0 24,0-24,0 0,0 25,0 24,0-24,0-26,0 1,0 25,0-25,-25-25,25 25,0 24,-25-49,25 25,-24 0,24 24,-50-49,50-24,25-1,0-25</inkml:trace>
  <inkml:trace contextRef="#ctx0" brushRef="#br0" timeOffset="23269.33">4416 4589,'0'-25,"24"25,-24-50,0 26,0 24,-24 0,-26 0,25 0,0 0,25 0,-49 49,49-24,-25-25,25 25,0 24,0-24,0 0,0 25,0-26,0 1,0-25,50 0,-50 25,49-25,-24 0,0 0,24 0,-24 0,-25 0,25 0,-25-25,0 0,50 25,-50-49,0 24,0 0,24 25,-24-49,0 24,0 0,0-25,0 26,-49 24,24 0,0 0,-24 0,24 0,0 0,-25 0,50 0,-24 0,24 49</inkml:trace>
  <inkml:trace contextRef="#ctx0" brushRef="#br0" timeOffset="25048.43">4540 4663,'-25'0,"-25"0,75 0,0 0,0 0,-1 0,26 0,0 0,-26 0,26 0,-25 0,0 0,24 0,-49 0,25 0,0 0,-25-49,25 49,24 0,1 0,-25 0,24 0,26 0,-50 0,24 0,-24 0,25 0,-26 0,26 0,0 0,24 0,-49 0,0 0,24 0,-24 0,0 0,24 0,26 0,-26 0,-24 0,0 0,25 0,-26-25,1 25,25 0,-25 0,-1 0,26 0,-25 0,-25-25,0 25,-75 0,1 0</inkml:trace>
  <inkml:trace contextRef="#ctx0" brushRef="#br0" timeOffset="27042.54">3696 4341,'-25'0,"-24"0,24 0,0 0,-24 0,24 0,0 0,25 25</inkml:trace>
  <inkml:trace contextRef="#ctx0" brushRef="#br0" timeOffset="30306.73">4837 3944,'0'-50,"0"50,0 50,0 0,0 49,0-25,0-24,0-1,0-24,0 25,0-25,0-75,0 25,0-49,0 24,0-24,0-1,0 26,0 24,0 25,0 25,50 24,-50-24,49 25,-24-50,25 49,-25-49,0 0,49 0,-49-24,-25-26,0 25,0 0,0-49,0 0,0 24,0 25,0 50,49-25</inkml:trace>
  <inkml:trace contextRef="#ctx0" brushRef="#br0" timeOffset="30633.75">5457 3820,'0'0,"0"25,-49 0,49 24,0-24,0 0,0 24,49-24,1-25,0 0,-1 0,1 0,-25 0,-25 0,49-49,-49 24,0 0,0-25,0-24,0 49,-49 25,-1 0,-24 0,-1 0,1 0,74 75,74-51,1-24</inkml:trace>
  <inkml:trace contextRef="#ctx0" brushRef="#br0" timeOffset="30865.76">5929 3671,'0'25,"0"49,0-24,0 0,0-1,0 1,0-1,0-24,0 0,0 25,49-50</inkml:trace>
  <inkml:trace contextRef="#ctx0" brushRef="#br0" timeOffset="31301.79">5953 3696,'0'-25,"0"-25,25 26,25 24,-25 0,-1 0,-24 49,0-24,0 25,0-1,0 26,0-50,-49-25,49 24,-50-24,100 0,-50 0,49 0,1 0,0 50,24-25,-49-25,0 0,24 0,-24-25,-25 0,0 0</inkml:trace>
  <inkml:trace contextRef="#ctx0" brushRef="#br0" timeOffset="34162.95">1489 6424,'0'0,"0"-24,0 98,0-24,0-1,0 26,0-1,0 0,0 1,0-1,0-24,0-25,0 0,0-25,0-25,0-25,0-24</inkml:trace>
  <inkml:trace contextRef="#ctx0" brushRef="#br0" timeOffset="34448.97">1538 6598,'0'-74,"-25"49,50 74,-25 1,75 24,-26-24,-24 24,25-24,-26-25,26 25,0-1,-25-49,-25 25,49-25,-24-50</inkml:trace>
  <inkml:trace contextRef="#ctx0" brushRef="#br0" timeOffset="34702.98">1960 6499,'0'-25,"-25"25,25 0,0 74,0-24,0 0,0-1,0 1,0 24,0-49,0-25,0 50,25-1,25-49,-1 0,1-24</inkml:trace>
  <inkml:trace contextRef="#ctx0" brushRef="#br0" timeOffset="35011">2233 6672,'0'0,"0"50,-25-25,25 0,0 24,0 1,0-50,25 0,24 0,26 0,-1-25,-24 0,-25-24,-25 24,49 0,-49-49,0 49,0 0,-25 25,-24 0,24 0,-25 0,1 0,-1 0,50 74,50-74,49 0</inkml:trace>
  <inkml:trace contextRef="#ctx0" brushRef="#br0" timeOffset="35297.01">2977 6499,'0'-25,"-25"25,25 25,0 24,0 26,0-1,0-24,0-1,0-24,0 25,0 0,0-75</inkml:trace>
  <inkml:trace contextRef="#ctx0" brushRef="#br0" timeOffset="35549.03">2704 6499,'0'-25,"99"25,0 0,1-50,-26 50,1 0,-26 0,-24 0,-25-24,0 48</inkml:trace>
  <inkml:trace contextRef="#ctx0" brushRef="#br0" timeOffset="37103.12">3820 6524,'-49'0,"98"0,1 0,49 0,-24 0,-1 0,0 0,26 0,-26 0,-49 0,0 0,-25 0,-25 0,-50 0,1 0</inkml:trace>
  <inkml:trace contextRef="#ctx0" brushRef="#br0" timeOffset="37381.13">3795 6697,'50'0,"24"0,26-25,24 25,0 0,25 0,-1-49,-73 49,-26 0,-24 0,-25-25,0 25,0-25</inkml:trace>
  <inkml:trace contextRef="#ctx0" brushRef="#br0" timeOffset="37755.15">4366 6226,'-50'0,"50"25,50 0,0-25,24 99,0-74,1-25,-1 74,25-74,-24 50,-1-50,1 0,24 0,-49 0,-1 24,-49 1,0 25,-74-25,24 24,-24-24,-26 25,26-1,24-24,1 25,49-25</inkml:trace>
  <inkml:trace contextRef="#ctx0" brushRef="#br0" timeOffset="39171.24">6524 6152,'-25'-50,"50"50,49 0,50 0,50 0,24 0,51 0,-26 0,-25 0,25 0,-49 0,0-50,-50 50,25 0,-25-49,-50 49,-24 0,-26 0,1 0,-25 0,-25 0,-24 0</inkml:trace>
  <inkml:trace contextRef="#ctx0" brushRef="#br0" timeOffset="39990.28">6226 5779,'0'-24,"0"24,-24 49,24 1,-75 0,75-26,-50 26,50-25,-24-25,24 25,0 24</inkml:trace>
  <inkml:trace contextRef="#ctx0" brushRef="#br0" timeOffset="40327.3">5854 5854,'0'-25,"-25"25,25 0,50 0,0 25,-26 0,51 24,-26-24,1-25,0 75,24-75,1 0,-1 0,-49 0</inkml:trace>
  <inkml:trace contextRef="#ctx0" brushRef="#br0" timeOffset="41549.37">7219 6152,'0'-25,"0"50,0 24,0 26,-25 24,25-25,0 25,0-24,0-26,0-24,0 25,0-25,-25-25,50-25,24 25,26 0,-1 0,1-25,24 25,25 0,0 0,49 0,1 0,-25-50,-25 50,-50 0,-24 0,-50-24</inkml:trace>
  <inkml:trace contextRef="#ctx0" brushRef="#br0" timeOffset="42706.44">8533 5755,'0'-25,"25"25,25 25,-26-25,26 74,-25 1,24-26,1 50,-50 1,74 24,-74-25,0 25,0 0,-24 0,24-50,-75-24,75 0,-74-1,24 1,1-50,24 25,0-25,25 0,25 0,49 0,1 0,-1-50,0 50,1-50,24 26,-25-26,-24 0,24 25,-49-24,0 49,-25-25,50 25,-50-25,0-24,0 24</inkml:trace>
  <inkml:trace contextRef="#ctx0" brushRef="#br0" timeOffset="44438.54">8632 5755,'0'-50,"-24"50,24-25,0 25,24 0,51 0,-1 0,-24 0,-1 25,1-25,0 0,24 25,-49-25,24 49,-24-49,0 50,25-25,-26 25,26-26,-50 26,50-25,-50 0,49 24,-49-24,25 49,-25-49,25-25,-25 25,0 0,0 24,0-24,0 0,0 25,0-26,0-24,0 25,0 25,-25-50,25 25,0-1,-49-24,49 50,0-25,-25-25,25 25,-25 24,25-24,-50-25,50 25,-25-25,25 49,-24-49,24-49</inkml:trace>
  <inkml:trace contextRef="#ctx0" brushRef="#br0" timeOffset="46215.64">8856 6697,'0'0,"24"0,-24 0,-24 0,-26 0,0 0,26 0,-1 0</inkml:trace>
  <inkml:trace contextRef="#ctx0" brushRef="#br0" timeOffset="50737.9">9525 6201,'0'-49,"-24"49,-1 24,-25 1,25 25,-24-1,49-24,0 25,25-25,-1-25,1 0,25 0,-1 0,1 0,-25 0,-25 0,49-75,-49 26,0 24,0 0,0-25,0 26,-74 24,49 0,0 0,25 49,-49-24,49 0,0 24,25-49</inkml:trace>
  <inkml:trace contextRef="#ctx0" brushRef="#br0" timeOffset="51526.94">9625 6325,'-25'0,"25"-49,-25 49,25 0,25 0,24 0,26 0,-1 0,25 0,75 0,49 0,50 0,0 0,-25 0,-25 0,25 0,-49 0,24 0,0 0,-124 0,-49 0,-50-25,-25 25,0 0</inkml:trace>
  <inkml:trace contextRef="#ctx0" brushRef="#br0" timeOffset="52401.99">11683 5631,'-49'74,"24"-24,-25-1,50 1,-49-25,49 24,-25-49,25 50,0-75</inkml:trace>
  <inkml:trace contextRef="#ctx0" brushRef="#br0" timeOffset="52680.01">11411 5730,'0'0,"74"25,-24-25,24 49,-49 1,24-25,26-25,-50 74,24-49,-74-25,1 0,24-74</inkml:trace>
  <inkml:trace contextRef="#ctx0" brushRef="#br0" timeOffset="53160.04">11386 5606,'-25'0,"25"-25,0 25,74 0,-24 0,0-25,-1 25,26 0,-26 0,1-49,-25 49,24 0,-74 0</inkml:trace>
  <inkml:trace contextRef="#ctx0" brushRef="#br0" timeOffset="58599.35">8955 6697,'-25'0,"0"0,-24 0,24 0,0 0,-25 0,26 0,24 0,-25 0,-25 0,25 0,1 0,-1 0,-25 0,25 0,75-49</inkml:trace>
  <inkml:trace contextRef="#ctx0" brushRef="#br0" timeOffset="65968.77">1761 9004,'0'-25,"0"0,0-24,0 49,-24 0,24 25,-25-25,25 24,0 1,-50-25,50 25,0 25,-25-25,25 24,0-24,-49 0,49 24,0-24,0 0,0 25,25-1,24-24,1-25,-1 0,26 0,-25 0,-26 0,26 0,24-74,-74 49,25 25,-25-50,0 25,25 25,-25-74,0 24,0 26,0-51,0 25,-25 50,25-49,-74 49,24-25,-24 25,49 0,-25 0,50 0,-49 0,49 74,0-49,0 25,24-50,51 0</inkml:trace>
  <inkml:trace contextRef="#ctx0" brushRef="#br0" timeOffset="66417.79">2506 8731,'0'-49,"0"98,0 1,0 24,0 1,0 24,0-25,0 1,0-1,0-24,-25-1,25 1,0-25</inkml:trace>
  <inkml:trace contextRef="#ctx0" brushRef="#br0" timeOffset="66981.83">2481 8880,'0'-25,"-25"-24,25 24,0 0,0-25,0 26,74 24,-24-75,0 75,-26 0,1 0,25 0,-25 0,-25 25,0 0,0 0,0 49,-50 0,0 1,1 24,-26-49,51-1,-26-49,50 25,-25-25,25 0,0-49,0 24,0 25,75 0,-1 0,-49 25,0-25,24 74,-24-74,25 50,-26-50,-24 24,50-24,0 50,-26-50,26-25,-50-24,25 24,-25-25,50 1,24-1</inkml:trace>
  <inkml:trace contextRef="#ctx0" brushRef="#br0" timeOffset="67774.87">3671 8781,'0'-50,"75"50,-26 0,1 0,24 0,26 0,-26 0,1 0,-26 0,-24 0,0 0,24 0,-49 25,-24-25</inkml:trace>
  <inkml:trace contextRef="#ctx0" brushRef="#br0" timeOffset="68075.89">3647 9029,'0'0,"74"0,0 0,26 0,-1 0,0 0,25 0,-49 0,-1 0,-24 0,-26-25,26 25,-75-25</inkml:trace>
  <inkml:trace contextRef="#ctx0" brushRef="#br0" timeOffset="68525.91">4341 8533,'0'49,"50"1,-1-25,1 24,24-49,26 50,-1-50,25 50,-50-50,-24 0,-25 0,-25 49,-50-24,0 25,1-26,-1 51,-24-25,-1 24,1-24,24-1,26 26,24-51</inkml:trace>
  <inkml:trace contextRef="#ctx0" brushRef="#br0" timeOffset="72103.12">6574 8434,'-25'0,"0"0,25-25,-25 25,-24 0,73 0,26 0,0 0,-26 0,26 0,-25 0,0 0,-1 0,26 0,0 0,-26 0,51 0,-26 0,1 0,0 0,-1 0,26 0,-26 0,1 0,0 49,-1-49,-24 0,0 0,0 0,74 0,-25 0,1 25,-26-25,1 0,-1 0,1 0,0 0,-26 0,26 0,-25 0,0 0,24 0,1 0,-25 0,0 0,24 0,1 0,-25 0,-1 0,-24 50,50-50,-25 0,0 0,-25 0</inkml:trace>
  <inkml:trace contextRef="#ctx0" brushRef="#br0" timeOffset="73887.22">6474 9153,'25'0,"25"0,-25 0,24 0,1 0,-1 0,1 0,0 0,24 25,-24-25,24 0,0 0,1 0,-25 0,-1 0,26 0,-26 0,1 0,-1 0,1 0,0 0,-26 25,1-25,25 0,-1 0,-24 0,50 0,-26 0,-24 0,0 0,24 0,1 0,-25 0,0 0,24 0,-24 0,0 0,25 0,-26 0,1 0,25 0,-1 0,-73 0</inkml:trace>
  <inkml:trace contextRef="#ctx0" brushRef="#br0" timeOffset="75455.31">8186 8086,'0'-24,"0"24,50 0,-26 0,26 0,0 0,-26 0,1 49,25-49,-50 25,25-25,-25 74,0-24,0-25,24 0,-24 24,0 1,0-1,0 1,0 0,0 24,0 0,0-24,0-25,-74 49,74-49,0 0,-25 24,25 1,-25-50,25 50,-49-50,49 25,-25-25,25 49,-50-49,50 25,-49-25,-1 25,0-25,50 49,-24-49</inkml:trace>
  <inkml:trace contextRef="#ctx0" brushRef="#br0" timeOffset="78523.49">7888 9550,'0'0,"25"0,25 0,-26 0,1 0,-25 0,50 0,-25 0,-1-50,26 50,-25 0,-25-25,25 25,-25-24,49 24,-49-50,25 50,-25-25,25 25,-25-25,50 25,-50-49,24 49,-24-25,25 25,-25-25,50-24,-50 24,25 25,-25-25,0-25,0 26,0-1,0-25,24 50,-24-25,0-24,0 24,50-25,-50 25,0 1,0-26,0 25,0 0,0-24,0 24,0-25,0 26,0-26,0 25,0 0,0-24,0 24,0 0,0-24,0-1,-25 50,25-25,0 0,-25 25,25-49,-24 24,-26-25,25 50,0 0,-24 0,49-24,-25 24,0 0,25 0,25 0,49 0,-24 0,-25 0,0 0,-1 0,51 0,-50 0,-1 0,51 0,-26 49,-24-49,25 0,-1 25,1-25,-50 50,50-50,-50 24,49-24,26 50,-26-50,-49 50,25-50,-25 24,50 26,-50-25,24 24,-24 1,50-50,-50 74,0-24,0-25,0 0,0 24,0-24,0 0,0 24,0-24,-25 25,25-1,0-24,0 0,-25-25,25 25,0 25,0-1,-49-49,49 50,-25-50,25 0</inkml:trace>
  <inkml:trace contextRef="#ctx0" brushRef="#br0" timeOffset="80345.59">8062 9624,'-50'0,"100"0,-25 0,-1 0,26 0,-25 0,25 50,-1-50,26 0,-26 0,-24 0,0 0,49 0,-49 0,0-25,24 25,-24 0,0 0,25-25,-26 25,1 0,25 0,-50-49,25 49,-1 0,-24-25,50 25,-25 0,-25-25,25 25,24-50,-24 50,-25-24,25 24,24-25,-24 25,-25-50,50 25,-50-24,25 49,-25-25,24 25,-24-25,0 0,25 25,-25-49,0 24,0 0</inkml:trace>
  <inkml:trace contextRef="#ctx0" brushRef="#br0" timeOffset="81065.63">9451 8706,'-25'0,"0"0,-24 0,24 25,25 0,-25 25,25-26,-50 1,50 25,0-1,0-24,25-25,25 50,-25-50,24 0,1 0,24 0,-24 0,0 0,-26 0,26-25,-25 25,-25-50,49 1,-49 24,0 0,0-24,0-1,-24 25,-51 25,26-49,-26 49,26 0,24 0,25 24,-25-24,25 25</inkml:trace>
  <inkml:trace contextRef="#ctx0" brushRef="#br0" timeOffset="82317.7">7144 7789,'0'-25,"0"25,0 74,-50-24,50-1,-49 1,49 0,-25-25,25 24,0 1</inkml:trace>
  <inkml:trace contextRef="#ctx0" brushRef="#br0" timeOffset="82618.72">7020 7838,'-50'0,"75"0,50 50,-26-1,-24-24,25-25,-1 50,1-50,-25 50,24-50,-24 0,-25 0</inkml:trace>
  <inkml:trace contextRef="#ctx0" brushRef="#br0" timeOffset="83248.76">6797 9401,'0'25,"25"0,24 49,1-49,-1-25,1 49,24-49,-49 0</inkml:trace>
  <inkml:trace contextRef="#ctx0" brushRef="#br0" timeOffset="83419.77">7119 9401,'0'25,"-25"24,-24 1,49-25,-50 24,50-24,-49 25,49-25,0-1</inkml:trace>
  <inkml:trace contextRef="#ctx0" brushRef="#br0" timeOffset="84806.85">9823 8855,'0'0,"50"0,-1 0,26 0,-1 0,25 0,0 0,26 50,-1-50,24 0,-24 0,25 0,0 0,-25 0,-25 0,-24 0,-1 0,-49 0,25 0,-26 0,-48 0</inkml:trace>
  <inkml:trace contextRef="#ctx0" brushRef="#br0" timeOffset="85466.88">10617 8384,'0'-25,"0"75,0-1,0-24,-75 25,75-25,-24-25,24 49,-50 1,50-25</inkml:trace>
  <inkml:trace contextRef="#ctx0" brushRef="#br0" timeOffset="85714.9">10443 8483,'0'0,"75"0,-51 25,51 0,-1 24,-49-49,0 0</inkml:trace>
  <inkml:trace contextRef="#ctx0" brushRef="#br0" timeOffset="88483.06">10865 8458,'25'0,"24"0,-24 0,25 0,-1 0,26 0,-26 0,-24 0,0 0,24 0,-73 0</inkml:trace>
  <inkml:trace contextRef="#ctx0" brushRef="#br0" timeOffset="88820.08">11063 8260,'0'50,"0"24,0-49,0 0,0 24,0-24,0 25,0-26,0-24,50 0</inkml:trace>
  <inkml:trace contextRef="#ctx0" brushRef="#br0" timeOffset="89405.11">11435 8210,'0'0,"0"25,0 25,0-25,50-25,-25 49,24-49,-49 25,50-25</inkml:trace>
  <inkml:trace contextRef="#ctx0" brushRef="#br0" timeOffset="89599.12">11634 8260,'0'25,"0"0,0 24,0-24,0 0,-50 24,50 1,-25-50,25 25</inkml:trace>
  <inkml:trace contextRef="#ctx0" brushRef="#br0" timeOffset="91149.21">10344 8210,'-25'0,"25"0,50 0,-25 0,24-49,-24 49,0 0,49 0,-24 0,-25 0,-1 0,51 0,-26 0,-24 0,0 0,25-25,-26 25,26 0,-25 0,24 0,-24 0,0-25,25 25,-26 0,1 0,25 0,-1 0,1 0,-25 0,49 0,-74-49,25 49,0 0,25 0,-26 0,1 0,25-25,-25 25,-1 0,26 0,-25 0,-25 0</inkml:trace>
  <inkml:trace contextRef="#ctx0" brushRef="#br0" timeOffset="94429.4">11435 8930,'0'-25,"25"25,0 0,0 0,24 0,-24 0,25 0,-25 0,24 0,-24 0,0 0,24 0,26 0,-75 0,49 0,-24 0,0 0,25 0,-26 0,26 0,0 0,-1 0,-24 0,25 0,-1 0,1 49,-25-49,24 0,1 0,-25 0,0 0,49 0,-49 0,24 0,1 0,0 0,-26 0,26 0,-25 0,24 0,-73 0,-1 0</inkml:trace>
  <inkml:trace contextRef="#ctx0" brushRef="#br0" timeOffset="96269.5">11609 8979,'0'-49,"-25"49,25 49,0 26,0-50,0-1,0 26,50-25,-50 24,0 26,0-26,0 1,0-25,0 24,0-24,0 0,-25 25,25-26,0 1,0 25,0-1,0-24,0 0,0 25,0-26,0 1,-25-25,25 0,50 0,-25 0,-25 0,49 0,1 0,-1 0,-24 0,0-25,25 25,-26 0,1 0,25 0,49 0,-74 0,0 0,24-49,1 49,-1 0,-24 0,25 0,-25 0,-1 0,26 0,-25 0,0 0,24-25,-24 25,0 0,25 0,-26-50</inkml:trace>
  <inkml:trace contextRef="#ctx0" brushRef="#br0" timeOffset="98689.64">12676 8533,'0'25,"49"-25,-49 24,25-24,-25 50,25 0,24 24,-49-49,25-25,-25 49,50 26,-50-50,0-1,25 26,-25-25,0 0,49-25,-49 74,0-24,25-50,-25 25,0-1,0 26,0-25,0 24,0 1,0 0,-25-1,25 1,-25-50,25 25,-24 24,24-24,-50-25,50 50,-25-50,25 24,-25-24,25 25,-49-25,49 25,-25 25,-25-1,26 1,-1-50,25 25,-50-25,50 24,-25-24,25 50,-24-50,24 25,-50-25,50 25,-25-25,25 49,-25-49,25 25,-49-25,49 25,-25-25,25 0,49 0,-24 0,0 0,25 0,-25 0,-25-50,49 50,1 0,-25 0,-25-24,24 24,26 0,-50-25,25 25,0 0,-25-50,24 50,26 0,-25-25,24 25,-49-25,50 25,-25 0,-25-49,25 49,24 0,-49-25,25 25,25-25,-1 25,1 0,-50-49,25 49,-1 0,-24-25,50 25,-50-25,50 25,-50-50,49 50,1-24,-25 24,-25-25,25 25,-25-50,24 50,-24-25,50 25,-50-24,0-26,25 50,-25-25,49 0,-49-49,25 49,-25 0,0 25</inkml:trace>
  <inkml:trace contextRef="#ctx0" brushRef="#br0" timeOffset="100115.72">12651 8483,'49'0,"-24"0,25 25,-1-25,-24 0,-25 25,50-25,-1 49,1-49,-25 0,-25 25,49-25,1 25,24-25,-74 50,25-50,-25 24,25-24,25 50,-1-25,-24-25,-25 25,50-25,-50 49,49-49,-49 25,25-25,-25 25,50 24,-25-24,-1 25,-24-25,50-25,-50 25,0 24,25-49,-25 25,0 0,0 24,49-24,-49 0,0 25,0-26,0 1,0 25,-24-50,24 25,0-1,0-24</inkml:trace>
  <inkml:trace contextRef="#ctx0" brushRef="#br0" timeOffset="100708.76">13767 9153,'-25'0,"-24"0,-26 50,75-1,-25-49,25 50,0-25,0 24,0 1,75-50,-50 0,-1 25,26-25,-25 0,0 0,24 0,-24 0,25-75,-1 26,-49 24,0 0,0-25,0 50,0-24,-74 24,24 0,25 0,1 0,-26 0,0 0,50 49</inkml:trace>
  <inkml:trace contextRef="#ctx0" brushRef="#br0" timeOffset="101788.82">13941 9302,'0'49,"0"-49,49 0,-24 0,25 0,-26 0,1 0,50 0,-51 0,1 0,25 0,-25 0,24-24,-24 24,49 0,-24 0,-25 0,0 0,49 0,-49-25,25 25,24 0,-24 0,-26 0,1 0,25 0,-25 0,-1 0,26 0,24 0,-49 0,50 0,-75-25,74 25,-49 0,24 0,-24 0,0 0,25 0,-1 0,-49-50,25 50,0 0,49 0,-24 0,-25 0,0 0,-25 0</inkml:trace>
  <inkml:trace contextRef="#ctx0" brushRef="#br0" timeOffset="102438.85">14635 8632,'-25'0,"1"50,-26-26,25 26,25-25,-50-25,50 49,-24-49,24 25,0 25,-25-50</inkml:trace>
  <inkml:trace contextRef="#ctx0" brushRef="#br0" timeOffset="102738.87">14337 8682,'0'0,"75"24,-26 26,1 0,-25-26,0-24,-25 50,74-50,-74 50,25-50,-25 0</inkml:trace>
  <inkml:trace contextRef="#ctx0" brushRef="#br0" timeOffset="103116.89">14883 8781,'0'0,"0"0,25 0,0 0,49 0,-24 0,-1-25,1 25,0 0,-26 0,1 0,-25 0,0-25</inkml:trace>
  <inkml:trace contextRef="#ctx0" brushRef="#br0" timeOffset="103390.91">15032 8632,'25'25,"-25"24,25-24,-25 25,24-25,-24 24,50-49,-50 25,25-25</inkml:trace>
  <inkml:trace contextRef="#ctx0" brushRef="#br0" timeOffset="103752.93">15354 8558,'25'0,"-25"0,0 49,50-49,-50 25,25-25,-25 25,24-25,26 49,0-49</inkml:trace>
  <inkml:trace contextRef="#ctx0" brushRef="#br0" timeOffset="104096.95">15652 8458,'0'0,"0"75,-25-1,25-24,-49 24,49-24,-75 24,75-24,-49-1,49-24,0 0,-25-25</inkml:trace>
  <inkml:trace contextRef="#ctx0" brushRef="#br0" timeOffset="114216.53">1637 12204,'25'-50,"-25"25,0 50,0 25,0 49,-74 0,24 25,25-24,25-26,-49 0,49-49,0 0,0 0,25-75,-25 1,0-1,49-74,-49 0,50 0,-50 25,49-25,-49 74,0 25,0 75,50-1,-50 1,0 25,25-1,-25 0,0 1,49-26,-49 1,0 0,25-50,-25 49,25-24,-25-50</inkml:trace>
  <inkml:trace contextRef="#ctx0" brushRef="#br0" timeOffset="114439.54">1489 12576,'24'0,"1"-50,25 50,24-24,-24 24,-1-75,1 75,25-49,-26 49,-24-50,25 50,-26 0</inkml:trace>
  <inkml:trace contextRef="#ctx0" brushRef="#br0" timeOffset="114724.56">2084 12055,'0'25,"0"24,0 1,0 25,0-1,0-24,0-1,0 26,0-51,0 1,0 25,25-50</inkml:trace>
  <inkml:trace contextRef="#ctx0" brushRef="#br0" timeOffset="114941.57">2109 12154,'0'25,"25"0,24 0,-24 24,-25-24,74 25,1-1,-50 1,24-25,1-25</inkml:trace>
  <inkml:trace contextRef="#ctx0" brushRef="#br0" timeOffset="115210.58">2431 12055,'-25'-25,"25"25,0 50,0 24,0-24,0 24,0 1,0-26,0-24,0 25,0-25,0-1,25-24,-25 50,50-50</inkml:trace>
  <inkml:trace contextRef="#ctx0" brushRef="#br0" timeOffset="115480.6">2605 12055,'0'-25,"49"75,-49-1,0 1,0 25,0-26,0 1,25-1,-25-24,0 25,0-1,50-24</inkml:trace>
  <inkml:trace contextRef="#ctx0" brushRef="#br0" timeOffset="115759.62">2630 12030,'0'-25,"0"-24,49 49,-24-25,25 25,24 0,-24 0,-1 25,1 24,0 1,-50 24,24-24,-24 25,0-26,0 1,-49-1,24-24,0-25,-25 25,26-25,-1 0,-25 0,50 0</inkml:trace>
  <inkml:trace contextRef="#ctx0" brushRef="#br0" timeOffset="116286.65">3919 12154,'-49'0,"74"0,24-25,26 25,49 0,-25 0,75 0,-1-49,-49 49,25-50,-50 50,1-25,-76 25,-48 25,-1-25,-25 50</inkml:trace>
  <inkml:trace contextRef="#ctx0" brushRef="#br0" timeOffset="116584.66">4242 12328,'-50'0,"50"0,25 0,25 0,24 0,25 0,50-50,-25 50,25-49,0 49,0-50,-50 50,-25 0,-24 0,-25-50,-50 50</inkml:trace>
  <inkml:trace contextRef="#ctx0" brushRef="#br0" timeOffset="116958.68">4812 11733,'0'-25,"-24"25,24 0,49 25,26-25,-1 24,1-24,24 50,0-50,25 50,-25-50,25 49,-49-49,-26 25,1-25,-50 25,25-25,-25 49,0 26,-25-50,-25 49,1-24,-26-1,1 26,-50-1,25 1,74-26,25 1</inkml:trace>
  <inkml:trace contextRef="#ctx0" brushRef="#br0" timeOffset="121909.97">6921 11832,'-50'0,"50"-25,-25 25,25 0,50 0,-25 0,0 0,24 0,26 0,-1 0,25 0,-24 0,-26 0,1 0,-25 0,24 0,1 0,0 0,-26 0,26 0,-25 0,24 0,-24 0,50 0,-51 0,1 0,25 0,-25 0,-1 0,1 0,25 0,-25 0,24 0,1 0,-25 0,24 0,-24 0,25 0,-1 0,-24 0,25 0,-25 0,24 0,1 0,-1 0,-24 0,0 0,0 0,24 0,1 0,-25 0,24 0,26 0,-26 0,1 0,-25-50,-25 50</inkml:trace>
  <inkml:trace contextRef="#ctx0" brushRef="#br0" timeOffset="123568.06">7491 11881,'25'0,"-25"0,0 25,0 50,0-1,0 0,0 1,0-25,0 24,0-24,0-1,0-24,0 25,0-26,0 26,0-75,50 25,-25-25,24 25,1 0,-1 0,-24 0,25 0,-25 0,-1 0,26 0,-50-24,74 24,-24 0,24 0,-49 0,0 0,25 0,-1 0,1 0,0 0,-1 0,26 0,-26-50,1 50,-1 0,26 0,-1 0,-49-25,25 25,-1 0,-24 0,0 0,0 0,24 0,-24 0,-25-49,0-1</inkml:trace>
  <inkml:trace contextRef="#ctx0" brushRef="#br0" timeOffset="125406.17">8905 11410,'-49'0,"73"0,-24 25,50-25,-50 50,50-50,-50 49,24-49,-24 50,50-50,-50 49,25 1,-25-25,49 0,-49 24,25 26,-25-51,0 26,0-25,0 0,50 24,-50 1,0-25,0-1,0 26,-25-25,25 0,0 24,0-24,-25 25,25-25,0-1,-25-24,25 25,-49 25,24-25,-25 49,26-24,24-26,-50-24,50 50,-25-50,25 25,-25-25,25 25,-49-25,49 49,-25-49,0 0,25 25,-49-25,49 25,-25-25,25 0,49 0,-24 0,25 0,-1-50,-24 50,0 0,49 0,-74-25,25 25,0 0,-25-24,50 24,24-50,-49 50,24-50,1 50,-25 0,-25-24,50 24,-1-25,26 25,-75-50,49 50,-24-25,25 25,-50-24,24 24,1-75,50 26,-26-1,1 0,-50 26,25 24,-25-50,24 0,-24 25,0 1,50 24,-50-75,0 26,-25 49,25-25</inkml:trace>
  <inkml:trace contextRef="#ctx0" brushRef="#br0" timeOffset="126658.24">8880 11410,'-49'0,"74"0,-1 0,26 0,0 0,-1 0,1 25,-1-25,1 25,-25-25,0 0,24 49,-24-49,0 0,25 25,-1-25,1 50,24-50,-24 25,-1-25,-49 49,50-49,0 25,-1-25,-49 25,25-25,-25 49,0-24,25-25,-25 25,0 25,0-26,0 1,0 25,0-25,0-1,0 1,0 25,0-25,0-25,74 0,-49-50</inkml:trace>
  <inkml:trace contextRef="#ctx0" brushRef="#br0" timeOffset="127265.27">9997 11832,'-25'-25,"-25"25,25 25,25 24,0-24,-49 0,49 25,0-26,0 26,0-25,25-25,24 0,-24 0,25 0,-26 0,26 0,-25 0,24-50,-49 1,0 24,0 0,-24-25,-51 26,50 24,-24 0,-1 0,1 0,24 0,0 0,25 24,0 1,25-25</inkml:trace>
  <inkml:trace contextRef="#ctx0" brushRef="#br0" timeOffset="127977.31">10195 12005,'-50'0,"50"-24,25 24,25 0,-25 0,24 0,1 0,49 0,-24 0,-1 0,25 0,-24 0,-1 0,0 0,1 0,-26-50,26 50,-1 0,-24 0,-1 0,-24 0,25 0,-25 0,0 0,-1 0,-48 0,-1 0,-25 0,-24 0</inkml:trace>
  <inkml:trace contextRef="#ctx0" brushRef="#br0" timeOffset="128645.35">6871 11187,'0'0,"0"74,-49-24,24-25,-25 49,50-49,-25 0,25 24,0-24</inkml:trace>
  <inkml:trace contextRef="#ctx0" brushRef="#br0" timeOffset="128959.37">6574 11212,'0'0,"24"0,51 25,-26-25,1 49,0 1,24-25,-24 24,-1-24,1-25,-1 74,-24-74,25 0,-50 25,50-25</inkml:trace>
  <inkml:trace contextRef="#ctx0" brushRef="#br0" timeOffset="129820.42">10766 11658,'0'-49,"-25"123,25-24,-50-1,50 1,-74 24,74-49,-25-25,25 50,0-26</inkml:trace>
  <inkml:trace contextRef="#ctx0" brushRef="#br0" timeOffset="130113.44">10518 11733,'0'0,"49"0,-49 0,75 0,-75 49,49 1,1-1,-1-49,-49 25,25-25,-25 50,25-50,-25 0,0-25</inkml:trace>
  <inkml:trace contextRef="#ctx0" brushRef="#br0" timeOffset="130510.46">10195 11509,'50'0,"24"0,-24 0,24 0,1 0,-1-24,0 24,1 0,-1 0,1 0,-51 0,1-50,25 50,-25 0,-25 25</inkml:trace>
  <inkml:trace contextRef="#ctx0" brushRef="#br0" timeOffset="133287.62">7094 14064,'25'0,"25"0,0 0,-26 0,26 0,24 0,26 0,24 0,-25 0,0 0,0 0,0 50,-24-50,-1 0,-24 0,-25 0,24 25,-24-25,0 0,25 0,-26 0,1 0,25 0,-25 0,-1 0,1 0,25 0,-25 0,-1 0,26 0,-25 0,0 0,24 0,1 0,-1 0,-24 0,25 0,-25 0,-1 0,26 0,0 0,-26 0,1 0,25 0,-25 0,-1 0,-48 0,-1 0</inkml:trace>
  <inkml:trace contextRef="#ctx0" brushRef="#br0" timeOffset="134952.71">7789 14089,'0'0,"0"50,0-26,0 26,0 24,0 1,0-1,0 1,-50 24,50-25,0 1,-24-1,24-49,0 49,-50-49,50 0,0 25,0-75,25 25,-25-25,25 25,24 0,-49-25,50 25,-1 0,-24 0,0 0,25 0,-26 0,1 0,0 0,49 0,-49 0,0 0,25-49,-25 49,-1 0,26 0,-25 0,24 0,1 0,24 0,-49 0,0 0,0 0,24-25,-24 25,25 0,-1 0,-24 0,0 0,25 0,-26 0,26 0,-25 0,24 0,-24 0,0 0,25 0,-26 0,1 0,25 0,-25 0,-1-50,-24 25</inkml:trace>
  <inkml:trace contextRef="#ctx0" brushRef="#br0" timeOffset="137012.83">9054 13891,'0'0,"50"0,-1 0,1 24,-1-24,-49 50,50-50,-50 25,25 24,-25 1,25-50,-25 74,0-49,0 25,0-1,0-24,0 0,0 25,0-25,0-1,0 26,0-25,0 0,0 24,0-24,0 0,0 24,0-24,0 0,-25 25,25-1,-50-49,50 25,-25 25,25-1,-49-24,49 25,-25-50,25 24,0 1,-25-25,25 50,-49-25,24-1,-25 26,25-50,1 0,-26 0,75 0,0 0,-1 0,26 0,-25 0,0 0,-25 0,49 0,1 0,-25 0,-1 0,-24-50,75 50,-50 0,-25-24,25 24,-1 0,-24-25,75 25,-26-50,-24 50,25-25,-25-24,24 24,-24-25,25 26,24 24,-74-25,50 25,-26 0,-24-50,25 50,25-25,-25 25,-25-49,24 49,-24-25,50 25,-50-25,25-24,-25-1,49 50,-49-25,0 0,0-24,0 24,0 0,0-24,-24 49,-1 0</inkml:trace>
  <inkml:trace contextRef="#ctx0" brushRef="#br0" timeOffset="138341.91">8955 13767,'0'0,"49"0,-49 0,25 0,25 49,-1-49,-24 0,25 0,-25 0,-25 25,74-25,-49 0,49 0,-49 0,25 0,-25 0,24 0,1 0,-50 50,74-50,-24 0,24 24,-49-24,-25 25,25-25,-25 50,74-50,-74 25,25-25,0 49,-25 1,49-25,-49-1,25 26,-25-25,0 24,50-49,-50 25,0 0,0 0,25-25,-25 50,0-26,0 1,0 25,24-50,-24 25,0-1,0-24,-49 0</inkml:trace>
  <inkml:trace contextRef="#ctx0" brushRef="#br0" timeOffset="138888.94">10245 14312,'0'-25,"0"25,0 0,-50 0,0 50,1 25,49-26,0-24,25 25,-1-50,26 0,-25 0,0 0,49 0,-24 0,-50 0,49 0,-49-75,25 50,-25-24,0-1,-25 50,-24 0,-26 0,1 0,24 0,1 0,49 50,-25-50,25 25,0-1,49-24</inkml:trace>
  <inkml:trace contextRef="#ctx0" brushRef="#br0" timeOffset="139622.98">10344 14436,'0'0,"74"0,-49 0,0 0,25 0,-26 0,26 0,-25 0,49 0,-24 0,-25 0,24 0,-24 0,0 0,24 0,26 0,-26 0,26 0,-1 0,1 0,-1 0,-24 0,-1 0,1 0,-25 0,0 0,24 0,1 0,-50-24,49 24,-24 0,25 0,-1 0,-49-50,50 50,-25 0,24 0,-24 0,25 0,-25 0,24-25,-49 25,-74 0,49 0</inkml:trace>
  <inkml:trace contextRef="#ctx0" brushRef="#br0" timeOffset="140111.01">10840 13866,'50'25,"-1"49,-24-74,25 50,-26-50,26 24,-25-24,-25 50,25-50,24 25</inkml:trace>
  <inkml:trace contextRef="#ctx0" brushRef="#br0" timeOffset="140397.03">11212 13891,'0'24,"0"1,0 25,-25-1,25 26,-74-26,74 1,-50 24,50-49,-25-25,25 50,-49 0</inkml:trace>
  <inkml:trace contextRef="#ctx0" brushRef="#br0" timeOffset="140849.05">10716 13816,'25'0,"24"0,1 0,0 0,24 0,0 0,1 0,-1-25,1 25,-26-49,1 49,0 0,-1-25,-24 25,0 0,-50 0,0 0,-24 0</inkml:trace>
  <inkml:trace contextRef="#ctx0" brushRef="#br0" timeOffset="141680.1">7045 13593,'0'0,"25"0,-25 0,49 0,-49 50,50-50,-50 24,74-24,-74 25,50-25,0 0,-50 50,49-50,1-25</inkml:trace>
  <inkml:trace contextRef="#ctx0" brushRef="#br0" timeOffset="141950.11">7467 13444,'0'0,"0"50,0-25,-100 49,76 0,-26 26,50-26,-74-24,74-26,-50 26,50-25,25-25,-25 0</inkml:trace>
  <inkml:trace contextRef="#ctx0" brushRef="#br0" timeOffset="149008.52">11361 11981,'0'0,"74"0,-49 0,0 0,25 0,-26 0,1 0,25 0,-1 0,1 0,0 0,24 0,0 0,1 0,-1 0,1 0,24 0,-25 0,-24 0,24 0,-24 0,24 0,26 0,24-50,-50 50,0 0,-24 0,0 0,-1 0,-49 0,25 0,-25 74,0-24,25 0,-25-1,0 1,49 49,-49-49,50-1,-50-24,0 50,25-26,-25-24,0 25,0-1,0-24,25-25,24 0,1 0,24-25,26 25,48 0,1 0,-25 0,25-49,0 49,-50 0,-25 0,-24-25,-25 25,-25 0</inkml:trace>
  <inkml:trace contextRef="#ctx0" brushRef="#br0" timeOffset="150368.6">13246 13295,'0'25,"25"-25,-25 75,0-26,0 1,25 24,-25-49,0 0,49 24,-49 26,0-26,0-24,25-25,-25 50,0-25,0-1,25-24,-25 50,0-25,49-25,-49 25,0 24,25-49,-25 25,0 0,0 0,0 24,25-49,-25 25,0-25,0-50</inkml:trace>
  <inkml:trace contextRef="#ctx0" brushRef="#br0" timeOffset="151814.68">11907 14486,'0'0,"49"0,1 0,-50 0,49 0,1 0,24 0,-49-50,0 50,25 0,-26-24,1 24,25 0,-25 0,-1 0,-24-50,50 50,25 0,-26 0,-24 0,0 0,24 0,-24-25,25 25,-25 0,-1 0,26-25,0 25,-26 0,26-49,0 49,-1 0,-49-25,50 25,-1 0,1-50,-25 50,0 0,-25-25,49 25,-24 0,0-24,24 24,-24 0,0 0,-25-50</inkml:trace>
  <inkml:trace contextRef="#ctx0" brushRef="#br0" timeOffset="152752.73">13246 13469,'0'0,"50"0,-1 0,-24 0,0 0,24 0,-24 0,0-25,25 25,-25 0,-1 0,26 0,-25 0,0-49,24 49,1-25,-1 25,26-50,-26 50,1-25,-25 25,24 0,1-49,0 49,-1-25,1 25,-25 0,-1-50,26 50,-25 0,24 0,-49-25,50 25,25 0,-1 0,-24 0,-26-49,26 49,-25 0,0-25,24 25,-24 0,-25 0</inkml:trace>
  <inkml:trace contextRef="#ctx0" brushRef="#br0" timeOffset="154694.84">14313 12154,'-25'0,"25"-49,25 49,-1 24,26-24,0 0,-1 25,1-25,0 50,-26-50,26 50,-25-26,24 51,-24-50,25 24,-25 50,-25-24,49 24,-49-25,0 1,0-1,0 1,0-26,0 1,0-1,0 1,0 0,0 24,0-49,0 0,-49 24,49-24,-25 25,25-25,-50 24,50 1,-25-50,-24 0,24 0,25 25,-25-25,25 24,-25-24,25 25,-49-25,74 0,24 0,1 0,-25-49,24 49,1 0,-25-25,24 25,1 0,-50-25,25 25,24 0,-49-50,25 50,25 0,-50-24,49 24,26-25,-26-25,-24 50,25-25,-26 25,1-49,25 49,-25 0,-1-25,51 25,-75-50,25 50,-25-24,24 24,-24-25,50-50,-50 50,25 1,-25-26,50 25,-50 0,24 25,-24-49,0 24,25-25,-25 26,0-1,50 25,-50-25</inkml:trace>
  <inkml:trace contextRef="#ctx0" brushRef="#br0" timeOffset="156136.93">14362 12154,'0'-25,"0"25,25 0,-25-49,50 49,-26 0,26 0,0 0,-25 0,-1 0,1 0,25 0,-25 0,-1 0,51 0,-26 0,1 0,-25 25,24-25,1 0,0 0,-1 0,26 24,-51-24,1 0,25 0,-25 0,-25 50,49-50,-24 0,25 0,-50 25,24-25,1 0,-25 25,50-25,-50 49,25-49,-25 25,24-25,-24 25,50-25,-50 50,25-26,-25 1,25-25,-25 50,0-25,49-25,-49 24,0 26,25-25,-25 24,0 26,0-26,0-24,0 0,0 25,0-26,0 1,0 25,0-25,50-50,-25-25</inkml:trace>
  <inkml:trace contextRef="#ctx0" brushRef="#br0" timeOffset="156833.97">15975 12576,'-50'0,"50"-50,-25 50,0 0,-24 0,49 25,-25 0,25 25,-50-1,50-24,0 0,0 24,0-24,0 0,0 25,25-50,0 0,25 24,-26-24,1 0,0 0,49 0,-49 0,25-49,-25-1,-25 25,0-24,49 24,-49 0,0-49,-25 49,1 25,-26 0,-24 0,24 0,0 0,1 25,-1-25,50 49,-25-49,25 25,50-25,0 0</inkml:trace>
  <inkml:trace contextRef="#ctx0" brushRef="#br0" timeOffset="157599.01">16223 12750,'49'0,"-24"0,49-25,1 25,-1 0,1-50,-1 50,1 0,24-74,-50 74,26-50,-26 50,1-25,49 25,-24 0,-26-49,1 49,-1 0,1 0,-25 0,0-25,49 25,-24 0,-1 0,-49-25,25 25</inkml:trace>
  <inkml:trace contextRef="#ctx0" brushRef="#br0" timeOffset="169960.72">14858 12576</inkml:trace>
  <inkml:trace contextRef="#ctx0" brushRef="#br0" timeOffset="170626.75">14883 12551,'-25'0,"1"0,-1 0,0 0,-25 0,26 0,-1 0,-25 0,25 0,1 0,-26 0,25 0,0 0,-24 0,24 0</inkml:trace>
  <inkml:trace contextRef="#ctx0" brushRef="#br0" timeOffset="173830.94">16868 11857,'0'-25,"0"25,0 25,-25 49,25-24,-75-1,75 1,-24-1,24-24,-50 25</inkml:trace>
  <inkml:trace contextRef="#ctx0" brushRef="#br0" timeOffset="174070.95">16669 11881,'25'25,"25"0,-26 25,26-26,-25 26,24-25,-24-25,-25 49,50-49,-50 50,0-25</inkml:trace>
  <inkml:trace contextRef="#ctx0" brushRef="#br0" timeOffset="174526.98">16446 11807,'-25'0,"50"0,24-50,-24 50,25 0,-1 0,26-24,-25 24,-1 0,26-50,-1 50,0 0,-24-50,-25 50,-25 25,-25-25</inkml:trace>
  <inkml:trace contextRef="#ctx0" brushRef="#br0" timeOffset="175120.01">17215 11956,'0'-25,"49"25,1 0,0 0,24-50,0 50,1 0,-1-49,-49 49,0 0</inkml:trace>
  <inkml:trace contextRef="#ctx0" brushRef="#br0" timeOffset="175353.02">17488 11683,'49'0,"-24"50,25-1,-50-24,24 25,-24-1,0 1,0-25,50 24</inkml:trace>
  <inkml:trace contextRef="#ctx0" brushRef="#br0" timeOffset="175757.05">17959 11559,'0'25,"25"24,0 1,24 0,1-26,-1-24,-24 50,25-50</inkml:trace>
  <inkml:trace contextRef="#ctx0" brushRef="#br0" timeOffset="175953.06">18306 11609,'-25'0,"1"0,24 24,-50 26,50 0,-25-1,25 1,-49 24,49-24,0-25,-25-25,25 49</inkml:trace>
  <inkml:trace contextRef="#ctx0" brushRef="#br0" timeOffset="176441.09">17909 11410,'0'25,"75"-25,-1 0,-24 0,-1 0,1 0,0-25,-1 25,-74 0,1 0</inkml:trace>
  <inkml:trace contextRef="#ctx0" brushRef="#br0" timeOffset="177325.14">16148 11559,'-49'0,"49"0,-25 74,25-24,0 24,0 26,0-1,0 0,0-25,25 26,49-26,50 25,25-49,24-50,-48 0</inkml:trace>
  <inkml:trace contextRef="#ctx0" brushRef="#br0" timeOffset="178024.18">18405 11212,'25'0,"0"0,0 0,24 49,-24 26,25-1,-50 25,49 25,-49-24,-24-26,-1 25,-50-49,26-1,-1-24,-24-25,24 50,25-50,-24 0</inkml:trace>
  <inkml:trace contextRef="#ctx0" brushRef="#br0" timeOffset="179763.28">16198 11311,'-25'0,"25"0,25 0,24 0,1 0,-25 0,49-50,-24 50,-25 0,24 0,1 0,-1 0,-24-24,0 24,25 0,-25 0,24-50,-24 50,25 0,-1 0,1 0,-1 0,1-25,0 25,-1 0,-49-25,75 25,-26 0,1 0,-1-49,1 49,-25 0,24 0,1 0,0 0,-26-25,26 25,0 0,-1 0,1-50,-25 50,24 0,-24 0,0 0,25 0,-1 0,-24-25,25 25,-1 0,1 0,-1 0,-24 0,25 0,-25 0,-1 0,26 0,-25-49,0 49,24 0,-24 0,-25 0,0 0,0 49</inkml:trace>
  <inkml:trace contextRef="#ctx0" brushRef="#br0" timeOffset="181091.35">17488 12452,'0'0,"49"0,-24 0,25 0,-26 0,1 0,25 0,-25 0,24 0,1 0,24 0,-24 0,0 0,24 0,0 0,1 0,-1 0,1 0,-1 0,0 0,-24 0,0 0,-1 0,1 0,-1 0,51 25,-51-25,1 0,0 0,24 0,-49 0,24 0,1 0,0 0,-1 0,-24 0,0 0,24 0,26 0,-26 0,1 0,-25 0,24 0,-24 0,25 0,-25 0,24 0,-98 0,-26-25</inkml:trace>
  <inkml:trace contextRef="#ctx0" brushRef="#br0" timeOffset="181706.39">18951 11733,'25'0,"25"0,-26 0,26 0,0 0,24 0,0-50,-24 50,0 0,-26 0,26 0,-50-25,-50 25</inkml:trace>
  <inkml:trace contextRef="#ctx0" brushRef="#br0" timeOffset="181966.4">18976 11881,'0'0,"50"0,-1 0,26 0,-1 0,0 0,1 0,24-49,-49 49,-26 0,1 0,-50 0</inkml:trace>
  <inkml:trace contextRef="#ctx0" brushRef="#br0" timeOffset="182957.46">20663 11212,'0'-25,"0"50,-25 24,-25 26,50-1,-49-24,49-1,-25 1,25-25,0 24,-50-49,50 50,0-75</inkml:trace>
  <inkml:trace contextRef="#ctx0" brushRef="#br0" timeOffset="183273.48">20439 11286,'-24'0,"48"50,-24-25,75 24,-26-24,-24 25,25-26,-25-24,-1 50,26-50,-25 50,24-50,-49-25</inkml:trace>
  <inkml:trace contextRef="#ctx0" brushRef="#br0" timeOffset="183886.51">20936 11187,'-25'-25,"25"75,25-1,-25-24,49 0,1 25,-25-26,24-24,-24 75,0-75,24 0,-24 0,0 0,25 0</inkml:trace>
  <inkml:trace contextRef="#ctx0" brushRef="#br0" timeOffset="184189.53">21332 11237,'0'-25,"0"25,0 25,-49 49,49-24,-50 24,1 25,-1-24,25-1,25 0,-74-24,74-25,-25 24,25-24,0-50</inkml:trace>
  <inkml:trace contextRef="#ctx0" brushRef="#br0" timeOffset="185147.58">20241 11063,'-25'0,"25"-25,0 50,-25 49,25 26,-49 24,49-25,-50 25,50-25,0-25,0 1,0-26,50 1,24-50,75 50,-25-50</inkml:trace>
  <inkml:trace contextRef="#ctx0" brushRef="#br0" timeOffset="185845.62">21556 10790,'0'0,"0"25,0 0,49-1,-49 51,25-26,-25 51,50 24,-50-25,0 0,0 50,0-25,0-25,-50 25,25-49,-24-26,24-24,-50 25,51-50,24-25,0-25,24 25,51-24</inkml:trace>
  <inkml:trace contextRef="#ctx0" brushRef="#br0" timeOffset="190188.87">20886 12427,'25'0,"74"0,50 0,-25 0,-25 0,-25 0,-49 0,0 0,-25-25,0 25</inkml:trace>
  <inkml:trace contextRef="#ctx0" brushRef="#br0" timeOffset="190381.88">20960 12601,'0'0,"25"0,50 0,49-50,-25 50,-25 0,-24 0,-25 0,24 0</inkml:trace>
  <inkml:trace contextRef="#ctx0" brushRef="#br0" timeOffset="190990.92">21952 12129,'0'0,"-49"50,24 0,25 24,-74-24,74-1,-25 1,25-25,0 0,0-50,0 0,0-49,0 24,49-24,-49-1,50 25,-50 1,50 49,-26 0,26 49,-50-24,25 0,-25 25,0-25,0-1,0 26,25-50,-25 74,0-24,49-50</inkml:trace>
  <inkml:trace contextRef="#ctx0" brushRef="#br0" timeOffset="191184.93">21729 12254,'25'0,"25"-25,24 25,0 0,1 0,-1 0,-49 0,0 0</inkml:trace>
  <inkml:trace contextRef="#ctx0" brushRef="#br0" timeOffset="191424.94">22275 12055,'-25'-50,"25"100,0-25,0 0,0 24,0-24,0 0,0 25,0-1,0-24,0 0</inkml:trace>
  <inkml:trace contextRef="#ctx0" brushRef="#br0" timeOffset="191628.96">22250 12055,'50'0,"-50"25,74-25,-49 49,0-49,-25 50,74-50,-74 50,25-50</inkml:trace>
  <inkml:trace contextRef="#ctx0" brushRef="#br0" timeOffset="191822.97">22597 12005,'0'0,"0"25,0 25,-24-1,24-24,0 0,0 25,-25-25,25 24</inkml:trace>
  <inkml:trace contextRef="#ctx0" brushRef="#br0" timeOffset="192069.98">22895 11906,'0'50,"0"-1,0 1,0 0,0-1,0 1,0 0,0-26,0 26</inkml:trace>
  <inkml:trace contextRef="#ctx0" brushRef="#br0" timeOffset="192341">22845 11956,'0'-50,"75"50,-1 0,1 0,-1 0,-24 0,-1 25,-49 25,0-1,0 1,-24 24,-51-24,26-25,-1-25,-25 74,51-74,-1 0,-25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2-03-22T04:08:37.35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13420 5159,'0'-24,"0"73,0 50,0 75,0 24,-25 51,25 23,-75-48,75-76,-74 26,74-100,0-24,50-50</inkml:trace>
  <inkml:trace contextRef="#ctx0" brushRef="#br0" timeOffset="462.02">13693 5209,'-25'0,"25"25,0 24,-25 1,25 49,0 50,0 25,0-1,0 1,0-50,0 25,0-50,0-25,0-24,0-25</inkml:trace>
  <inkml:trace contextRef="#ctx0" brushRef="#br0" timeOffset="3402.19">16347 9029,'0'-25,"0"-25,0 26,0-26,0 0,0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6D8D8-6563-4BC3-8BF3-DA2CDC9419F6}" type="datetimeFigureOut">
              <a:rPr lang="en-IN" smtClean="0"/>
              <a:t>16-02-2024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07F9A-7750-4343-A4C4-8121EA239B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85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F71522A-DA0D-417E-A726-635F20B4AA03}" type="slidenum">
              <a:rPr lang="en-US" sz="1200" baseline="0">
                <a:solidFill>
                  <a:prstClr val="black"/>
                </a:solidFill>
              </a:rPr>
              <a:pPr/>
              <a:t>1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ACEEB7D-32C6-4B3B-AC5C-2BD3378EF2A1}" type="slidenum">
              <a:rPr lang="en-US" sz="1200" baseline="0">
                <a:solidFill>
                  <a:prstClr val="black"/>
                </a:solidFill>
              </a:rPr>
              <a:pPr/>
              <a:t>2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51B52FD-DCEF-4CEA-B7FC-752D7E3D72D8}" type="slidenum">
              <a:rPr lang="en-US" sz="1200" baseline="0">
                <a:solidFill>
                  <a:prstClr val="black"/>
                </a:solidFill>
              </a:rPr>
              <a:pPr/>
              <a:t>3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2B2AEF3-9F18-470E-BC49-8E0164DE3527}" type="slidenum">
              <a:rPr lang="en-US" sz="1200" baseline="0">
                <a:solidFill>
                  <a:prstClr val="black"/>
                </a:solidFill>
              </a:rPr>
              <a:pPr/>
              <a:t>4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C9A94B2-594D-415A-9373-382548DD9561}" type="slidenum">
              <a:rPr lang="en-US" sz="1200" baseline="0">
                <a:solidFill>
                  <a:prstClr val="black"/>
                </a:solidFill>
              </a:rPr>
              <a:pPr/>
              <a:t>5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85470E9-9F20-4AC1-BFFF-A0D640B702D8}" type="slidenum">
              <a:rPr lang="en-US" sz="1200" baseline="0">
                <a:solidFill>
                  <a:prstClr val="black"/>
                </a:solidFill>
              </a:rPr>
              <a:pPr/>
              <a:t>6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3F1FB10-181C-4367-B795-B103F6D41466}" type="slidenum">
              <a:rPr lang="en-US" sz="1200" baseline="0">
                <a:solidFill>
                  <a:prstClr val="black"/>
                </a:solidFill>
              </a:rPr>
              <a:pPr/>
              <a:t>7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7910E67-00D7-4A93-A9EC-FDB486E4951E}" type="slidenum">
              <a:rPr lang="en-US" sz="1200" baseline="0">
                <a:solidFill>
                  <a:prstClr val="black"/>
                </a:solidFill>
              </a:rPr>
              <a:pPr/>
              <a:t>8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003564E-00DA-4A87-BB9E-B1EE15B2ED87}" type="slidenum">
              <a:rPr lang="en-US" sz="1200" baseline="0">
                <a:solidFill>
                  <a:prstClr val="black"/>
                </a:solidFill>
              </a:rPr>
              <a:pPr/>
              <a:t>9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7E067B6-1136-44F3-8CBF-E80F0A3EDF16}" type="slidenum">
              <a:rPr lang="en-US" sz="1200" baseline="0">
                <a:solidFill>
                  <a:prstClr val="black"/>
                </a:solidFill>
              </a:rPr>
              <a:pPr/>
              <a:t>10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4D94341-D4B1-4462-9C58-CFD98D95B2E5}" type="slidenum">
              <a:rPr lang="en-US" sz="1200" baseline="0">
                <a:solidFill>
                  <a:prstClr val="black"/>
                </a:solidFill>
              </a:rPr>
              <a:pPr/>
              <a:t>11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D0F8CD7-F53E-49F4-B312-7831525659BC}" type="slidenum">
              <a:rPr lang="en-US" sz="1200" baseline="0">
                <a:solidFill>
                  <a:prstClr val="black"/>
                </a:solidFill>
              </a:rPr>
              <a:pPr/>
              <a:t>12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349FE2-392A-4A20-8B76-E6A677D55114}" type="slidenum">
              <a:rPr lang="en-US" sz="1200" baseline="0">
                <a:solidFill>
                  <a:prstClr val="black"/>
                </a:solidFill>
              </a:rPr>
              <a:pPr/>
              <a:t>13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0FA1783-02CD-4412-AD5B-E6096FC85352}" type="slidenum">
              <a:rPr lang="en-US" sz="1200" baseline="0">
                <a:solidFill>
                  <a:prstClr val="black"/>
                </a:solidFill>
              </a:rPr>
              <a:pPr/>
              <a:t>14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91D2AFB-674C-4ED6-83FD-26C617AB861E}" type="slidenum">
              <a:rPr lang="en-US" sz="1200" baseline="0">
                <a:solidFill>
                  <a:prstClr val="black"/>
                </a:solidFill>
              </a:rPr>
              <a:pPr/>
              <a:t>15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1C9FA73-A7FE-47CB-9EC7-955992367228}" type="slidenum">
              <a:rPr lang="en-US" sz="1200" baseline="0">
                <a:solidFill>
                  <a:prstClr val="black"/>
                </a:solidFill>
              </a:rPr>
              <a:pPr/>
              <a:t>16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AA4B8A8-7272-45EB-9E5E-873AE85AF1BD}" type="slidenum">
              <a:rPr lang="en-US" sz="1200" baseline="0">
                <a:solidFill>
                  <a:prstClr val="black"/>
                </a:solidFill>
              </a:rPr>
              <a:pPr/>
              <a:t>18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9E00BA7-180B-4E72-8FE6-86AAFE02982C}" type="slidenum">
              <a:rPr lang="en-US" sz="1200" baseline="0">
                <a:solidFill>
                  <a:prstClr val="black"/>
                </a:solidFill>
              </a:rPr>
              <a:pPr/>
              <a:t>27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2BB85CE-05B3-48E8-AF1A-8E8501381364}" type="slidenum">
              <a:rPr lang="en-US" sz="1200" baseline="0">
                <a:solidFill>
                  <a:prstClr val="black"/>
                </a:solidFill>
              </a:rPr>
              <a:pPr/>
              <a:t>28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5D296D9-EE23-4DA7-8E45-CE63EC717938}" type="slidenum">
              <a:rPr lang="en-US" sz="1200" baseline="0">
                <a:solidFill>
                  <a:prstClr val="black"/>
                </a:solidFill>
              </a:rPr>
              <a:pPr/>
              <a:t>29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C821BA2-6C52-4310-91A6-7D1DB6063B58}" type="slidenum">
              <a:rPr lang="en-US" sz="1200" baseline="0">
                <a:solidFill>
                  <a:prstClr val="black"/>
                </a:solidFill>
              </a:rPr>
              <a:pPr/>
              <a:t>32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6735128-2779-4F43-AA4E-00B9472A8564}" type="slidenum">
              <a:rPr lang="en-US" sz="1200" baseline="0">
                <a:solidFill>
                  <a:prstClr val="black"/>
                </a:solidFill>
              </a:rPr>
              <a:pPr/>
              <a:t>33</a:t>
            </a:fld>
            <a:endParaRPr lang="en-US" sz="1200" baseline="0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F37597-9291-40A2-80AB-6FC8D738487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84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0EFAB-B866-4D4F-BA5E-63E0C1C195B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04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407B2-BA96-4A37-98FF-1E852E0A30F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1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BD0EF-DFB2-4BF6-98D3-61F252E4F5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1C955-C47F-424B-A97E-83FF20E4CB8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13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82E49-3EA4-45DE-A1D4-CC7B4FA440F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92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E4E38-C4CD-40B8-A3AA-8E8FA0B6822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54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20CBB-0A71-4D7F-969F-28D7E6978A6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4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2700D-B2B0-4602-A502-0438C59BE8A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25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D8991-63E2-4DF5-935B-07A8620F5B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40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3F0D5-DF46-45BF-A503-B1C0FD9FA9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424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16254-D744-4FF9-A934-85ED3C748E4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8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aseline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 baseline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aseline="0"/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fld id="{263CCC06-FD1C-4746-9F4E-871A147BC94F}" type="slidenum">
              <a:rPr lang="en-US">
                <a:solidFill>
                  <a:srgbClr val="000000"/>
                </a:solidFill>
              </a:rPr>
              <a:pPr eaLnBrk="0" fontAlgn="base" hangingPunct="0"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49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emf"/><Relationship Id="rId5" Type="http://schemas.openxmlformats.org/officeDocument/2006/relationships/customXml" Target="../ink/ink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9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5" Type="http://schemas.openxmlformats.org/officeDocument/2006/relationships/image" Target="../media/image14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notesSlide" Target="../notesSlides/notesSlide17.xml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16.png"/><Relationship Id="rId4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17.png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20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6" Type="http://schemas.openxmlformats.org/officeDocument/2006/relationships/customXml" Target="../ink/ink15.xml"/><Relationship Id="rId5" Type="http://schemas.openxmlformats.org/officeDocument/2006/relationships/image" Target="../media/image18.png"/><Relationship Id="rId4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6" Type="http://schemas.openxmlformats.org/officeDocument/2006/relationships/customXml" Target="../ink/ink16.xml"/><Relationship Id="rId5" Type="http://schemas.openxmlformats.org/officeDocument/2006/relationships/image" Target="../media/image19.png"/><Relationship Id="rId4" Type="http://schemas.openxmlformats.org/officeDocument/2006/relationships/image" Target="../media/image1.jpeg"/><Relationship Id="rId9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67C7268-C339-442E-9AA4-D4A56D4B47CE}" type="slidenum">
              <a:rPr lang="en-US" sz="1400" baseline="0" smtClean="0">
                <a:solidFill>
                  <a:srgbClr val="000000"/>
                </a:solidFill>
              </a:rPr>
              <a:pPr/>
              <a:t>1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Introduction</a:t>
            </a:r>
            <a:endParaRPr lang="en-US" sz="3400" dirty="0">
              <a:latin typeface="Arial" charset="0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343400"/>
          </a:xfrm>
          <a:noFill/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In the latter part of the nineteenth century,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George Boole</a:t>
            </a:r>
            <a:r>
              <a:rPr lang="en-US" sz="2600">
                <a:latin typeface="Arial" charset="0"/>
              </a:rPr>
              <a:t> incensed philosophers and mathematicians alike when he suggested that logical thought could be represented through mathematical equations</a:t>
            </a:r>
            <a:r>
              <a:rPr lang="en-US" sz="2800"/>
              <a:t>.</a:t>
            </a:r>
          </a:p>
          <a:p>
            <a:pPr lvl="1"/>
            <a:r>
              <a:rPr lang="en-US" sz="2400" i="1"/>
              <a:t>How dare anyone suggest that human thought could be encapsulated and manipulated like an algebraic formula?</a:t>
            </a:r>
            <a:endParaRPr lang="en-US" sz="2400"/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Computers, as we know them today, are implementations of Boole’s </a:t>
            </a:r>
            <a:r>
              <a:rPr lang="en-US" sz="2600" i="1">
                <a:latin typeface="Arial" charset="0"/>
              </a:rPr>
              <a:t>Laws of Thought</a:t>
            </a:r>
            <a:r>
              <a:rPr lang="en-US" sz="2600">
                <a:latin typeface="Arial" charset="0"/>
              </a:rPr>
              <a:t>.</a:t>
            </a:r>
          </a:p>
          <a:p>
            <a:pPr lvl="1"/>
            <a:r>
              <a:rPr lang="en-US" sz="2400"/>
              <a:t>John Atanasoff and Claude Shannon were among the first to see this connection.</a:t>
            </a:r>
          </a:p>
        </p:txBody>
      </p:sp>
    </p:spTree>
    <p:extLst>
      <p:ext uri="{BB962C8B-B14F-4D97-AF65-F5344CB8AC3E}">
        <p14:creationId xmlns:p14="http://schemas.microsoft.com/office/powerpoint/2010/main" val="3487620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E8E167B-21A3-4F8B-9C7D-6EA46AE77FED}" type="slidenum">
              <a:rPr lang="en-US" sz="1400" baseline="0" smtClean="0">
                <a:solidFill>
                  <a:srgbClr val="000000"/>
                </a:solidFill>
              </a:rPr>
              <a:pPr/>
              <a:t>2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Introduction</a:t>
            </a:r>
            <a:endParaRPr lang="en-US" sz="3400" dirty="0">
              <a:latin typeface="Arial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5720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In the middle of the twentieth century, computers were commonly known as “thinking machines” and “electronic brains.”</a:t>
            </a:r>
          </a:p>
          <a:p>
            <a:pPr lvl="1"/>
            <a:r>
              <a:rPr lang="en-US" sz="2400"/>
              <a:t>Many people were fearful of them.</a:t>
            </a:r>
          </a:p>
          <a:p>
            <a:r>
              <a:rPr lang="en-US" sz="2600">
                <a:latin typeface="Arial" charset="0"/>
              </a:rPr>
              <a:t>Nowadays, we rarely ponder the relationship between electronic digital computers and human logic. Computers are accepted as part of our lives.</a:t>
            </a:r>
          </a:p>
          <a:p>
            <a:pPr lvl="1"/>
            <a:r>
              <a:rPr lang="en-US" sz="2400"/>
              <a:t>Many people, however, are still fearful of them.</a:t>
            </a:r>
          </a:p>
          <a:p>
            <a:r>
              <a:rPr lang="en-US" sz="2600">
                <a:latin typeface="Arial" charset="0"/>
              </a:rPr>
              <a:t>In this chapter, you will learn the simplicity that constitutes the essence of the machine.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37162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1D96B99-064C-4D15-A474-AD38C8E433D0}" type="slidenum">
              <a:rPr lang="en-US" sz="1400" baseline="0" smtClean="0">
                <a:solidFill>
                  <a:srgbClr val="000000"/>
                </a:solidFill>
              </a:rPr>
              <a:pPr/>
              <a:t>3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239000" cy="4572000"/>
          </a:xfrm>
          <a:noFill/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Boolean algebra is a mathematical system for the manipulation of variables that can have one of two values.</a:t>
            </a:r>
          </a:p>
          <a:p>
            <a:pPr lvl="1">
              <a:spcBef>
                <a:spcPct val="10000"/>
              </a:spcBef>
            </a:pPr>
            <a:r>
              <a:rPr lang="en-US" sz="2400"/>
              <a:t>In formal logic, these values are </a:t>
            </a:r>
            <a:r>
              <a:rPr lang="en-US" sz="2400">
                <a:solidFill>
                  <a:schemeClr val="accent2"/>
                </a:solidFill>
              </a:rPr>
              <a:t>“true” and “false</a:t>
            </a:r>
            <a:r>
              <a:rPr lang="en-US" sz="2400"/>
              <a:t>.”</a:t>
            </a:r>
          </a:p>
          <a:p>
            <a:pPr lvl="1">
              <a:spcBef>
                <a:spcPct val="10000"/>
              </a:spcBef>
            </a:pPr>
            <a:r>
              <a:rPr lang="en-US" sz="2400"/>
              <a:t>In digital systems, these values are </a:t>
            </a:r>
            <a:r>
              <a:rPr lang="en-US" sz="2400">
                <a:solidFill>
                  <a:schemeClr val="accent2"/>
                </a:solidFill>
              </a:rPr>
              <a:t>“on” and “off,” 1 and 0, or “high” and “low.”</a:t>
            </a:r>
            <a:endParaRPr lang="en-US" sz="2200">
              <a:solidFill>
                <a:schemeClr val="accent2"/>
              </a:solidFill>
              <a:latin typeface="Arial" charset="0"/>
            </a:endParaRP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Boolean expressions are created by performing operations on Boolean variables.</a:t>
            </a:r>
          </a:p>
          <a:p>
            <a:pPr lvl="1">
              <a:spcBef>
                <a:spcPct val="10000"/>
              </a:spcBef>
            </a:pPr>
            <a:r>
              <a:rPr lang="en-US" sz="2400">
                <a:solidFill>
                  <a:schemeClr val="accent2"/>
                </a:solidFill>
              </a:rPr>
              <a:t>Common Boolean operators include AND, OR, and NOT</a:t>
            </a:r>
            <a:r>
              <a:rPr lang="en-US" sz="240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018160" y="3821760"/>
              <a:ext cx="6813720" cy="2009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8800" y="3812400"/>
                <a:ext cx="6832440" cy="202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1306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53A0A03-CA60-4F6D-A3BF-E35984D2C12C}" type="slidenum">
              <a:rPr lang="en-US" sz="1400" baseline="0" smtClean="0">
                <a:solidFill>
                  <a:srgbClr val="000000"/>
                </a:solidFill>
              </a:rPr>
              <a:pPr/>
              <a:t>4</a:t>
            </a:fld>
            <a:endParaRPr lang="en-US" sz="1400" baseline="0">
              <a:solidFill>
                <a:srgbClr val="000000"/>
              </a:solidFill>
            </a:endParaRPr>
          </a:p>
        </p:txBody>
      </p:sp>
      <p:pic>
        <p:nvPicPr>
          <p:cNvPr id="7171" name="Picture 7" descr="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8"/>
          <a:stretch>
            <a:fillRect/>
          </a:stretch>
        </p:blipFill>
        <p:spPr bwMode="auto">
          <a:xfrm>
            <a:off x="6323013" y="1371600"/>
            <a:ext cx="221138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5486400" cy="4191000"/>
          </a:xfrm>
          <a:noFill/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A Boolean operator can be completely described using a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truth table</a:t>
            </a:r>
            <a:r>
              <a:rPr lang="en-US" sz="2600">
                <a:latin typeface="Arial" charset="0"/>
              </a:rPr>
              <a:t>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The truth table for the Boolean operators AND and OR are shown at the right.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The AND operator is also known as a Boolean product.  The OR operator is the Boolean sum.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830600" y="5697000"/>
              <a:ext cx="3777840" cy="1054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1240" y="5687640"/>
                <a:ext cx="3796560" cy="10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5658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2446045-8C97-42E8-9BDA-7B3830AF8378}" type="slidenum">
              <a:rPr lang="en-US" sz="1400" baseline="0" smtClean="0">
                <a:solidFill>
                  <a:srgbClr val="000000"/>
                </a:solidFill>
              </a:rPr>
              <a:pPr/>
              <a:t>5</a:t>
            </a:fld>
            <a:endParaRPr lang="en-US" sz="1400" baseline="0">
              <a:solidFill>
                <a:srgbClr val="000000"/>
              </a:solidFill>
            </a:endParaRPr>
          </a:p>
        </p:txBody>
      </p:sp>
      <p:pic>
        <p:nvPicPr>
          <p:cNvPr id="8195" name="Picture 7" descr="2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33600"/>
            <a:ext cx="180975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4495800" cy="4038600"/>
          </a:xfrm>
          <a:noFill/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The truth table for the Boolean NOT operator is shown at the right.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The NOT operation is most often designated by an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overbar</a:t>
            </a:r>
            <a:r>
              <a:rPr lang="en-US" sz="2600">
                <a:latin typeface="Arial" charset="0"/>
              </a:rPr>
              <a:t>. It is sometimes indicated by a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prime mark</a:t>
            </a:r>
            <a:r>
              <a:rPr lang="en-US" sz="2600">
                <a:latin typeface="Arial" charset="0"/>
              </a:rPr>
              <a:t> ( ‘ ) or an “elbow” (</a:t>
            </a:r>
            <a:r>
              <a:rPr lang="en-US" sz="3000" baseline="30000">
                <a:latin typeface="Arial" charset="0"/>
                <a:sym typeface="Symbol" pitchFamily="18" charset="2"/>
              </a:rPr>
              <a:t></a:t>
            </a:r>
            <a:r>
              <a:rPr lang="en-US" sz="2600">
                <a:latin typeface="Arial" charset="0"/>
              </a:rPr>
              <a:t>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2393280" y="4205880"/>
              <a:ext cx="6733440" cy="2491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3920" y="4196520"/>
                <a:ext cx="6752160" cy="25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2962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B8FF357-545D-49D8-89DE-776D4D59EE59}" type="slidenum">
              <a:rPr lang="en-US" sz="1400" baseline="0" smtClean="0">
                <a:solidFill>
                  <a:srgbClr val="000000"/>
                </a:solidFill>
              </a:rPr>
              <a:pPr/>
              <a:t>6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391400" cy="29718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A Boolean function has:</a:t>
            </a:r>
          </a:p>
          <a:p>
            <a:pPr lvl="1">
              <a:buSzPct val="80000"/>
              <a:buFontTx/>
              <a:buChar char="•"/>
            </a:pPr>
            <a:r>
              <a:rPr lang="en-US" sz="2400">
                <a:solidFill>
                  <a:schemeClr val="accent2"/>
                </a:solidFill>
                <a:latin typeface="Arial" charset="0"/>
              </a:rPr>
              <a:t>At least one Boolean variable, </a:t>
            </a:r>
          </a:p>
          <a:p>
            <a:pPr lvl="1">
              <a:buSzPct val="80000"/>
              <a:buFontTx/>
              <a:buChar char="•"/>
            </a:pPr>
            <a:r>
              <a:rPr lang="en-US" sz="2400">
                <a:solidFill>
                  <a:schemeClr val="accent2"/>
                </a:solidFill>
                <a:latin typeface="Arial" charset="0"/>
              </a:rPr>
              <a:t>At least one Boolean operator, and </a:t>
            </a:r>
          </a:p>
          <a:p>
            <a:pPr lvl="1">
              <a:buSzPct val="80000"/>
              <a:buFontTx/>
              <a:buChar char="•"/>
            </a:pPr>
            <a:r>
              <a:rPr lang="en-US" sz="2400">
                <a:solidFill>
                  <a:schemeClr val="accent2"/>
                </a:solidFill>
                <a:latin typeface="Arial" charset="0"/>
              </a:rPr>
              <a:t>At least one input from the set {0,1}.</a:t>
            </a:r>
            <a:r>
              <a:rPr lang="en-US" sz="2200">
                <a:latin typeface="Arial" charset="0"/>
              </a:rPr>
              <a:t>  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It produces an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output</a:t>
            </a:r>
            <a:r>
              <a:rPr lang="en-US" sz="2600">
                <a:latin typeface="Arial" charset="0"/>
              </a:rPr>
              <a:t> that is also a member of the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set {0,1}.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2438400" y="4724400"/>
            <a:ext cx="5562600" cy="762000"/>
          </a:xfrm>
          <a:prstGeom prst="rect">
            <a:avLst/>
          </a:prstGeom>
          <a:solidFill>
            <a:srgbClr val="E2FE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en-US" sz="2200" b="1" baseline="0">
                <a:solidFill>
                  <a:srgbClr val="CC3300"/>
                </a:solidFill>
              </a:rPr>
              <a:t>Now you know why the binary numbering system is so handy in digital systems</a:t>
            </a:r>
            <a:r>
              <a:rPr lang="en-US" sz="2200" baseline="0">
                <a:solidFill>
                  <a:srgbClr val="000000"/>
                </a:solidFill>
              </a:rPr>
              <a:t>.</a:t>
            </a:r>
            <a:endParaRPr lang="en-US" baseline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286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3941B2-6048-4FC0-9FBC-E9DFFC1855ED}" type="slidenum">
              <a:rPr lang="en-US" sz="1400" baseline="0" smtClean="0">
                <a:solidFill>
                  <a:srgbClr val="000000"/>
                </a:solidFill>
              </a:rPr>
              <a:pPr/>
              <a:t>7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924800" cy="4343400"/>
          </a:xfrm>
          <a:noFill/>
        </p:spPr>
        <p:txBody>
          <a:bodyPr/>
          <a:lstStyle/>
          <a:p>
            <a:r>
              <a:rPr lang="en-US" sz="2600">
                <a:solidFill>
                  <a:schemeClr val="accent2"/>
                </a:solidFill>
                <a:latin typeface="Arial" charset="0"/>
              </a:rPr>
              <a:t>Digital computers contain circuits that implement Boolean functions</a:t>
            </a:r>
            <a:r>
              <a:rPr lang="en-US" sz="2600">
                <a:latin typeface="Arial" charset="0"/>
              </a:rPr>
              <a:t>.</a:t>
            </a:r>
          </a:p>
          <a:p>
            <a:r>
              <a:rPr lang="en-US" sz="2600">
                <a:solidFill>
                  <a:schemeClr val="accent2"/>
                </a:solidFill>
                <a:latin typeface="Arial" charset="0"/>
              </a:rPr>
              <a:t>The simpler that we can make a Boolean function, the smaller the circuit that will result.</a:t>
            </a:r>
          </a:p>
          <a:p>
            <a:pPr lvl="1"/>
            <a:r>
              <a:rPr lang="en-US" sz="2400">
                <a:solidFill>
                  <a:schemeClr val="accent2"/>
                </a:solidFill>
              </a:rPr>
              <a:t>Simpler circuits are cheaper to build, consume less power, and run faster than complex circuits</a:t>
            </a:r>
            <a:r>
              <a:rPr lang="en-US" sz="2400"/>
              <a:t>.</a:t>
            </a:r>
            <a:endParaRPr lang="en-US" sz="2200">
              <a:latin typeface="Arial" charset="0"/>
            </a:endParaRPr>
          </a:p>
          <a:p>
            <a:r>
              <a:rPr lang="en-US" sz="2600">
                <a:latin typeface="Arial" charset="0"/>
              </a:rPr>
              <a:t>With this in mind,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we always want to reduce our Boolean functions to their simplest form</a:t>
            </a:r>
            <a:r>
              <a:rPr lang="en-US" sz="2600">
                <a:latin typeface="Arial" charset="0"/>
              </a:rPr>
              <a:t>.</a:t>
            </a:r>
          </a:p>
          <a:p>
            <a:r>
              <a:rPr lang="en-US" sz="2600">
                <a:latin typeface="Arial" charset="0"/>
              </a:rPr>
              <a:t>There are a number of Boolean identities that help us to do this.</a:t>
            </a:r>
            <a:r>
              <a:rPr lang="en-US" sz="2500">
                <a:latin typeface="Arial" charset="0"/>
              </a:rPr>
              <a:t> </a:t>
            </a:r>
            <a:endParaRPr lang="en-US" sz="26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439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75563A1-185C-49F5-9BF8-6E6088F638FD}" type="slidenum">
              <a:rPr lang="en-US" sz="1400" baseline="0" smtClean="0">
                <a:solidFill>
                  <a:srgbClr val="000000"/>
                </a:solidFill>
              </a:rPr>
              <a:pPr/>
              <a:t>8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13716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Most Boolean identities have an AND (product) form as well as an OR (sum) form.  We give our identities using both forms. Our first group is rather intuitive:</a:t>
            </a:r>
          </a:p>
        </p:txBody>
      </p:sp>
      <p:pic>
        <p:nvPicPr>
          <p:cNvPr id="13317" name="Picture 9" descr="4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451225"/>
            <a:ext cx="553878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6056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4D7D559-E96F-4B19-81D7-BD3FB7B045EF}" type="slidenum">
              <a:rPr lang="en-US" sz="1400" baseline="0" smtClean="0">
                <a:solidFill>
                  <a:srgbClr val="000000"/>
                </a:solidFill>
              </a:rPr>
              <a:pPr/>
              <a:t>9</a:t>
            </a:fld>
            <a:endParaRPr lang="en-US" sz="1400" baseline="0">
              <a:solidFill>
                <a:srgbClr val="000000"/>
              </a:solidFill>
            </a:endParaRPr>
          </a:p>
        </p:txBody>
      </p:sp>
      <p:pic>
        <p:nvPicPr>
          <p:cNvPr id="14339" name="Picture 6" descr="6B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76600"/>
            <a:ext cx="83185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10668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Our second group of Boolean identities should be familiar to you from your study of algebra:</a:t>
            </a:r>
          </a:p>
        </p:txBody>
      </p:sp>
    </p:spTree>
    <p:extLst>
      <p:ext uri="{BB962C8B-B14F-4D97-AF65-F5344CB8AC3E}">
        <p14:creationId xmlns:p14="http://schemas.microsoft.com/office/powerpoint/2010/main" val="1124677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88B639-8092-41FD-92E4-4F2CFD46FC39}" type="slidenum">
              <a:rPr lang="en-US" sz="1400" baseline="0" smtClean="0">
                <a:solidFill>
                  <a:srgbClr val="000000"/>
                </a:solidFill>
              </a:rPr>
              <a:pPr/>
              <a:t>10</a:t>
            </a:fld>
            <a:endParaRPr lang="en-US" sz="1400" baseline="0">
              <a:solidFill>
                <a:srgbClr val="000000"/>
              </a:solidFill>
            </a:endParaRPr>
          </a:p>
        </p:txBody>
      </p:sp>
      <p:pic>
        <p:nvPicPr>
          <p:cNvPr id="15363" name="Picture 7" descr="7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7011988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19812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Our last group of Boolean identities are perhaps the most useful.</a:t>
            </a:r>
          </a:p>
          <a:p>
            <a:r>
              <a:rPr lang="en-US" sz="2600">
                <a:latin typeface="Arial" charset="0"/>
              </a:rPr>
              <a:t>If you have studied set theory or formal logic, these laws are also familiar to you.</a:t>
            </a:r>
          </a:p>
        </p:txBody>
      </p:sp>
    </p:spTree>
    <p:extLst>
      <p:ext uri="{BB962C8B-B14F-4D97-AF65-F5344CB8AC3E}">
        <p14:creationId xmlns:p14="http://schemas.microsoft.com/office/powerpoint/2010/main" val="2310226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D35A2DA-75C9-4412-91E7-EDDA8EFA869C}" type="slidenum">
              <a:rPr lang="en-US" sz="1400" baseline="0" smtClean="0">
                <a:solidFill>
                  <a:srgbClr val="000000"/>
                </a:solidFill>
              </a:rPr>
              <a:pPr/>
              <a:t>11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1905000"/>
          </a:xfrm>
          <a:noFill/>
        </p:spPr>
        <p:txBody>
          <a:bodyPr/>
          <a:lstStyle/>
          <a:p>
            <a:pPr>
              <a:lnSpc>
                <a:spcPct val="140000"/>
              </a:lnSpc>
              <a:spcBef>
                <a:spcPct val="10000"/>
              </a:spcBef>
            </a:pPr>
            <a:r>
              <a:rPr lang="en-US" sz="2600">
                <a:latin typeface="Arial" charset="0"/>
              </a:rPr>
              <a:t>We can use Boolean identities to simplify the function: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en-US" sz="2600">
                <a:latin typeface="Arial" charset="0"/>
              </a:rPr>
              <a:t>	as follows:</a:t>
            </a:r>
          </a:p>
        </p:txBody>
      </p:sp>
      <p:pic>
        <p:nvPicPr>
          <p:cNvPr id="16389" name="Picture 5" descr="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39963"/>
            <a:ext cx="496411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 descr="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852805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715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282D9F5-12AD-4433-8662-CD79EB9383D5}" type="slidenum">
              <a:rPr lang="en-US" sz="1400" baseline="0" smtClean="0">
                <a:solidFill>
                  <a:srgbClr val="000000"/>
                </a:solidFill>
              </a:rPr>
              <a:pPr/>
              <a:t>12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696200" cy="3657600"/>
          </a:xfrm>
          <a:noFill/>
        </p:spPr>
        <p:txBody>
          <a:bodyPr/>
          <a:lstStyle/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Sometimes it is more economical to build a circuit using the complement of a function (and complementing its result) than it is to implement the function directly.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DeMorgan’s law provides an easy way of finding the complement of a Boolean function.</a:t>
            </a:r>
          </a:p>
          <a:p>
            <a:pPr>
              <a:spcBef>
                <a:spcPct val="40000"/>
              </a:spcBef>
            </a:pPr>
            <a:r>
              <a:rPr lang="en-US" sz="2600">
                <a:latin typeface="Arial" charset="0"/>
              </a:rPr>
              <a:t>Recall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DeMorgan’s law</a:t>
            </a:r>
            <a:r>
              <a:rPr lang="en-US" sz="2600">
                <a:latin typeface="Arial" charset="0"/>
              </a:rPr>
              <a:t> states:</a:t>
            </a:r>
          </a:p>
        </p:txBody>
      </p:sp>
      <p:pic>
        <p:nvPicPr>
          <p:cNvPr id="17413" name="Picture 5" descr="0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4800600"/>
            <a:ext cx="62611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887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F75C4D4-1605-48B6-AFB0-5466B15A3A67}" type="slidenum">
              <a:rPr lang="en-US" sz="1400" baseline="0" smtClean="0">
                <a:solidFill>
                  <a:srgbClr val="000000"/>
                </a:solidFill>
              </a:rPr>
              <a:pPr/>
              <a:t>13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772400" cy="4572000"/>
          </a:xfrm>
          <a:noFill/>
        </p:spPr>
        <p:txBody>
          <a:bodyPr/>
          <a:lstStyle/>
          <a:p>
            <a:r>
              <a:rPr lang="en-US" sz="2500">
                <a:latin typeface="Arial" charset="0"/>
              </a:rPr>
              <a:t>DeMorgan’s law can be extended to any number of variables.</a:t>
            </a:r>
          </a:p>
          <a:p>
            <a:r>
              <a:rPr lang="en-US" sz="2500">
                <a:latin typeface="Arial" charset="0"/>
              </a:rPr>
              <a:t>Replace each variable by its complement and change all ANDs to ORs and all ORs to ANDs.</a:t>
            </a:r>
          </a:p>
          <a:p>
            <a:r>
              <a:rPr lang="en-US" sz="2500">
                <a:latin typeface="Arial" charset="0"/>
              </a:rPr>
              <a:t>Thus, we find the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complement</a:t>
            </a:r>
            <a:r>
              <a:rPr lang="en-US" sz="2500">
                <a:latin typeface="Arial" charset="0"/>
              </a:rPr>
              <a:t> of:</a:t>
            </a:r>
            <a:endParaRPr lang="en-US" sz="2600">
              <a:latin typeface="Arial" charset="0"/>
            </a:endParaRPr>
          </a:p>
          <a:p>
            <a:pPr>
              <a:buFontTx/>
              <a:buNone/>
            </a:pPr>
            <a:endParaRPr lang="en-US" sz="2600">
              <a:latin typeface="Arial" charset="0"/>
            </a:endParaRPr>
          </a:p>
          <a:p>
            <a:pPr>
              <a:buFontTx/>
              <a:buNone/>
            </a:pPr>
            <a:r>
              <a:rPr lang="en-US" sz="2600">
                <a:latin typeface="Arial" charset="0"/>
              </a:rPr>
              <a:t>	is:</a:t>
            </a:r>
          </a:p>
        </p:txBody>
      </p:sp>
      <p:pic>
        <p:nvPicPr>
          <p:cNvPr id="18437" name="Picture 4" descr="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3792538"/>
            <a:ext cx="4891088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6" descr="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267200"/>
            <a:ext cx="5008563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041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51FCDA6-97B5-4A13-BB51-CE9C7F75E5F8}" type="slidenum">
              <a:rPr lang="en-US" sz="1400" baseline="0" smtClean="0">
                <a:solidFill>
                  <a:srgbClr val="000000"/>
                </a:solidFill>
              </a:rPr>
              <a:pPr/>
              <a:t>14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772400" cy="38100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Through our exercises in simplifying Boolean expressions, we see that there are numerous ways of stating the same Boolean expression</a:t>
            </a:r>
            <a:r>
              <a:rPr lang="en-US" sz="2500">
                <a:latin typeface="Arial" charset="0"/>
              </a:rPr>
              <a:t>.</a:t>
            </a:r>
          </a:p>
          <a:p>
            <a:pPr lvl="1"/>
            <a:r>
              <a:rPr lang="en-US" sz="2400"/>
              <a:t>These “synonymous” forms are </a:t>
            </a:r>
            <a:r>
              <a:rPr lang="en-US" sz="2400" i="1">
                <a:solidFill>
                  <a:schemeClr val="accent2"/>
                </a:solidFill>
              </a:rPr>
              <a:t>logically equivalent</a:t>
            </a:r>
            <a:r>
              <a:rPr lang="en-US" sz="2400" i="1"/>
              <a:t>.</a:t>
            </a:r>
          </a:p>
          <a:p>
            <a:pPr lvl="1"/>
            <a:r>
              <a:rPr lang="en-US" sz="2400">
                <a:solidFill>
                  <a:schemeClr val="accent2"/>
                </a:solidFill>
              </a:rPr>
              <a:t>Logically equivalent expressions have identical truth tables</a:t>
            </a:r>
            <a:r>
              <a:rPr lang="en-US" sz="2400"/>
              <a:t>.</a:t>
            </a:r>
            <a:endParaRPr lang="en-US" sz="2100">
              <a:latin typeface="Arial" charset="0"/>
            </a:endParaRPr>
          </a:p>
          <a:p>
            <a:r>
              <a:rPr lang="en-US" sz="2600">
                <a:latin typeface="Arial" charset="0"/>
              </a:rPr>
              <a:t>In order to eliminate as much confusion as possible, designers express Boolean functions in </a:t>
            </a:r>
            <a:r>
              <a:rPr lang="en-US" sz="2600" i="1">
                <a:solidFill>
                  <a:schemeClr val="accent2"/>
                </a:solidFill>
                <a:latin typeface="Arial" charset="0"/>
              </a:rPr>
              <a:t>standardized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 or </a:t>
            </a:r>
            <a:r>
              <a:rPr lang="en-US" sz="2600" i="1">
                <a:solidFill>
                  <a:schemeClr val="accent2"/>
                </a:solidFill>
                <a:latin typeface="Arial" charset="0"/>
              </a:rPr>
              <a:t>canonical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form</a:t>
            </a:r>
            <a:r>
              <a:rPr lang="en-US" sz="2600">
                <a:latin typeface="Arial" charset="0"/>
              </a:rPr>
              <a:t>.</a:t>
            </a:r>
            <a:endParaRPr lang="en-US" sz="25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70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8094C5F-04BE-46BE-880B-9598027B4883}" type="slidenum">
              <a:rPr lang="en-US" sz="1400" baseline="0" smtClean="0">
                <a:solidFill>
                  <a:srgbClr val="000000"/>
                </a:solidFill>
              </a:rPr>
              <a:pPr/>
              <a:t>15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495800"/>
          </a:xfrm>
          <a:noFill/>
        </p:spPr>
        <p:txBody>
          <a:bodyPr/>
          <a:lstStyle/>
          <a:p>
            <a:pPr>
              <a:spcBef>
                <a:spcPct val="10000"/>
              </a:spcBef>
            </a:pPr>
            <a:r>
              <a:rPr lang="en-US" sz="2500">
                <a:latin typeface="Arial" charset="0"/>
              </a:rPr>
              <a:t>There are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two canonical forms for Boolean expressions: sum-of-products and product-of-sums</a:t>
            </a:r>
            <a:r>
              <a:rPr lang="en-US" sz="2500">
                <a:latin typeface="Arial" charset="0"/>
              </a:rPr>
              <a:t>.</a:t>
            </a:r>
          </a:p>
          <a:p>
            <a:pPr lvl="1">
              <a:spcBef>
                <a:spcPct val="10000"/>
              </a:spcBef>
            </a:pPr>
            <a:r>
              <a:rPr lang="en-US" sz="2400"/>
              <a:t>Recall the Boolean </a:t>
            </a:r>
            <a:r>
              <a:rPr lang="en-US" sz="2400">
                <a:solidFill>
                  <a:schemeClr val="accent2"/>
                </a:solidFill>
              </a:rPr>
              <a:t>product is the AND operation</a:t>
            </a:r>
            <a:r>
              <a:rPr lang="en-US" sz="2400"/>
              <a:t> and the Boolean </a:t>
            </a:r>
            <a:r>
              <a:rPr lang="en-US" sz="2400">
                <a:solidFill>
                  <a:schemeClr val="accent2"/>
                </a:solidFill>
              </a:rPr>
              <a:t>sum is the OR operation</a:t>
            </a:r>
            <a:r>
              <a:rPr lang="en-US" sz="2400"/>
              <a:t>.</a:t>
            </a:r>
          </a:p>
          <a:p>
            <a:pPr>
              <a:spcBef>
                <a:spcPct val="10000"/>
              </a:spcBef>
            </a:pPr>
            <a:r>
              <a:rPr lang="en-US" sz="2500">
                <a:latin typeface="Arial" charset="0"/>
              </a:rPr>
              <a:t>In the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sum-of-products</a:t>
            </a:r>
            <a:r>
              <a:rPr lang="en-US" sz="2500">
                <a:latin typeface="Arial" charset="0"/>
              </a:rPr>
              <a:t> form, ANDed variables are ORed together.</a:t>
            </a:r>
          </a:p>
          <a:p>
            <a:pPr lvl="1">
              <a:spcBef>
                <a:spcPct val="10000"/>
              </a:spcBef>
            </a:pPr>
            <a:r>
              <a:rPr lang="en-US" sz="2400"/>
              <a:t>For example:</a:t>
            </a:r>
          </a:p>
          <a:p>
            <a:pPr>
              <a:spcBef>
                <a:spcPct val="10000"/>
              </a:spcBef>
            </a:pPr>
            <a:r>
              <a:rPr lang="en-US" sz="2500">
                <a:latin typeface="Arial" charset="0"/>
              </a:rPr>
              <a:t>In the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product-of-sums</a:t>
            </a:r>
            <a:r>
              <a:rPr lang="en-US" sz="2500">
                <a:latin typeface="Arial" charset="0"/>
              </a:rPr>
              <a:t> form, ORed variables are ANDed together:</a:t>
            </a:r>
          </a:p>
          <a:p>
            <a:pPr lvl="1">
              <a:spcBef>
                <a:spcPct val="10000"/>
              </a:spcBef>
            </a:pPr>
            <a:r>
              <a:rPr lang="en-US" sz="2400"/>
              <a:t>For example:</a:t>
            </a:r>
          </a:p>
        </p:txBody>
      </p:sp>
      <p:pic>
        <p:nvPicPr>
          <p:cNvPr id="20485" name="Picture 5" descr="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0"/>
          <a:stretch>
            <a:fillRect/>
          </a:stretch>
        </p:blipFill>
        <p:spPr bwMode="auto">
          <a:xfrm>
            <a:off x="3124200" y="3930650"/>
            <a:ext cx="451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6" descr="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63" y="5146675"/>
            <a:ext cx="5557837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589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B2D6744-1018-4485-9E7D-A8B1E238D3D7}" type="slidenum">
              <a:rPr lang="en-US" sz="1400" baseline="0" smtClean="0">
                <a:solidFill>
                  <a:srgbClr val="000000"/>
                </a:solidFill>
              </a:rPr>
              <a:pPr/>
              <a:t>16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4953000" cy="4648200"/>
          </a:xfrm>
          <a:noFill/>
        </p:spPr>
        <p:txBody>
          <a:bodyPr/>
          <a:lstStyle/>
          <a:p>
            <a:r>
              <a:rPr lang="en-US" sz="2500">
                <a:latin typeface="Arial" charset="0"/>
              </a:rPr>
              <a:t>It is easy to convert a function to sum-of-products form using its truth table.</a:t>
            </a:r>
          </a:p>
          <a:p>
            <a:r>
              <a:rPr lang="en-US" sz="2500">
                <a:latin typeface="Arial" charset="0"/>
              </a:rPr>
              <a:t>We are interested in the values of the variables that make the function true (=1).</a:t>
            </a:r>
          </a:p>
          <a:p>
            <a:r>
              <a:rPr lang="en-US" sz="2500">
                <a:latin typeface="Arial" charset="0"/>
              </a:rPr>
              <a:t>Using the truth table, we list the values of the variables that result in a true function value.</a:t>
            </a:r>
          </a:p>
          <a:p>
            <a:r>
              <a:rPr lang="en-US" sz="2500">
                <a:latin typeface="Arial" charset="0"/>
              </a:rPr>
              <a:t>Each group of variables is then ORed together.</a:t>
            </a:r>
          </a:p>
        </p:txBody>
      </p:sp>
      <p:pic>
        <p:nvPicPr>
          <p:cNvPr id="21509" name="Picture 5" descr="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138" y="1600200"/>
            <a:ext cx="3217862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8498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509040" y="142920"/>
              <a:ext cx="8349840" cy="5840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680" y="133560"/>
                <a:ext cx="8368560" cy="585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8676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54FF8B0-1221-413A-BCEA-7A5EBF431A92}" type="slidenum">
              <a:rPr lang="en-US" sz="1400" baseline="0" smtClean="0">
                <a:solidFill>
                  <a:srgbClr val="000000"/>
                </a:solidFill>
              </a:rPr>
              <a:pPr/>
              <a:t>18</a:t>
            </a:fld>
            <a:endParaRPr lang="en-US" sz="1400" baseline="0">
              <a:solidFill>
                <a:srgbClr val="000000"/>
              </a:solidFill>
            </a:endParaRPr>
          </a:p>
        </p:txBody>
      </p:sp>
      <p:pic>
        <p:nvPicPr>
          <p:cNvPr id="22531" name="Picture 7" descr="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2701925"/>
            <a:ext cx="49355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Boolean Algebra</a:t>
            </a:r>
            <a:endParaRPr lang="en-US" sz="3400" dirty="0">
              <a:latin typeface="Arial" charset="0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4572000" cy="1143000"/>
          </a:xfrm>
          <a:noFill/>
        </p:spPr>
        <p:txBody>
          <a:bodyPr/>
          <a:lstStyle/>
          <a:p>
            <a:r>
              <a:rPr lang="en-US" sz="2500">
                <a:latin typeface="Arial" charset="0"/>
              </a:rPr>
              <a:t>The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sum-of-products form</a:t>
            </a:r>
            <a:r>
              <a:rPr lang="en-US" sz="2500">
                <a:latin typeface="Arial" charset="0"/>
              </a:rPr>
              <a:t> for our function is:</a:t>
            </a:r>
          </a:p>
        </p:txBody>
      </p:sp>
      <p:pic>
        <p:nvPicPr>
          <p:cNvPr id="22534" name="Picture 4" descr="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138" y="1600200"/>
            <a:ext cx="3217862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 Box 5"/>
          <p:cNvSpPr txBox="1">
            <a:spLocks noChangeArrowheads="1"/>
          </p:cNvSpPr>
          <p:nvPr/>
        </p:nvSpPr>
        <p:spPr bwMode="auto">
          <a:xfrm>
            <a:off x="990600" y="4033838"/>
            <a:ext cx="4114800" cy="1431925"/>
          </a:xfrm>
          <a:prstGeom prst="rect">
            <a:avLst/>
          </a:prstGeom>
          <a:solidFill>
            <a:srgbClr val="E2FE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en-US" sz="2200" b="1" baseline="0">
                <a:solidFill>
                  <a:srgbClr val="CC3300"/>
                </a:solidFill>
              </a:rPr>
              <a:t>We note that this function is </a:t>
            </a:r>
            <a:r>
              <a:rPr lang="en-US" sz="2200" b="1" baseline="0">
                <a:solidFill>
                  <a:srgbClr val="3333CC"/>
                </a:solidFill>
              </a:rPr>
              <a:t>not</a:t>
            </a:r>
            <a:r>
              <a:rPr lang="en-US" sz="2200" b="1" baseline="0">
                <a:solidFill>
                  <a:srgbClr val="CC3300"/>
                </a:solidFill>
              </a:rPr>
              <a:t> </a:t>
            </a:r>
            <a:r>
              <a:rPr lang="en-US" sz="2200" b="1" baseline="0">
                <a:solidFill>
                  <a:srgbClr val="3333CC"/>
                </a:solidFill>
              </a:rPr>
              <a:t>in simplest terms</a:t>
            </a:r>
            <a:r>
              <a:rPr lang="en-US" sz="2200" b="1" baseline="0">
                <a:solidFill>
                  <a:srgbClr val="CC3300"/>
                </a:solidFill>
              </a:rPr>
              <a:t>. Our aim is only to rewrite our function in canonical sum-of-products form. </a:t>
            </a:r>
            <a:endParaRPr lang="en-US" baseline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1482480" y="2732400"/>
              <a:ext cx="4286520" cy="1447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3120" y="2723040"/>
                <a:ext cx="4305240" cy="14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2677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 descr="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64704"/>
            <a:ext cx="49355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-8640" y="384120"/>
              <a:ext cx="8992440" cy="64832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8000" y="374760"/>
                <a:ext cx="9011160" cy="650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2813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78560" y="294840"/>
              <a:ext cx="8287200" cy="5536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200" y="285480"/>
                <a:ext cx="8305920" cy="555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363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42920" y="71280"/>
              <a:ext cx="8465760" cy="4572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560" y="61920"/>
                <a:ext cx="8484480" cy="45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1701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21480" y="35640"/>
              <a:ext cx="8376480" cy="59299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120" y="26280"/>
                <a:ext cx="8395200" cy="594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134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250200" y="0"/>
              <a:ext cx="8206560" cy="6849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840" y="-9360"/>
                <a:ext cx="8225280" cy="68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4661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232200" y="0"/>
              <a:ext cx="8983800" cy="6867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840" y="-9360"/>
                <a:ext cx="9002520" cy="688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343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803880" y="71280"/>
              <a:ext cx="4295520" cy="16970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520" y="61920"/>
                <a:ext cx="4314240" cy="17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8514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6DF5-21AC-1A0B-67DE-1DE0166A0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63CFB-C7A9-DFFC-4553-6E22C2F6E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ED875-DFC2-6D8C-D791-B6F5824C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3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EE77BB3-80A4-468C-8730-C12E60ED068F}" type="slidenum">
              <a:rPr lang="en-US" sz="1400" baseline="0" smtClean="0">
                <a:solidFill>
                  <a:srgbClr val="000000"/>
                </a:solidFill>
              </a:rPr>
              <a:pPr/>
              <a:t>27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0386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500">
                <a:latin typeface="Arial" charset="0"/>
              </a:rPr>
              <a:t>We have looked at Boolean functions in abstract terms</a:t>
            </a:r>
            <a:r>
              <a:rPr lang="en-US" sz="2500"/>
              <a:t>.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500">
                <a:latin typeface="Arial" charset="0"/>
              </a:rPr>
              <a:t>In this section, we see that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Boolean functions are implemented in digital computer circuits called gates</a:t>
            </a:r>
            <a:r>
              <a:rPr lang="en-US" sz="2500">
                <a:latin typeface="Arial" charset="0"/>
              </a:rPr>
              <a:t>.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500">
                <a:solidFill>
                  <a:schemeClr val="accent2"/>
                </a:solidFill>
                <a:latin typeface="Arial" charset="0"/>
              </a:rPr>
              <a:t>A gate is an electronic device that produces a result based on two or more input values</a:t>
            </a:r>
            <a:r>
              <a:rPr lang="en-US" sz="2500">
                <a:latin typeface="Arial" charset="0"/>
              </a:rPr>
              <a:t>.</a:t>
            </a:r>
            <a:endParaRPr lang="en-US" sz="260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sz="2400"/>
              <a:t>In reality, gates consist of one to six transistors, but digital designers think of them as a single unit</a:t>
            </a:r>
            <a:r>
              <a:rPr lang="en-US" sz="2200">
                <a:latin typeface="Arial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>
                <a:solidFill>
                  <a:schemeClr val="accent2"/>
                </a:solidFill>
              </a:rPr>
              <a:t>Integrated circuits</a:t>
            </a:r>
            <a:r>
              <a:rPr lang="en-US" sz="2400"/>
              <a:t> contain collections of gates suited to a particular purpose.</a:t>
            </a:r>
          </a:p>
        </p:txBody>
      </p:sp>
      <p:sp>
        <p:nvSpPr>
          <p:cNvPr id="23556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  <a:noFill/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Logic Gates</a:t>
            </a:r>
            <a:endParaRPr lang="en-US" sz="3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286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C72F077-2893-4270-B00B-72A6367091CF}" type="slidenum">
              <a:rPr lang="en-US" sz="1400" baseline="0" smtClean="0">
                <a:solidFill>
                  <a:srgbClr val="000000"/>
                </a:solidFill>
              </a:rPr>
              <a:pPr/>
              <a:t>28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724400"/>
          </a:xfrm>
          <a:noFill/>
        </p:spPr>
        <p:txBody>
          <a:bodyPr/>
          <a:lstStyle/>
          <a:p>
            <a:r>
              <a:rPr lang="en-US" sz="2500">
                <a:latin typeface="Arial" charset="0"/>
              </a:rPr>
              <a:t>The three simplest gates are the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AND, OR, and NOT gates.</a:t>
            </a:r>
            <a:endParaRPr lang="en-US" sz="2600">
              <a:solidFill>
                <a:schemeClr val="accent2"/>
              </a:solidFill>
              <a:latin typeface="Arial" charset="0"/>
            </a:endParaRPr>
          </a:p>
          <a:p>
            <a:endParaRPr lang="en-US" sz="2600">
              <a:solidFill>
                <a:schemeClr val="accent2"/>
              </a:solidFill>
              <a:latin typeface="Arial" charset="0"/>
            </a:endParaRPr>
          </a:p>
          <a:p>
            <a:endParaRPr lang="en-US" sz="2600">
              <a:latin typeface="Arial" charset="0"/>
            </a:endParaRPr>
          </a:p>
          <a:p>
            <a:endParaRPr lang="en-US" sz="2600">
              <a:latin typeface="Arial" charset="0"/>
            </a:endParaRPr>
          </a:p>
          <a:p>
            <a:endParaRPr lang="en-US" sz="2600">
              <a:latin typeface="Arial" charset="0"/>
            </a:endParaRPr>
          </a:p>
          <a:p>
            <a:endParaRPr lang="en-US" sz="2600">
              <a:latin typeface="Arial" charset="0"/>
            </a:endParaRPr>
          </a:p>
          <a:p>
            <a:endParaRPr lang="en-US" sz="2600">
              <a:latin typeface="Arial" charset="0"/>
            </a:endParaRPr>
          </a:p>
          <a:p>
            <a:r>
              <a:rPr lang="en-US" sz="2500">
                <a:latin typeface="Arial" charset="0"/>
              </a:rPr>
              <a:t>They correspond directly to their respective Boolean operations, as you can see by their truth tables.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  <a:noFill/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Logic Gates</a:t>
            </a:r>
            <a:endParaRPr lang="en-US" sz="3400" dirty="0">
              <a:latin typeface="Arial" charset="0"/>
            </a:endParaRPr>
          </a:p>
        </p:txBody>
      </p:sp>
      <p:pic>
        <p:nvPicPr>
          <p:cNvPr id="24581" name="Picture 4" descr="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00275"/>
            <a:ext cx="5905500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587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6EC9E71-3D0D-4248-BADE-1BB3169C0DB0}" type="slidenum">
              <a:rPr lang="en-US" sz="1400" baseline="0" smtClean="0">
                <a:solidFill>
                  <a:srgbClr val="000000"/>
                </a:solidFill>
              </a:rPr>
              <a:pPr/>
              <a:t>29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01000" cy="1905000"/>
          </a:xfrm>
          <a:noFill/>
        </p:spPr>
        <p:txBody>
          <a:bodyPr/>
          <a:lstStyle/>
          <a:p>
            <a:r>
              <a:rPr lang="en-US" sz="2600">
                <a:latin typeface="Arial" charset="0"/>
              </a:rPr>
              <a:t>Another very useful gate is the </a:t>
            </a:r>
            <a:r>
              <a:rPr lang="en-US" sz="2600">
                <a:solidFill>
                  <a:schemeClr val="accent2"/>
                </a:solidFill>
                <a:latin typeface="Arial" charset="0"/>
              </a:rPr>
              <a:t>exclusive OR (XOR) gate.</a:t>
            </a:r>
            <a:r>
              <a:rPr lang="en-US" sz="2600">
                <a:latin typeface="Arial" charset="0"/>
              </a:rPr>
              <a:t>  </a:t>
            </a:r>
          </a:p>
          <a:p>
            <a:r>
              <a:rPr lang="en-US" sz="2600">
                <a:latin typeface="Arial" charset="0"/>
              </a:rPr>
              <a:t>The output of the XOR operation is true only when the values of the inputs differ.</a:t>
            </a:r>
            <a:endParaRPr lang="en-US" sz="2500">
              <a:latin typeface="Arial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  <a:noFill/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Logic Gates</a:t>
            </a:r>
            <a:endParaRPr lang="en-US" sz="3400" dirty="0">
              <a:latin typeface="Arial" charset="0"/>
            </a:endParaRPr>
          </a:p>
        </p:txBody>
      </p:sp>
      <p:pic>
        <p:nvPicPr>
          <p:cNvPr id="25605" name="Picture 5" descr="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429000"/>
            <a:ext cx="4287838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105400" y="5181600"/>
            <a:ext cx="3429000" cy="762000"/>
          </a:xfrm>
          <a:prstGeom prst="rect">
            <a:avLst/>
          </a:prstGeom>
          <a:solidFill>
            <a:srgbClr val="E2FE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en-US" sz="2200" b="1" baseline="0">
                <a:solidFill>
                  <a:srgbClr val="CC3300"/>
                </a:solidFill>
              </a:rPr>
              <a:t>Note the special symbol</a:t>
            </a:r>
            <a:r>
              <a:rPr lang="en-US" sz="2200" b="1" baseline="0">
                <a:solidFill>
                  <a:srgbClr val="3333CC"/>
                </a:solidFill>
              </a:rPr>
              <a:t> </a:t>
            </a:r>
            <a:r>
              <a:rPr lang="en-US" sz="2200" b="1" baseline="0">
                <a:solidFill>
                  <a:srgbClr val="3333CC"/>
                </a:solidFill>
                <a:sym typeface="Symbol" pitchFamily="18" charset="2"/>
              </a:rPr>
              <a:t> </a:t>
            </a:r>
            <a:r>
              <a:rPr lang="en-US" sz="2200" b="1" baseline="0">
                <a:solidFill>
                  <a:srgbClr val="CC3300"/>
                </a:solidFill>
              </a:rPr>
              <a:t>for the XOR operation.</a:t>
            </a:r>
            <a:endParaRPr lang="en-US" baseline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545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410760" y="312480"/>
              <a:ext cx="8394480" cy="6135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400" y="303120"/>
                <a:ext cx="8413200" cy="61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7552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16280" y="80280"/>
              <a:ext cx="8787240" cy="64832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920" y="70920"/>
                <a:ext cx="8805960" cy="650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7123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2B20DC8-2463-487A-BBB2-4804115A48E9}" type="slidenum">
              <a:rPr lang="en-US" sz="1400" baseline="0" smtClean="0">
                <a:solidFill>
                  <a:srgbClr val="000000"/>
                </a:solidFill>
              </a:rPr>
              <a:pPr/>
              <a:t>32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3276600" cy="2743200"/>
          </a:xfrm>
          <a:noFill/>
        </p:spPr>
        <p:txBody>
          <a:bodyPr/>
          <a:lstStyle/>
          <a:p>
            <a:r>
              <a:rPr lang="en-US" sz="2500">
                <a:solidFill>
                  <a:schemeClr val="accent2"/>
                </a:solidFill>
                <a:latin typeface="Arial" charset="0"/>
              </a:rPr>
              <a:t>NAND and NOR</a:t>
            </a:r>
            <a:r>
              <a:rPr lang="en-US" sz="2500">
                <a:latin typeface="Arial" charset="0"/>
              </a:rPr>
              <a:t> are two very important gates.  Their symbols and truth tables are shown at the right.</a:t>
            </a:r>
            <a:r>
              <a:rPr lang="en-US" sz="2600">
                <a:latin typeface="Arial" charset="0"/>
              </a:rPr>
              <a:t> </a:t>
            </a:r>
            <a:endParaRPr lang="en-US" sz="2500">
              <a:latin typeface="Arial" charset="0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  <a:noFill/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Logic Gates</a:t>
            </a:r>
            <a:endParaRPr lang="en-US" sz="3400" dirty="0">
              <a:latin typeface="Arial" charset="0"/>
            </a:endParaRPr>
          </a:p>
        </p:txBody>
      </p:sp>
      <p:pic>
        <p:nvPicPr>
          <p:cNvPr id="26629" name="Picture 7" descr="19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225" y="1600200"/>
            <a:ext cx="5083175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571680" y="2286000"/>
              <a:ext cx="5590440" cy="3920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320" y="2276640"/>
                <a:ext cx="5609160" cy="393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1494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defRPr sz="2000" baseline="30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96DC169-19AD-464D-B14B-CCF386EF33DD}" type="slidenum">
              <a:rPr lang="en-US" sz="1400" baseline="0" smtClean="0">
                <a:solidFill>
                  <a:srgbClr val="000000"/>
                </a:solidFill>
              </a:rPr>
              <a:pPr/>
              <a:t>33</a:t>
            </a:fld>
            <a:endParaRPr lang="en-US" sz="1400" baseline="0">
              <a:solidFill>
                <a:srgbClr val="000000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82588"/>
            <a:ext cx="5943600" cy="547687"/>
          </a:xfrm>
          <a:noFill/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Arial" charset="0"/>
              </a:rPr>
              <a:t>  Logic Gates</a:t>
            </a:r>
            <a:endParaRPr lang="en-US" sz="3400" dirty="0">
              <a:latin typeface="Arial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3352800" cy="4648200"/>
          </a:xfrm>
          <a:noFill/>
        </p:spPr>
        <p:txBody>
          <a:bodyPr/>
          <a:lstStyle/>
          <a:p>
            <a:r>
              <a:rPr lang="en-US" sz="2500">
                <a:latin typeface="Arial" charset="0"/>
              </a:rPr>
              <a:t>NAND and NOR are known as </a:t>
            </a:r>
            <a:r>
              <a:rPr lang="en-US" sz="2500" i="1">
                <a:solidFill>
                  <a:schemeClr val="accent2"/>
                </a:solidFill>
                <a:latin typeface="Arial" charset="0"/>
              </a:rPr>
              <a:t>universal gates</a:t>
            </a:r>
            <a:r>
              <a:rPr lang="en-US" sz="2500">
                <a:latin typeface="Arial" charset="0"/>
              </a:rPr>
              <a:t> because they are inexpensive to manufacture and </a:t>
            </a:r>
            <a:r>
              <a:rPr lang="en-US" sz="2500">
                <a:solidFill>
                  <a:schemeClr val="accent2"/>
                </a:solidFill>
                <a:latin typeface="Arial" charset="0"/>
              </a:rPr>
              <a:t>any Boolean function can be constructed using only NAND or only NOR gates</a:t>
            </a:r>
            <a:r>
              <a:rPr lang="en-US" sz="2500">
                <a:latin typeface="Arial" charset="0"/>
              </a:rPr>
              <a:t>.</a:t>
            </a:r>
            <a:r>
              <a:rPr lang="en-US" sz="2600">
                <a:latin typeface="Arial" charset="0"/>
              </a:rPr>
              <a:t>  </a:t>
            </a:r>
          </a:p>
        </p:txBody>
      </p:sp>
      <p:pic>
        <p:nvPicPr>
          <p:cNvPr id="27653" name="Picture 5" descr="21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938" y="1608138"/>
            <a:ext cx="4487862" cy="418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5348880" y="1643040"/>
              <a:ext cx="3652560" cy="4036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39520" y="1633680"/>
                <a:ext cx="3671280" cy="40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5375880" y="107280"/>
              <a:ext cx="2938320" cy="3474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66520" y="97920"/>
                <a:ext cx="2957040" cy="349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7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20EFAB-B866-4D4F-BA5E-63E0C1C195B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527040" y="384120"/>
              <a:ext cx="7840440" cy="50990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680" y="374760"/>
                <a:ext cx="7859160" cy="51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4768560" y="1848600"/>
              <a:ext cx="1116720" cy="14022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59200" y="1839240"/>
                <a:ext cx="1135440" cy="14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997151"/>
      </p:ext>
    </p:extLst>
  </p:cSld>
  <p:clrMapOvr>
    <a:masterClrMapping/>
  </p:clrMapOvr>
</p:sld>
</file>

<file path=ppt/theme/theme1.xml><?xml version="1.0" encoding="utf-8"?>
<a:theme xmlns:a="http://schemas.openxmlformats.org/drawingml/2006/main" name="ECOA_Mstr">
  <a:themeElements>
    <a:clrScheme name="ECOA_Mstr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COA_Mstr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COA_Mstr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OA_Mstr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OA_Mstr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5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6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7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8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9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0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1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2.xml><?xml version="1.0" encoding="utf-8"?>
<a:themeOverride xmlns:a="http://schemas.openxmlformats.org/drawingml/2006/main">
  <a:clrScheme name="">
    <a:dk1>
      <a:srgbClr val="000000"/>
    </a:dk1>
    <a:lt1>
      <a:srgbClr val="D9F1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E9F7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1197</Words>
  <Application>Microsoft Office PowerPoint</Application>
  <PresentationFormat>On-screen Show (4:3)</PresentationFormat>
  <Paragraphs>172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Symbol</vt:lpstr>
      <vt:lpstr>Times New Roman</vt:lpstr>
      <vt:lpstr>ECOA_Mstr</vt:lpstr>
      <vt:lpstr>  Introduction</vt:lpstr>
      <vt:lpstr>  Introduction</vt:lpstr>
      <vt:lpstr>  Boolean Algebra</vt:lpstr>
      <vt:lpstr> Boolean Algebra</vt:lpstr>
      <vt:lpstr>  Boolean Algebra</vt:lpstr>
      <vt:lpstr>  Boolean Algebra</vt:lpstr>
      <vt:lpstr> Boolean Algebra</vt:lpstr>
      <vt:lpstr>  Boolean Algebra</vt:lpstr>
      <vt:lpstr> Boolean Algebra</vt:lpstr>
      <vt:lpstr>  Boolean Algebra</vt:lpstr>
      <vt:lpstr>  Boolean Algebra</vt:lpstr>
      <vt:lpstr> Boolean Algebra</vt:lpstr>
      <vt:lpstr>  Boolean Algebra</vt:lpstr>
      <vt:lpstr> Boolean Algebra</vt:lpstr>
      <vt:lpstr>  Boolean Algebra</vt:lpstr>
      <vt:lpstr>  Boolean Algebra</vt:lpstr>
      <vt:lpstr>PowerPoint Presentation</vt:lpstr>
      <vt:lpstr> Boolean Algebra</vt:lpstr>
      <vt:lpstr>PowerPoint Presentation</vt:lpstr>
      <vt:lpstr>  </vt:lpstr>
      <vt:lpstr>  </vt:lpstr>
      <vt:lpstr>  </vt:lpstr>
      <vt:lpstr>  </vt:lpstr>
      <vt:lpstr>  </vt:lpstr>
      <vt:lpstr>   </vt:lpstr>
      <vt:lpstr>PowerPoint Presentation</vt:lpstr>
      <vt:lpstr> Logic Gates</vt:lpstr>
      <vt:lpstr>  Logic Gates</vt:lpstr>
      <vt:lpstr>  Logic Gates</vt:lpstr>
      <vt:lpstr>   </vt:lpstr>
      <vt:lpstr>  </vt:lpstr>
      <vt:lpstr> Logic Gates</vt:lpstr>
      <vt:lpstr>  Logic Gates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Introduction</dc:title>
  <dc:creator>ADMIN</dc:creator>
  <cp:lastModifiedBy>Sivasankaran</cp:lastModifiedBy>
  <cp:revision>2</cp:revision>
  <dcterms:created xsi:type="dcterms:W3CDTF">2022-03-22T04:17:43Z</dcterms:created>
  <dcterms:modified xsi:type="dcterms:W3CDTF">2024-02-16T10:33:56Z</dcterms:modified>
</cp:coreProperties>
</file>
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322" r:id="rId24"/>
    <p:sldId id="32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91" r:id="rId34"/>
    <p:sldId id="317" r:id="rId35"/>
    <p:sldId id="292" r:id="rId36"/>
    <p:sldId id="293" r:id="rId37"/>
    <p:sldId id="294" r:id="rId38"/>
    <p:sldId id="295" r:id="rId39"/>
    <p:sldId id="334" r:id="rId40"/>
    <p:sldId id="297" r:id="rId41"/>
    <p:sldId id="298" r:id="rId42"/>
    <p:sldId id="299" r:id="rId43"/>
    <p:sldId id="300" r:id="rId44"/>
    <p:sldId id="330" r:id="rId45"/>
    <p:sldId id="301" r:id="rId46"/>
    <p:sldId id="302" r:id="rId47"/>
    <p:sldId id="303" r:id="rId48"/>
    <p:sldId id="304" r:id="rId49"/>
    <p:sldId id="305" r:id="rId50"/>
    <p:sldId id="306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23" r:id="rId59"/>
    <p:sldId id="324" r:id="rId60"/>
    <p:sldId id="325" r:id="rId61"/>
    <p:sldId id="326" r:id="rId62"/>
    <p:sldId id="327" r:id="rId63"/>
    <p:sldId id="328" r:id="rId64"/>
    <p:sldId id="331" r:id="rId65"/>
    <p:sldId id="332" r:id="rId66"/>
    <p:sldId id="333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09:41:22.7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16024 13667,'-49'0,"98"0,26 0,-26 0,26 0,-1-74,0 74,26-74,-26 74,-24-75,-1 75,-24-25,-25 1</inkml:trace>
  <inkml:trace contextRef="#ctx0" brushRef="#br0" timeOffset="264.01">16471 13271,'24'0,"1"0,25 0,24 0,-49 0,25 0,-50 24,25-24,-25 50,0 0,0-26,-25 26,0 24,-50 1,26-1,-1-74</inkml:trace>
  <inkml:trace contextRef="#ctx0" brushRef="#br0" timeOffset="7724.44">7194 14511,'0'-25,"0"0,0-24,0 49,-25 0,-25 0,50 24,-25-24,25 25,-24 0,24 25,0-26,-50-24,50 25,0 25,0-25,-25-25,25 24,0 1,0 25,0-25,0-1,0 26,0-25,0 0,0 24,0 26,0-51,0 1,0 25,0-25,0-1,0 26,25-25,-25 0,0 24,0-24,25-25,-25 25,0 25,25-50,-25 24,24-24,26 0,-25 0,0 0,-25 0,49 0,-49-49,25 49,-25-25,25-25,-25 25,0 1,50 24,-50-25,0-25,0 25,0 1,0-26,0 25,0-24,0-1,-25 50,25-50,0 26,0-1,-25 25,25-50,-25 25,25 1,-49-26,49 25,0 0,-25 25,25-49,0 24,-25 25,25-25,0-24,-50 49,50-25,-25 25,50 0,0 0</inkml:trace>
  <inkml:trace contextRef="#ctx0" brushRef="#br0" timeOffset="10139.58">8285 14436,'-25'0,"25"-24,-24 24,-26 0,25 0,25 0,-25 0,25 49,-49-24,49 0,0 24,0-24,-25-25,25 25,0 25,0-1,0-24,0 0,0 24,0 1,0 0,0-26,0 26,0-25,0 0,0 24,0-24,0 0,0 24,0-24,0 0,0 25,0-26,0 1,0 25,49-50,-49 25,25-25,-25 25,25-25,25 0,-25 0,-25 0,24 0,26-25,-25-25,-25 25,25 25,-25-49,0 24,49 0,-49-49,25 49,-25 0,0-25,0 1,0-1,0 25,0-24,0 24,0 0,0-24,-50 24,50 0,-24 25,-1-50,-25 50,50-24,-25 24,25-50,-24 50,24-25,-50 25</inkml:trace>
  <inkml:trace contextRef="#ctx0" brushRef="#br0" timeOffset="13594.77">7045 15652,'0'0,"0"-25,-25 25,-25-25,26-24,-26-1,25 0,-24 1,24-26,-25 26,1-26,49 26,-25 24,25 0,0-25,-50 1,50-26,0 26,-74-26,74 26,-50-1,50 1,-25 24,25 0,0-25,-49 26,49-1,0-50,0 51,0-26,0 0,0 1,0-1,0 50,0-25,49-24,-24-1,50 25,-26-24,1 24,-1 25,-49-50,50 50,-25-25,24 25,1 0,-50-24,50 24,-26 0,1 0,25-50,-25 50,24 0,1 0,-25 0,24 0,1 0,24-25,1 25,24 0,0 0,-24 0,-1 0,-24 0,24 0,-24 0,-26 0,26 0,-25 0,0 25,24-25,-24 0,25 50,-1-50,1 24,-25 26,24-25,1 24,0-24,-1-25,-49 50,25-50,-25 25,25-25,-25 24,49 26,-49-25,25-25,-25 25,25-25,-25 74,50-49,-26 25,26-26,-50 26,25-50,-25 50,0-1,0 1,0-25,0 24,0 26,0-1,0-49,0 0,0 24,0 26,0-51,0 26,0-50,0 50,0 24,-50 0,50-24,-25 0,25-25,-49-25,49 49,-25-24,25 25,-25-50,25 24,-49-24,24 25,-25 25,1-50,49 25,-25-25,-25 49,1-49,49 50,-50-50,25 0,25 25,-49-25,-1 24,25-24,-25 50,26-50,-26 0,50 25,-25-25,-24 0,24 0,0 0,-25 0,26 0,-26 0,0 0,-24 0,24 0,1 0,24 0,-25 0,26 0,-1 0,25-50,-50 50,25 0,1 0,24-25,-50 25,25 0,-24-24,24 24,25-50,-50 50,25-25,-24 25,49-25,-25 25,25-49,-25 49,0 0,25-25</inkml:trace>
  <inkml:trace contextRef="#ctx0" brushRef="#br0" timeOffset="27151.55">7219 14610,'24'0,"-24"-50,0 26,0 24,-24 0,-1 0,25 0,-50 0,50 49,0-24,-25 0,25 49,0-24,-49-50,49 25,0-1,0 26,0-25,0 24,0 1,0 24,0-49,0 0,0 25,0-26,24-24,-24 25,25-25,-25 25,0 25,25-50,25 0,-50 24,25-24,-1 0,26 0,-50 0,25 0,-25-49,25-1,-25 25,0-24,49-1,-49 1,0-1,0 0,0 1,0-1,-25 25,25-49,-24 24,24 26,-25 24,25-25,-50 25,50-50,-25 25,1 25,24-49,-50 49,25 0,0 0,-24 0,49 25,0-1</inkml:trace>
  <inkml:trace contextRef="#ctx0" brushRef="#br0" timeOffset="31164.78">8236 14511,'0'-25,"-25"25,25-50,-25 50,-25 0,25 0,25 25,-24 0,24 25,-50-50,50 24,0 1,0 0,0 25,-25-26,25 26,0-25,0 0,0 24,0-24,0 0,0 0,0 24,0-24,0 0,0 24,0-24,0 0,0 25,0-26,0-24,0 25,0 25,50-25,-50-1,25-24,-25 50,24-50,-24 25,50-25,-25 0,0 0,0 0,-25 0,49 0,-49-75,25 75,-25-49,50 24,-50-25,0 26,0-26,24 0,-24 1,0 24,0-25,0 26,0-26,0 0,0-24,0 49,0-24,0 24,0 0,0-25,0 1,0 24,0 25,0-25,-49 25,49-49,0 73</inkml:trace>
  <inkml:trace contextRef="#ctx0" brushRef="#br0" timeOffset="34200.95">8335 13891,'-50'-25,"25"25,25-50,-49 50,-1 0,0 0,26 0,-26 0,0 0,1 0,-1-25,1 25,24 0,0 0,-25 0,1 0,-1 0,25 0,-24 0,24 0,0 50,-24-50,24 0,-25 0,1 25,-26-25,1 0,49 0,0 49,-25-49,26 0,-26 0,50 25,-50-25,1 0,24 25,-25 25,26-50,24 24,-25-24,25 25,-50 25,50-1,-25-49,25 25,-49 25,24-1,25-24,0 25,-50-25,50 24,0-24,0 0,0 0,0 24,0-24,0 0,0 25,0-26,0 1,0 25,0-25,0-1,0 26,0-25,25 0,-25 24,0-24,25 0,25 74,-1-49,-24-1,25 26,-26-26,-24-24,25-25,-25 50,50-50,-50 74,25-74,-25 50,24-50,-24 25,50-25,-25 49,24 1,-49-25,25-25,-25 24,50-24,0 50,-26-50,-24 25,25-25,25 0,-50 25,25-25,-1 0,26 49,-25-49,0 0,24 0,-24 0,0 0,24 0,-24 0,0 0,0 0,-25 0,49 0,-24 0,-25-49,25 49,25 0,-50-25,24 25,1 0,25-25,-25 25,-1 0,-24-50,75 50,-75-24,25 24,-1 0,-24-25,50 25,-25 0,-25-50,25 50,-25-25,49 25,1-24,-25 24,-25-50,25 50,24-25,-24-24,25 49,-50-50,24 50,1 0,-25-25,50-25,-50 26,25 24,-25-50,24 0,-24 1,50-1,-50 1,0-26,25 26,-25 24,0 0,0-25,0 26,0-26,0 0,49 1,-49 24,0 0,0-24,0 24,-24-25,24 25,-25-24,25-1,-50 0,25 1,1 49,-26 0,25 0,0 0,-49 49</inkml:trace>
  <inkml:trace contextRef="#ctx0" brushRef="#br0" timeOffset="35868.05">16942 10616,'25'0,"0"0,-1 0,51 0,-1-49,50-1,-49 1,-1 49,-24-50,-1 50,-24 0,-25-25</inkml:trace>
  <inkml:trace contextRef="#ctx0" brushRef="#br0" timeOffset="36181.06">17388 10294,'25'0,"50"0,-26 25,1-25,-1 49,-49-24,0 0,0 49,-24 1,-1-50,-50 49,26-24,24-50</inkml:trace>
  <inkml:trace contextRef="#ctx0" brushRef="#br0" timeOffset="40876.33">18926 9153,'0'-50</inkml:trace>
  <inkml:trace contextRef="#ctx0" brushRef="#br0" timeOffset="42670.44">18852 9128,'0'25,"25"49,-25 1,0 24,0 0,74 75,-74-1,0 1,50-25,-50-50,74 25,-24-49,-50-1,49-49,-49 0,25-25,-25 0,25 0,25-25,-26 25,26-75,0 75,-1-24,1 24,24-75,-24 75,-1-49,1 49,0-25,-1 25,-49-50,-25 25</inkml:trace>
  <inkml:trace contextRef="#ctx0" brushRef="#br0" timeOffset="43110.46">18976 8830,'50'0,"24"-24,-24 24,-1-50,1 50,24-50,-24 50,-25-24,24 24,-24-25,0 25,49-50,-74 50</inkml:trace>
  <inkml:trace contextRef="#ctx0" brushRef="#br0" timeOffset="43644.49">18058 10542,'50'-50,"-1"50,-24-24,25 24,24-50,-24 50,-1-50,26 1,-26 49,-24-50,25 50,-25-25,24-24,-49 24,0 25</inkml:trace>
  <inkml:trace contextRef="#ctx0" brushRef="#br0" timeOffset="43973.51">18505 10170,'-25'0,"25"0,25 0,24-50,1 50,-1-24,1 24,0-50,-26 50,26 0,-50-25,25 25,-25 0,0 50,0-25,-25-1,25 26,-50 0,26-1,24-24,-75 0,75 24</inkml:trace>
  <inkml:trace contextRef="#ctx0" brushRef="#br0" timeOffset="44154.52">18728 10344,'25'0</inkml:trace>
  <inkml:trace contextRef="#ctx0" brushRef="#br0" timeOffset="46217.64">17364 9922,'0'-25,"24"25,26-50,-25 50,24-24,-24 24,0 0,25-50,-26 50,1 0,-25-25,0 25,0-25,-25 25,25-49,-49 49,49-25,0 0,0-24,0 24,25 25,24-25,1 25,-50-50,25 50,24 0,-49 25,0 25,0-25,0-1,0 26,25-50,-25 50,0-26,25-24,-25 0,50 0,-1-49,26 24,-26 25,1-50,-50 26,0-1,0 25,0-50,-50 50,50-25,-25 25,25-24,0 24,50-50,-25 50,-25-25,25 25,-25 0,0 25,0 25,49-50,-49 49,0-24,25-25,-25 50,25-50,-25-25,49 25,-49-25,100 25,-51-50,1 50,-50-24,25 24,-25 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09:43:03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11857 6648,'0'-25,"0"-25,0 75,50 49,-50-24,49 24,-49 1,75 49,-75-25,49 25,-49-25,25-24,-25-26,0 1,50-50,-50 50,0-100,0 25</inkml:trace>
  <inkml:trace contextRef="#ctx0" brushRef="#br0" timeOffset="726.04">11832 6648,'25'0,"25"0,-1-25,1 25,49-75,-25 26,1 24,-1-25,-24 26,-25 24,-25-50,0 75,0 0,0-1,0 26,0 24,74-24,-74 24,25 1,-25 49,50-25,-50-24,49 24,-49-25,25-49,-25 0,0 24,50-49,-50 25,0-25,0-49,0 24</inkml:trace>
  <inkml:trace contextRef="#ctx0" brushRef="#br0" timeOffset="1768.1">12725 7268,'-49'0,"49"49,24-49,1-24,0 24,25-25,-26 25,26-50,24 25,50-24,-49 49,-1-75,-24 75,-1-24,-24 24,-50-50</inkml:trace>
  <inkml:trace contextRef="#ctx0" brushRef="#br0" timeOffset="2557.14">13023 6102,'0'0,"49"0,-49 50,50-26,-50 51,74-1,-74 25,50 25,-50-24,74-1,-74-25,75 1,-75-26,25 26,-25-26,49-24,-49 25,25-1,-25-49,0-74,-74 24</inkml:trace>
  <inkml:trace contextRef="#ctx0" brushRef="#br0" timeOffset="3201.18">13048 5953,'49'0,"1"-49,24 49,1-50,24 0,0 1,0-1,-24 25,-1-24,1 24,-26 25,-24-75,25 75,-50-24,24 48,-24 26,50-25,-50 0,50-25,-50 74,24-74,-24 50,50-50,-50 24,25-24,0 25</inkml:trace>
  <inkml:trace contextRef="#ctx0" brushRef="#br0" timeOffset="5481.31">13345 7020,'0'-25,"0"0,50 25,-50-49,0 24,-25 25,0 0,25-25,-25 25,-24 0,24 0,0 0,-24 0,-1 0,25 0,0 0,-49 0,49 0,-24 0,49 50,-25-50,-25 0,50 24,-25-24,25 25,-24-25,-26 50,25-50,25 25,-49-25,49 24,-25-24,25 50,-25-50,25 50,-50-26,50 1,-24-25,24 50,-25-25,25 24,0-24,0 0,0 24,0 26,0-26,0-24,0-25,0 25,25 25,24-26,-24-24,-25 50,25-50,49 0,-49 0,25 0,-1 0,1 0,-25 0,-1 0,26 0,-25-25,0 25,49 0,-74-25,50 25,-26 0,-24-49,50 49,-50-25,50 25,-50-50,74 50,-74-49,50 49,-50-50,49 50,-49-74,25 74,-25-50,50 1,-50 24,0-25,0 25,0-24,0-1,0 1,0 24,0 0,0-25,-25 50,-25-24,25 24,25-25,-24 25,-26-50,25 50,-24 0,24 0,-25 0,25 0,-24 25,24-25,0 0,-49 0,74 25,-25-25,0 0,25 25,-49-25,49 49,-25-49,0 0,25 25,-25-25,-24 25,24-25,25 49,-50-49,50 25,-25-25,25 25,-24-25,24 50,0-26</inkml:trace>
  <inkml:trace contextRef="#ctx0" brushRef="#br0" timeOffset="7296.41">12279 6152,'-50'0,"25"0,0 0,-24 0,-1 0,50 0,-49 0,-1 49,0-49,1 50,24-1,25-24,-50-25,50 25,-24 25,24-1,0-24,0 0,-50 24,50-24,0 0,0 25,0-26,-25 26,25 0,0-26,0 26,0 0,0-1,0-24,0 0,0 25,0-26,0 1,0 25,50-25,-50-1,49 26,1 0,24 24,1-24,-26-50,-24 74,25-49,24 24,-24-49,-1 25,1-25,24 0,-49 0,0 0,-25 0,50 0,-50-25,25 25,-25-74,24 24,-24 26,50-26,-50-24,0 24,25 25,-25-24,0 24,0 0,0-25,0 26,0-1,0-25,0-24,0 24,0 0,0 1,0-1,0-24,0 49,0 0,0 0,-50-24,50 24,0-25,-49 26,49-1,-25-25,25 25,-50-24,50 24,-25 25,25-50,-49 50,24-49,0 49,-25 0,1 0,24 0,-25 25,26-25,-1 24,-25-24,50 50,-49-50,24 25,25 0,0-25</inkml:trace>
  <inkml:trace contextRef="#ctx0" brushRef="#br0" timeOffset="7641.43">11981 6251,'0'-25,"0"0,0 0,0-49,0 24,74 1,-49-26,25 1,-1-1,-24 26,-25-1,50 1,-50-1,49 50,-49-50,-24 50,-1 0</inkml:trace>
  <inkml:trace contextRef="#ctx0" brushRef="#br0" timeOffset="8007.45">11981 5655,'25'0,"24"0,51-74,-26 74,-24-50,-1 50,1-49,-25 49,-25-50,49 50,-49 25,0 25,25-26,-25 26,0 0,0-1,25-24</inkml:trace>
  <inkml:trace contextRef="#ctx0" brushRef="#br0" timeOffset="8428.48">12576 5308,'0'25,"0"0,50 24,0-49,-1 0,1-49,-1-1,-49 25,0-24,0 49,-49 0,-1 0,1 25,-1-1,-24-24,49 75,25-50,25-25,24-25</inkml:trace>
  <inkml:trace contextRef="#ctx0" brushRef="#br0" timeOffset="9064.51">12849 5110,'0'49,"50"1,-1 0,-24-50,-25 49,0-98,0-1,-25 25,25-24,-24 24,24 0,24 25,1 0,25 0,-25 25,-1-25,51 0,-50 0,-25-25,-25 0,25-24,0-1,0 75,49-25</inkml:trace>
  <inkml:trace contextRef="#ctx0" brushRef="#br0" timeOffset="10085.57">13420 7565,'-25'-24,"25"48,0 1,0 50,0-1,0 0,0-24,49 0,-49-1,50-49,0 50,-25-50,-1 0,1 0,25 0,-25 0,24-25,1-25,-1 26,1 24,-25-75,0 75,-25-25,49 25,-74 0</inkml:trace>
  <inkml:trace contextRef="#ctx0" brushRef="#br0" timeOffset="10401.59">13866 7714,'25'0,"0"0,0 0,24 75,-24-75,25 0,-50 24,24-24,-24 25,25-25,-25 25,0 49,0-49,0 0,0 50,-49-75,49 49,-50-49</inkml:trace>
  <inkml:trace contextRef="#ctx0" brushRef="#br0" timeOffset="10828.61">14412 7317,'-25'25,"25"50,-74-1,74 0,0 1,0-26,0 1,0-25,0 24,24-49,1 0,0 0,25-74,-26 49,26-24,-50 24,25-25,-25 1,0-26,0 26,0 24,-25 25,0 0,-24 0,-1 0,0 49,1-24,24 50,25-51,0-24,25 0,49 0</inkml:trace>
  <inkml:trace contextRef="#ctx0" brushRef="#br0" timeOffset="11114.63">14734 7193,'0'0,"0"50,0 0,0-1,25 26,-25-1,50 0,-50-24,49 0,-49-1,0 1,50-25,-50-25,0-25,0-25,-25-24</inkml:trace>
  <inkml:trace contextRef="#ctx0" brushRef="#br0" timeOffset="11346.64">14734 7317,'0'-24,"0"-1,25 25,25-75,-25 75,24-24,-24 24,25-25,-26 25,1-50,25 50,-75 25,25 25</inkml:trace>
  <inkml:trace contextRef="#ctx0" brushRef="#br0" timeOffset="11586.66">14710 7640,'0'0,"49"-75,1 51,-1 24,1-75,24 75,-24-74,-25 74,24-25,1-25,-50 26,25 24</inkml:trace>
  <inkml:trace contextRef="#ctx0" brushRef="#br0" timeOffset="11834.67">15230 7144,'0'-75,"25"75,-25 50,0 0,50-1,-50 1,0-1,25 26,-25-26,0 1,49 0,-49-1,0-98</inkml:trace>
  <inkml:trace contextRef="#ctx0" brushRef="#br0" timeOffset="12066.69">15280 7094,'0'-25,"-25"25,25-49,0 49,50-25,-25 25,-1-50,26 50,-25-24,24 24,-49-25,50 25,-50 25,-25-1</inkml:trace>
  <inkml:trace contextRef="#ctx0" brushRef="#br0" timeOffset="12310.7">15330 7367,'0'0,"24"0,26-50,-25 50,49-74,-49 74,0-25,24 25,-24-49,-25 49,-49 24,24-24</inkml:trace>
  <inkml:trace contextRef="#ctx0" brushRef="#br0" timeOffset="14636.83">14486 8210,'0'0,"100"-49,-1-1,50 1,-1-1,1 0,25-24,-25 24,-25 1,-50 24,1-25,-51 50,1-25,-74 25,24 0</inkml:trace>
  <inkml:trace contextRef="#ctx0" brushRef="#br0" timeOffset="15472.88">11237 9426,'25'0,"49"0,50 0,50-99,49 49,25 0,0-24,25-50,-25 49,25 1,0-25,-50 49,-49 1,-26-1,-73 50,-50-25,-25 25,-25 0,-50 25,26-25,-1 50,-24-50</inkml:trace>
  <inkml:trace contextRef="#ctx0" brushRef="#br0" timeOffset="16002.91">11609 9103,'0'-24,"-25"24,25 24,-25 26,-24 49,-1-24,25-26,-24 1,24-1,25-24,-50-25,75 0,25 0,-1 0,1 75,24-75,-24 49,0-49,24 25,-49-25,0 0</inkml:trace>
  <inkml:trace contextRef="#ctx0" brushRef="#br0" timeOffset="17942.02">12502 5234,'0'0,"-50"0,25 0,25 49,-24-49,24 25,-50-25,0 50,26-50,-26 25,0-25,1 49,-50 1,24-1,-49 26,-25-1,1 1,-1-1,25 25,0 1,0 24,0 0,0 0,24 0,1-25,25 25,24 0,1 0,-1-25,0 50,1 0,-1-25,50 0,-74 25,74-1,-75 1,75-49,-74-1,74-50,-75 1,51-25,-26-25,25 25,0-25,-24 49,-1-49,1 0,-1 0,-49 50,24-50,-24 0,-25 25,0-25,-25 49,0-49,50 75,25-75,-25 49,49-49,25 0,0 0,-24 0,24 25,-25 25,1-26,-1 26,-24-25,49-25,0 49,-25-49,26 50,-26 0,0-50,50 49,-24-49,24 25,0 0,-50 25,50-1,0-24,0 25,0-75,0 0</inkml:trace>
  <inkml:trace contextRef="#ctx0" brushRef="#br0" timeOffset="18328.04">7814 8905,'0'0,"0"0,0 25,-50 49,50-24,0-1,0 1,0 0,0-1,0 26,0-51,25-48,0-1,24 25,26-25,-26 25,26 0,-1-50,-24 50,0 0,-26 0,-24 25,0 0,-24-25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9:27:43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14784 5482,'0'-25,"25"25,-25 0,74 0,-49 0,25 0,24 50,-24-50,24 0,-24 0,24 0,25 0,0 0,1 24,-51-24,-24 0,25 0</inkml:trace>
  <inkml:trace contextRef="#ctx0" brushRef="#br0" timeOffset="668.03">15727 4887,'-50'0,"50"-25,0 50,0 24,0 26,0-1,0 25,0 0,0 50,-25-74,25-1,0-49,0 0,0 24,-50 1,50-50</inkml:trace>
  <inkml:trace contextRef="#ctx0" brushRef="#br0" timeOffset="1762.1">15776 4961,'-49'0,"73"0,51 0,-50 0,24 0,1-50,24 50,-24 0,-1 0,-24 0,25 0,-25 0,-1 0,1 0,25 0,-25 0,24 0,1 0,-1 0,-24 0,-25 25,0 25,0-1,0-24,0 0,0 25,0-1,0 1,0-1,0 1,0 24,0-24,0-25,0 0,0 24,0 1,0-25</inkml:trace>
  <inkml:trace contextRef="#ctx0" brushRef="#br0" timeOffset="2266.12">16545 5631,'0'0,"0"0,50 0,-26 0,1 0,25 0,0 0,-1 0,-24 0,49 0,-24 0,0 0,-1 0,1 0,-1 0,26 0,-26 0,-24 0,0 0,25 0,-26 0,26 0,0 0,-26 0,-24 0</inkml:trace>
  <inkml:trace contextRef="#ctx0" brushRef="#br0" timeOffset="3253.18">17388 4862,'0'-50,"0"75,0 25,0-1,0-24,25 25,-25-26,0 26,0 24,0-49,0 0,0 0,0 24,0-24,0 0,50 49,-50-49,0 0,0 25,0-26,0 1,0 25,0-25,-25-25</inkml:trace>
  <inkml:trace contextRef="#ctx0" brushRef="#br0" timeOffset="4698.26">17364 5035,'0'-49,"0"49,49 0,1 0,-25 0,-1 0,26 0,-25 0,24 0,1 0,25 0,-26 0,26 0,-26 0,1 0,-1 0,1 0,-25 0,0 0,-25-25,49 25,-49 0,0 74,25-74,-25 50,0 0,0 24,0-49,0 24,0 1,0 0,0-1,0-24,0 25,0-26,-25 26,25 24,0-49,0 0,0 0,-25-25,25 0,50 0,0 0,-26 0,26 0,-25 0,24 0,1 0,24 0,-24 0,0 0,-1 0,1 0,-1 0,1 0,-25 0,0 0,49 0,-24 0,-1 0,1 0,0 0,-1 0,-24 0,-25 0,0-25</inkml:trace>
  <inkml:trace contextRef="#ctx0" brushRef="#br0" timeOffset="5237.29">19150 5035,'49'25,"-49"25,0-25,0-1,0 51,0-1,0 25,0-24,-25-1,25-24,0-1,0-24,0 25,0-50,0-50,0 1,0 24</inkml:trace>
  <inkml:trace contextRef="#ctx0" brushRef="#br0" timeOffset="8829.5">19150 4961,'0'0,"24"0,51 0,-50 0,-1 0,1 0,25 0,-1 0,1 0,0 0,24 0,0 0,1 0,-26 0,26 0,-25 0,-1 0,1 0,-1 0,-24 0,0 0,-25 0,0 25,0 24,0 1,0-25,0 0,0 49,0 0,0 1,0-26,0 1,0 0,0 24,0-49,-50 0,50 24,0-24,0 25,-24-50,24 49,0 1,0-75,0 25,49 0,-24 0,0 0,24 0,1 0,-25 0,24 0,1 0,24 0,-24 0,0 25,-1-25,1 0,24 0,-24 25,-1-25,1 0,25 0,-51 0,1 0,0 0,-25-25,0 0,0-25,0 1,0 24,0 0,0 0,0-24,0 24,0 0,0-24,0 24,0 0,0-25,0 1,0 24,0 0,0-24,50 49,-50-25,0 0,0-25,0 26,24 24,-24-25,0-25,25 50,-25-25,50 25,-25 0,49 0,-24 25,-1-25,1 0,-1 0,1 25,24-25,-24 0,0 0,-1 0,-24 0,25 50,-26-50,26 0,0 0,-26 0,1 0,25 0,0 0,-26 0,1 0,25 0,-25 0,-25 24,0 1,0 25,0-1,0-24,0 25,0-1,0 26,0-26,0-24,0 25,0-1,0 26,0-50,0-25,0 49,0-24,24-25,-24 0,50 0,0 0,24 0,-49 0,0 0,24 0,26 0,-51 0,26 0,-25 0,24 0,1 0,-25 0,0 0,49 0,-24 0,-26 0,1 0,25 0,-25 0,0 0,-25 0,0 50,0-50</inkml:trace>
  <inkml:trace contextRef="#ctx0" brushRef="#br0" timeOffset="12990.74">16123 5234,'25'0,"-25"-25,0 0,0 25,0 50,0-1,25-49,-25 50,0 0,0-26</inkml:trace>
  <inkml:trace contextRef="#ctx0" brushRef="#br0" timeOffset="13644.78">17165 5333,'0'-50,"0"26,0 24,-49 0,-1 24,0 51,50-26,0-24,0 25,0-50,50 0,-25 0,0 0,49-50,-49 1,-25 24,0-25,49 25,-49 1,-24 24,-1 0,0 0,-25 0,50 0,0 24</inkml:trace>
  <inkml:trace contextRef="#ctx0" brushRef="#br0" timeOffset="14100.8">17785 5432,'0'-25,"0"25,0 25,0 25,0-1,0-24,0 0,0 25</inkml:trace>
  <inkml:trace contextRef="#ctx0" brushRef="#br0" timeOffset="14691.84">18753 5482,'0'-25,"-25"50,0-25,25 49,-50-49,50 50,-49 0,74-26,24-24,1 0,-25 0,49 0,-49-49,-25-1,25 25,-25-24,0 49,-25 0,0 0,-25 0</inkml:trace>
  <inkml:trace contextRef="#ctx0" brushRef="#br0" timeOffset="15313.87">19621 5383,'0'-50,"0"25,0 50,0 25,0-26,0 26,0-25,0 24,0-24,0 25,74-50</inkml:trace>
  <inkml:trace contextRef="#ctx0" brushRef="#br0" timeOffset="15870.9">20787 5655,'0'-24,"-50"24,25 0,0 24,-24-24,49 50,0-25,25-25,-1 0,26 0,-25 0,24 0,-49 0,25 0,-25-50,0 25,0 25,-74 0,24 0,25 25</inkml:trace>
  <inkml:trace contextRef="#ctx0" brushRef="#br0" timeOffset="44407.54">16868 4812,'0'-25,"0"0,-25-24,0 49,25-25,-50 25,50-50,-49 50,49-24,-25 24,0 0,25-25,-74 25,49-50,0 50,-25-25,1 25,-1 0,1-49,-1 49,25 0,-24 0,-1 0,25 0,0 0,-24 0,24 0,0 0,25 25,-49-25,-26 0,26 0,49 24,-50-24,25 0,-24 50,-1-50,50 25,-25-25,25 25,-50-25,50 24,-49-24,24 50,0-50,25 25,-49 24,49-24,-25-25,25 25,0 25,-25-50,25 25,0-1,-50 26,50-25,0 0,0 24,0-24,0 0,0 24,0-24,0 0,25 49,-25-49,0 0,25-25,-25 25,0 24,0-24,25 25,-25-25,0-1,49-24,-49 25,0 25,25-50,-25 25,25 24,-25-24,50-25,-50 25,24-25,-24 25,25-25,-25 49,50-49,-50 25,25-25,0 50,49-50,-49 0,-25 25,25-25,24 0,-49 24,50-24,-25 0,-1 0,26 0,-25 0,0 0,24 0,-24 0,0 0,24 0,26 0,-50 0,-1 0,26-49,-25 49,0 0,-25-25,49 25,-24-50,25 50,-50-25,24 25,-24-24,25 24,25-50,-25 25,-25 0,25 25,-25-49,49 24,-49-25,25 50,-25-24,0-1,25 25,-25-50,0-24,49 24,-49 1,0-1,25 50,-25-50,0 1,0 24,0 0,0-24,50 24,-50 0,0-25,0 26,0-1,0-25,0 25,-25 25,25-25,-25 25,25-49,-25 49,25-25,-24 25,24-25,-50 25,75 0,0 0</inkml:trace>
  <inkml:trace contextRef="#ctx0" brushRef="#br0" timeOffset="46293.64">16619 4242,'0'-25,"0"25,0 25,0 24,-24-49,24 50,0-1,-50 1,50-25,0 24,-25-24,25 25,0-25,0-1,0 26,0 0,-49-26,49 1,0 25,0-25,0 0,0 24,0-24,0 0,0 24,0-24,0 0,0 25,0-26,0 1,0 0,0 25,0-26,0 1,0 25,0-25,0-1,-25 26,25-25,0 0,0 24,-25-24,25 0,0 24,0 1,0-25,0 24,0-24,-50-25,50 25,0 25,0-25,0-1,0 1,0 25,0-1,0-24,-24-25,-1 0,25 0</inkml:trace>
  <inkml:trace contextRef="#ctx0" brushRef="#br0" timeOffset="47048.69">16297 5854,'0'-50,"-50"50,50 50,0 0,0-26,0 1,0 25,0-25,0-1,0 26,0 0,0-26,0 26,50 0,0-1,-26-49,26 50,-25-50,24 25,1-25,0 0,-26 0,26 49,0-49,-25 0,24 0,1 0,-25 0,-1 0,51 0,-50 0,-25 0</inkml:trace>
  <inkml:trace contextRef="#ctx0" brushRef="#br0" timeOffset="47444.71">16892 6400,'0'-25,"-49"25,74 0,-1 0,26 49,0-49,-26 0,26 0,-25 0,-25 25,0 0,0 25,0-26,-25-24,25 50,0-25</inkml:trace>
  <inkml:trace contextRef="#ctx0" brushRef="#br0" timeOffset="48193.75">17661 6226,'0'-50,"0"75,0 50,0-1,0 0,0-24,0 0,0-1,50 26,-50-51,0 1,0 0,0 25</inkml:trace>
  <inkml:trace contextRef="#ctx0" brushRef="#br0" timeOffset="48397.76">17636 6598,'0'-50,"0"50,25-49,25 49,-25-25,0 25,49 0,-49 0,0 0,-1 0</inkml:trace>
  <inkml:trace contextRef="#ctx0" brushRef="#br0" timeOffset="48765.78">17934 6424,'25'50,"-25"-25,25-25,-25 74,0-24,0-1,0-98,0-1,49 25,-49-24,25 24,-25 0,50 25,-25 0,-25-49</inkml:trace>
  <inkml:trace contextRef="#ctx0" brushRef="#br0" timeOffset="49017.8">18232 6424,'0'50,"0"0,0-26,0 26,0-25</inkml:trace>
  <inkml:trace contextRef="#ctx0" brushRef="#br0" timeOffset="49184.81">18232 6474,'25'-50,"24"50,1 0,-25 0,24 0</inkml:trace>
  <inkml:trace contextRef="#ctx0" brushRef="#br0" timeOffset="50691.89">18480 6424,'0'-24,"-50"24,1 49,49-24,-25-25,25 25,25-25,-1 0,1 0,25 0,-50 0,25 0,-25-25,49-25,-49 75,0 0,0 0,0 24,0 26,0-26,0 26,0-26,0 1,0 0,-25-1,25-24,-24-25,-26 0,50 0,0-25,0-49,0 24,50 1,-50 24,24-25,26 25,-25 25,24-74,-24 74,0-50,25 50,-26-49,26-1,-50 25,50 25,-50-24,-25 24,-25 0,25 24,-24 26,49 0,0-26,25-24,-1 0,1 0,50 0,-75 0,25 0,-25-49,24 49,-24-25,0 50,0 24,0 1,0 0,0 24,0-24,0-1,-49 26,49-50,-25 24,-25-24,50-25,0-50,0 26,0-26,50-49,-25 24,24 26,-49-1,50 25,-50 0,50 25,-50-74,49 74,-49-25,25 25,-25-25,0 25,-25 0,25 50,-49 0,49-26,0 1,-25-25,25 75,25-51,49-24,-49 0,24 0,1 0,-25-49,24-26,-49 26,0 24,0 0,-24 25,-1-49,25 24,49 25,-49 0,25 49,-25 1,0 0,0-1,25-49,-25 50,50-50,-50 49,24-49,1 0</inkml:trace>
  <inkml:trace contextRef="#ctx0" brushRef="#br0" timeOffset="55115.15">19075 5383,'0'-25,"0"0,50 25,-50-25,25-24,-25 24,24 25,-24-25,50 25,-25 0,-25 0,25 0,-25 25,49-25,-49 49,25-49,-25 25,25-25,-25 25,49-25,-49 25,25-25,-25 49,25-49,-25 25</inkml:trace>
  <inkml:trace contextRef="#ctx0" brushRef="#br0" timeOffset="55633.18">19174 5680</inkml:trace>
  <inkml:trace contextRef="#ctx0" brushRef="#br0" timeOffset="56457.22">19199 4936,'-25'0,"25"0,-24 0,24 25,-25-25,25 25</inkml:trace>
  <inkml:trace contextRef="#ctx0" brushRef="#br0" timeOffset="57338.27">19100 5631,'0'0,"50"0,-26 0,26 0,-25-50,-25 25</inkml:trace>
  <inkml:trace contextRef="#ctx0" brushRef="#br0" timeOffset="57777.3">19199 5011,'25'0,"25"0,-50-25,49 25,1 0,-25 0</inkml:trace>
  <inkml:trace contextRef="#ctx0" brushRef="#br0" timeOffset="60233.44">17264 9203,'-24'0,"24"0,24 0,1 0,25 0,-25 0,24 0,1 0,24 0,1 0,-1 0,1 0,24 0,-25 0,1 0,-26 0,1 0,-1 0,1 0,-50 0</inkml:trace>
  <inkml:trace contextRef="#ctx0" brushRef="#br0" timeOffset="61599.52">18182 7516,'0'0,"0"49,0 1,0 0,0-26,0 26,0-25,0 0,0 24,0-24,0 0,0 24,0-24,0 0,0 0,0 25,0-26,0 1,0 50,0-51,0 1,0 25,0-1,0 1,0-25,0 24,0-24,0 0,25-25,-25 25,0 24,0-24,0 0,0 25,0-26,0 1,0 25,25-50,-25 25,0-1,0 26,0-25,25-25,-25 25,0 24,0-24,0 0,49 25,-49-26,0 1,0-25,0-25</inkml:trace>
  <inkml:trace contextRef="#ctx0" brushRef="#br0" timeOffset="63534.63">18232 7714,'25'0,"-1"0,1 0,50 0,-51-49,1 49,25 0,-1 0,1 0,0-25,24 25,0 0,1 0,24 0,-24 0,24 0,0 0,-25-50,-24 50,24 0,-49 0,0-25,-25-24,0 74,0-1,0-24,0 50,0 0,0-1,0-24,0 0,0 24,0-24,0 0,25 49,-25-24,0 0,0-1,25 26,-25-26,0 1,0 0,0-1,0 1,0 24,0-24,49-1,-49-24,0 25,0-1,0 1,0-25,0 24,25-24,-25 25,0-1,0 26,50-50,-50 24,0 1,24-25,-24 0,0 24,0-24,0 0,0 24,0-73,25 24,25-25,-1 25,-49-25,75 25,-50 0,49-50,-24 50,-1 0,1-24,24 24,-24 0,0 0,-1 0,1-50,24 50,-24 0,-25 0,-1 0,26-25,-25 25,0 0,24 0,1 0,-25-49,-50 24,0 25,-25-50,26 50</inkml:trace>
  <inkml:trace contextRef="#ctx0" brushRef="#br0" timeOffset="64797.7">18058 8483,'0'0,"0"-49,25 24,-25 0,25 25,-25-50,25 26,-25-1,49 25,-49-50,0 25,0 1,0-26,25 50,-25 25,0 24,0-24,0 0,0 25,25-26,-25 26,0-25,49-25,-49 49,25-24,-25-25</inkml:trace>
  <inkml:trace contextRef="#ctx0" brushRef="#br0" timeOffset="69387.96">19348 8359,'25'0,"24"50,-49-25,25-25,-25 24,0 26,25-50,-25 25,50-25,-50 25,0-25</inkml:trace>
  <inkml:trace contextRef="#ctx0" brushRef="#br0" timeOffset="70552.03">19844 8186,'0'0,"0"0,-50 0,50 49,0-24,-24-25,24 25,0 24,-25-49,25 25,0 0,-50-25,50 50,-25-26,25 1,-24 25,24-25,-50-25,50 24,0 26,-25-50,25-25</inkml:trace>
  <inkml:trace contextRef="#ctx0" brushRef="#br0" timeOffset="71247.07">19323 8285,'0'-25,"0"25,0 0,0 50,25-26,-25 26,50-50,-50 25,24-25,-24 25,25-25,-25 24,50-24,-50 75,25-75,-25 25,0-1,24-24</inkml:trace>
  <inkml:trace contextRef="#ctx0" brushRef="#br0" timeOffset="72126.12">19472 7615,'25'-50,"24"50,-24-49,25 49,-25-50,-1 50,26-49,-25 49,24-50,1 0,-25 50,-25-49,0 74,0-25</inkml:trace>
  <inkml:trace contextRef="#ctx0" brushRef="#br0" timeOffset="73303.19">19422 7590,'0'-25,"25"25,25 0,-50-49</inkml:trace>
  <inkml:trace contextRef="#ctx0" brushRef="#br0" timeOffset="74069.23">19546 9426,'-24'0,"24"0,0 0,49 0,-49-50,50 50,24 0,-24 0,-25-25,-1 25,51 0,-75-24,25 24,-25-50,0 0</inkml:trace>
  <inkml:trace contextRef="#ctx0" brushRef="#br0" timeOffset="74676.27">20241 6970,'0'0,"0"25,0 25,0-1,0 1,0-25,0-1,0 26,0 0,0-26,0 26,0-50</inkml:trace>
  <inkml:trace contextRef="#ctx0" brushRef="#br0" timeOffset="75493.31">20340 8830,'0'0,"0"50,-49 0,49-26,0 26,0-25,24-25,26 0,0 0,-50 0,24 0,-24-50,0 1,0 24,0-25,0 25,0 25,-24 0,-26 0,25 0,0 0,-24 25</inkml:trace>
  <inkml:trace contextRef="#ctx0" brushRef="#br0" timeOffset="84388.82">14635 10889,'0'-25,"25"25,-25 0,74 0,-49 0,0 0,25 0,24 0,-24 0,-1 0,1 0,24 0,-24 0,-1 0,-24 0,25 0,-25 0,-25-49</inkml:trace>
  <inkml:trace contextRef="#ctx0" brushRef="#br0" timeOffset="84792.84">15206 10666,'-25'-50,"25"50,0 0,49 0,26 50,-26-50,-24 25,50-25,-75 49,24-49,-24 25,0 0,0 49,-24-49,-26 25,0-1,1-24,-1-25,50 50,25-50</inkml:trace>
  <inkml:trace contextRef="#ctx0" brushRef="#br0" timeOffset="85174.87">15801 10542,'0'-25,"0"50,0 25,0-26,50 1,-50 25,0-1,0 1,0 0,0-1,0 26,0-51,0 1,0 25,0-25</inkml:trace>
  <inkml:trace contextRef="#ctx0" brushRef="#br0" timeOffset="85488.88">15851 10616,'24'-49,"26"24,-25 25,0 0,24 0,-49 0,0 74,0-49,0 25,-25-1,1-24,-26-25,50 50,-50-50</inkml:trace>
  <inkml:trace contextRef="#ctx0" brushRef="#br0" timeOffset="85917.91">16148 10517,'0'50,"0"-1,0-24,25-25,-25 25,50-25,-1 0,-24 0,-25 0,50 0,-50-25,0-24,0-1,0 0</inkml:trace>
  <inkml:trace contextRef="#ctx0" brushRef="#br0" timeOffset="86202.93">16396 10145,'0'50,"0"-25,0-1,50 26,-50-25,0 0,0 24,0-24,0 25,0-26,25-24,-25 50</inkml:trace>
  <inkml:trace contextRef="#ctx0" brushRef="#br0" timeOffset="86653.95">16669 10269,'0'-25,"0"25,0 25,-50-25,50 50,0-25,25-1,0-24,-25 50,25-50,25 25,-26-25,-24 25,0 24,0-24,0-25,-49 0,49 25,-75-25,50 0,25 0</inkml:trace>
  <inkml:trace contextRef="#ctx0" brushRef="#br0" timeOffset="87109.98">16843 10468,'49'0,"1"-50,-25 50,24-25,-24 25,0-74,-25 49,74-25,-74 1,0 24,-49 25,-1 0,25 0,1 0,-26 99,50-74,-50 0,50 24,0-24,0 0,0 25,25-50,0 0,25 0,24 0,-24 0,-26 0,1 0,25 0,-50-25,25 25,-25 0</inkml:trace>
  <inkml:trace contextRef="#ctx0" brushRef="#br0" timeOffset="87667.01">15330 11708,'0'0,"24"0,26-25,0 25,-1 0,50-25,-24 25,-1-49,-24 49,-25 0,24-25,-24 25,-25-50</inkml:trace>
  <inkml:trace contextRef="#ctx0" brushRef="#br0" timeOffset="88019.03">15776 11410,'25'0,"25"0,-1 0,-24 0,0 0,24 0,-24 0,0 25,-25 0,0 0,0 49,-50-49,26 24,24-24,-50 0,0 49,50-49</inkml:trace>
  <inkml:trace contextRef="#ctx0" brushRef="#br0" timeOffset="88520.06">16719 11485,'-25'0,"25"0,50 0,-1-50,1 50,-1 0,1-25,24 25,-24 0,-25-49</inkml:trace>
  <inkml:trace contextRef="#ctx0" brushRef="#br0" timeOffset="88783.07">16868 11237,'0'24,"24"1,-24 25,0-1,25 1,-25-25,0 24,50-24,-50 25,25-1,49-49</inkml:trace>
  <inkml:trace contextRef="#ctx0" brushRef="#br0" timeOffset="89197.1">17264 11063,'0'25,"0"-1,25 26,-25 25,50-26,-50 1,25-1,-25 26,49-75,-49 25,25-50,-25-25,0 1,50-1,-50 0,0-24,24-1,-24 51,0-1,50 25,-50 0,0 25</inkml:trace>
  <inkml:trace contextRef="#ctx0" brushRef="#br0" timeOffset="89675.12">17562 11336,'50'-25,"-1"-25,26 1,-75 24,25 25,-25-50,0 1,0 49,-100 24,75-24,25 75,-49-50,49 24,0-24,-25-25,25 50,0-1,0-49,50 0,-26 0,26 0,-25 0,0 0,49 0,-74-24,75 24,-51-25</inkml:trace>
  <inkml:trace contextRef="#ctx0" brushRef="#br0" timeOffset="90063.15">18133 11237,'0'0,"0"49,0-24,0 0,0 24,0-24,0 0,0 25</inkml:trace>
  <inkml:trace contextRef="#ctx0" brushRef="#br0" timeOffset="91078.2">18777 10964,'-24'0,"24"0,74 0,-49 0,0 0,24 0,-49 0,50 0,-25 0</inkml:trace>
  <inkml:trace contextRef="#ctx0" brushRef="#br0" timeOffset="91519.23">19100 10542,'0'-25,"74"75,-74-1,0 1,50 49,-50-24,25-1,-25-24,0-1,49 1,-49-25,25-25,-25-25,25 0,-25-25,0 26,50-26,-50-24,24 24,-24-24,75-1,-75 1,49 49,-49-25,50 50,-25 0</inkml:trace>
  <inkml:trace contextRef="#ctx0" brushRef="#br0" timeOffset="92046.26">19571 10889,'25'-25,"49"1,-49 24,25-50,-1 0,1-24,-50 24,0 26,-25 24,-24 0,-1 24,0 26,1-25,24 49,25-24,-50-25,50 24,0 1,25-25,25-25,-1 0,1 0,-25 0,24 0,-24 0,0 0,25 0,-50-25,25 25,-25 0</inkml:trace>
  <inkml:trace contextRef="#ctx0" brushRef="#br0" timeOffset="93775.36">18232 11857,'49'0,"26"0,-26 0,26 0,-1-50,1 50,-1 0,0-25,26 25,-26-49,-24 49,-25-50,24 50,-98 0</inkml:trace>
  <inkml:trace contextRef="#ctx0" brushRef="#br0" timeOffset="94070.38">18579 11956,'0'0,"25"0,24 0,1-25,0 25,-1 0,26-50,-26 50,1-49,0 49,-1-25,26 25,-51-50,1 50,25 0,-25 0,-25-24,0 48,-50-24</inkml:trace>
  <inkml:trace contextRef="#ctx0" brushRef="#br0" timeOffset="95856.48">18182 9823,'0'-25,"0"-25,0 50,25-25,25 25,-26-49,26 49,-25-50,0 50,24 0,-24 0,-25 75,0-1,0 0,0 26,0 24,0-50,0-24,0-25,25-25,-25 49,74-49,-24 0,-1 0,1 0,0-25,-1 25,26-74,-26 24,1 26,-25-51,24 25,-49 26,25 24,-25-50,0 50,0 25,0 24,0 26,0-50,0 0,25-25,25 49,-26-49,26 0,24 0,-24 0,0 0,-1 0,1 0,-25 0,-25-25,24 25,26 25,-50 0,50 25,-1-26,-24 51,25-26,-26 26,-24 24,50 0,-50 0,50 25,-50 0,0 25,0-49,0-1,0-25,0 25,-25-24,25-50,-50-1,25 26,-24-50,24 25,-25-25,26 0,-1 0,-25 0,50 0,-49-25,49-25,24 50,26 0,-50-24</inkml:trace>
  <inkml:trace contextRef="#ctx0" brushRef="#br0" timeOffset="98030.6">16371 9996,'-49'50,"49"-25,25-25,24 0,1 0,-1 0,1-50,49 0,-24-24,24 0,-49 24,24-24,-24-1,24-24,0 0,-24-25,-25 49,-25 1,49 74,-49-25,0 50,0 25,0-26,0 1,0 25</inkml:trace>
  <inkml:trace contextRef="#ctx0" brushRef="#br0" timeOffset="98675.64">17438 10864,'50'-49,"-1"49,1 0,24-25,1 25,-1-50,1 50,-26-49,-24-1,25 50,-50-25,49 25,-49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09:30:27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 5135,'-50'0,"50"-25,50 25,-26-25,1 25,25-50,-25 50,24-24,1 24,-25-50,-1 50,26-25,-25 25,-25-25,49 25</inkml:trace>
  <inkml:trace contextRef="#ctx0" brushRef="#br0" timeOffset="432.02">1117 5184,'24'0,"1"-25,25 25,-25-24,-1 24,51-50,-26 50,1-25,0 25,-1-49,-24 49,0 0,-25-25,0 25,0 0</inkml:trace>
  <inkml:trace contextRef="#ctx0" brushRef="#br0" timeOffset="35792.71">7491 13643,'0'0,"0"-25,-49 50,49 24,-25 50,25-24,-50-26,50 1,0 0,0-1,0-24,25-25,50 0,-51 0,1 0,25 0,-25-50,-1 50,26-49,-25-1,-25 25,49 1,-49-26,0-24,0 49,-24-25,-26 25,25 25,-24-49,24 49,-25 0,-74 49,50 26,24-26,50 1,25-50</inkml:trace>
  <inkml:trace contextRef="#ctx0" brushRef="#br0" timeOffset="36766.77">10666 13543,'0'25,"0"50,50-1,-50 50,0-50,0 1,0-26,0 1,0-25,0 24,0-98,0-1</inkml:trace>
  <inkml:trace contextRef="#ctx0" brushRef="#br0" timeOffset="38416.86">7318 13990,'0'-25</inkml:trace>
  <inkml:trace contextRef="#ctx0" brushRef="#br0" timeOffset="39213.91">10766 13742,'0'49,"-25"-49</inkml:trace>
  <inkml:trace contextRef="#ctx0" brushRef="#br0" timeOffset="40268.97">10939 13692</inkml:trace>
  <inkml:trace contextRef="#ctx0" brushRef="#br0" timeOffset="41365.03">14561 13692,'0'-49,"0"73,0 51,0-26,0 51,0-26,25-24,-25-1,0 1,0-25,0-1,0 26,0-75,0-24</inkml:trace>
  <inkml:trace contextRef="#ctx0" brushRef="#br0" timeOffset="43376.15">17785 13767,'0'-50,"0"50,0-25,-24 25,-26 0,25 0,25 0,-25 0,25 50,0-25,-25-25,25 24,0 26,0 0,0-26,0 26,0-25,0 0,0 24,0 26,50-51,0-24,-50 25,49-25,1 0,-50 0,74 0,-74-25,50 25,-50-49,50 49,-50-50,0 25,24 25,-24-24,0-26,0 25,0 0,0-24,0-1,0 25,0 25,0-24,-49 24,49-50,-25 50,0 0,-24 0,24 0,0 0,0 0,25 25,-49-25,49 25,-25-25,25 0</inkml:trace>
  <inkml:trace contextRef="#ctx0" brushRef="#br0" timeOffset="44821.23">17885 14511,'49'0,"26"-25,-51 25,26-74,-25 74,-25-25,49 25,-49-25,50 25,-75 0</inkml:trace>
  <inkml:trace contextRef="#ctx0" brushRef="#br0" timeOffset="45144.25">17934 14684,'25'0,"25"0,-26-74,26 49,-25 0,0-24,24 24,-24-25,49 26,-74 24,-24 0</inkml:trace>
  <inkml:trace contextRef="#ctx0" brushRef="#br0" timeOffset="46479.32">7169 14560,'0'25,"0"-25,25 0,49 0,25-25,-49-49,0 24,24 1,-24-1,-26 50,-24 0,0 50,-24-25,24 24</inkml:trace>
  <inkml:trace contextRef="#ctx0" brushRef="#br0" timeOffset="46771.34">7194 14932,'0'0,"49"0,1 0,-25 0,49-99,-24 74,-1-49,26 24,-50 26,24-26,-24 50,-75 50,50 24,-49-49</inkml:trace>
  <inkml:trace contextRef="#ctx0" brushRef="#br0" timeOffset="52328.66">7690 15056,'0'0,"25"50,-25 24,24 1,-24-1,50 1,-50-1,0-24,25 24,-25-49,0 25</inkml:trace>
  <inkml:trace contextRef="#ctx0" brushRef="#br0" timeOffset="53580.73">10865 14734,'0'-50,"0"26,-25 24,-25 0,50 49,-24-49,24 50,0-1,0-24,0 25,0-25,24 24,1-49,-25 50,50-50,-1 0,1-25,0 0,-26-24,-24-1,50 50,-50-25,0-49,0 24,0 1,-25 49,25-50,-25 0,1 50,24-24,-75 24,50 0,1 0,24 0,-25 0,25 49,0-24,0-25</inkml:trace>
  <inkml:trace contextRef="#ctx0" brushRef="#br0" timeOffset="55357.83">14461 14610,'0'0,"-49"0,49 0,-25 0,25 74,0-49,0 25,0-1,0 1,0 0,0-1,0 1,0-25,25-1,49 26,-24-50,0 0,-50-25,49-24,-49 24,50-25,-50 25,0-24,0 24,25-25,-25 26,0-1,0-50,0 75,0-24,-25 24,25-25,-50 25,25 0,-24 0,-1 0,0 0,26 0,24 0,-25 0,25 25,25-25,-1 0</inkml:trace>
  <inkml:trace contextRef="#ctx0" brushRef="#br0" timeOffset="56849.92">17661 15007,'0'-25,"50"-25,-50 26,0-1,0-25,0 50,0 25,0 0,0 0,0 24,0 26,0-51,0 1,0 25,0-25,0-1,0 76,0-51,0-24,0 25,0-1,0-73</inkml:trace>
  <inkml:trace contextRef="#ctx0" brushRef="#br0" timeOffset="57466.95">17512 15825,'0'0,"75"-24,-26-1,1-25,0 25,-1 25,-49-24,25 24,-25 0,-25 0,25 24</inkml:trace>
  <inkml:trace contextRef="#ctx0" brushRef="#br0" timeOffset="57743.97">17537 15949,'0'0,"0"0,50 0,-50-24,49 24,1-75,-25 75,-25-49,74 49,-74-50,25 50,-25-25,0 25</inkml:trace>
  <inkml:trace contextRef="#ctx0" brushRef="#br0" timeOffset="59155.05">7665 16024,'0'0,"50"0,-26-25,26 25,-25 0,0-50,24 50,1-49,-1-1,26 50,-50-25,24 25,-49 0,0 0</inkml:trace>
  <inkml:trace contextRef="#ctx0" brushRef="#br0" timeOffset="59370.06">7640 16222,'0'0,"25"0,25-25,-1 25,1-49,24 24,-24-25,-1 26,26-26,-50 50,-1 0</inkml:trace>
  <inkml:trace contextRef="#ctx0" brushRef="#br0" timeOffset="61276.17">6995 13643,'0'-25,"0"0,0 25,-49 0,24 0,25 0,0 25,-50 49,50 1,-25-1,25 0,-49 1,49-1,0 1,0-26,0-24,25-25,-1 50,1-50,25 74,-25-49,24 25,-24-26,-25 1,74 25,-74-25,0 24,0-24,0 0,-24 24,-26 1,0-50,1 0,74 0,-1 25,1 24,25 1,-50 24,49 1,-49-26,0 26,0-26,0 1,0 0,0 24,0-49,0 0,0 24,50-24,-50 25,50 74,-50-25,49-25,-49 26,0-1,50-50,-50-24,0 0,0 25,25-50,24 0,1 0,-25-50,0 50,24-50,-24 50,25-24,-26 24</inkml:trace>
  <inkml:trace contextRef="#ctx0" brushRef="#br0" timeOffset="61944.21">7318 13891,'0'49</inkml:trace>
  <inkml:trace contextRef="#ctx0" brushRef="#br0" timeOffset="62259.23">7715 15900,'49'0,"-49"-25</inkml:trace>
  <inkml:trace contextRef="#ctx0" brushRef="#br0" timeOffset="62549.24">7293 13767,'0'24</inkml:trace>
  <inkml:trace contextRef="#ctx0" brushRef="#br0" timeOffset="62880.26">7764 15850</inkml:trace>
  <inkml:trace contextRef="#ctx0" brushRef="#br0" timeOffset="63308.29">7293 13791</inkml:trace>
  <inkml:trace contextRef="#ctx0" brushRef="#br0" timeOffset="66041.44">15627 11187,'0'0,"25"0,50-75,-1 26,0-1,26 25,-26 25,-24-74,-1 74,1-25,-25 25,-50 25,-25 25</inkml:trace>
  <inkml:trace contextRef="#ctx0" brushRef="#br0" timeOffset="66309.46">15751 11361,'50'-25,"0"25,-1-50,26 50,-26-49,1 49,-1-75,1 75,0-25,-1 25,-49-49,25 49,-25 0,-50-25</inkml:trace>
  <inkml:trace contextRef="#ctx0" brushRef="#br0" timeOffset="66631.48">16024 10716,'-25'0,"50"0,0 0,25 0,-26 0,26 0,-25 0,24 0,-24 0,0 0,25 0,-26 0,-24 24,0 51,0-1,-24 1,-1 49,-25-50,-24 50,-1-49,26 24,-1-99</inkml:trace>
  <inkml:trace contextRef="#ctx0" brushRef="#br0" timeOffset="73147.85">7541 13767</inkml:trace>
  <inkml:trace contextRef="#ctx0" brushRef="#br0" timeOffset="79306.2">17512 10740,'-24'0,"24"0,0-49,49 49,-24 0,25-25,-26 25,26-25,-25 25,0 0,24-49,-24 49</inkml:trace>
  <inkml:trace contextRef="#ctx0" brushRef="#br0" timeOffset="79560.22">17512 10765,'-49'25,"24"-25,25 0,50 0,-26 0,26 0,-25 0,0-50,49 50,-24-24,-25 24,24-50,-24 50,0-25</inkml:trace>
  <inkml:trace contextRef="#ctx0" brushRef="#br0" timeOffset="79876.24">17785 10567,'-24'0,"48"0,1 0,25 0,-25 0,-1 0,26 0,-25 0,-25 0,0 49,0-24,-99 25,74-25,0-25,25 49,-50-49</inkml:trace>
  <inkml:trace contextRef="#ctx0" brushRef="#br0" timeOffset="80246.26">18232 10294,'0'74,"0"-49,0 25,49-1,-49 26,0-1,25 25,-25-49,0 0,0-26,0 26,0-75</inkml:trace>
  <inkml:trace contextRef="#ctx0" brushRef="#br0" timeOffset="80568.27">18281 10468,'0'-25,"0"25,50 0,-50-50,74 50,-24 0,-50-25,50 25,-1 0,-49-24,0 24,0 24,-25 26,25-25,-49 24</inkml:trace>
  <inkml:trace contextRef="#ctx0" brushRef="#br0" timeOffset="80790.29">18306 10691,'-49'0,"98"0,1-25,-25 25,24-25,-24 25,0 0,24-25,-24 25,0 0,25-49,-26 24</inkml:trace>
  <inkml:trace contextRef="#ctx0" brushRef="#br0" timeOffset="81039.3">18703 10393,'25'0,"-25"25,0 0,49 0,-49 24,0-24,0 0,25 24,-25-24,0 0,0 49</inkml:trace>
  <inkml:trace contextRef="#ctx0" brushRef="#br0" timeOffset="81250.31">18777 10319,'0'-25,"25"-25,25 26,0 24,-50 0,0 24,-25 26</inkml:trace>
  <inkml:trace contextRef="#ctx0" brushRef="#br0" timeOffset="81406.32">18728 10492,'0'25,"0"0,25-25,24 0,-24 0,0-25,25 25,-50-49,49 49,-49-75</inkml:trace>
  <inkml:trace contextRef="#ctx0" brushRef="#br0" timeOffset="82299.37">19447 10170,'-25'0,"-24"50,49-1,-25 26,25-26,0 1,0-25,0 24,0-49,25 50,24-50,1 0,0-25,-26 25,-24-25,75 25,-75-49,0-1,0 0,-25 50,0 0,0 0,-24 0,-1 0,75 0,0 0,24 0</inkml:trace>
  <inkml:trace contextRef="#ctx0" brushRef="#br0" timeOffset="82644.39">19695 10220,'50'24,"-50"26,25-25,-25 0,0 24,0-24,0 0,0-25,0-50,0 1,49-26,-49 26,25-1,-25 0,50 1,-50 24</inkml:trace>
  <inkml:trace contextRef="#ctx0" brushRef="#br0" timeOffset="82906.41">20067 9947,'0'-25,"25"25,-25 25,25-1,-25 26,74 25,-74-1,0 0,0 1,0-1,-49 1,24-1,-49-24,24-1,0-49</inkml:trace>
  <inkml:trace contextRef="#ctx0" brushRef="#br0" timeOffset="83250.43">19298 9947,'0'0,"-49"49,-1 26,50-26,-25 1,25 24,0 1,0-1,0 1,0-26,25-24,25 25,-1-50,26 0,24 0,-25 0,-24 0</inkml:trace>
  <inkml:trace contextRef="#ctx0" brushRef="#br0" timeOffset="83665.45">20539 9649,'0'25,"0"24,0 51,49 24,-49-25,0-25,50 1,-50-1,0-49,0 0,25 24,-1-49,26-24</inkml:trace>
  <inkml:trace contextRef="#ctx0" brushRef="#br0" timeOffset="84337.49">20936 10021,'-25'25,"-25"25,25-26,-24 26,49-25,-25-25,25 25,25-25,24 0,-24 0,25-75,-50 26,0 24,0 25,0 49,0-24,0 25,0-25,25-25,-1 0,51 0,-75-50,25 25,-25 0,0-24,0-26,0 1,0-1,0 1,0 24,0 1,0 74,0 24,0 1,0 24,0 1,0-26,0-24,0 0,24-25,-24 74,50-74,-25 0</inkml:trace>
  <inkml:trace contextRef="#ctx0" brushRef="#br0" timeOffset="85704.57">21109 10046,'0'-50,"0"25,25 25,0-24,24 24,26-50,-50 50,-1-25,26 25,-50-49,50 49,-50 24,-25 26,25 0,-25-1,25-24,0 0,25-25,24 0,-24-50,-25 1,50-1,-50 0,49-24,-49 24,0 1,0-1,50-49,-50 74,0 0,0 75,0 0,0-26,0 51,0-26,0 1,0 0,0-26,0 26,0-75,25-24,-25 24,0-25,25 1,24 49,-49 0,0 49,0-24,25 25,-25-26,50 26,-26-50,26 0,-50-50,50 26,-50-26,49-24,-49 24,50 25,-50-24,0 24,-50 25,25 0,25 49,-24-24,24 25,0-25,0-1,0 1,0 25,0-25,24-25,26 0,-50-50,50 25,-1-24,-24 24,-25-25,75-24,-75 49,24 0,-24-49,0 49,0 0,0 25,0 0,0 50,0-1,0 26,0-50,25-25,25 0,-25 49,24-49,-24 0,0 0,-25 25,0-25,0 25,-75-25,26 49,-1 1,25-25,-49 24,24-24,1 25,-1-25</inkml:trace>
  <inkml:trace contextRef="#ctx0" brushRef="#br0" timeOffset="86064.59">20861 10691,'-50'0,"75"0,50 0,-1-25,25 25,25-74,0 24,0 0,-49 50,-26-49,1 49,0-50,-100 50,25 0</inkml:trace>
  <inkml:trace contextRef="#ctx0" brushRef="#br0" timeOffset="86319.6">21159 10641,'-25'0,"25"0,50 0,24 0,25 0,-24 0,-1-74,0 74,1-50,-26 50,-24-49,25 49,-75 0,-25 0</inkml:trace>
  <inkml:trace contextRef="#ctx0" brushRef="#br0" timeOffset="89100.76">7541 13915,'25'0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15:43.16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18505 1067,'0'0,"-50"49,50-24,-50 49,50 50,-49-49,49-1,0-24,0-1,0-24,25 0,24-25,1 0,-1 0,1-50,24 1,-49-1,-25-24,50 24,-50 1,0-1,-25 0,25 1,-74 49,49-25,-25 25,-24 0,49 25,25 0,-50 24,50 1,75-50,-50 25</inkml:trace>
  <inkml:trace contextRef="#ctx0" brushRef="#br0" timeOffset="412.02">19001 1116,'0'0,"0"25,-50 49,50-24,-49 24,49 1,0-1,0-49,0-25,0 25,74-25,-24 0,-1 0,1-50,-1 25,-24-49,-25 24,50 1,-50-1,0-24,0 49,-25 25,25-25,-74 25,24 0,-24 50,-26 24,76-24,24-1,0-49</inkml:trace>
  <inkml:trace contextRef="#ctx0" brushRef="#br0" timeOffset="772.04">19670 1191,'-24'0,"-1"0,50 0,24 0,26 0,-1 0,1 0,-1-75,-24 75,-26-25,26 25,-75 0,25-24</inkml:trace>
  <inkml:trace contextRef="#ctx0" brushRef="#br0" timeOffset="1041.05">19919 1067,'-50'0,"75"0,24 0,1 0,0 0,-1 0,26 0,-26 0,-24 0,-25 0,0 24,-25 26,-24-25,24 24,-25-24,50 0</inkml:trace>
  <inkml:trace contextRef="#ctx0" brushRef="#br0" timeOffset="2062.11">20811 595,'0'-24,"0"98,0 0,0 1,0 24,0-25,0-24,50 0,-50-26,25 26,-25-25,50-25,-50 49</inkml:trace>
  <inkml:trace contextRef="#ctx0" brushRef="#br0" timeOffset="2902.16">18827 2133,'0'-25,"-50"75,26 24,-26-24,50 0,-50-1,50-24,0 25,0-50,50 0,0 0,-1 0,1-75,24 26,-49 24,-25-25,50 25,-50-24,0-26,-25 51,0 24,0-50,-24 50,24 0,-25 50,25-1,100 1,-1-50</inkml:trace>
  <inkml:trace contextRef="#ctx0" brushRef="#br0" timeOffset="3113.17">19224 1960,'0'-50,"0"75,50 49,-50-24,24 24,-24 1,0-1,0 0</inkml:trace>
  <inkml:trace contextRef="#ctx0" brushRef="#br0" timeOffset="3463.19">18976 2753,'0'0,"50"75,-50-26,0-24,49-25,-49 50,50-50</inkml:trace>
  <inkml:trace contextRef="#ctx0" brushRef="#br0" timeOffset="3657.2">19323 2679,'0'0,"0"25,0 24,0 1,0 0,50-26,-50 26</inkml:trace>
  <inkml:trace contextRef="#ctx0" brushRef="#br0" timeOffset="4617.26">19373 2704,'0'-25,"-25"25,-25 50,50 24,0-24,0-1,0-24,0 25,0-26,25 1,0-25,0 0,24 0,-24-25,25 1,-25-26,-25 25,49-24,-49-1,0 0,0 1,0-1,-49 0,24 50,-50 0,51 0,-26 25,50 25,-25 0,25-1</inkml:trace>
  <inkml:trace contextRef="#ctx0" brushRef="#br0" timeOffset="5053.28">19398 3200,'-50'0,"75"25,-25 24,0 1,25-25,-25 24,49-24,1 25</inkml:trace>
  <inkml:trace contextRef="#ctx0" brushRef="#br0" timeOffset="5243.29">19646 3125,'0'25,"0"50,49-75,-49 74,25-74,-25 50,50-50</inkml:trace>
  <inkml:trace contextRef="#ctx0" brushRef="#br0" timeOffset="6044.34">19373 1960,'0'-25,"0"-25,25 1,24 49,1 0,-1 0,1 0,-50 49,50 26,-50-1,74 0,-74 1,0-26,25 1,-25 0,25-50,24 0,-49-25,0 50,0-1,-25 51,25-1,0 1,0-1,25 1,-25-26,75 26,-26-51,1-24,0 75,-1-75,26 25,-51-25,-24 49,50 1,-50-1,0 1,0 24,0 1,0-1,0 1,0-51,0 1,-25-25,-24 0,-26-74,75 24,0-24,0-25</inkml:trace>
  <inkml:trace contextRef="#ctx0" brushRef="#br0" timeOffset="6418.36">20266 2332,'-25'0,"25"0,50 0,24 0,0-50,26 0,-1 26,-25-26,-24 50,-1-50,-24 50,-25 0,-25 0,-24 0</inkml:trace>
  <inkml:trace contextRef="#ctx0" brushRef="#br0" timeOffset="6712.38">20638 2034,'49'0,"1"0,0 0,-1 0,1 0,-25 0,0 0,-25 0,0 50,0-26,0 26,0 0,0 24,-50-24,50-26,-50 26,50-25,0-25,50-50</inkml:trace>
  <inkml:trace contextRef="#ctx0" brushRef="#br0" timeOffset="7042.4">21506 1587,'0'0,"-50"25,26 0,-26 25,50 24,-25-24,25-1,0-24,25 25,0-50,24 0,1 0,0 0,-26-25,26-25,-50 1,25-1,-25-24,0 24,0 0,0 1,0 49,-25-50,-49 50,24 0,0 25,1 0,-1 24,50-24</inkml:trace>
  <inkml:trace contextRef="#ctx0" brushRef="#br0" timeOffset="7776.44">21580 521,'0'-25,"25"25,25-25,-1 25,26 0,-26-49,-24 49,-25 0,50 49,-50 26,0-1,0 25,0 1,-25-1,25-25,0-24,0-25,25-25,0 0,24-25,-24 25,-25 0,0 49,0 26,0-26,0 26,0-1,0 1,0-1,50 25,-1-49,1 24,0 1,24-26,-49 51,24-26,-49 0,0-24,0 0,0-1,-24-24,-1-25,-25 50,1-50,-1 0,0 0,26 0,24-25,0 0,0 0,0-24,0-75,99-50</inkml:trace>
  <inkml:trace contextRef="#ctx0" brushRef="#br0" timeOffset="8122.46">22597 1265,'-49'0,"98"0,-24-25,0 25,25-49,-26 49,26-25,-25 25,-25-50,25 1</inkml:trace>
  <inkml:trace contextRef="#ctx0" brushRef="#br0" timeOffset="8505.48">22821 843,'-25'0,"50"25,49 50,-49-75,24 24,-24-24,0 0,25 0,-1 0,-24 0,0 0,25 0,-1 0,-49 50,0-25,0 0,-49 24,-26-24,50 25,-24-26,24 26,25 0,50-50</inkml:trace>
  <inkml:trace contextRef="#ctx0" brushRef="#br0" timeOffset="8751.5">23317 645,'0'0,"0"25,74 24,-74-24,25 0,-25 25,50-26,-50 26,0 0,24-50</inkml:trace>
  <inkml:trace contextRef="#ctx0" brushRef="#br0" timeOffset="8953.51">23342 695,'24'0,"1"0,0 49,25-49,-26 25,26-25,-50 50,50-50</inkml:trace>
  <inkml:trace contextRef="#ctx0" brushRef="#br0" timeOffset="9147.52">23565 546,'-50'0,"50"0,0 49,50-49,-25 75,24-50,1 24</inkml:trace>
  <inkml:trace contextRef="#ctx0" brushRef="#br0" timeOffset="9471.54">23813 521,'0'0,"0"50,0-26,0 1,0 25,0-1,25-49,49 0,-49 0,24-24,-24-1,-25 0,50-25,-50 26,0-26,0 25,0-25,-25 50,-25 0,1 0,24 25,-25 25,50-25</inkml:trace>
  <inkml:trace contextRef="#ctx0" brushRef="#br0" timeOffset="9705.55">24111 372,'0'-50,"0"75,49 25,-49-25,50 49,-50-24,0-25,25 24,-25-24,0 0,49 24</inkml:trace>
  <inkml:trace contextRef="#ctx0" brushRef="#br0" timeOffset="10077.57">24235 372,'-25'-50,"25"1,0 24,0 0,25 25,24 0,-49 25,0 25,0-1,-25 26,25 24,-24-74,24 0,24-25,26 0,-25 0,49 0,-24 0,-25 0,-1 0,26 0,-50 0,0-25</inkml:trace>
  <inkml:trace contextRef="#ctx0" brushRef="#br0" timeOffset="10858.62">23366 1587,'0'0,"25"-49,25 49,49-75,-25 26,50-1,-24 50,-26-74,0 74,-49 0,-50 25</inkml:trace>
  <inkml:trace contextRef="#ctx0" brushRef="#br0" timeOffset="11083.63">23416 1885,'-50'25,"75"-25,50-50,-26 26,1-26,49 25,-25-24,1-1,-1 25,-24 25,-25-74,24 74,-49 24</inkml:trace>
  <inkml:trace contextRef="#ctx0" brushRef="#br0" timeOffset="14031.8">8880 8806,'-24'0,"48"24,-24 1,50 25,0-25,-26 24,26 1,0-50,-50 25,24-25,-24 0,25-25,-25-50,99 26,-74-1,25 1,-25 24,24 25,-49-50,25 50,-25 25,0 0</inkml:trace>
  <inkml:trace contextRef="#ctx0" brushRef="#br0" timeOffset="26211.49">5036 10517</inkml:trace>
  <inkml:trace contextRef="#ctx0" brushRef="#br0" timeOffset="29255.67">5085 10641,'0'-25,"25"25,-25-24,25 24,-25-25,25 25,-25-25,49 25,-49-50,25 50,-25-49,50 49,-1-50,1 1,-25 49</inkml:trace>
  <inkml:trace contextRef="#ctx0" brushRef="#br0" timeOffset="29487.68">5160 10641,'25'-25,"24"1,1-26,24 0,-49 26</inkml:trace>
  <inkml:trace contextRef="#ctx0" brushRef="#br0" timeOffset="55033.14">15305 10517</inkml:trace>
  <inkml:trace contextRef="#ctx0" brushRef="#br0" timeOffset="55873.19">15106 10840</inkml:trace>
  <inkml:trace contextRef="#ctx0" brushRef="#br0" timeOffset="66214.78">14536 7169</inkml:trace>
  <inkml:trace contextRef="#ctx0" brushRef="#br0" timeOffset="66506.8">15181 7813,'25'0</inkml:trace>
  <inkml:trace contextRef="#ctx0" brushRef="#br1" timeOffset="96047.49">13717 10492,'25'0,"-25"0,0 75</inkml:trace>
  <inkml:trace contextRef="#ctx0" brushRef="#br1" timeOffset="96251.5">13742 12154,'0'-49,"0"-1</inkml:trace>
  <inkml:trace contextRef="#ctx0" brushRef="#br1" timeOffset="96452.51">13990 10889,'0'25</inkml:trace>
  <inkml:trace contextRef="#ctx0" brushRef="#br1" timeOffset="100847.76">14313 8260,'49'0</inkml:trace>
  <inkml:trace contextRef="#ctx0" brushRef="#br1" timeOffset="121389.94">7417 9922,'0'-50,"0"75,74 25,-24-1,0 26,-50-50,24-25,-24 24,0 26,25-50,-25-50,50 50,-1-24,-24 24,25-50,24 0,-24 25,24-24,1-1,-26 25,1-24,0 24,-1 25,-24-50,49 26,-74 24,-49 0,24 49</inkml:trace>
  <inkml:trace contextRef="#ctx0" brushRef="#br1" timeOffset="142801.16">13693 7119,'-25'0,"50"0,-1 0,26 0,24-50,-24 50,24-24,-24 24,0 0,-1 0,-49 24</inkml:trace>
  <inkml:trace contextRef="#ctx0" brushRef="#br1" timeOffset="143055.18">13792 7367,'0'25,"25"-25,24 0,-24 0,0-50,24 50,-24-25,0 25,25-74,-26 74,26-25,-25 25,-50 0,-25 0,26 0</inkml:trace>
  <inkml:trace contextRef="#ctx0" brushRef="#br1" timeOffset="143544.21">13420 6896,'0'-25,"0"50,0 0,0 24,0 50,0 1,0-1,0 0,0-25,49 1,-49-50,0 24,25-49</inkml:trace>
  <inkml:trace contextRef="#ctx0" brushRef="#br1" timeOffset="144662.27">13891 11658,'0'0,"0"50,-74-1,74 26,-25 24,25-25,0-24,0-25,0-25,49 49,-24-49,0 0,25-24,-1-1,-24-50,-25 26,74-1,-74 1,0-26,0 26,0-1,0 25,0 25,-49-49,24 49,-25 0,1 24,-1-24,1 50,-1-50,50 50,0-1,25-49</inkml:trace>
  <inkml:trace contextRef="#ctx0" brushRef="#br1" timeOffset="145328.31">14189 11807,'0'0,"0"-25,49 25,-49-25,75 25,-75-24,49 24,-24 0</inkml:trace>
  <inkml:trace contextRef="#ctx0" brushRef="#br1" timeOffset="145606.32">14263 12005,'0'0,"25"-49,49-1,-49 50,25-74,-1 49</inkml:trace>
  <inkml:trace contextRef="#ctx0" brushRef="#br1" timeOffset="147374.42">1985 11385,'49'0,"26"0,-26 0,-24 0,50-74,-26 49,1 25,-25-49,24 49,1 0,-25 0</inkml:trace>
  <inkml:trace contextRef="#ctx0" brushRef="#br1" timeOffset="147638.44">2183 11584,'25'0,"0"-50,24 50,26-49,-26 24,1-25,24 1,-24 24,-25 25,24-50,-49 75</inkml:trace>
  <inkml:trace contextRef="#ctx0" brushRef="#br1" timeOffset="148441.49">8236 11509,'0'-24,"49"-1,1-25,-1 1,1 49,-75 0</inkml:trace>
  <inkml:trace contextRef="#ctx0" brushRef="#br1" timeOffset="148658.5">8211 11633,'25'-24,"-25"-26,74 50,-49-50,0 50,24-49,-24 49</inkml:trace>
  <inkml:trace contextRef="#ctx0" brushRef="#br1" timeOffset="155143.87">18331 7069,'0'-24,"-25"24,25 0,-25 0,25 24,0 26,-24-50,24 25,0 0,0 24,0-24,0 0,0 24,0-24,0 0,0 25,0-26,0-24,0 25,24-25,-24 50,50-50,-25 0,0 0,24 0,-24 0,0 0,24 0,-49-25,25 25,-25-25,0 0,0-24,25 49,-25-25,0 0,0-24,0 24,0 0,0-25,0 26,0-1,0-25,0 25,0 25,0-24,-25 24,25-25,-49 25,24 0,0 0,25-50,-50 50,50 25,-24-25,24 25,-25-25,25 25,0-25</inkml:trace>
  <inkml:trace contextRef="#ctx0" brushRef="#br1" timeOffset="158528.06">18505 7317</inkml:trace>
  <inkml:trace contextRef="#ctx0" brushRef="#br1" timeOffset="160793.19">15206 10616,'0'-24,"0"-26,0 25,-50 25,25 0,25 50,0-25,-49 24,49-24,0 25,0-1,0 1,24-25,-24-1,50-24,-50 50,50-50,-1 0,1 0,-1-25,-24 0,25-24,-50-1,49 50,-49-49,50-1,-50 25,0 0,25-24,-25 24,0 0,0-24,0 49,0-25,-50 25,50-25,-25 25,1-50,-26 50,0 0,1 0,-1 25,50 0,-25-25,25 25,0 24,0-24,0 25</inkml:trace>
  <inkml:trace contextRef="#ctx0" brushRef="#br1" timeOffset="161280.22">15131 11931,'-25'0,"50"0</inkml:trace>
  <inkml:trace contextRef="#ctx0" brushRef="#br1" timeOffset="161572.24">15429 10368,'25'0,"-1"0</inkml:trace>
  <inkml:trace contextRef="#ctx0" brushRef="#br1" timeOffset="162923.31">18505 11584,'0'-25,"0"25,0 74,0-49,0 25,0-25,0 24,0 1,0-25,0-1,24 26,-24-25,0-25,0-75,0 26</inkml:trace>
  <inkml:trace contextRef="#ctx0" brushRef="#br1" timeOffset="163184.33">18455 11708</inkml:trace>
  <inkml:trace contextRef="#ctx0" brushRef="#br1" timeOffset="165129.44">13941 8012,'0'-25,"0"25,0 25,0 49,0-24,0 24,0 1,0-1,0-24,0 24,0-49,0 25,24-50,-24 0,50-50</inkml:trace>
  <inkml:trace contextRef="#ctx0" brushRef="#br1" timeOffset="165780.48">13965 8558,'0'24</inkml:trace>
  <inkml:trace contextRef="#ctx0" brushRef="#br1" timeOffset="165974.49">14015 7888</inkml:trace>
  <inkml:trace contextRef="#ctx0" brushRef="#br1" timeOffset="168183.61">18505 7888,'0'-25,"-25"25,25-50,-25 50,-25 0,26 0,-1 25,-25 25,50-1,-49 26,49-50,0 0,0 24,0-24,0 0,24-25,-24 49,50-49,-50 50,25-50,24 0,1 0,-50-50,25 50,-25-24,25 24,-25-25,0 0,49-25,-49 26,0-26,0 50,0-25,-74 25,74-25,-25 25,-25 0,1 0,-26 0,26 0</inkml:trace>
  <inkml:trace contextRef="#ctx0" brushRef="#br1" timeOffset="171022.78">18281 7218,'-24'0,"-1"0,0 0,0 0,-24 0,24 0,-25 0,25 0,25 25,-24-25,24 50,-25-50,25 24,-50-24,50 25,-25-25,25 50,-49-25,49-1,-25-24,25 50,0-25,-25 24,25-24,0 0,-49 25,49-26,0 1,0 25,0-1,-25-24,25 25,0-1,0-24,0 0,0 25,0-25,0-1,0 26,0-25,0 0,0 24,49-49,-49 25,25 0,0-25,25 0,-26 0,1 0,25 0,-50 0,25 0,-25-25,24 25,-24-50,25 50,-25-24</inkml:trace>
  <inkml:trace contextRef="#ctx0" brushRef="#br1" timeOffset="171638.81">17959 8136,'25'0,"-25"0,49 0,-24 25,25-25,24 0,-49 0,-25 49,0-49,0 50,-74-25,74 24,-50-49,50 50,-25-50,25 25,0-25,25 0,-25-50</inkml:trace>
  <inkml:trace contextRef="#ctx0" brushRef="#br0" timeOffset="187334.71">19274 6945,'-25'0,"25"25,0 25,25 24,-25 1,0-1,0-24,0-1,0 1,0-1,24-49</inkml:trace>
  <inkml:trace contextRef="#ctx0" brushRef="#br0" timeOffset="190827.91">14784 10418,'0'25,"0"24,0 26,0-26,0 1,0-25,0 24,0-24,0-25</inkml:trace>
  <inkml:trace contextRef="#ctx0" brushRef="#br0" timeOffset="191180.93">14040 11857,'0'0</inkml:trace>
  <inkml:trace contextRef="#ctx0" brushRef="#br0" timeOffset="193485.06">18207 10815,'0'-50,"0"25,0 1,0-26,-25 50,0 0,1 0,-26 50,50-26,0 1,0 25,0 24,0-24,0-1,0-24,0 25,25-50,-25 49,25-49,-1 0,26 0,-25 0,0 0,24-24,1-26,-1 0,-49 1,25 49,-25-75,0 26,0 24,0-25,0 1,0 49,-49-25,-1 25,0 0,-24 0,24 0,26 0,-26 50,50-26,0 1,50-25</inkml:trace>
  <inkml:trace contextRef="#ctx0" brushRef="#br0" timeOffset="193649.07">18306 10740,'25'0,"-25"-49</inkml:trace>
  <inkml:trace contextRef="#ctx0" brushRef="#br0" timeOffset="198440.34">13444 8111,'-49'0,"49"-25,-25 25,0 0,25-49,-49 49,24 0,25 25,-25-25,25 24,0 1,0 25,-50-50,50 49,0-24,0 0,0 25,0-26,0 1,0 25,0-25,25-25,-25 49,0-24,25-25,-25 50,25-50,-25 24,49-24,-24 0,0 0,25 0,-50 0,24 0,-24-49,25 24,-25 0,0-24,50 49,-50-50,0 25,0 0,0-24,0 24,0 0,0-24,0-1,-25 50,25-25,-25-24,25 24,-25 25,-24-25,24 25,-25 0,26 0,24 0,-25 0,25 50,0-1,-50 1,50-1,0-24,25-25,-25 0,25 0</inkml:trace>
  <inkml:trace contextRef="#ctx0" brushRef="#br0" timeOffset="198614.36">13370 8235,'0'50</inkml:trace>
  <inkml:trace contextRef="#ctx0" brushRef="#br0" timeOffset="199056.38">13395 6970,'-25'0,"25"25,0 0</inkml:trace>
  <inkml:trace contextRef="#ctx0" brushRef="#br0" timeOffset="199326.4">13370 8508</inkml:trace>
  <inkml:trace contextRef="#ctx0" brushRef="#br0" timeOffset="199566.41">13370 7317</inkml:trace>
  <inkml:trace contextRef="#ctx0" brushRef="#br0" timeOffset="199739.42">13569 7689,'0'25,"24"-25,51 0</inkml:trace>
  <inkml:trace contextRef="#ctx0" brushRef="#br0" timeOffset="200747.48">19745 7218,'-25'0,"25"-49,0 49,25 0,24 0,-24-25,25 25,24-50,-24 50,-25 0,24-25,-24 25,-25 0</inkml:trace>
  <inkml:trace contextRef="#ctx0" brushRef="#br0" timeOffset="201021.49">19794 7268,'-24'49,"24"-49,24 0,26-24,-25 24,0 0,24-25,-24 25,0-50,25 50,-26-25,26 25,-25-24,0 24,-25-50</inkml:trace>
  <inkml:trace contextRef="#ctx0" brushRef="#br0" timeOffset="201337.51">20018 7045,'49'0,"-24"0,0 0,0 0,24 0,-24 0,0 0,25 0,-26 0,1 0,-25 24,0 26,0-25,-74 24,-1 1,75-25,50-25</inkml:trace>
  <inkml:trace contextRef="#ctx0" brushRef="#br0" timeOffset="201931.54">20663 6697,'0'-25,"0"1,-25 48,25 1,-25 50,25-1,-50-24,50 24,0-24,0-1,0 1,25-25,0-25,0 49,49-49,-24 0,24-24,-24 24,0-75,-26 26,-24 24,75-25,-75-24,0 24,0 0,0 1,0 24,-25 25,0-50,0 50,-24 0,-1 0,0 25,1 0,24-25,25 50,-25-50,25 74,0-49,25-25</inkml:trace>
  <inkml:trace contextRef="#ctx0" brushRef="#br0" timeOffset="202055.55">21010 6821,'25'0</inkml:trace>
  <inkml:trace contextRef="#ctx0" brushRef="#br0" timeOffset="207769.88">18480 7193</inkml:trace>
  <inkml:trace contextRef="#ctx0" brushRef="#br0" timeOffset="208729.93">18405 8136,'0'25,"0"-25</inkml:trace>
  <inkml:trace contextRef="#ctx0" brushRef="#br0" timeOffset="210192.02">19348 7243,'-50'0</inkml:trace>
  <inkml:trace contextRef="#ctx0" brushRef="#br0" timeOffset="210710.05">20762 7020</inkml:trace>
  <inkml:trace contextRef="#ctx0" brushRef="#br0" timeOffset="212999.18">8260 11112,'0'-24,"-24"24,24 0,24 49,-24-24,25 0,-25 25,25-26,-25 26,50-50,-50 74,24-74,-24 50,25-50,74-74,-24-1,-26-49,75-25,-24 0,-1 25,-25 0,1 50,-51 74,-24-25,0 75,0 49,-24 0</inkml:trace>
  <inkml:trace contextRef="#ctx0" brushRef="#br0" timeOffset="-208106.07">13221 11361,'-25'0,"25"-25,0 25,0 99,25 124,-25 0,75 50,-75-25</inkml:trace>
  <inkml:trace contextRef="#ctx0" brushRef="#br0" timeOffset="-202684.76">18455 7367,'25'0</inkml:trace>
  <inkml:trace contextRef="#ctx0" brushRef="#br0" timeOffset="-201227.68">18455 7367,'25'0</inkml:trace>
  <inkml:trace contextRef="#ctx0" brushRef="#br0" timeOffset="-199354.57">12874 10344,'0'-50,"-50"50,50 25,0 49,0 25,25-24,-25-1,25-24,-25-1,74 1,-24-25,0-25,-1 0,1 0,-25-50,-25 25,49 1,-49-26,0 0,0 26,0-1,0-25,0 25,-49-24,-1 24,0 25,1 0,-1 0,-24 50,49 24,25-49,-50 24,50 1,0-25,0-25</inkml:trace>
  <inkml:trace contextRef="#ctx0" brushRef="#br0" timeOffset="-199180.56">12948 10542</inkml:trace>
  <inkml:trace contextRef="#ctx0" brushRef="#br0" timeOffset="-198977.55">13122 10914,'-25'0</inkml:trace>
  <inkml:trace contextRef="#ctx0" brushRef="#br0" timeOffset="-198758.54">13469 12105,'0'0,"0"-25</inkml:trace>
  <inkml:trace contextRef="#ctx0" brushRef="#br0" timeOffset="-198544.53">13023 10765,'0'0,"25"0</inkml:trace>
  <inkml:trace contextRef="#ctx0" brushRef="#br0" timeOffset="-196578.41">19993 12030,'-25'0,"25"-25,0 1,-49 24,24 0,-25 0,25 0,25 0,-49 24,49 26,0 74,0-25,0 25,0-49,0-1,24 25,1-74,25 25,0-50,-26 25,26-25,-25 0,0 0,24 0,-24-25,25-25,-26 25,26-24,-25-26,24 51,-49-1,50-50,-50 26,25-1,-25 1,0 24,0-25,0 0,0 1,0-26,0 26,-25 24,0-49,-49 49,-1 25,51 0,-1 0,-25 0,25 0,1 25,-26 24,25-24,-24 0,24 24,-25-49,25 50,-24 24,49-123,24 24</inkml:trace>
  <inkml:trace contextRef="#ctx0" brushRef="#br0" timeOffset="-196406.4">19943 11956,'25'0</inkml:trace>
  <inkml:trace contextRef="#ctx0" brushRef="#br0" timeOffset="-196113.39">20191 12204,'0'-25,"0"0</inkml:trace>
  <inkml:trace contextRef="#ctx0" brushRef="#br0" timeOffset="-194756.31">11981 7962,'0'-49,"-25"49,25 74,0 25,0-24,0-1,0 1,0-26,0-24,25 25,49-26,-49-24,0 0,0 0,24 0,-49-24,50-26,-50 25,0-24,0 24,0 0,0-25,0 26,-50-1,26 25,-1-50,-25 50,25 0,-24 25,24 25,25-26,-50 26,50-25,50-25,-25 0</inkml:trace>
  <inkml:trace contextRef="#ctx0" brushRef="#br0" timeOffset="-194262.28">13122 7268,'0'0,"0"25</inkml:trace>
  <inkml:trace contextRef="#ctx0" brushRef="#br0" timeOffset="-193639.24">12775 7342,'0'0</inkml:trace>
  <inkml:trace contextRef="#ctx0" brushRef="#br0" timeOffset="-191854.14">22821 7169,'-25'0,"25"-50,-50 50,50-25,-25 25,1 0,-26 25,25 0,-24 0,24 49,-25 0,1 50,-1 25,50-50,-25 1,25-26,0 25,0-49,0-25,0 0,75-25,-26 49,1-49,-1 0,1-25,24 1,26-26,-26-25,25 26,-49-26,24 1,-24-25,-50 24,50-49,-50 50,0 0,0 24,0 0,0 26,0-1,0-25,-25 50,-25-49,25 49,1 0,-26 0,0 0,1 0,-1 0,-24 49,24 1,0-25,1 24,24-24,-25 25,26-1,24-24,-50 0,50 24,0 1,0-25,25-25,0 0,24 0,1 0</inkml:trace>
  <inkml:trace contextRef="#ctx0" brushRef="#br0" timeOffset="-191653.13">22895 7342</inkml:trace>
  <inkml:trace contextRef="#ctx0" brushRef="#br0" timeOffset="-190002.04">20266 12105,'-25'0,"25"24,25-24,0 75,24-75,-24 25,0-25,24 0,-24 25,25-25,-25 49,-1-49,51 25,-26-25,1 50,0-50,-1 0,26 0,-1 0,25-50,1 50,48-74,1 24,0 0,74 1,-49-1,-25 0,0 1,-1-1,-48 1,24-1,-25-24,-25-1,25 1,-24-1,24 1,-49 24,24-24,-49 24,25 1,-26-1,26-49,0 24,-26 1,26-50,0 0,-1 50,-49-1,50-24,-50 25,49-1,-49 1,0-1,0 1,25-1,-25-49,0 25,0 0,0 0,0 0,0-1,0 1,0 50,0-1,0 25,0-24,0-1,0 25,0-49,0-1,0 1,0-1,-49-49,49 50,0-25,0 24,0 1,-25 24,25 1,0-1,-75 25,75-24,-49 49,49-50,-50 50,25-25,-49-24,24 24,1 25,-1-50,25 50,-24 0,-1 0,1 0,24 0,0 0,25 0,25 50</inkml:trace>
  <inkml:trace contextRef="#ctx0" brushRef="#br0" timeOffset="-189499.01">23069 8508,'0'0,"0"-74,49 49,-49-25,50 25,-50-24,50-26,-50 26,49-26,-49 1,0-1,25 1,-25 49,0 0,0-24,0 49,-50 0,75 49,-25-24,50-25,-1 50,-24-50,25 49,-25-49,-1 0,26 25,-25-25,-25 50</inkml:trace>
  <inkml:trace contextRef="#ctx0" brushRef="#br0" timeOffset="-188005.92">20762 12030,'-50'0,"25"25,25 25,-74-1,49 1,25-25,-74 49,49-24,0-50,25 25,-49-25,73 0,1 49,25-24,-25 25,24-1,1 1,-25-25,24-25,-24 49,0-49,-25 50,0-50,0-25,0 0</inkml:trace>
  <inkml:trace contextRef="#ctx0" brushRef="#br0" timeOffset="-180762.51">22027 7317,'0'0,"0"50,50-50</inkml:trace>
  <inkml:trace contextRef="#ctx0" brushRef="#br0" timeOffset="-166424.69">1265 12353,'0'-25,"0"0,25 25,0-49,0 49,-25-25,74 25,-49 0,0-50,24 50,-24 0,25-25,-1 25,-24-49,25 49,-1-25,1 25,0-50,-1 50,26-25,-26 25,1-49,0 49,24 0,25-50,-24 50,-1-49,0 49,1-25,-26 25,1 0,0-50,-26 50,51 0,-50 0,-1 0,26 0,-25 0,0 0,24 0,-24 0,0-25,25 25,-1 0,1 0,-1-49,1 49,24 0,-24-25,0 25,-1 0,50-50,-24 50,-1 0,1 0,-1-49,1 49,-1 0,0 0,1 0,24-25,-49 25,24 0,0 0,1 0,-26 0,26 0,-1 0,1 0,-1 0,1 0,-1 0,-24 0,-1 0,1 0,-1 0,1 0,-25 0,0 0,24 0,-24 0,0 0,24 0,1 0,0 0,-1 0,26 50,-26-50,-24 0,0 0,49 0,-24 24,-1-24,1 0,25 0,-1 0,0 0,1 0,-26 0,1 0,0 50,-1-50,50 0,-24 0,-26 0,26 0,-26 0,1 0,24 25,-24-25,0 0,-25 0,24 0,1 49,-1-49,1 0,0 25,49-25,-50 50,1-50,0 0,24 25,-24-25,-1 0,26 0,-1 0,-24 0,-1 0,1 0,-25 0,0 0,24 0,-24 0,0 0,24 0,1 0,-25 0,0 0,-25 49,49-49,-24 0,-25 25,25-25,-25 25,49-25,-49 49,0-24,25-25,-25 25,25 25,-25-26,50-24,-50 25,0 25,0-25,0 0,-25 24,0-24,-49 25,49-1,-25 1,-24-1,24-24,25-25,-24 50,24-50,0 0,-49 25,49-25,-25 0,1 49,-1-49,25 0,-24 0,-1 25,0-25,1 0,-1 0,-24 50,-1-50,1 49,0-49,-1 0,1 25,-1-25,26 0,-1 0,0 50,1-50,-26 0,26 24,-1-24,1 0,-51 50,26-50,-25 50,0-50,-25 24,24-24,26 50,-1-50,1 0,0 0,24 50,0-50,1 0,-26 0,1 24,24-24,1 0,-1 0,-24 0,-25 50,24-50,1 0,-1 50,1-50,24 0,-24 25,24-25,1 0,-1 49,0-49,-24 0,24 0,1 0,-1 25,-24-25,24 0,1 0,-1 0,25 0,-24 0,-1 0,25 0,-24 0,24 0,0 0,0 0,-25 0,1 0,24 0,-25 0,26 0,-1 0,-25 0,25 0,-24 0,24 0,-49 0,24-50,0 50,1 0,-1 0,25 0,1 0,-26 0,25-24,0 24,-24 0,24 0,0-50,-24 50,24 0,0 0,-25-25,25 25,1 0,-26 0,25-50,-24 50,-1 0,25 0,-24-24,-1 24,-24 0,24 0,0-50,1 50,-1 0,25 0,1-25,-26 25,25 0,0-49,-24 49,24 0,-25-25,26 25,-1 0,-25 0,50-25,-74 25,24-50,0 50,50-24,-24 24,-26 0,25-50,0 50,25-25,-74 25,74-25,-50 25,50-49,-24 49,-26-25,25 25,25-25,-25 25,25-49,-49 49,49-50,-25 50,25-25,0 0,-25 25,25-49,0 24,-49-25,49 1,0-1,0 25,24 25,1 0,-25-49,25 49,25 0,-50-25,49 25,1 0,-25 0,24 0,-49-25,50 25,-1 0,-49-50,50 50,0-24,-26 24</inkml:trace>
  <inkml:trace contextRef="#ctx0" brushRef="#br0" timeOffset="-165425.63">8856 11782,'0'0,"0"0,-50 124,50 0,-50 25,50 0,-49-50,49 0,0 25,0-49,0-1,0-24,0-25,25-25,-25-25,49 0</inkml:trace>
  <inkml:trace contextRef="#ctx0" brushRef="#br0" timeOffset="-164907.6">8260 12204,'-24'0,"-26"0,75 0,49 0,-24 0,-1 0,51 25,24-25,99 74,-50-74,1 75,25-75,-26 0,-24 49,-50-49,-24 0,-26 0,1 0,-25 0,-25 0,-50 0</inkml:trace>
  <inkml:trace contextRef="#ctx0" brushRef="#br0" timeOffset="-163317.51">8831 11832,'0'74,"0"25,0 25,0-24,0-26,-25 25,25-24,0-1,0-24,0 24,0-49,0 0,-50-25,50-75</inkml:trace>
  <inkml:trace contextRef="#ctx0" brushRef="#br0" timeOffset="-162657.47">8161 12229,'0'25,"25"-25,25 49,24 1,0-25,50 24,0-49,25 50,25-50,-25 0,-25 0,25 0,-25 0,0-25,-75 25,-24 0,25 0,-50 50,-50-50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10:04:06.05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21357 9103,'0'-24,"0"73,0 26,0-1,0 25,0-24,25-1,-25 0,0-24,0-25,0 0</inkml:trace>
  <inkml:trace contextRef="#ctx0" brushRef="#br0" timeOffset="219.01">21382 8979,'0'0,"0"50,0-25,25 24,0-24,49 25,-24 24,-1-49,1 25,-25-26,24 51</inkml:trace>
  <inkml:trace contextRef="#ctx0" brushRef="#br0" timeOffset="445.02">21630 9004,'0'0,"0"50,25-1,0 26,-25-26,74 1,-74 0,0-26,25-24,-25 25,49-25</inkml:trace>
  <inkml:trace contextRef="#ctx0" brushRef="#br0" timeOffset="781.04">21977 9079,'0'0,"-49"24,49 26,-50 0,50-26,0 26,0-25,0 0,0-25,50 49,-26-49,26-25,0 1,-25-51,24 26,-24-1,-25 0,50-49,-50 49,0 26,-25-26,-25 50,-24 0,-26 25,51 24,24-24,25 0,0 25,25-50,24 0</inkml:trace>
  <inkml:trace contextRef="#ctx0" brushRef="#br0" timeOffset="1020.05">22424 8682,'0'0,"0"74,0 0,0 1,0 24,0 0,49-24,-49 24,0-25,0 1,0-50,0-1</inkml:trace>
  <inkml:trace contextRef="#ctx0" brushRef="#br0" timeOffset="1406.08">22498 8558,'0'-25,"25"25,-25-50,50 50,-26 0,1 0,50 25,-75 25,0 24,0 25,-25 25,-50 0,1-49,24-1,1-49,24-25,25 25,-25-25,25 0,25 0,25 0,-26 0,1 0,25 0,-25 49,24-49,26 25,-51-25,1 50,-25-25,0-1</inkml:trace>
  <inkml:trace contextRef="#ctx0" brushRef="#br0" timeOffset="1736.09">21134 9823,'0'49,"25"-49,49 0,75-25,25 25,-1-74,1 74,24-50,-24 50,-25-49,-50 49,0 0,-74-50,-25 50</inkml:trace>
  <inkml:trace contextRef="#ctx0" brushRef="#br0" timeOffset="2034.11">21531 10145,'25'0,"24"0,26-25,73 25,1-74,-25 74,50-75,0 75,-50-49,-50 49,-24-25,-1 25,-24 0,-25 0,-50 0,26 0</inkml:trace>
  <inkml:trace contextRef="#ctx0" brushRef="#br0" timeOffset="5018.28">20489 10815,'-25'0,"50"0,25 0,-26 0,26 25,24-25,1 0,24 0,25 0,-25-25,-24 25,-26 0,1 0,0 0</inkml:trace>
  <inkml:trace contextRef="#ctx0" brushRef="#br0" timeOffset="5327.3">21084 10666,'0'0,"0"0,50 0,-25 25,24-25,1 0,24 49,-49-49,0 0,-25 25,50-25,-50 50,-25 49,0-74,-25 24,26-49,-26 50,25-25,75-25</inkml:trace>
  <inkml:trace contextRef="#ctx0" brushRef="#br0" timeOffset="5611.32">21878 10641,'0'0,"0"50,50-25,-50-1,0 26,0-25,24 0,-24 24,0-24</inkml:trace>
  <inkml:trace contextRef="#ctx0" brushRef="#br0" timeOffset="5790.33">21878 10641,'0'-49,"50"49,-1-50,26 50,-26 0,1 0,0 0</inkml:trace>
  <inkml:trace contextRef="#ctx0" brushRef="#br0" timeOffset="6197.35">21977 10666,'50'0,"-25"0,0 0,24 0,1 0,-50 25,0 0,49-25,-24 0,25 0,-1 0,-24 0,25-50,-25 50,-25-50,0 26,-50 24,0 0,1 0,-26 0,51 0,24 49,-25-49,25 25,49-25</inkml:trace>
  <inkml:trace contextRef="#ctx0" brushRef="#br0" timeOffset="6497.37">22449 10567,'24'0,"1"0,25 49,-50 26,25-75,-25-25,0 0,49 0,-49-24,25 24,-25-25,25 50</inkml:trace>
  <inkml:trace contextRef="#ctx0" brushRef="#br0" timeOffset="7066.4">22821 10344,'-25'0,"25"49,0-24,0 25,0-1,0 1,0 24,0-24,0-25,0-1,25-48,-25-1,0-25,49 1,-49 24,50 25,-50 0,0 49,25-49,-25 50,0-75,24-24,26 24,-25 25,-25 0,0 25,50-25,-50 24</inkml:trace>
  <inkml:trace contextRef="#ctx0" brushRef="#br0" timeOffset="7397.42">23094 10393,'24'0,"1"-25,50 25,-51 0,1-24,25 24,-25 0,-25 0,0 49,0-49,0 50,0-1,0 1,0-25,0-25,24 0,-24 0</inkml:trace>
  <inkml:trace contextRef="#ctx0" brushRef="#br0" timeOffset="8626.49">23441 10393,'0'25,"0"25,0-26,-50 26,1-50,-1 25,0-25,26 0,24 49,-25-49,25 25,0-25,25 0,24 0,-24 0,0-25,49 1,-49 24,25 0,-1-50,-24 50,0-50,24 26,-24-26,25 25,-25-24,-25 24,74-25,-74 25,0 50,0 50,-25-51,25 1,0 25,0-25,-25-25,25 49,-49-49,24 0,-25 0,26 0,-26 0,50 0,-50 0,50 50,0-25,25-25,25 0,-25 0,-1 0,26-25,-25 25,-25-25,49 25,-49-50,0 75,0 0,0 0,50-25,0 0,-26 0,1 0,25-50,-1-24,-49 24,0 25,0 25,0 0,75-49,-25 49,-26 0,26-25,0 25,-26 0,-24 25,0 0,0 24,50 1,-50-25,0 24,0 26,0-26,0 1,0-25</inkml:trace>
  <inkml:trace contextRef="#ctx0" brushRef="#br0" timeOffset="9597.54">21084 14287,'50'0,"0"0,-1 0,1 0,24 0,25-24,-24 24,-26 0,-24 0,-25-25,0 25</inkml:trace>
  <inkml:trace contextRef="#ctx0" brushRef="#br0" timeOffset="9862.56">21432 14139,'49'0,"-24"0,0 0,24 0,-24 0,0 0,25 0,-50 49,0 26,-50-51,-24 26,24-25,0-25,50 74</inkml:trace>
  <inkml:trace contextRef="#ctx0" brushRef="#br0" timeOffset="10920.62">22126 13841,'0'25,"0"0,0 24,0 1,0 24,25-24,-25-1,0-24,0 25,50-25,-50 24</inkml:trace>
  <inkml:trace contextRef="#ctx0" brushRef="#br0" timeOffset="11130.63">22176 13866,'0'25,"25"24,24-24,-24 25,49-26,-49-24,0 50,25-50,-50 50,49-50,1 0</inkml:trace>
  <inkml:trace contextRef="#ctx0" brushRef="#br0" timeOffset="11341.64">22523 13742,'-50'0,"50"25,0 24,0 1,25 24,-25-24,50-1,-50-24,49 25,-24-1,25-49</inkml:trace>
  <inkml:trace contextRef="#ctx0" brushRef="#br0" timeOffset="11664.66">22771 13990,'-50'0,"50"49,0 1,25 0,0-50,25 49,-26-49,1 0,25 0,-1 0,-24-49,25-1,-50 25,0-49,-25 49,-49-25,49 50,-25 0,25 0,1 0,-26 0,50 25,50-25,-1 0</inkml:trace>
  <inkml:trace contextRef="#ctx0" brushRef="#br0" timeOffset="11899.68">23267 13767,'0'0,"-25"0,-24 49,24-24,-25 0,50 24,-24-24,24 25,49-1,26-49,-1 0,-24 0,24-24,-24-1,-1-25</inkml:trace>
  <inkml:trace contextRef="#ctx0" brushRef="#br0" timeOffset="12257.7">23590 13643,'-25'-75,"0"50,25-24,-74 49,74 25,0 24,0 26,0-1,0 0,74 26,-49-51,-25-24,49 25,-49-1,0-74,-24 1,24-1,0-25,0-24,0 49,0 0,49 25,-24 0,0 0,24 0,-24 50,0-50,-25 25,74-25,-24 0</inkml:trace>
  <inkml:trace contextRef="#ctx0" brushRef="#br0" timeOffset="13448.76">23937 13767,'0'-25,"0"25,-50 0,50 25,-74-25,74 49,0 26,0-51,49-24,26 0,-50 0,-1-24,26 24,-50-50,25 50,-25-50,0 26,0 24,-50 0,50 0,0 49,0 1,50-50,24 0,-24 0,0 0,-26 0,26 0,-25-50,-25-24,0 24,0 25,-50-24,50 74,0 49,0-24,25-26,-25-24,0-24,0-26,0 25,0 0,25 25,-25 0,49 0,-49 50,25-50,-25 50,50-50,-25 49,24-49,-24 0,0 0,24 0,-24-25,0 25,-25-49,0-26,0 26,-25 49,0 0,1 0,-26 0,25 0,0 25,25 24,0 1,0-50,25 0,0 0,25 0,-26 0,-24 0,25 0,-25-75,0 26,0 24,0 75,0-26,0 26,0 24,0 1,0 24,0 0,0-24,0-1,0-24,0 24,-49-49,-1-50,50-25,0 1,0-1,0-24,25-25,24-25,-24 49,25 1,-25 49,24 25,-49-50,75 50</inkml:trace>
  <inkml:trace contextRef="#ctx0" brushRef="#br0" timeOffset="14941.85">21952 15032,'-49'24,"-1"1,1 25,24-50,0 49,25-24,-50-25,50 50,0-25,50-25,-25 0,24 0,1 0,0 0,-1 0,-49-75,25 50,-25 1,0-26,0 25,-74-24,-1 49,26 0,-1 24,25-24,25 50,-49-50,49 25,49 24,26-49,-1 0</inkml:trace>
  <inkml:trace contextRef="#ctx0" brushRef="#br0" timeOffset="15231.87">22101 15032,'0'0,"0"49,0 1,50-1,-50-24,0 0,0-25,0-25,0-24,0-1,0 0,0 1,25-1,49 25</inkml:trace>
  <inkml:trace contextRef="#ctx0" brushRef="#br0" timeOffset="17138.98">22721 14709,'0'50,"0"-1,0 1,25 0,-25-1,0 26,0-26,50-24,-50 25,25-1,49-49</inkml:trace>
  <inkml:trace contextRef="#ctx0" brushRef="#br0" timeOffset="17521">23118 14932,'0'0,"-49"0,24 25,0 0,-25 25,50-26,-49-24,49 50,0 0,0-50,49 0,-49-50,50 50,-50-50,0 26,25 24,0 0,-25 24,49-24,-24 50,25-25,-1-25,-49 25</inkml:trace>
  <inkml:trace contextRef="#ctx0" brushRef="#br0" timeOffset="17927.02">23218 15230,'0'0,"0"-50,49 1,-24-1,-25 25,50-24,-50 24,0-25,24 26,-24-1,0 25,-49 0,49 0,25 0,-1 25,26-25,0 74,-26-24,-24-26,0 51,0-75,0 25,-24-25,-1 0,25 0,0-50</inkml:trace>
  <inkml:trace contextRef="#ctx0" brushRef="#br0" timeOffset="18109.03">23614 14808,'0'25,"25"25,-25-25,0-1,50 26,-50-25,0 24,0 1,0 0</inkml:trace>
  <inkml:trace contextRef="#ctx0" brushRef="#br0" timeOffset="18257.04">23590 15056,'0'-49,"0"49,49-25,1 25,-1-50,1 50,0-24,-1 24</inkml:trace>
  <inkml:trace contextRef="#ctx0" brushRef="#br0" timeOffset="18609.06">24011 14734,'0'0,"-49"0,24 50,25-26,0 1,25 25,49-50,-74 25,50-25,-50 24,0 26,0-25,0-25,0 25,-25-25,25 0,0-75,25 26,-25 24</inkml:trace>
  <inkml:trace contextRef="#ctx0" brushRef="#br0" timeOffset="18759.07">24135 14784,'0'-25,"25"25,-25 0,25 0,-25 49,0-24,50 25,-50-1,-25-49,25 50</inkml:trace>
  <inkml:trace contextRef="#ctx0" brushRef="#br0" timeOffset="19058.09">24160 14858,'0'0,"50"-50,-25 50,24 0,-24-49,0 49,24 0</inkml:trace>
  <inkml:trace contextRef="#ctx0" brushRef="#br0" timeOffset="19809.13">24383 14759,'-24'0,"24"25,-75-25,75 49,-49-49,49 50,0-50,74 0,-24-25,-50 0,0-24,24 49,26 0,-25 0,0 0,24 0,-24 0,-25-50,50 50,-50-25,0-49,0 49,0-25,0 26,-50 24,50-25,0 50,0-1,0 1,0 25,0-1,25-49,24 25,-24-25,25 0,-25 0,24 0,1-25,-50 1,0-26,-25 50,-25 0,50 25,0 0,50-25,-25 0,24 0,-24 0</inkml:trace>
  <inkml:trace contextRef="#ctx0" brushRef="#br0" timeOffset="19967.14">24607 14660,'0'0,"49"0,26-50,-26 50,26-50,-1 50,-24-49</inkml:trace>
  <inkml:trace contextRef="#ctx0" brushRef="#br0" timeOffset="22740.3">15206 9227,'-25'0,"-25"0,1 0,-1 0,0-49,1 49,24 0,0 0,0 0,-24 0,24 25,-25-25,26 0,-1 49,-50 50,51-74,-26 25,50-1,0-24,-25 25,25-1,0 26,0-26,0 1,0 0,50 24,-1-24,1 24,-25 1,24-51,1 26,0-50,-1 25,26-25,-26 0,1 0,-1 0,1-25,24-25,-24 26,0-51,49 25,0-49,-49 50,-50-26,49 26,-49 24,0-25,0 25,-25 1,25-26,-49 25,-1-24,25 24,-24 25,-26-50,26 50,-26-49,1 49,-25 0,-50 0,50 24,24-24,1 25,49 50</inkml:trace>
  <inkml:trace contextRef="#ctx0" brushRef="#br0" timeOffset="23730.35">16495 9128,'0'-49,"-49"49,49-25,-25 25,25-25,-25 25,-24 0,-1 0,25 0,-24 0,24 0,-25 50,-24 24,24-24,-24 49,24-25,-24 25,24 25,50-49,-49-1,49 1,0-26,24 1,51 49,-1 25,25-49,1-1,-26-24,0-50,-24 24,24-24,1 0,-26 0,1-49,24 24,-24-49,25-1,-26 1,1-1,-25 1,-25-1,49-24,-49 25,0-1,-25 1,25 0,-74-26,24 26,26 24,-26 1,25 49,-25-25,1 25,-1 0,-24 0,-1 25,1 24,49-24,25 50,-49-26,49 1,0-25</inkml:trace>
  <inkml:trace contextRef="#ctx0" brushRef="#br0" timeOffset="25612.46">15181 9723,'49'0,"-49"25</inkml:trace>
  <inkml:trace contextRef="#ctx0" brushRef="#br0" timeOffset="26386.5">15156 12080</inkml:trace>
  <inkml:trace contextRef="#ctx0" brushRef="#br0" timeOffset="29370.67">15082 12278,'0'-24,"-25"24,-25 0,50 0,-25 0,25 74,-24-74,24 50,0-1,-25-49,25 25,0-25,0 50,25-50,-1 0,51-25,-50 0,24-49,-49 49,0 0,0-25,0 26,0-1,0-25,-25 50,-49 0,24 50,26-50,24 49,-50-49,50 25</inkml:trace>
  <inkml:trace contextRef="#ctx0" brushRef="#br0" timeOffset="30915.76">16347 12402,'0'-49,"0"98,0 26,0-26,0-24,0 0,0 25,0-26,0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9:47:50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5507 13593,'0'-25,"0"25,0 25,0 49,-25-24,25 0,0-26,0 26,0-25,0 24,0-73,0-1,0-50,25 26,-25-26,0 1,25 0,-25-1,0 26,49 24,-49 50,25-25,-25 74,0-24,50-1,-50-24,25 25,-25-26,49-24,-49 50,25 0</inkml:trace>
  <inkml:trace contextRef="#ctx0" brushRef="#br0" timeOffset="301.01">5457 13717,'25'-50,"0"50,0 0,24-24,1 24,0 0,-1-25,-24 25,0 0,-25-50,0 25</inkml:trace>
  <inkml:trace contextRef="#ctx0" brushRef="#br0" timeOffset="586.03">5829 13345,'0'-25,"0"50,0 49,25-24,25 0,-25-1,24 1,-49-25</inkml:trace>
  <inkml:trace contextRef="#ctx0" brushRef="#br0" timeOffset="805.04">5879 13444,'50'25,"-1"25,26-50,-51 24,26-24,0 0,-50 50,25-50</inkml:trace>
  <inkml:trace contextRef="#ctx0" brushRef="#br0" timeOffset="1149.06">6127 13221,'0'-25,"0"25,0 25,0 25,0-26,0 1,0 25,0-25,0-1,50 26,-50 0,25-50,-25 24,24-24,-24 50,50-50</inkml:trace>
  <inkml:trace contextRef="#ctx0" brushRef="#br0" timeOffset="1405.08">6301 13246,'0'25,"49"24,-49 1,25-50,-25 49,0 1,25 0</inkml:trace>
  <inkml:trace contextRef="#ctx0" brushRef="#br0" timeOffset="1683.09">6301 13221,'0'0,"0"-25,49 25,1 0,0 0,-26 0,51 0,-75 0,25 0,-25 75,0-26,0-24,0 0,-25 24,25-24,-75 25,26-1,24-49,-25 50,26-50</inkml:trace>
  <inkml:trace contextRef="#ctx0" brushRef="#br0" timeOffset="9892.56">3845 15900,'0'-50,"0"25,0 25,-25 0,-24 0,24 0,0 0,-25 0,26 0,-1 0,-25 0,25 0,25 0,-24 0,24 50,-25-50,25 25,0 0,0 24,0-24,0 0,0 0,0 24,0-24,0 0,0 24,0-49,0 25,25 0,24-25,-24 0,0 0,24 0,-24 0,0 0,-25 0,25 0,-25-25,49 25,-49-25,25-24,-25 24,50 25,-50-50,0 26,0-1,0 0,0-25,0 26,-25-26,0 50,25-25,-49 25,24 0,0 0,25 0</inkml:trace>
  <inkml:trace contextRef="#ctx0" brushRef="#br0" timeOffset="10667.61">3845 15825,'0'50,"50"-50</inkml:trace>
  <inkml:trace contextRef="#ctx0" brushRef="#br0" timeOffset="11229.64">5110 15379</inkml:trace>
  <inkml:trace contextRef="#ctx0" brushRef="#br0" timeOffset="11790.67">6450 14759</inkml:trace>
  <inkml:trace contextRef="#ctx0" brushRef="#br0" timeOffset="17091.97">7938 13196,'0'-25,"0"75,-50 49,50 0,-74 25,74-49,-50-1,50 1,0-1,0-49,0 0,-49-25,49 49</inkml:trace>
  <inkml:trace contextRef="#ctx0" brushRef="#br0" timeOffset="17407.99">7839 13419,'49'0,"26"-49,-51 49,1 0,25-25,-25 25,-1 0,26-50,-25 50,25 0,-26-24,26 24,-25 0</inkml:trace>
  <inkml:trace contextRef="#ctx0" brushRef="#br0" timeOffset="17656">7789 13667,'25'0,"24"0,1 0,-25 0,0 0,24-24,-24 24,25 0,-26 0,-24-50,50 50,0-25</inkml:trace>
  <inkml:trace contextRef="#ctx0" brushRef="#br0" timeOffset="17918.02">8335 13370,'25'0,"-25"0,0 49,0 1,0-25,0 0,0 24,0-24,0 0,0 49,0-49</inkml:trace>
  <inkml:trace contextRef="#ctx0" brushRef="#br0" timeOffset="18368.05">8335 13320,'49'-25,"-24"25,25-49,-1 49,26-25,-26 25,1 0,-25 0,24 0,-73 0,-1 0,0 0,-49 50,49-1,-50-24,51 25,-1-26,-25 26,25-50,25 25,-49-25,98 0,-24 0,25 0,-1-25,26 25,-26-25,1 25,0-25,-26 25</inkml:trace>
  <inkml:trace contextRef="#ctx0" brushRef="#br0" timeOffset="22553.29">16520 17934,'0'-25,"0"25,50 0,-25 0,-1 0,1 0,25 0,-25 0,0 0,49 0,-24 0,-1 0,1 0,-50-50,49 50,26 0,-26 0,1 0,-50-24,50 24,-1 0,26 0,-1 0,-24 0,-1 0,1 0,-25 0,49 0,-24 0,-25 0,24-25,-24 25,25 0,-1 0,1 0,-25 0,-1 0,26 0,24 0,-24 0,0 0,-50-50,49 50,1 0,-1 0,1 0,0 0,-1 0,-24 0,25 0,-26 0,1 0,50 0,-26 0,1 0,-25 0,24 0,-24 0,0 0,49 0,-24 0,0 0,-26 0,1 0,25 0,-25 0,-1 0,26 0,-25 0,0 0,-25 25,0 0,0 0,0 24,0-24,0 0,0 24,0 1,0 0,0-26,0 26,0-25,0 0,0 24,0 26,0-51,0 1,0 0,0-25,0-25,-50 0</inkml:trace>
  <inkml:trace contextRef="#ctx0" brushRef="#br0" timeOffset="25029.43">16495 17934,'0'25,"0"24,0 26,50-26,-50-24,0 25,25 24,-25-24,0-1,0 1,0 24,0-24,0 0,0-26,0 1,0 25,-50-1,50-24,0 25,-25-50,25 49,0-24,0-25,50 0,-50 0,50 0,-1 0,1 0,0 0,-26 0,1 0,0 0,25 0,-26 0,1 0,25 0,-25 0,-1 0,26 0,-25 0,0 0,24 0,-24 0,0 0,24 0,1-49,0 49,-26 0,26 0,-25 0,0 0,24 0,-24-25,0 25,24 0,-24 0,50 0,-50 0,24 0,-24 0,0 0,24 0,-24 0,0 0,25 0,-26 0,1 0,25 0,-25 0,24 0,1 0,-1 0,26 0,-50 0,-1 0,26 0,-25 0,24 0,-24 0,25 0,-25 0,24 0,1 0,24 0,-49 0,0 0,0 0,24 0,-24 0,0 0,25 0,-26 0,1 0,25 0,-25 0,-1 0,-24 0,50 0,-25 0,0 0,-25-25,49 25,-24-50,0 50,-25-24,49-1,-49-25,25 50,-25-25,0 1,0-26,0 25,0 0,25 25,-25-49,0-1,0 25,0 0,0-24,0 24,0 0,0-24</inkml:trace>
  <inkml:trace contextRef="#ctx0" brushRef="#br0" timeOffset="25178.44">19472 18207</inkml:trace>
  <inkml:trace contextRef="#ctx0" brushRef="#br0" timeOffset="28711.64">17264 13767,'0'24,"-24"26,24-25,0 24,0 26,0-26,0 1,0-25,0 49,0-24,0-25,0 24,0 1,0-25,0 0,0 24,0 1,0-1,0 1,0 0,0-1,0 26,0-26,0 1,0-1,0 1,0 24,0 1,0-50,0-1,0 1,0 25,0-25,0-1,0 26,0-25,0 0,0 24,0-24,0 0,0 25,0-26,0 51,0-50,0 24,0 1,0-25,0-1,0 26,0-25,0 24,0 1,0-25,0 0,0-1,0 26,0 0,0-26,0 26,0-25,0 0,0-1,0 26,0 0,0-25,0 24,0-24,0 0,0 24,0-24,0 0,0 0,0 49,0-24,-25-25,25 24,0-24,0 25,0-26,0 26,0-25,0 0,0 24,0 1,0-25,0-1,0 26,0-25,0 0,0 24,0 1,0-1,0-24,0 25,0-25,0 0,0-50,49-25,1-74</inkml:trace>
  <inkml:trace contextRef="#ctx0" brushRef="#br0" timeOffset="30348.73">17785 14560,'0'0,"25"0,-25-49,25 49,25-25,24-25,-49 26,0 24,-25-25,49 25,-49 0</inkml:trace>
  <inkml:trace contextRef="#ctx0" brushRef="#br0" timeOffset="31175.78">18902 14635,'0'-50,"0"50,24 0,-24-25,50 25,-25-24,0 24,-25-50,49 50,-24-50,0 50,-25-24,49 24,-73 0,-26 0</inkml:trace>
  <inkml:trace contextRef="#ctx0" brushRef="#br0" timeOffset="33071.89">17785 15652,'-24'0,"48"0,-24-25,25 25,0 0,-25-50,50 50,24-24,-49 24,0 0,-25 0</inkml:trace>
  <inkml:trace contextRef="#ctx0" brushRef="#br0" timeOffset="33798.93">19001 15701,'25'0,"-1"0,-24 0,50 0,0 0,-1-24</inkml:trace>
  <inkml:trace contextRef="#ctx0" brushRef="#br0" timeOffset="34697.98">17711 16694,'0'-25,"74"25,-24 0,-25-25,24 25,-24 0,25 0,-25 0,24 0</inkml:trace>
  <inkml:trace contextRef="#ctx0" brushRef="#br0" timeOffset="35178.01">19100 16694,'25'0,"0"0,24 0,26 0,-26-50,-24 50</inkml:trace>
  <inkml:trace contextRef="#ctx0" brushRef="#br0" timeOffset="35914.05">17835 17611,'0'0,"50"0,-1 0,-24-24,25 24</inkml:trace>
  <inkml:trace contextRef="#ctx0" brushRef="#br0" timeOffset="39139.23">19522 16966,'0'-24,"0"-1,0-25,0 50,-50-25,0 25,1 0,49-24,-50 24,1 0,-1 0,25 0,25-50,-49 50,-1 0,0 0,1 0,49-25,-50 25,1 0,-26 0,25 0,26 0,-26 0,0 0,-24 0,49 0,-24 0,24 0,-25 0,25 0,-24 0,-1 0,1 0,24 0,0 0,-25 0,26 0,24 50,-25-50,-25 0,25 0,25 25,-24-25,-26 0,50 24,-25-24,0 0,25 50,-49-50,24 0,25 25,-25-25,-24 0,24 25,0-25,-50 49,51-49,24 25,-25-25,25 50,-50-50,50 24,-25-24,25 25,-24 25,24-25,-50-1,50 26,0-25,-25 0,25 24,0-24,0 0,0 24,0-24,0 0,0-25,0 50,25-50,25 25,-26-25,26 49,0-49,-26 0,1 0,-25 25,50-25,-25 0,0 0,-25 25,49-25,-24 0,0 0,24 49,-24-49,25 0,-1 0,-24 0,0 0,25 0,-1 0,-24 0,0 0,24 0,-24 0,0 0,25 0,-26 0,1 0,0 0,25 0,-26 0,26 0,-50-24,50 24,-26 0,26 0,0 0,-1 0,-49-25,25 25,0 0,25 0,-1 0,-24-25,25 25,-1-50,-24 50,-25-24,25 24,24-50,-24 50,-25-50,50 50,24-25,-49 25,-25-49,25 49,24-25,-49 0,50 25,-50-49,25 49,-25-25,49 25,-49-25,0-25,25 50,-25-24,0-1,0-25,0 25,0 1,0-26,0 25,0 0,0 25,0-49,-49 49,-1-25,25 25,-24-50,24 50,0 0,-25 0</inkml:trace>
  <inkml:trace contextRef="#ctx0" brushRef="#br0" timeOffset="43571.49">10269 12353,'0'-25,"-24"25,-1 0,0 50,-25-26,26 51,-26-26,50-24,-50 25,50-1,0-24,25-25,0 0,25 50,-26-50,1 0,50 25,-51-25,-24 24,0 26,0 0,0-26,0 26,-24 0,-1-50,25 24,-50-24,1 0,-1 0,25 0,25 0,0-24,0-26,0 50,0-25,75 25</inkml:trace>
  <inkml:trace contextRef="#ctx0" brushRef="#br0" timeOffset="44005.51">10592 12402,'0'0,"0"-49,0 74,0-1,0 1,0 25,0 24,0 1,0-1,0-24,0-1,0-24,0 25,0-1,0-49,0 25</inkml:trace>
  <inkml:trace contextRef="#ctx0" brushRef="#br0" timeOffset="44710.55">10592 12477,'0'-75,"0"51,74-26,-24 50,-50-25,50 25,-26 0,26 0,-50 0,0 50,-25-1,25 1,-49 24,49-24,-50-25,0 24,26-49,24 0,49 0,1 25,-25-25,24 50,-24-50,0 25,49 24,-49-49,-25 25,0-25,25 0,-25-50,74 1,-74 24,25 25,-25-50</inkml:trace>
  <inkml:trace contextRef="#ctx0" brushRef="#br0" timeOffset="45252.58">10394 13370,'0'0,"74"0,-49 0,0 0,49-50,-49 50,24 0,1-25,24 25,-49 0,0 0,-25-49,50 49,-75 0,25 25,-25-25</inkml:trace>
  <inkml:trace contextRef="#ctx0" brushRef="#br0" timeOffset="45647.61">10418 13543,'0'0,"50"0,24 0,-24 0,-25 0,0-49,49 49,-49 0,0-25,24 25,-24 0,-25-50,50 50,-1 0,-74 0</inkml:trace>
  <inkml:trace contextRef="#ctx0" brushRef="#br0" timeOffset="45884.62">10890 13469,'0'0</inkml:trace>
  <inkml:trace contextRef="#ctx0" brushRef="#br0" timeOffset="51399.93">15230 15478</inkml:trace>
  <inkml:trace contextRef="#ctx0" brushRef="#br0" timeOffset="52546">14858 17115,'25'0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23:06.71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8037 14511,'-25'0,"25"0,0-25,0-25,0-24,0 49,0-25,0 1,0-26,50-24,-50 25,49-25,-49-50,0 25,50-25,-50 0,0-25,0 26,0-26,0 0,0-24,0 49,75 0,-75 0,49 25,-49 0,75 25,-75-25,99-25,-50 1,26-1,-1 25,1-25,-26-25,1 25,-25 50,24-25,26 0,-26-25,26 0,-1 1,0-1,1 0,-1 0,1 25,-1 25,1-25,24 0,25 0,-50 25,25-25,50-25,-25 0,0 25,0-50,0 25,-24 25,-26 50,0-25,-49 24,25-24,-1 25,1-50,-25 25,24-1,1 51,-50 24,50 25,-50-75,24 51,26-26,-50 0,50 26,-1-26,-24 25,25-24,24-26,-24 26,-1-26,1 26,0-1,-1-24,1-1,-25 1,49-26,0 26,-49-25,25 0,-1-1,-24 26,25 24,-1-24,-24 0,25 24,-50 0,25 1,-25 24,49 0,-49-24,25 24,-25-25,25 50,-25-50,50 26,-26 24,26-50,-25 50,-25-25,25 25,24-25,1 25,-50-49,25 49,24 0,1-50,-25 50,49-49,-49 49,0 0,24-25,1 25,-25 0,24-50,-24 50,-25-25,0 50,0 25</inkml:trace>
  <inkml:trace contextRef="#ctx0" brushRef="#br0" timeOffset="459.02">12948 4316,'-49'0,"74"0,-1 0,26 0,0 0,-1 0,26 0,-1 50,-24-50,24 0,-49 0,0 0,24 0,-24 0,-50 24,25 26,-99-25,74 24,-24-24,49 0,-25 49,25-49</inkml:trace>
  <inkml:trace contextRef="#ctx0" brushRef="#br0" timeOffset="3529.2">14635 3547,'-49'0,"73"0,1 0,0 0,25 0,-1 0,-24 0,0 0,24 0,-24 0,25 0,-1 25,26-25,-26 0,1 0,0 0,24 0,0 0,1 0,-1 0,-24 0,-1 0,1 0,0 0,-1 0,-24 0,0 0,25 0,-26 0,1 0,0 0,25 0,-26 0,1 0,25 0,-75 0,25 25</inkml:trace>
  <inkml:trace contextRef="#ctx0" brushRef="#br0" timeOffset="4975.28">15851 3398,'0'-49,"0"49,24 0,26 0,0 0,-26 0,-24 24,25-24,-25 50,0 0,50-50,-50 49,0 1,25-50,-25 74,0-24,0 24,0-49,0 0,0 25,0-26,0 1,0 25,0-1,0-24,-50-25,50 50,-25-25,25-1,-25-24,25 50,-49-50,74 0,-1 0,1 0,0 0,49 0,-74-25,50 25,0 0,-50-25,49 25,1-24,24-26,-24 0,-1 26,1-26,-25 25,24 0,-24-24,-25 24,50 25,-50-50,0 26,0-1,0 0,0-25</inkml:trace>
  <inkml:trace contextRef="#ctx0" brushRef="#br0" timeOffset="6363.36">15975 3423,'0'-25,"0"-24,0 49,24 0,26 0,-25 0,24-25,-24 25,0 0,0 0,24 0,-24 0,25 0,-25 0,-1 0,-24 49,50-49,0 0,-26 0,1 0,-25 25,50-25,-25 0,-25 25,24-25,-24 50,50-26,-50 1,25-25,-25 50,0-25,0-1,25-24,-25 50,0-25,0 0,0 24,49-49</inkml:trace>
  <inkml:trace contextRef="#ctx0" brushRef="#br0" timeOffset="6873.39">16818 3597,'0'-50,"0"50,0 25,-25-25,25 25,-49-25,49 49,-25 1,25 0,0-26,0-24,49 0,-24 0,0 0,0 0,24 0,-24 0,0 0,25 0,-1-74,1 24,-50 25,-25-24,-25 49,26 0,-26 0,25 0,0 0,-24 25,49-1,25-24</inkml:trace>
  <inkml:trace contextRef="#ctx0" brushRef="#br0" timeOffset="7443.42">17016 3621,'-24'0,"-1"0,25 0,74 0,-24 0,-1 0,26 0,-26 0,26 0,-1-24,25 24,50 0,-49-25,24 25,-25 0,25-50,-50 50,-24 0,-1-49,-24 49,25 0,-1 0,-24 0</inkml:trace>
  <inkml:trace contextRef="#ctx0" brushRef="#br0" timeOffset="8950.51">14958 5333,'24'0,"26"0,0 0,24 0,-49 0,24 0,26 0,-1-25,-24 25,-1 0,26 0,-1 0,26-25,-51 25,1 0,-1 0,1 0,24 0,-24 0,0-49,-1 49,26 0,-51 0,26 0</inkml:trace>
  <inkml:trace contextRef="#ctx0" brushRef="#br0" timeOffset="10044.57">16123 4911,'-24'0,"24"-24,0 24,24 0,26 0,0 24,-1-24,-49 25,50-25,-50 25,25-25,-25 50,0-1,0-24,0 0,0 24,0-24,0 0,0 25,-25-26,25 1,0 25,-25-50,25 74,-25-49,25 0,-49-25,73 0,1 0,-25 0,50 0,-1-25,1 25,-25 0,24-50,26 50,-75-49,74 49,-74-50,50 50,-50-49,50 49,-50-75,49 50,-49 1,50-26,-50 25,25-49,-25 49,0 0,0 0,0 25</inkml:trace>
  <inkml:trace contextRef="#ctx0" brushRef="#br0" timeOffset="10999.62">16347 4911,'0'-49,"-50"49,25 0,25-25,0 0,0 25,50 0,-25 0,-1-50,26 50,0 0,24 0,-49 0,0 0,24 0,-24 0,0 0,25 25,-26-25,26 25,-50 0,50-25,-50 50,24-26,-24 26,50-50,-50-25</inkml:trace>
  <inkml:trace contextRef="#ctx0" brushRef="#br0" timeOffset="11365.65">16967 4812,'-25'0,"0"75,25-26,0-24,0 25,50-50,-25 0,-1 0,26 0,-25 0,-25-25,49 25,-49-25,50 0,-50-49,-25 49,-49 25,49 0,-25 0,26 0,24 0,-25 0,25 50,25-50</inkml:trace>
  <inkml:trace contextRef="#ctx0" brushRef="#br0" timeOffset="11832.67">17215 4936,'-25'0,"25"0,25 0,24 0,1 0,0 0,24 0,0 0,1 0,49 0,-25 0,50-74,25 74,-1-50,-24 50,25-99,-50 99,0-25,-50 25,1 0,-26-50,-24 50,0 0,-25 0</inkml:trace>
  <inkml:trace contextRef="#ctx0" brushRef="#br0" timeOffset="14456.82">17438 3572,'0'-25,"0"0,0 25,0 75,0-51,0 26,0 25,0-1,0-24,0-1,0 26,0-26,0 1,0-25,0-1,0-24,-25 0,25-24,-25 24,-24 0,49-50,-25 50,0 0,-24 0,49 25,-25-25,-25 25,1-25,-1 49,25-49,-24 25,-1-25,25 0,0 50,-24-50,49 24,-50-24,25 25,-49 25,24-25,1 24,-51 26,76-75,-26 49,0-24,-24 25,49-50,-24 24,24-24,0 0,-25 50,1-50,24 0,-49 25,49-25,-25 0,50 49,-49-49,24 0,0 0,-25 25,1-25,24 0,0 0,-25 0,26 0,-26 50,0-50,26 0,24 25,0 24,0-49,0 50,0 24,0-49,49-25,-49 25,25-25,25 0,-1 0,1 0,0 0,-50-50,49 50,1 0,24 0,-24 0,-1 0,1 0,0 0,-1 0,-24 0,25 0,-50-24,49 24,1 0,-1 0,-24 0,0 0,25 0,-26 0,-24-25,-24 25,24-50</inkml:trace>
  <inkml:trace contextRef="#ctx0" brushRef="#br0" timeOffset="15520.88">15429 4043,'-25'-25,"-25"25,50-49,25 49,25 0,-25 0,24 0,-24 0,0-25,24 25,-24 0,0 0,50-50,-26 50,26 0,-75-24,49 24,-24 0,49-25,-24 25,-25 0,-25-50,25 50</inkml:trace>
  <inkml:trace contextRef="#ctx0" brushRef="#br0" timeOffset="17537">15404 4043,'0'25,"0"25,0-26,0 26,0 0,-25-1,25 1,0-1,0-24,0 0,0 49,0-98,0-1,0-25,0 25,25 25,-25-24,50 24,-26 0,1 0,25 0,-1 0,-24 0,0 0,25 0,-25 0,-1 0,26 0,0 0,-1 0,-24 0,25 0,-26 0,1 0,25 0,-25 0,-1 0,1 0,25 0,-25 0,-1 0,51 0,-26 0,1 0,-25 0,24-50,1 50,0 0,-1 0,1 0,24 0,-24 0,0 0,-1 0,1 0,24 0,-49 0,25 0,-26 0,26 0,-25 0,0 0,49-25,-49 25,0 0,24 0,-24 0,25 0,-26 0,26 0,-25 0,0 0,24 0,-24 0,0 0,25 0,-26 0,1 0,0 0,-25 0,0 25,50 25,-50-1,0 1,24 24,-24-24,0-1,50-49,-50 50,0-25,0 24,25-49,-25 25,0 0,0 25,0-25,25-25,-25 24,0 26</inkml:trace>
  <inkml:trace contextRef="#ctx0" brushRef="#br0" timeOffset="20434.16">13048 4514,'49'0,"50"-24,-24 24,24-25,50 25,-50-75,-24 75,-1-49,-49 49,0 0,-25 0,-25 25,-25-25</inkml:trace>
  <inkml:trace contextRef="#ctx0" brushRef="#br0" timeOffset="21794.24">18951 3125,'-25'0,"-74"75,74-26,-24-24,49 25,-25-1,25-24,0 25,0-1,49-49,1 0,25 0,-1 0,0-24,1 24,-50-25,24-50,-49 51,0-26,0 0,0 1,0-1,0 25,-49-24,-1 49,0 0,50 25,-24 24,24-24,0 25,0-26,24-24</inkml:trace>
  <inkml:trace contextRef="#ctx0" brushRef="#br0" timeOffset="22113.26">19075 3299,'0'74,"25"-74,-25 50,50-50,-1 50,1-50,-50 24,25-24,24 0,-49 0,25 0,-25-49,25 49,-25-50,49 1,-24 24,0 25</inkml:trace>
  <inkml:trace contextRef="#ctx0" brushRef="#br0" timeOffset="22667.29">19596 4564,'0'0,"-50"0,1 0,49 25,-25 0,25 24,0-24,0 25,0-50,50 0,-1 0,-24 0,0-25,24-25,-49 25,25-24,-25-26,0 26,0-1,0 25,-25-24,-24 49,24 0,-25 49,50-24,-24 0,24 25,0-26</inkml:trace>
  <inkml:trace contextRef="#ctx0" brushRef="#br0" timeOffset="22967.31">19596 4589,'0'49,"25"-49,0 25,24-25,-49 50,50-50,-25 0,24 0,-24-50,25-24,-50 49,0-25,25-24,24 24</inkml:trace>
  <inkml:trace contextRef="#ctx0" brushRef="#br0" timeOffset="23305.33">19398 4266,'-50'0,"124"-24,26 24,48-75,26 75,-25-99,-25 49,-25 50,0-74,-74 74</inkml:trace>
  <inkml:trace contextRef="#ctx0" brushRef="#br0" timeOffset="25128.43">14189 3473,'0'-25,"0"25,-50 0,0 49,26-49,24 50,-50-50,50 25,0 24,0-49,25 0,24 0,1 0,-25 0,0 0,24 0,-24 0,-25 25,0 25,0-25,-25 49,-49-49,24-25,25 0,1 0,-26 50,0-50,50-25,25 0,0 25,49-50,-24 50</inkml:trace>
  <inkml:trace contextRef="#ctx0" brushRef="#br0" timeOffset="25810.47">14561 5234,'-25'0,"25"-25,0 25,0 50,0-1,0 1,0-1,0 26,0-26,0-24,0-25,0 25,50-25,-26 0</inkml:trace>
  <inkml:trace contextRef="#ctx0" brushRef="#br0" timeOffset="26170.49">14586 5209,'0'-74,"0"49,0 0,49-49,1 74,-25 0,-25 49,0 1,0-1,0 1,-25 0,25-26,-50-24,50 25,-49-25,98 0,1 0,-25 0,-1 0,26 0,-25 0,0 0,-25 50,74-50</inkml:trace>
  <inkml:trace contextRef="#ctx0" brushRef="#br0" timeOffset="26441.51">15851 4539,'0'0</inkml:trace>
  <inkml:trace contextRef="#ctx0" brushRef="#br0" timeOffset="26621.52">16074 4762,'-25'50</inkml:trace>
  <inkml:trace contextRef="#ctx0" brushRef="#br0" timeOffset="27933.59">8012 15205,'0'25,"0"0,0 0,0 24,0-49,0 50,0-25,-25-25,25 49,0 1,-49-50</inkml:trace>
  <inkml:trace contextRef="#ctx0" brushRef="#br0" timeOffset="28164.61">7913 15304,'0'-24,"50"24,24 24,-24-24,-26 25,1-25,25 25,0 25,-1-25</inkml:trace>
  <inkml:trace contextRef="#ctx0" brushRef="#br0" timeOffset="28306.61">8384 15354</inkml:trace>
  <inkml:trace contextRef="#ctx0" brushRef="#br0" timeOffset="33675.92">3795 15999,'0'25,"0"-25,0 25</inkml:trace>
  <inkml:trace contextRef="#ctx0" brushRef="#br0" timeOffset="34426.96">3597 15850</inkml:trace>
  <inkml:trace contextRef="#ctx0" brushRef="#br0" timeOffset="34755.98">4713 15081,'25'0</inkml:trace>
  <inkml:trace contextRef="#ctx0" brushRef="#br0" timeOffset="35040">4490 17066,'25'-50,"-25"-24,25 49</inkml:trace>
  <inkml:trace contextRef="#ctx0" brushRef="#br0" timeOffset="35280.01">4812 14759,'25'0,"-25"0</inkml:trace>
  <inkml:trace contextRef="#ctx0" brushRef="#br0" timeOffset="35482.02">4713 17066,'0'0,"25"0,-25-50</inkml:trace>
  <inkml:trace contextRef="#ctx0" brushRef="#br0" timeOffset="35707.04">4862 14982,'0'25</inkml:trace>
  <inkml:trace contextRef="#ctx0" brushRef="#br0" timeOffset="37403.13">3721 12948,'50'50,"-50"-1,0 1,0-25,0 24,0 1,24-25,-24 49,0-49,50-25,-25 0</inkml:trace>
  <inkml:trace contextRef="#ctx0" brushRef="#br0" timeOffset="37943.17">4267 12700,'49'0,"-49"25,25 0,-25 49,0 0,0-24,0 0,50-26,-50 26,0-25,25-25,-25 25,24-25</inkml:trace>
  <inkml:trace contextRef="#ctx0" brushRef="#br0" timeOffset="38288.18">3845 13717,'0'25,"-25"-25,75 0,-1-25,51 25,-26-74,1 24,49 0,-50 26,50-51,-25 26,-49 24,-25 25,-25 0</inkml:trace>
  <inkml:trace contextRef="#ctx0" brushRef="#br0" timeOffset="38497.2">4168 13692,'-25'0,"50"0,-1-49,51 24,-1-25,1 1,49 24,-25-25,0 1,-49 24,-26 25,-24-50</inkml:trace>
  <inkml:trace contextRef="#ctx0" brushRef="#br0" timeOffset="38832.22">4986 12849,'-25'0,"25"0,25-50,25 50,-25-49,24 49,1-75,-1 26,1 24,-25 25,-25-50,25 50,-25 0</inkml:trace>
  <inkml:trace contextRef="#ctx0" brushRef="#br0" timeOffset="39045.23">4912 12923,'-25'0,"25"0,25 0,24-74,-24 24,25 25,24-24,-24 24,-1 25,1-74,0 74</inkml:trace>
  <inkml:trace contextRef="#ctx0" brushRef="#br0" timeOffset="39531.26">5135 12452,'-25'0,"25"0,0-25,75 25,-1 0,-49-49,0 49,24-25,-24 25,25-50,-26 50,-24 50,-24 24,24-24,-50 24,50-24,0-1,-25 1,25-25,0 0,0-25,0 49</inkml:trace>
  <inkml:trace contextRef="#ctx0" brushRef="#br0" timeOffset="39981.28">5755 12105,'0'49,"50"1,-50 0,49-1,-49 26,25-51,-25 1,50-25,-50 75,24-51,26-24</inkml:trace>
  <inkml:trace contextRef="#ctx0" brushRef="#br0" timeOffset="40125.29">6077 12526</inkml:trace>
  <inkml:trace contextRef="#ctx0" brushRef="#br0" timeOffset="42675.44">3845 14312</inkml:trace>
  <inkml:trace contextRef="#ctx0" brushRef="#br0" timeOffset="43470.48">4143 14684,'25'25</inkml:trace>
  <inkml:trace contextRef="#ctx0" brushRef="#br0" timeOffset="43813.5">4416 18058,'0'0,"24"0,-24-75</inkml:trace>
  <inkml:trace contextRef="#ctx0" brushRef="#br0" timeOffset="44158.52">4391 14759</inkml:trace>
  <inkml:trace contextRef="#ctx0" brushRef="#br0" timeOffset="44436.54">4440 17859</inkml:trace>
  <inkml:trace contextRef="#ctx0" brushRef="#br0" timeOffset="45500.6">6375 15056,'0'0,"25"-49,49-1,-24 1,-25 49,-25-25,49 25</inkml:trace>
  <inkml:trace contextRef="#ctx0" brushRef="#br0" timeOffset="45770.61">6301 15205,'0'-25,"99"-24,-74 49,24-75,26 51,-50 24,-1-50,51 0</inkml:trace>
  <inkml:trace contextRef="#ctx0" brushRef="#br0" timeOffset="46513.66">6549 17735,'49'0,"-49"0,25 0,-25-24,25 24,-25-50,25 50</inkml:trace>
  <inkml:trace contextRef="#ctx0" brushRef="#br0" timeOffset="46700.67">6574 17884,'-25'0,"25"0,49-49,1-1,-25 50,-25-50</inkml:trace>
  <inkml:trace contextRef="#ctx0" brushRef="#br0" timeOffset="47220.7">6673 14560,'25'0,"-25"25</inkml:trace>
  <inkml:trace contextRef="#ctx0" brushRef="#br0" timeOffset="47483.71">6747 17512,'0'0</inkml:trace>
  <inkml:trace contextRef="#ctx0" brushRef="#br0" timeOffset="47676.72">8360 16346,'0'0</inkml:trace>
  <inkml:trace contextRef="#ctx0" brushRef="#br0" timeOffset="69046.94">16520 13940,'-25'0,"1"0,-26 0,50 0,-25 0,25 50,-49-50,49 49,-25-49,25 75,0-26,0 1,0 0,0-1,25 1,-25-25,0 24,0 1,24 0,-24-1,0 1,0 24,-24 1,24-51,-25 26,-25-25,25-25,1 0,-51 0,50 0,25 0,0-50,0 50,0-25,50 25,-25 0,0 25,-25 0,0 25,0-26,0 26,0 0,0 24,0 0,0 1,0-26,0 26,0-25,0-1,-50 1,50-1,0 26,0-50,-25-1,25 26,0-25,0 0,0 24,0-24,0 0,0 24,0-24,0 0,0 0,0 24,0-24,0 0,0 25,0-1,0 26,0-1,0-49,0 25,0-26,0 26,0 0,0-1,0-24,0 25,0-50,0 49,0 1,0-25,0-1,0 26,50-50,-50 50,0-26,0 26,25-50,-25 50,0 24,0-49,0 0,0 24,0 1,0-25,24-25,26 0,0 0,-1 0,1 0,-1 0,-24 0,-25-75,0 50</inkml:trace>
  <inkml:trace contextRef="#ctx0" brushRef="#br0" timeOffset="69997">21060 15652,'0'0,"24"0,26-50,-25 1,49 24,-24-25,-1 25,26-49,-50 24,24 25,-49-24,50 24,-25-25,-50 50,25 50,-25-25,25 0</inkml:trace>
  <inkml:trace contextRef="#ctx0" brushRef="#br0" timeOffset="70329.02">21084 15801,'0'-25,"0"25,0-50,100 50,-76-49,1 49,25-75,-25 75,24-49,1 24,-1-50,1 51,-25-26,-25 75,-25-25</inkml:trace>
  <inkml:trace contextRef="#ctx0" brushRef="#br0" timeOffset="71720.1">16992 18083,'0'-50,"0"25</inkml:trace>
  <inkml:trace contextRef="#ctx0" brushRef="#br0" timeOffset="73012.17">24036 18331,'-50'24,"26"-24,24 25,-25-25,0 0,-25 0,75 0,25-25,-1 1,1 24,-25-50,25 25,-50 25,-25 25</inkml:trace>
  <inkml:trace contextRef="#ctx0" brushRef="#br0" timeOffset="73213.18">23912 18430,'-50'49,"26"-49,48 0,26-49,-25 49,24-50,-24 50,0-49,25 49,-25-75,24 75,-49-25,25 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10:09:22.82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2754 13320,'24'-25,"51"25,74-49,0 49,74-75,0 26,0-1,25 0,0-24,-24 0,-51-1,1 26,0 49,-50-75,-75 75,-24-25,-75 75,-24 0,-25-1</inkml:trace>
  <inkml:trace contextRef="#ctx0" brushRef="#br0" timeOffset="323.01">2902 13494,'0'49,"50"-49,49 0,25 0,75-49,-26 49,26-124,24 49,0 1,-24-1,-1-24,-49 25,-50 49,0-25,-49 50,-25 0,-50 25,-49 50,24-51</inkml:trace>
  <inkml:trace contextRef="#ctx0" brushRef="#br0" timeOffset="958.05">3647 14114,'-50'0,"25"0,0 0,1 0,-26 25,0 24,50 1,-49-25,49-1,0 26,0-25,0 0,25-25,-1 74,1-74,50 25,-26-25,1 0,-1 0,26 50,-50-50,-1 49,-24 1,0-1,0-24,0 0,0 25,-74-26,24-24,26 75,-26-75,25 25,-24-25,24 0,-50 0,75-50,0 25,0-49,75 24,-26 1</inkml:trace>
  <inkml:trace contextRef="#ctx0" brushRef="#br0" timeOffset="1258.07">4168 14039,'-25'0,"0"0,25 25,0 0,0 25,50 24,-50 0,49 26,-49-26,0 1,0-26,0 50,0-49,0-25,0 0</inkml:trace>
  <inkml:trace contextRef="#ctx0" brushRef="#br0" timeOffset="1687.09">4118 14163,'0'-74,"0"0,0 24,0 25,0-49,25 74,0-50,24 50,-24 0,25 25,-50 25,0 24,0 0,0 1,0-26,-75 26,75-26,-49-49,49 25,-25-25,25 50,25-50,24 50,-24-50,0 24,24-24,-24 0,-25 50,50-50,-1 0,1 0,-50-25,25 25,-25-25,0-24,0 24</inkml:trace>
  <inkml:trace contextRef="#ctx0" brushRef="#br0" timeOffset="2048.11">5135 13791,'0'50,"0"-25,0 24,50 26,-50-26,0 1,24 0,-24-1,0 1,0-25,0-1,0 26,50-50</inkml:trace>
  <inkml:trace contextRef="#ctx0" brushRef="#br0" timeOffset="2243.12">5061 13866,'0'-50,"24"50,26-49,24 49,1-50,-26 50,-24 0,-25 0,0 25,0 24</inkml:trace>
  <inkml:trace contextRef="#ctx0" brushRef="#br0" timeOffset="2385.13">5110 14089,'75'-50,"-51"26,26-51,24 26,-24-1,0-24,-26 24</inkml:trace>
  <inkml:trace contextRef="#ctx0" brushRef="#br0" timeOffset="2813.16">5532 13395,'0'0,"0"24,0 26,0 0,0 24,0 25,0-24,0-1,0 0,0-24,49-25,-24 24,25-49,-1 0,-49-24,50-1,-50 0,0-25,0 26,0-1,0 50,0-1,0 51,0-50,50-25,-1 0,-24 0,0-25,24 25,-24-99,-25 74</inkml:trace>
  <inkml:trace contextRef="#ctx0" brushRef="#br0" timeOffset="2976.17">5879 13618,'25'0</inkml:trace>
  <inkml:trace contextRef="#ctx0" brushRef="#br0" timeOffset="3208.18">6003 13618,'0'0,"0"49,0-24,50 25,-50-1,49 26,-49-1,50 50,-50-25,0-24,0-1,0 1,0-1</inkml:trace>
  <inkml:trace contextRef="#ctx0" brushRef="#br0" timeOffset="3449.19">6127 13543,'0'-24,"0"-26,50 50,-25 0,24 0,1 74,-50-24,0 0,0-1,0 1,-50 24,25-49,-24-25,24 50,25-100</inkml:trace>
  <inkml:trace contextRef="#ctx0" brushRef="#br0" timeOffset="3944.22">6995 13196,'0'75,"0"-1,0 25,25-24,-25-1,0 0,25 26,-25-26,0-24,0-26,0 26</inkml:trace>
  <inkml:trace contextRef="#ctx0" brushRef="#br0" timeOffset="4117.23">6946 13419,'0'-24,"0"-1,0-25,49 25,1-24,-1 49,26-25,-50 25,24 0,-49 50,0 24</inkml:trace>
  <inkml:trace contextRef="#ctx0" brushRef="#br0" timeOffset="4253.24">6946 13791,'0'0,"24"-49,51-1,-26-24,51 24,-26-24,25-25,-49 24</inkml:trace>
  <inkml:trace contextRef="#ctx0" brushRef="#br0" timeOffset="4454.25">7491 12973,'-49'0,"24"25,25-1,0 26,0 24,0 1,0-1,0 1,0 24,0-49,74-1,-74-24,25 25,0-50,25 0,-26 0</inkml:trace>
  <inkml:trace contextRef="#ctx0" brushRef="#br0" timeOffset="4769.27">7690 13469,'0'-25,"-25"50,25 25,25-50,-25 24,49-24,-24 0,50-24,-51-1,1-25,-25 25,50 1,-50-26,0 25,0 25,0-25,-99 25,24 0,50 0,1 0,24 25,49-25,26-49,-26-1</inkml:trace>
  <inkml:trace contextRef="#ctx0" brushRef="#br0" timeOffset="4948.28">7987 13097,'0'-25,"50"75,-50-1,0 26,25-26,-25 26,0-1,0 1,0-26,49 26,-49-26,0-24,25-25</inkml:trace>
  <inkml:trace contextRef="#ctx0" brushRef="#br0" timeOffset="5174.29">8087 12998,'0'-25,"0"25,49 0,1 0,-50 49,50 1,-50 24,0 1,0-25,-25-1,-25 1,25-1,-24-24,24-25</inkml:trace>
  <inkml:trace contextRef="#ctx0" brushRef="#br0" timeOffset="6216.35">8831 12328,'-25'0,"25"99,0 25,0 0,25 0,-25-25,0 50,25-74,-25-26,0 1,0 0,0-100,0-25,0 26,49-26,-49-24,0 25,0 49,25 25,25 50,-50 24,0-24,0-1,0 1,0-25,0-25,0 49,0-74,0-24,0-1,0 25,0-24,0-1,24 50,51 0,-50 0,-25 25,24-25,26 0,24-25,-74 0,25 25,-25-74,0 49,0 0,0 75,0 0,0 24,0 25,50 25,-50-24,74 48,-74 51,0-26,0 1,-24-25,24-50,-50-49,0-50,25 0,25-75,0 1,0-1,0-24,0-50,50-24,0 24,-1 50,-49 49,50 50,-50-25,25 25</inkml:trace>
  <inkml:trace contextRef="#ctx0" brushRef="#br0" timeOffset="6817.38">5631 15900,'0'0,"0"49,25 26,-25-26,49 1,1 24,-50 1,50-26,-50 1,0-25,24-25,-24 50,0-100</inkml:trace>
  <inkml:trace contextRef="#ctx0" brushRef="#br0" timeOffset="7034.4">5606 15825,'25'25,"0"25,24-25,1 24,0-49,49 50,-25-50,1 0,-26 49,-24-49,25 0,-25 0,-1 0,-24-24</inkml:trace>
  <inkml:trace contextRef="#ctx0" brushRef="#br0" timeOffset="7261.41">6077 15528,'-24'0,"24"25,0 24,0 26,0-1,24-24,-24 24,75-24,-75-1,25 1,-25-1,49-24,-24-25</inkml:trace>
  <inkml:trace contextRef="#ctx0" brushRef="#br0" timeOffset="7664.43">6524 15280,'0'49,"0"26,0-1,-50 50,50-25,0-24,0-1,0-24,0-25,0-50,0-50,0 1,0 0,0-26,0-48,0 48,0 51,25 49,25 49,-25-24,24 25,1-25,-1 24,1-24,-25-25,-25 74,25-74,-25 50</inkml:trace>
  <inkml:trace contextRef="#ctx0" brushRef="#br0" timeOffset="7836.44">6499 15627,'0'-25,"25"-24,49 24,-24-50,24 1,26 24,-1-24,-50-1</inkml:trace>
  <inkml:trace contextRef="#ctx0" brushRef="#br0" timeOffset="8030.45">7045 15056,'0'0,"0"0,0 25,0 25,0-1,0-24,0 25,0-25,0-1,49-24,-49 50</inkml:trace>
  <inkml:trace contextRef="#ctx0" brushRef="#br0" timeOffset="8209.46">6970 14982,'-24'0,"24"50,49-26,1-24,-1 50,26-50,-25 50,-1-50,-24 0,25 24,-1-24</inkml:trace>
  <inkml:trace contextRef="#ctx0" brushRef="#br0" timeOffset="8420.48">7343 14858,'-50'0,"50"50,0-1,0 1,0-1,0-24,74 25,-74-25,25-1,-25 51,50-75,-50-25</inkml:trace>
  <inkml:trace contextRef="#ctx0" brushRef="#br0" timeOffset="8632.49">7541 14610,'0'0,"0"50,74 49,-74-25,50-24,-50-1,50 26,-50-26,0 1,49-25,-49 24</inkml:trace>
  <inkml:trace contextRef="#ctx0" brushRef="#br0" timeOffset="8886.5">7640 14660,'0'-50,"0"25,50 25,-25 0,24 0,-24 0,0 25,-25 49,74 1,-74-1,0 1,-25-1,1 25,-26-24,-24 24,24-25,-24 1,49-50,-25-25</inkml:trace>
  <inkml:trace contextRef="#ctx0" brushRef="#br0" timeOffset="9246.52">6003 16694,'50'0,"24"-50,50 0,25-24,25-25,49-50,25 25,-25-25,-49 25,-25 25,-50 24,-50 51,-98 24,-1 49</inkml:trace>
  <inkml:trace contextRef="#ctx0" brushRef="#br0" timeOffset="9517.54">6722 16842,'0'-49,"75"-26,-1 1,50-25,75 0,-26-26,26-23,-1 24,1 0,-75 49,-75 26,-24 49,-25-25,-25 25,0 0</inkml:trace>
  <inkml:trace contextRef="#ctx0" brushRef="#br0" timeOffset="10613.6">10741 7714,'-50'0,"75"0,49-49,26 24,-26-25,0 1,1 24,-26-25,1 25,0-24,-50 24,0 25,0 50,0 24,0-49</inkml:trace>
  <inkml:trace contextRef="#ctx0" brushRef="#br0" timeOffset="11183.63">10691 11137,'0'-25,"50"1,-25 24,24-50,1 25,-1 25,26-74,-26 74,-49-50,25 50,-25 25,-74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24:44.49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10245 6052,'0'-49,"0"-1,0 25,49 25,1-49,24 49,26-75,24 75,-25-49,25 49,-50 0,1 0,-1 0,-24 0,-1 0,1 24,24 26,-24-25,0 49,-26-24,-24 0,50 24,-50 0,0 1,0-1,-25 1,25-1,-49-24,-1 24,25-24,-25-1,50 1,-24-50,24 49,0-24,0 25,49-25,1 24,-25-49,24 75,-24-75,25 49,-25-49,24 75,-24-26,25-24,-26-25,26 75,-50-26,50-24,-50 25,0-1,0 1,0-1,0 1,0 24,-25-49,25 0,0 25,-25 24,25-24,0-1,0 1,0 24,0-24,50 0,-50-1,49 26,-49-26,75 1,-75-1,24 26,-24-50,0-1,50 26,-50 0,0-1,0 1,0 24,0 1,0-1,0-24,0-1,0 1,25 24,-25 1,0-1,0-24,0-25,0-1,49 26,-49 0,0-26,0 51,0-26,0 1,0 0,0-1,0 1,0-25,0-1,0 26,0 0,0-1,0 1,0 0,0 24,0-24,0 24,0-24,0-1,0 1,0 24,0-24,0-25,0 24,0 1,0-25,0 24,0 1,25-1,-25-24,0 25,25-1,-25-24,0 0,74 50,-74-1,25 0,-25-49,0 25,50-25,-50-1,0 26,25-25,-25 0,0 24,49-24,-49 0,0 24,0-24,25 25,-25-1,0 1,50-50,-50 50,0-1,24-49,-24 50,25-50,-25 25,50-25,0 0,-26 24,26-24,0 0,-1 50,1-50,-1 0,51 75,-1-75,25 49,-25-49,25 50,-25-50,1 49,48-49,-24 50,0-50,50 50,0-50,-26 49,26 1,0-50,-1 49,1-49,0 50,49-50,-49 50,24-50,50 74,-50-74,26 50,-51-50,1 49,0-49,-1 0,26 99,-26-99,26 0,24 50,-25-50,-24 0,24 50,26-50,-75 0,24 0,1 49,-1-49,1 0,25 0,-26 0,26 50,-51-50,26 0,0 0,-25 0,-25 0,24 0,-24 0,25 0,25 50,-1-50,-24 0,-25 0,25 0,-25 0,25 49,-50-49,25 0,-25 0,1 0,-26 50,25-50,1 0,-1 0,0 0,0 0,0 0,1 0,-26 0,0 25,1-25,-1 0,1 0,-26 0,1 0,24 0,-24 49,-25-49,24 0,-24 0,0 0,25 0,-1 0,-98 0,-26 0,-49-49</inkml:trace>
  <inkml:trace contextRef="#ctx0" brushRef="#br0" timeOffset="735.04">4788 11212,'-75'49,"26"-49,-26 75,50-75,1 25,-26-25,25 24,-49-24,24 50</inkml:trace>
  <inkml:trace contextRef="#ctx0" brushRef="#br0" timeOffset="2496.14">1092 12750,'0'74,"74"50,1 25,-1 25,0-26,1-24,-1 0,-24-49,-1-26,-24 1,-25-25,50-25,-50 49,49-123,26-75,24-24,50-51,25-98,24 24,50 25,25-49,-25 24,-25 1,-24 73,-51 100,-48 25,-76 49,-24 125,0-1,0-49</inkml:trace>
  <inkml:trace contextRef="#ctx0" brushRef="#br0" timeOffset="4384.25">12204 13965,'25'0,"25"0,24 0,0 0,26-50,49 1,24-26,50 26,-24-26,-1 1,-24 24,-50 50,-25-24,-49 24,-25 0,-25 0</inkml:trace>
  <inkml:trace contextRef="#ctx0" brushRef="#br0" timeOffset="5286.3">12279 14064,'-50'0,"50"25,25 49,-25 1,0-1,74 26,-74 24,75 49,-75 1,74-1,-74 26,50 74,-50-50,49-49,-49-50,50 0,-50-50,0 0,0-24,0 0,50-25,-50-1,0 26,-25-50,25 25,-25-25,25 0,0 0,74 0,1-50,-1 25,75-24,0-1,24-49,76 24,-1 1,0 24,-50 1,-24-1,-1-24,-24 74,0-75,-75 75,-24-24,0 24,-50-25,-50-25,25 50</inkml:trace>
  <inkml:trace contextRef="#ctx0" brushRef="#br0" timeOffset="6490.37">13817 13469,'0'0,"49"-50,1 50,-1-24,1 24,24-50,-24 50,-25 0,24-25,-24 25,25-49,-1 49,-49-25,25 25,0 0,-25 0,0 49,0 1,0 24,50 26,-50 48,49 26,-49 24,75 1,-75-50,49 74,-49-99,75 74,-75-74,49 25,-49-50,50 1,-50-26,50 1,-50-26,0 26,24-51,-24 1,0 25,0-1,25-49,-25 25,0 0,0-25,0 0</inkml:trace>
  <inkml:trace contextRef="#ctx0" brushRef="#br0" timeOffset="7265.41">11311 14982,'25'0,"25"0,24 0,1 0,49 0,24-50,-48 50,24-99,24 50,1-1,-50-24,1 24,-26 50,-49-25,-50 50,0-25</inkml:trace>
  <inkml:trace contextRef="#ctx0" brushRef="#br0" timeOffset="7779.44">11510 16346,'49'0,"1"0,24 0,1 0,24 0,25-25,-25 25,25-74,0 74,75-74,-50 24,-50 0,0 26,-25 24,-49-50,0 50,-25 0</inkml:trace>
  <inkml:trace contextRef="#ctx0" brushRef="#br0" timeOffset="8517.48">13221 14064,'-25'0,"-24"0,-1 0,25 25,-49 49,74-49,-25-25,25 75,0-51,0 26,25 0,25-50,-26 25,26-25,-25 0,24 49,1 1,-50-25,0 49,0-24,0-26,0 1,-25 25,-24-1,-1-49,50 50,-50-50,50-25,0 0,50-24,-25 49</inkml:trace>
  <inkml:trace contextRef="#ctx0" brushRef="#br0" timeOffset="8949.51">13221 15354,'0'0,"25"50,-25-25,50 24,-50-24,24 0,-24 24,0-24,0 0,50 49,-50-24,0 24</inkml:trace>
  <inkml:trace contextRef="#ctx0" brushRef="#br0" timeOffset="9311.53">13246 15404,'0'-50,"0"0,0 26,0-1,0 25,0-50,50 50,-1 0,-49 25,0 25,0-1,0 26,-25-26,25 1,-24-50,24 74,0-74,49 0,-24-24,0 24,24 0,-24 0,25 0,-25 0,24 0,1 0,-25 0,24 0</inkml:trace>
  <inkml:trace contextRef="#ctx0" brushRef="#br0" timeOffset="9874.56">14362 14064,'0'-49,"50"49,-1 0,26 0,24-75,25 75,-25-49,25-1,0 0,-24 1,-1-1,-25 50,1-49,-26 49,1-50,-100 100,1-50</inkml:trace>
  <inkml:trace contextRef="#ctx0" brushRef="#br0" timeOffset="10421.59">13990 14015,'-25'0,"-24"24,-1 26,50 0,-49 49,49-25,0-24,0-25,0 0,0-25,24 49,26-49,49 0,-24-49,-1-1,0-25,-24 26,0-1,-50-24,24 24,-24 1,0-1,0 0,-49 50,24-24,-25 24,-24 24,0-24,24 75,50-50,-50 24,50-24,0 0,75 24,-50-49</inkml:trace>
  <inkml:trace contextRef="#ctx0" brushRef="#br0" timeOffset="10727.61">14213 14287,'-24'0,"24"0,0 50,0 0,24-25,51 49,-50-74,-1 0,26-50,-50 26,0-1,0-25,0 0,25 26</inkml:trace>
  <inkml:trace contextRef="#ctx0" brushRef="#br0" timeOffset="11199.64">14313 15404,'-25'0,"25"49,-50 26,50-26,0-24,0 0,0 25,0-26,25-24,25 0,-1-24,-24-26,25 25,-50-24,49-26,-49 26,0-1,0 25,-49 25,-1 50,0-25,50-1,-24 26,24 0,0-50,24 0,26 0</inkml:trace>
  <inkml:trace contextRef="#ctx0" brushRef="#br0" timeOffset="11500.65">14437 15528,'0'25,"24"-25,51 49,-50-49,24 0,-24 0,25 0,-50-49,0-1,0 25,0 0,0-24,0 24</inkml:trace>
  <inkml:trace contextRef="#ctx0" brushRef="#br0" timeOffset="11763.67">14114 15304,'-49'0,"123"0,25 0,0-49,25-1,1 1,-26-1,-25 50,1-50,-51 50,1-24</inkml:trace>
  <inkml:trace contextRef="#ctx0" brushRef="#br0" timeOffset="12888.73">14982 15429,'-49'0,"74"0,-1 0,26 0,24-25,50 25,-24-75,98 26,1-26,-1 1,50-25,25 24,-25 1,-25-25,0 49,-49 0,-75 50,0-49,-49 49,0-50,-50 50,-50 0</inkml:trace>
  <inkml:trace contextRef="#ctx0" brushRef="#br0" timeOffset="13487.77">17314 15453,'0'-24,"-25"24,25 74,-74 50,24 50,1-1,-26-24,26 0,-1 0,0-25,1-25,49 50,-50-100,50 1,0-25</inkml:trace>
  <inkml:trace contextRef="#ctx0" brushRef="#br0" timeOffset="13903.79">16247 15999,'0'0,"0"25,100 24,-51-24,50 25,50-1,75 1,-26-50,50 74,-25-74,25 0,-24 0,24 50,0-50,-25 0,25 0,-124 0,0 0,-74 0,-26 0,-24 50,0-50</inkml:trace>
  <inkml:trace contextRef="#ctx0" brushRef="#br0" timeOffset="14297.81">17041 17264,'50'-25,"-1"0,51-24,98-1,-24 1,24-1,50 0,0-24,0 24,-49 1,24-1,-99 50,25-74,-50 74,-25 0,-24 0</inkml:trace>
  <inkml:trace contextRef="#ctx0" brushRef="#br0" timeOffset="14643.83">17091 17239,'0'0,"49"0,51 0,-1-49,74-1,76-49,-1 24,74 1,-24-25,-25 24,-1 26,-48-1,-26-24,25 74,-74-75,-50 75,-49 0,-25 0,-75 0,1 0</inkml:trace>
  <inkml:trace contextRef="#ctx0" brushRef="#br0" timeOffset="17680.01">13941 14684,'24'0</inkml:trace>
  <inkml:trace contextRef="#ctx0" brushRef="#br0" timeOffset="18140.03">15230 16371,'-24'0,"48"0,-48 0,-1 0</inkml:trace>
  <inkml:trace contextRef="#ctx0" brushRef="#br0" timeOffset="24849.42">7516 8086,'0'-49,"0"24,25 25</inkml:trace>
  <inkml:trace contextRef="#ctx0" brushRef="#br0" timeOffset="25354.45">4391 7293,'25'0,"74"0</inkml:trace>
  <inkml:trace contextRef="#ctx0" brushRef="#br0" timeOffset="25705.47">4366 11881,'0'-24</inkml:trace>
  <inkml:trace contextRef="#ctx0" brushRef="#br0" timeOffset="26268.5">7814 9550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28:46.3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5557 6226,'0'25,"0"24,0 1,0 0,0-26,0 51,0-50,0-1,0 26,0-25,0 24</inkml:trace>
  <inkml:trace contextRef="#ctx0" brushRef="#br0" timeOffset="2506.14">5606 9302,'0'-50,"0"25,-25 25,1 0,-1 0,-25 25,50 50,-25-51,25 1,0 25,0-25,0-1,0 26,0 0,75-26,-26-24,-24 0,0 0,25 0,-26 0,1 0,-25 0,75 0,-75-49,49-1,-49 25,25 1,-25-26,0 25,0 0,0-24,0 24,0-25,0 1,0 49,0-50,-50 50,1 0,24 0,0 0,0 0,-24 0,24 0,0 0,25 25,-74-25,74 25,-25-25,25 49,0 1,0 0</inkml:trace>
  <inkml:trace contextRef="#ctx0" brushRef="#br0" timeOffset="4492.25">5482 10468,'50'-50,"-50"25,0 0,0 25,0 25,0 25,0 24,0-24,0-1,0 1,0 0,0-1,0-24,0 25,0-50</inkml:trace>
  <inkml:trace contextRef="#ctx0" brushRef="#br0" timeOffset="7606.43">5606 9451</inkml:trace>
  <inkml:trace contextRef="#ctx0" brushRef="#br0" timeOffset="8056.46">5631 10294</inkml:trace>
  <inkml:trace contextRef="#ctx0" brushRef="#br0" timeOffset="8378.47">5780 9327,'0'24,"25"1</inkml:trace>
  <inkml:trace contextRef="#ctx0" brushRef="#br0" timeOffset="9481.54">5234 6921,'0'0,"0"24,0 26</inkml:trace>
  <inkml:trace contextRef="#ctx0" brushRef="#br0" timeOffset="10748.61">5482 12973,'0'-25,"0"-25</inkml:trace>
  <inkml:trace contextRef="#ctx0" brushRef="#br0" timeOffset="13268.75">5581 10691,'-24'0</inkml:trace>
  <inkml:trace contextRef="#ctx0" brushRef="#br0" timeOffset="14671.83">5482 12452,'0'-50,"0"100,0-25,0 0,0 24,0 1,0-1,25-24,-25 25,0-25,0-1,0 26,0 0,0-26,0 1,0 25,0-75,25-25,-25-24,0-25</inkml:trace>
  <inkml:trace contextRef="#ctx0" brushRef="#br0" timeOffset="17099.97">6598 7169,'0'-25,"0"25,0-50,-24 50,24 25,-50-25,50 50,-25-1,25 1,0-25,0-1,0 26,0 0,0-26,0 1,0 25,50-50,-25 25,-1-25,26 0,-25 0,0 0,24 0,-24 0,0 0,0 0,24 0,-24 0,-25-50,50 50,-50-74,24 24,-24 25,0-49,0 24,0-24,0 74,0-50,-49 50,49-25,-50 25,1-49,-26 49,50 0,-24 0,24 0,0 0,-24 0,49 25,-50-25,50 24,-50-24,50 25,-24 25,24-25,0-1,0 51,0-26</inkml:trace>
  <inkml:trace contextRef="#ctx0" brushRef="#br0" timeOffset="18706.06">6797 9128,'0'-25,"-25"25,25 75,0-50,0 49,0-24,0-1,0 1,0 49,0-25,0 1,0-26,0-24,0 0,0 25,0-75,0 25</inkml:trace>
  <inkml:trace contextRef="#ctx0" brushRef="#br0" timeOffset="21404.22">6946 11385,'0'-24,"0"-26,0 25,-50 75,50-1,-50 26,50-50,-49-1,49 26,0 0,25-50,24 0,-24 0,25 0,-26 0,1-25,25 25,-50-50,25 50,-25-49,0 24,0-25,-25 1,-50 49,51 0,-1 0,-25 0,-24 24,49-24,-25 50,50-25,0 0,50-25</inkml:trace>
  <inkml:trace contextRef="#ctx0" brushRef="#br0" timeOffset="25829.47">6598 12452,'0'50,"0"-1,0 1,0-25,0 24,0-24,25 0,-25 24,0-24,0-50</inkml:trace>
  <inkml:trace contextRef="#ctx0" brushRef="#br0" timeOffset="26983.54">5730 12725,'-25'0,"25"0,25 0,25 0,-1 0,-24 0,0 0,25 0,-1 0,1 0,-1 0,1 0,25 0,-26 0,-24 0,25 0,-26-50,1 50</inkml:trace>
  <inkml:trace contextRef="#ctx0" brushRef="#br0" timeOffset="27419.56">6177 12576,'0'0,"0"0,0 50,74-50,-49 0,-25 24,50-24,-1 0,1 50,-1-50,-49 25,-24 0,-1 24,0-49,25 25</inkml:trace>
  <inkml:trace contextRef="#ctx0" brushRef="#br0" timeOffset="33763.93">9674 7615</inkml:trace>
  <inkml:trace contextRef="#ctx0" brushRef="#br0" timeOffset="34529.97">10145 6102,'0'-50,"0"100,0 0,0 24,0-24,0-1,0 1,0 24,0-24,-49-25,49 24,0-24,0 0</inkml:trace>
  <inkml:trace contextRef="#ctx0" brushRef="#br0" timeOffset="35970.05">10096 8161,'-50'0,"50"-25,0 25,0 25,0 24,0 1,25 0,-25-1,0 26,0-26,0 1,0-1,0-24,0 25</inkml:trace>
  <inkml:trace contextRef="#ctx0" brushRef="#br0" timeOffset="37058.11">9997 11261,'0'-24,"0"24,0 74,-75 0,75 1,-25-1,25-24,0 24,0-49,0 0,0 24,50-49,-25 0,24 0,-24-24,-25-1,75-25,-75 25,24 1,-24-51,0 50,0 1,0-26,0 25,-74 25,49 0,0 0,-24 25,24-25,25 50,-50-50,50 24,-49-24,49 25</inkml:trace>
  <inkml:trace contextRef="#ctx0" brushRef="#br0" timeOffset="37209.12">10145 11361,'0'-25</inkml:trace>
  <inkml:trace contextRef="#ctx0" brushRef="#br0" timeOffset="39404.25">10046 11683,'0'0,"50"0,-50 25,25-25,-1 25,26-25,-50 49,25-49,-25 25,49 25,-49 24,25-74,-25 50,25-26,-25 1,50-25,-50 50,0-1,25-49,-25 25,0 25,0 0,49-1,-49 1,0-1,0 1,0-25,0 24,0 1,0 24,0-24,0-25,0 0,-25 24,25-24,-49 49,-1-24,50-25,-25-25,25 25,-25-25,25 49,-49-49,49 25,-25-25,25 25,0-50</inkml:trace>
  <inkml:trace contextRef="#ctx0" brushRef="#br0" timeOffset="39794.27">10145 12774,'0'50,"0"-25,0 24,0 26,0-26,0-24,0 0,-24-25,24 74,0-74,74-24,0 24,-49-25,25 25,0 0,-50-50,0 75</inkml:trace>
  <inkml:trace contextRef="#ctx0" brushRef="#br0" timeOffset="40462.31">9972 13271,'0'0,"0"74,0-49,0 24,0 1,0 24,0-24,0-25,0 0,49 49,1-74,-25 0,0 0,24-50,-24 26,-25-1,74-25,-74 1,0 24,0-25,0 25,0 1,-49-26,-1 50,25 0,1 0,-26 25,25-25,25 25,-49-25,-1 24</inkml:trace>
  <inkml:trace contextRef="#ctx0" brushRef="#br0" timeOffset="40604.32">10145 13345,'25'0</inkml:trace>
  <inkml:trace contextRef="#ctx0" brushRef="#br0" timeOffset="43447.48">11113 6127,'-50'0,"50"49,0 1,0 24,0-24,0 24,0 1,0-1,0-24,0-25,0-1,50-24</inkml:trace>
  <inkml:trace contextRef="#ctx0" brushRef="#br0" timeOffset="44909.56">11063 9376,'-25'-25,"25"-24,-49 49,24 49,25-24,0 0,0 25,0-26,0 1,0 0,0 25,0-50,25 0,24 0,-24 0,0 0,25-25,-1-25,-49 25,0-49,50 24,-50 26,0-26,-25 0,0 26,-24 24,24 0,-25 0,1 0,-1 0,50 0,-25 0,25 24,0 26,25-25</inkml:trace>
  <inkml:trace contextRef="#ctx0" brushRef="#br0" timeOffset="45090.57">11113 9302,'49'0</inkml:trace>
  <inkml:trace contextRef="#ctx0" brushRef="#br0" timeOffset="46063.63">10890 10344,'-25'0,"25"-25,0 25,0 25,0 24,25 1,-25-1,0 1,24 24,-24-24,0-25,0 24,25-49,-25 25</inkml:trace>
  <inkml:trace contextRef="#ctx0" brushRef="#br0" timeOffset="49132.81">11014 10790,'0'-25,"0"0,49 25,-24-49,0 49,24 0,-49-25,50 25,0 0,-1 0,-49 0,50 0,0 50,-50-26,24-24,-24 25,50 50,-50-26,0-24,0 0,25 24,-25-24,0 0,0 25,0-1,0 1,0 0,0 24,0-24,0-1,0-24,0 25,0-26,0 1,0 25,0-25,-50-1,50 26,0-25,0 0,-25 24,25-24,0 0,-49 49,49-24,0-1,-25 1,25 0,0-26,-25-24,25 50,0 0,-50-50,50 74,-24-24,24-1,-50-24,50 25,-25-25,25 24,-25-49,25 25,-49 0,49 24,-25-49,25 25,-50-25,50 25,0 25,-24-50,24 24,0 1,0 0,-25-25,25 0,0-25</inkml:trace>
  <inkml:trace contextRef="#ctx0" brushRef="#br0" timeOffset="49755.84">10914 12328,'0'25,"0"0,0 24,0 1,0-1,0 26,0-26,-24 26,24-26,0-24,0 25,-50-50,50 49,0-73,25 24,24 0,-24 0,25 0,-25 0,-1 0,26 0,-25 0,0 0,-25 24,49-24</inkml:trace>
  <inkml:trace contextRef="#ctx0" brushRef="#br0" timeOffset="53310.04">11931 6077,'0'0,"0"25,0 25,0-1,0 26,0 24,0 0,0 0,0-24,0-1,25 0,-25-24,0-25,25 25,0-50</inkml:trace>
  <inkml:trace contextRef="#ctx0" brushRef="#br0" timeOffset="54390.11">12031 9227,'0'-24,"0"-26,0 50,-25 0,25 25,-50 24,50 1,-25 0,25-1,0 1,0-1,0-24,0 25,0-50,0 49,75-49,-26 0,-24 0,0-24,25 24,-26-50,-24 25,50-24,-50 24,0 0,0-49,0 24,0 0,0 26,0-26,-25 50,0 0,1 0,-26 0,25 0,-24 25,24 0,-25 74,50-74,25-1</inkml:trace>
  <inkml:trace contextRef="#ctx0" brushRef="#br0" timeOffset="56610.23">12031 11311,'0'-25,"-25"25,25-25,-50 25,50 75,-49 24,49-25,-50 1,50-26,0-24,0 25,25-25,49-25,-24 0,-1 0,26 0,-1-25,-24-25,-25 25,24-24,-49 24,25 0,-25-24,0-1,0 0,0 1,0-1,-25 50,25-49,-49 49,24 0,-25 0,25 49,1-49,-26 50,50-25,-50 24,50-24,0 25</inkml:trace>
  <inkml:trace contextRef="#ctx0" brushRef="#br0" timeOffset="56774.24">12229 11485</inkml:trace>
  <inkml:trace contextRef="#ctx0" brushRef="#br0" timeOffset="57824.3">12155 9327</inkml:trace>
  <inkml:trace contextRef="#ctx0" brushRef="#br0" timeOffset="58117.32">12179 11559,'0'0,"0"-25,0-24</inkml:trace>
  <inkml:trace contextRef="#ctx0" brushRef="#br0" timeOffset="58401.34">12055 9426,'0'-50,"25"50,-25 75</inkml:trace>
  <inkml:trace contextRef="#ctx0" brushRef="#br0" timeOffset="58633.35">12130 11534,'0'0</inkml:trace>
  <inkml:trace contextRef="#ctx0" brushRef="#br0" timeOffset="58895.36">12130 9550</inkml:trace>
  <inkml:trace contextRef="#ctx0" brushRef="#br0" timeOffset="59144.38">12179 11609</inkml:trace>
  <inkml:trace contextRef="#ctx0" brushRef="#br0" timeOffset="60043.43">12006 12626,'-25'0,"25"-25,-50 25</inkml:trace>
  <inkml:trace contextRef="#ctx0" brushRef="#br0" timeOffset="60374.45">11931 12551,'0'-25,"-24"25,24-24,0-26,0 100,0-1,0-24,0 25,24 24,-24-24,0-26,0 1,0 25,0-75,0 0,0 0</inkml:trace>
  <inkml:trace contextRef="#ctx0" brushRef="#br0" timeOffset="60629.46">11907 12427,'0'25,"24"25,-24-26,25-24,-25 50,50-50,-50 74,49-74,-49 50,75-50,-75 25,49-25,-49 25,25-25,0 0</inkml:trace>
  <inkml:trace contextRef="#ctx0" brushRef="#br0" timeOffset="60900.48">12204 12427,'-49'0,"49"0,0 25,24 25,-24-26,0 1,0 25,25-25,-25-1,0 26,0-25,25-25,25 0</inkml:trace>
  <inkml:trace contextRef="#ctx0" brushRef="#br0" timeOffset="61333.5">12477 12402,'0'-24,"0"24,0 0,-25 0,25 49,-49 1,49-25,-25 24,25-24,0 0,0 24,0-24,0 25,74-50,-49 0,0 0,49 0,-24-75,-25 51,-25-1</inkml:trace>
  <inkml:trace contextRef="#ctx0" brushRef="#br0" timeOffset="62713.58">11286 12626,'0'-25,"0"-25,0 100,0-1,25 1,-25 0,0-1,0 26,50-51,-50 1</inkml:trace>
  <inkml:trace contextRef="#ctx0" brushRef="#br0" timeOffset="62984.6">11435 12898,'0'-49</inkml:trace>
  <inkml:trace contextRef="#ctx0" brushRef="#br0" timeOffset="63810.64">11411 13072,'-25'0,"25"0,0 50,0-26,0 26,0-25,0 0,25 24,-25-24,49 25,-49-25,75-25,-75 49,74-49,-49 50,0-50,24 25,-24-25,0 0,24 0,-24 0,25 0,-1 0,26 0,-26 0,1-25,0 25,-1-50,-24 50,0 0,-25-25,74 25,-49-24,-25-26,25 50,-25-25,0 25</inkml:trace>
  <inkml:trace contextRef="#ctx0" brushRef="#br0" timeOffset="64305.67">12204 13271,'50'0,"-50"-25,49 25,-49-25,25 25,-25-25,0-25,25 50,-25 25,50 25,-50-25,0 0,24 49,-24-49,0 0,50 24,-50-24,0-25,0-50</inkml:trace>
  <inkml:trace contextRef="#ctx0" brushRef="#br0" timeOffset="64439.68">12502 13320,'-25'0</inkml:trace>
  <inkml:trace contextRef="#ctx0" brushRef="#br0" timeOffset="73620.21">16644 6052,'0'-24,"0"-26,0 100,0-1,0 26,0-1,0 25,0-24,0-26,0 1,0-1,0-24,0 0</inkml:trace>
  <inkml:trace contextRef="#ctx0" brushRef="#br0" timeOffset="84665.84">16123 9426,'25'0,"-25"-25,0 25,-25 25,25 0,0-1,-49 51,49-26,0-24,0 25,25-25,24 24,-24-49,25 0,-1 0,1-49,-1 24,-24-25,0 25,-25 1,50-26,-50 0,0 1,0-26,0 26,0 24,-25 0,0 25,-49 0,49 0,-25 0,-24 25,24 0,1 49,24-24,25 24,-50 1,50-1</inkml:trace>
  <inkml:trace contextRef="#ctx0" brushRef="#br0" timeOffset="85491.88">16074 11261,'0'-49,"0"-1,25 50,-25-25,0 0,0 25,0 50,0 25,-50 49,50-25,0-25,0 1,0-26,0 26,25-26,24-24,26-25,-50-25,24 0,-24-49,25 24,-50-24,49 0,-49-50,0 24,0 26,0 49,0 0,-25-24,-24 49,24 0,-25 0,26 0,-1 0,-25 0,25 24,-24 26,-1-25,50 25,0-50</inkml:trace>
  <inkml:trace contextRef="#ctx0" brushRef="#br0" timeOffset="85656.89">16272 11187,'25'0</inkml:trace>
  <inkml:trace contextRef="#ctx0" brushRef="#br0" timeOffset="87035.97">15975 9798,'24'0</inkml:trace>
  <inkml:trace contextRef="#ctx0" brushRef="#br0" timeOffset="87267.99">16099 12303,'0'0,"49"0,-49-25,25-24</inkml:trace>
  <inkml:trace contextRef="#ctx0" brushRef="#br0" timeOffset="87508">16471 9823,'0'49,"0"-24</inkml:trace>
  <inkml:trace contextRef="#ctx0" brushRef="#br0" timeOffset="87712.01">16297 11956,'0'49</inkml:trace>
  <inkml:trace contextRef="#ctx0" brushRef="#br0" timeOffset="88756.07">16322 12452,'0'-25,"0"0,0 25,0 25,0 50,0-26,0 1,0-1,0 1,0 0,0-26,0 1,0 25,0-25,0-25,0-75,0 26,0-1,0 0</inkml:trace>
  <inkml:trace contextRef="#ctx0" brushRef="#br0" timeOffset="89106.09">16322 12204,'0'25,"0"0,0-1,0 51,0-1,0 25,0 1,0-1,0 0,0 25,0-74,0-1,0-24,0 25,0-100,0 25,0 0,0-49,0 0</inkml:trace>
  <inkml:trace contextRef="#ctx0" brushRef="#br0" timeOffset="89430.11">16322 12402,'0'-49,"0"74,49 24,-49 50,0 25,0-24,0-26,50 0,-50-24,0 0,0-26,0-48,0-26,0 0,0 1,-25-1</inkml:trace>
  <inkml:trace contextRef="#ctx0" brushRef="#br0" timeOffset="89766.13">16396 12551,'0'-74,"0"49,0 50,0 49,0 75,25-50,-25 50,0-25,0 0,0-49,0-51,0 1,0-25,0-25,0-49,0 24,0-24</inkml:trace>
  <inkml:trace contextRef="#ctx0" brushRef="#br0" timeOffset="90096.15">16421 12526,'0'0,"0"50,0 0,25-1,-25 1,0-1,0 26,0-50,0-1,49-24</inkml:trace>
  <inkml:trace contextRef="#ctx0" brushRef="#br0" timeOffset="91138.21">15255 7268,'0'0</inkml:trace>
  <inkml:trace contextRef="#ctx0" brushRef="#br0" timeOffset="91716.24">15354 12626,'0'24</inkml:trace>
  <inkml:trace contextRef="#ctx0" brushRef="#br0" timeOffset="92097.26">15330 12700,'0'0,"0"0,0-50</inkml:trace>
  <inkml:trace contextRef="#ctx0" brushRef="#br0" timeOffset="93327.33">12948 7268,'50'0,"-25"0,24 0,51 0,-1 25,0-25,50 0,0 49,-25-49,49 50,1-50,49 49,1-49,24 0,-50 50,0-50,26 0,-51 0,-73 0,-26 0,-49 0,0 0,-25 0</inkml:trace>
  <inkml:trace contextRef="#ctx0" brushRef="#br0" timeOffset="93674.35">15528 7293,'-25'0,"25"24,25-24,25 25,-1-25,1 50,0-50,24 0,0 25,-24-25,0 0,-26 0,26 0,-75 0,-24 74,-1-49,0 24,-24-24,0 25,24-25,-25 24,51-49,-1 25</inkml:trace>
  <inkml:trace contextRef="#ctx0" brushRef="#br0" timeOffset="94304.39">13494 6896,'0'-25,"-50"25,26 25,-51 49,1 50,-25 0,-1-25,51-49,24-25,-25 24,50-73,0-26,25 50,25 0,-1 0,1 50,49-1,-24 50,24 1,0-1,0 50,1 0,-1-25</inkml:trace>
  <inkml:trace contextRef="#ctx0" brushRef="#br0" timeOffset="95331.45">14164 12551,'0'-25,"0"25,0 50,0 0,0 24,0-49,0 24,0-24,0 50,25-75</inkml:trace>
  <inkml:trace contextRef="#ctx0" brushRef="#br0" timeOffset="95733.47">14784 12477,'0'0,"0"49,50-24,-50 25,0 24,24-24,-24-25,0 24,0-24,50 0,-50 24,0-49</inkml:trace>
  <inkml:trace contextRef="#ctx0" brushRef="#br0" timeOffset="96265.5">13320 12229,'0'25,"0"24,0 1,0 24,0 1,25-26,-25-24,0 25,25-26,-25 26,0-25,50-25,24 0</inkml:trace>
  <inkml:trace contextRef="#ctx0" brushRef="#br0" timeOffset="96794.53">15553 12477,'0'74,"0"-24,0-1,0 1,0 0,0-1,0-24,0 25,25-50</inkml:trace>
  <inkml:trace contextRef="#ctx0" brushRef="#br0" timeOffset="97402.57">16669 6524,'0'0</inkml:trace>
  <inkml:trace contextRef="#ctx0" brushRef="#br0" timeOffset="98436.63">16446 12700,'25'50,"-25"-50,24-50</inkml:trace>
  <inkml:trace contextRef="#ctx0" brushRef="#br0" timeOffset="99576.69">16347 9649,'0'-50,"0"50,0 25,0 0</inkml:trace>
  <inkml:trace contextRef="#ctx0" brushRef="#br0" timeOffset="99832.71">16297 11063,'0'0,"0"0,0-25,0-25</inkml:trace>
  <inkml:trace contextRef="#ctx0" brushRef="#br0" timeOffset="100064.72">16495 9004,'0'25,"50"25,-50-26,0 51</inkml:trace>
  <inkml:trace contextRef="#ctx0" brushRef="#br0" timeOffset="100281.73">16396 11038,'0'0,"0"-25</inkml:trace>
  <inkml:trace contextRef="#ctx0" brushRef="#br0" timeOffset="100528.74">16520 9525,'0'-25,"0"25,0 75,50-1,-50 0</inkml:trace>
  <inkml:trace contextRef="#ctx0" brushRef="#br0" timeOffset="100685.75">16669 11112,'-25'0,"25"0</inkml:trace>
  <inkml:trace contextRef="#ctx0" brushRef="#br0" timeOffset="102717.87">19373 9550,'0'25,"0"24</inkml:trace>
  <inkml:trace contextRef="#ctx0" brushRef="#br0" timeOffset="103003.89">19249 11733,'0'0,"0"0,0-75,25 75,-25-74</inkml:trace>
  <inkml:trace contextRef="#ctx0" brushRef="#br0" timeOffset="103236.9">19422 9872,'0'0,"0"0</inkml:trace>
  <inkml:trace contextRef="#ctx0" brushRef="#br0" timeOffset="103475.91">19274 11212</inkml:trace>
  <inkml:trace contextRef="#ctx0" brushRef="#br0" timeOffset="103925.94">19447 9798,'0'0</inkml:trace>
  <inkml:trace contextRef="#ctx0" brushRef="#br0" timeOffset="105464.03">19646 13047,'49'0,"-24"0,-25-25,25 25</inkml:trace>
  <inkml:trace contextRef="#ctx0" brushRef="#br0" timeOffset="105958.06">19745 13022,'25'0,"24"0,1 0,-25 0,24 0,-24-24,0 24,49 0,-49 0,0 0,0 0,24 0,-24 0,0 0,25 0,-1 0,-24 0,25 0,-26 0,1 0,0 0,25 0,-26 0,-24-50,25 50,-25-25,0 25</inkml:trace>
  <inkml:trace contextRef="#ctx0" brushRef="#br0" timeOffset="106289.07">20489 12799,'0'25,"25"0,24-25,-24 49,25-49,-1 0,-24 0,-25 50,0-25,0 0,0 24,-25-24,25 25,-49-50,49 49,-50-49</inkml:trace>
  <inkml:trace contextRef="#ctx0" brushRef="#br0" timeOffset="115881.62">4961 13494</inkml:trace>
  <inkml:trace contextRef="#ctx0" brushRef="#br0" timeOffset="117365.71">1786 12973,'-25'0,"25"-25,-24 25,24-25,-50 25,25 0,-24 0,-1 0,25 0,0 0,-24 0,24 50,0-50,-24 99,-1-74,25 24,-24-24,-1 25,25-25,25 0,-74 49,74-49,0 24,0 1,0 24,0 1,0-1,0 1,0-1,25 0,24 26,-49-51,75 1,-26 49,1-25,24 26,1-26,-26 1,1-51,24 26,1-25,-26-25,51 49,-26-49,0 0,1 0,-26 0,1-24,0-26,-26 0,26 1,-25-1,24-24,-24 24,25-24,-50 24,49 0,-49 1,50-26,-50 26,0-1,25-24,-25-1,0 1,0-50,0 25,-25-25,25 25,-74 49,74 0,-75 1,26 24,-26-50,50 75,-24-74,24 74,-25-50,-24 50,24 0,1-24,-1 24,1 0,-26 0,50 0,0 0,-24 49,-1 26,1-26,49 1,0-1,0 1,0-25,0 0,49 24,1-49</inkml:trace>
  <inkml:trace contextRef="#ctx0" brushRef="#br0" timeOffset="117959.74">4986 13891,'-25'0</inkml:trace>
  <inkml:trace contextRef="#ctx0" brushRef="#br0" timeOffset="120043.86">5011 13816,'0'-25</inkml:trace>
  <inkml:trace contextRef="#ctx0" brushRef="#br0" timeOffset="120364.88">5061 13122,'24'0,"-24"0</inkml:trace>
  <inkml:trace contextRef="#ctx0" brushRef="#br0" timeOffset="120643.9">5309 12898,'0'0,"0"25</inkml:trace>
  <inkml:trace contextRef="#ctx0" brushRef="#br0" timeOffset="120905.91">5358 13816,'0'0</inkml:trace>
  <inkml:trace contextRef="#ctx0" brushRef="#br0" timeOffset="122240.99">5929 12923,'0'0,"24"0</inkml:trace>
  <inkml:trace contextRef="#ctx0" brushRef="#br0" timeOffset="123531.06">4093 10765,'0'0</inkml:trace>
  <inkml:trace contextRef="#ctx0" brushRef="#br0" timeOffset="124145.1">4143 9847</inkml:trace>
  <inkml:trace contextRef="#ctx0" brushRef="#br0" timeOffset="126396.22">4763 10517,'0'25,"25"-25,-1 0</inkml:trace>
  <inkml:trace contextRef="#ctx0" brushRef="#br0" timeOffset="126689.24">4763 9426,'0'25</inkml:trace>
  <inkml:trace contextRef="#ctx0" brushRef="#br0" timeOffset="127004.26">4936 11361,'25'0,"25"-25,-50 0</inkml:trace>
  <inkml:trace contextRef="#ctx0" brushRef="#br0" timeOffset="127266.27">4961 9847,'0'-49,"0"49,0 25</inkml:trace>
  <inkml:trace contextRef="#ctx0" brushRef="#br0" timeOffset="131353.51">4763 7268,'0'0,"0"-50,0 50,25-25,24 25,-49-24,25-26,-25 25,50 25,-50-25,24 25,-24-49,25 49,-25-25,50 25,-25 0,0 0,-25 50,49-50,-24 24,0-24,-25 50,49-50,-49 25,25-25,0 25,25 24,-26-49</inkml:trace>
  <inkml:trace contextRef="#ctx0" brushRef="#br0" timeOffset="135029.72">5681 7144,'0'-25,"0"25,0 0,0 25,49-25,-49 49,50-49,-50 25,74-25,-74 25,25-25,0 0,-25 50,49-50</inkml:trace>
  <inkml:trace contextRef="#ctx0" brushRef="#br0" timeOffset="135433.74">6053 7045,'0'-50</inkml:trace>
  <inkml:trace contextRef="#ctx0" brushRef="#br0" timeOffset="136017.77">6177 6970,'-25'25,"25"49,-25-24,25-25,-50 0,50 24,-24-24,24 25,-25-50,25 49,0-74,0-24</inkml:trace>
  <inkml:trace contextRef="#ctx0" brushRef="#br0" timeOffset="137652.87">4465 6846,'-49'0,"49"-50,-25 50,25-24,-25 24,25-25,0-25,0 1,0 24,0-25,0 1,0-1,0 25,50-24,-50-1,24 50,1-25,25 25,-50 0,25 0,-25 75,49-26,-49-24,25-25,-25 25,25-25,0 0,24 0,-24 0,25 0,-50-50,24 50,-24-74,0 24,0 25,0 50,0 0,25 49,25-49,-25-25,49 0,-24 0,-25 0,-1 0,26 0,-25-49,0 49,24-25,-24 25,25-50,-26 50,1 0,25-25,-25 25,-1 0,26 0,-25 0,0 0,24 0,-24 0,25 0,-26 0,26 0,-25 0,0 0,49-49,-49 49,-25-25,25 0,24-24,-24 49,0 0,-25 24,49 51,-49-26,50 26,-50-1,50 1,-50 24,49-50,-49 1,25-25,-25 24,50 1,-50-25,25-25</inkml:trace>
  <inkml:trace contextRef="#ctx0" brushRef="#br0" timeOffset="140937.06">19522 7045,'24'0,"1"0,0 0,49-50,-24 50,24-25,1 25,24-49,-24 49,-1-50,-24 50,-26 0,-24 0</inkml:trace>
  <inkml:trace contextRef="#ctx0" brushRef="#br0" timeOffset="141254.07">20043 6846,'0'0,"49"-25,-24 25,25 0,-1 0,1 0,24 0,-24 0,-25-49,24 49,-49 0,-49 49,24-24,-25 50,25-26,-24-24,24 25,25-26,-50 26,50 0,0-50</inkml:trace>
  <inkml:trace contextRef="#ctx0" brushRef="#br0" timeOffset="142077.12">20762 6449,'0'25,"0"25,49-1,-49 26,25-26,-25 1,50-1,-50-24,25 0,-25 25,49-50,-49 49,0-24</inkml:trace>
  <inkml:trace contextRef="#ctx0" brushRef="#br0" timeOffset="142363.14">20787 6623,'0'-50,"0"25,0 1,0-51,24 75,-24-25,25 25,0 0,25 0,-50 0,25 100,-25-76,0 1,0 25,0-1,0-24</inkml:trace>
  <inkml:trace contextRef="#ctx0" brushRef="#br0" timeOffset="142693.16">20936 6449,'0'0,"49"50,-24-25,25-25,24 0,-49 0,-25-25,0 0,0-49,-25 49,0 25,0 0</inkml:trace>
  <inkml:trace contextRef="#ctx0" brushRef="#br0" timeOffset="142972.17">21134 6127,'-25'0,"25"0,0 0,50 25,-50 24,25-24,-25 25,49-26,-49 1,25-25,-25 50,25-50,-25 49,49-49</inkml:trace>
  <inkml:trace contextRef="#ctx0" brushRef="#br0" timeOffset="143727.22">21382 6499,'0'-50,"0"1,0-26,0 50,0-49,50 74,-50-25,0 0,-25 25,25-49,0 74,-25-25,25 24,0-24,50 0,-26 0,26 25,-25-25,-25 50,25-1,-25-24,0 25,0-25,0-25,-25 0,-25 0,50-25</inkml:trace>
  <inkml:trace contextRef="#ctx0" brushRef="#br0" timeOffset="144255.25">21580 6276,'25'0,"-25"-50,25 50,-25-25,25 25,-25-49,0-1,49 50,-49-50,0-24,0 49,-24 25,-1 0,0 25,25 49,-50-49,50 0,0 25,0-26,25-24,-25 25,50-25,-1 0,-24 0,25 0,-50 0,49 0,-49-25,25-24,-25 24,0 25</inkml:trace>
  <inkml:trace contextRef="#ctx0" brushRef="#br0" timeOffset="146735.39">22151 5556,'-25'0,"25"-25,0 25,0 25,25 25,-25-25,50-1,-50 26,49-25,-49 24,50-24,-25 25,-25 0,24-50,-24 24</inkml:trace>
  <inkml:trace contextRef="#ctx0" brushRef="#br0" timeOffset="146937.4">22225 5779,'0'-24,"0"24,0-50,50 50,-25-50,24 50,-24 0,25-24</inkml:trace>
  <inkml:trace contextRef="#ctx0" brushRef="#br0" timeOffset="147313.42">22498 5556,'50'-25,"-25"25,-25 0,49 25,-49 25,25-25,-25 24,0-24,25-25,-25 25,0-25,0-50,0-24,0 24,0 25,0 1,0-26,49 50</inkml:trace>
  <inkml:trace contextRef="#ctx0" brushRef="#br0" timeOffset="147546.43">22895 5383,'-25'0,"25"24,0 1,25 25,-25-25,25-25,-25 24</inkml:trace>
  <inkml:trace contextRef="#ctx0" brushRef="#br0" timeOffset="149511.55">23019 5209,'0'0,"-25"50,25-26,-49-24,49 25,24-25,26 0,0 0,-25 0,-25 0,0-25,0-24,0 74,49 24,-49-24,0 25,25-1,-25 1,0-1,0 1,50 0,-50-26,0 1,0 25,0-25,-25-25,0 0,0-25,25-25,0 1,0-1,0 0,0 1,0-26,50 51,-50-1,25-25,24 1,-49 24,25 25,-25-50,0 25,0 25,0 0,-74 0,74 50,-25-50,25 25,0 0,0-25,49 0,-24 0,0 0,49-25,-74 0,0-25,0 75,25-25,-25 50,25-25,-25 24,0 1,0-1,50 1,-50 0,0-1,0-24,0 0,0 49,0-49,0-25,-50-25,50-24,0-1,0 0,0 1,25-26,-25 51,0-1,25 25,-25-50,24 1,26-1,-25-24,-25 49,49 25,-49-25,-24 25,24 0,-25 0,25 25,0 24,0-24,0-25,99 0,-74 0,0 0,-1 0,-24 0,50 0,-50-49,0 24,0 0,-25 25,25-25,-25 25,25-49,-24 49,24-25,0-50,74 1,-49 74,-25-25,49 25,1 0,-50 25,0 0,0 24,0-24,0 25,25-1,0-49,74 0,-74 0,-25-24,49 24,-49-50,25 50,-25-50,0-24,0 49,0 25,0 25,50-25,-50 50,25-50,-1 0</inkml:trace>
  <inkml:trace contextRef="#ctx0" brushRef="#br0" timeOffset="149684.56">24135 4688,'0'-50,"0"50</inkml:trace>
  <inkml:trace contextRef="#ctx0" brushRef="#br0" timeOffset="150553.61">24185 4663,'50'25,"-50"25,0 24,24-74,-24 25,0 0,0-25,0-50,0 0,0 26,50 24,-25 0,-25 0,25 0,-25 49,24-49,26 0,0-49,-50 24,24 25,-24-50,50 1,-50-26,0 75,-74 0,74 50,-25-50,25 49,0-24,0-25,49 0,-24 0,-25-49,50 49,-25 0,-1 49,26 1,-25-1,-25 26,74 49,-24-50,-50 26,74 24,-74-50,0-49,0 24,-25-49,-24 0,24-49,25 24,0-25,0 1,0-1,0-24,0 24,74 1,-49 49</inkml:trace>
  <inkml:trace contextRef="#ctx0" brushRef="#br0" timeOffset="152427.71">20613 7888,'0'0,"50"0,-26 0,1 0,25-50,-25 50,24-25,-24 25,0-49,25 49,-26 0,-24-25</inkml:trace>
  <inkml:trace contextRef="#ctx0" brushRef="#br0" timeOffset="152752.73">20886 7714,'-25'0,"25"0,50 0,24 0,-49 0,0 0,0 0,24 0,-24 0,-25 0,0 50,-50-25,50-1,-49-24,49 75,-25-75,25 25,0-25,50 0</inkml:trace>
  <inkml:trace contextRef="#ctx0" brushRef="#br0" timeOffset="153103.75">21531 7615,'25'-25,"24"25,-24-25,0 25,24-24,-24 24</inkml:trace>
  <inkml:trace contextRef="#ctx0" brushRef="#br0" timeOffset="153351.77">21531 7367,'0'25,"0"0,74 24,-74-24,50 0,-50 24,49-24,26 50,-26-75</inkml:trace>
  <inkml:trace contextRef="#ctx0" brushRef="#br0" timeOffset="153749.79">21878 7268,'50'25,"-50"24,49-24,-49 25,50-1,-50-24,50 25,-26-1,26-49,-50-25,0-24,0 24,0-25,0 1,0-26,0 1,0 0,0 49,0 50,25-25</inkml:trace>
  <inkml:trace contextRef="#ctx0" brushRef="#br0" timeOffset="154167.81">22300 7466,'25'0,"24"-25,1-49,-50 24,74 26,-74-26,25 25,-25 0,0-24,-25 49,-24 0,-1 49,25-24,25 25,-49 24,49-24,0-25,0-1,24 26,51-50,-26 0,1 0,0-25,24 25,-49-74,24 49,1-49,-50 49,0 25</inkml:trace>
  <inkml:trace contextRef="#ctx0" brushRef="#br0" timeOffset="156537.95">9302 7342,'25'0,"-25"-25,25 25,-25-24,49 24,1-50,-25 0,0 50,-25-49,49 49,-49-25,0 0,25 25,49 50,-49-1,25-24,-25 25,-1-25,26-25,-50 49,50-49,-50 50,24-50,-24 25,50-25</inkml:trace>
  <inkml:trace contextRef="#ctx0" brushRef="#br0" timeOffset="158477.06">21308 9004,'-25'0,"50"0,-1 0,26-50,-25 50,24-24,-24 24,0-25,25 25,-26-50,1 50,-25-25,0-24,0 24,0-25,0 50,0-24,-49 24,24 0,-50 0,100 0,0 0,25 0,24 0,-24 0,-1 0,-24 49,25-49,-50 25,0 25,0-26,-25 26,25-25,-50 24,1 1,49-25,24-25,1 0</inkml:trace>
  <inkml:trace contextRef="#ctx0" brushRef="#br0" timeOffset="158968.09">22077 8632,'-75'25,"125"-25,-1 0,26-75,-26 75,26-49,-26 49,26-75,-26 75,-24-74,25 74,-50-25</inkml:trace>
  <inkml:trace contextRef="#ctx0" brushRef="#br0" timeOffset="159404.11">22399 7987,'0'25,"0"0,25 24,24 1,-24 24,25-24,-25 0,24-1,-24-24,49 49,-49-74,-25-24,0-1,0 0,0-25,0 1,0-1,0 1,0-26,0 26,0-1,25 50,-25 25,50 0,-50-1</inkml:trace>
  <inkml:trace contextRef="#ctx0" brushRef="#br0" timeOffset="159823.14">22895 8409,'0'25,"25"-25,49-25,-24 25,-50-75,50 51,-50-1,24-25,-24 25,0-24,50-1,-50 1,0 49,-50 0,26 0,-26 49,25 1,25-1,0-24,0 0,0 0,0 24,25-49,0 0,24 0,-24 0,0-24,25 24,-50-50,49 50,-49-50,25 50,-25-24,0-26,0 50</inkml:trace>
  <inkml:trace contextRef="#ctx0" brushRef="#br0" timeOffset="160895.2">16818 7317,'0'0,"25"0,-25 50,74-50,-49 0,0 0,24 25,-24-25,25 0,-50 25,49-25,-24 0</inkml:trace>
  <inkml:trace contextRef="#ctx0" brushRef="#br0" timeOffset="161302.22">17339 7169,'0'-50,"0"100,0-26,-25 1,0 50,25-51,-74 26,74-25,-50 0,50 49,-25-74,25 25,0-25</inkml:trace>
  <inkml:trace contextRef="#ctx0" brushRef="#br0" timeOffset="161457.23">17264 7466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32:05.1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14958 4093,'0'-25,"-25"25,-50 25,51 49,-26 25,0 1,1-1,49-25,0-24,0-25,0 24,25-49,24 25,1-25,24 0,-24 0,24-25,-24-24,-25 24,-25-25,74-24,-74 24,0-24,0-1,-25 26,0-1,-24 50,-1-25,1 25,-26 0,-24 50,49 0,50-1,0 1,0-25,25-25</inkml:trace>
  <inkml:trace contextRef="#ctx0" brushRef="#br0" timeOffset="1162.06">24334 3820,'-25'0,"-25"0,1 74,-1-24,25 0,-24 24,49-49,0 0,0 24,0-24,49 25,26-50,-26 0,26 0,-26 0,1-25,24-25,-74 25,50 1,-50-26,0 0,0 1,0-1,0 1,-25-1,-49 25,24 25,1 0,-26 25,1 25,49-1,25 26,0-51</inkml:trace>
  <inkml:trace contextRef="#ctx0" brushRef="#br1" timeOffset="9108.52">15875 4118,'0'-25,"-24"25,24-25,0 50,0 49,0 25,0 1,0-26,0 0,0-24,0 24,0-49,0 25,0-50,0 25</inkml:trace>
  <inkml:trace contextRef="#ctx0" brushRef="#br1" timeOffset="10727.61">24309 4812,'0'-50,"0"26,0 48,0 51,0-1,0 1,0-1,0 1,0-26,0-24,0 0,0 24</inkml:trace>
  <inkml:trace contextRef="#ctx0" brushRef="#br1" timeOffset="26154.49">21928 3994,'0'-25,"0"0,0-25,49 26,1-26,24-49,-24 49,0-24,-50 49,24 25,-24-25,0 25,0 0</inkml:trace>
  <inkml:trace contextRef="#ctx0" brushRef="#br1" timeOffset="26649.52">22126 3547,'0'0,"25"0,0-50,24 50,-24 0,0 0,25-24,-26 24,26-50,-50 100,0-1,0 1,-50-1,50-24,-49 0,49 25,0-1,-25-49,25 25,0 0</inkml:trace>
  <inkml:trace contextRef="#ctx0" brushRef="#br1" timeOffset="26791.53">22424 3795</inkml:trace>
  <inkml:trace contextRef="#ctx0" brushRef="#br1" timeOffset="178879.23">1290 1116,'-25'0,"25"0,50 0,24 0,1 0,24 0,-25 0,1 0,24 0,0 0,1 25,-51-25,-24 0,-50 0</inkml:trace>
  <inkml:trace contextRef="#ctx0" brushRef="#br1" timeOffset="179497.26">2134 595,'0'-49,"0"98,0 1,-25 0,25 24,0 25,-75 25,75-49,-49-1,49 0,0-49,0 25,25-50,-25-50,24 1</inkml:trace>
  <inkml:trace contextRef="#ctx0" brushRef="#br1" timeOffset="180393.31">2109 695,'0'-25,"0"25,74 0,-24 0,-1 0,26 0,-26 0,1 0,0 0,-1 0,1 0,-25 0,24 0,-24 0,-25-50,50 50,-50 25,0 49,0-49,0 25,-25-1,25 26,0 24,0-49,0-1,0-24,0 25,0-26,0-24,0-49,25 49,24 0,1 0,-1-25,1 25,25 0,-26 0,26 0,24 0,-25 0,1 0,-26 0,-24 0,25 0,-50-50,0 26</inkml:trace>
  <inkml:trace contextRef="#ctx0" brushRef="#br1" timeOffset="180768.33">3498 422,'0'49,"0"26,0-1,-50 1,50-1,0 0,-49 1,49-1,0 1,0-51,0 26,0-75,0-24</inkml:trace>
  <inkml:trace contextRef="#ctx0" brushRef="#br1" timeOffset="181540.38">3473 595,'25'0,"0"25,24-25,1 0,-1 0,26 0,-1 0,-24 0,-1 0,26 0,-50 0,0 0,24 0,-49 0,0 0,0 25,0 25,0 24,0 0,0-24,0 0,0-1,0 1,0 24,0-49,0 25,25-50,-25 24,0-24,50 0,-26-24,51 24,-26-50,1 50,24 0,-24 0,24 0,-24 0,-25 0,0 0,49 0,-49 0,-25-25</inkml:trace>
  <inkml:trace contextRef="#ctx0" brushRef="#br1" timeOffset="181885.4">4837 546,'0'-25,"-25"25,25 0,0 50,0-26,0 26,0 0,0 24,0 0,0 1,0-1,0-24,0-25,0 24,0-24,-49-25,49-25,0-24</inkml:trace>
  <inkml:trace contextRef="#ctx0" brushRef="#br1" timeOffset="182621.44">4837 645,'50'0,"-1"0,1 0,0 0,-1 0,1 0,24 0,-24-50,0 50,-26 0,26-24,-25 24,-25-25,49 25,-24 0,-25 0,0 25,0 49,0-24,-25 24,25 0,0-24,-24 24,24 1,0-26,0-24,0 0,-50 25,50-26,-25-24,25 0,50 0,-25 0,24 0,1 0,-1 0,26 0,24 0,-49 0,-1 0,1 0,-1 0,1 0,-25 0,-25-49,49 49</inkml:trace>
  <inkml:trace contextRef="#ctx0" brushRef="#br1" timeOffset="183025.46">6301 471,'0'-25,"0"25,0 50,-25-25,25 25,0 24,0 0,0 26,-25-26,25 0,-49 26,49-51,0 26,-25-51,25 1,0 50,-50-75,50-25,0 0</inkml:trace>
  <inkml:trace contextRef="#ctx0" brushRef="#br1" timeOffset="183880.51">6326 620,'49'0,"-24"0,25 0,-1 0,26 0,-26 0,1 0,-1 0,-24 0,25 0,-25 0,24 0,1 0,-50-25,49 25,-49-24,25 24,-25 24,0 26,0 0,0-1,0 26,0-1,0 0,0 1,0-1,0 1,0-1,0-49,50 24,-50-24,74-25,-74 25,0-25,0-25,25 25,0 0,25-49,-26 49,26 0,24 0,26 0,-26 0,25-50,-24 50,-1 0,-24 0,-26 0,26 0,-50-25,25 25,0-25</inkml:trace>
  <inkml:trace contextRef="#ctx0" brushRef="#br1" timeOffset="184219.53">8012 670,'0'0,"0"49,0-24,0 25,0-1,0 1,0 49,0-24,0-26,0 1,0-25,-49 24,49-24,0-50</inkml:trace>
  <inkml:trace contextRef="#ctx0" brushRef="#br1" timeOffset="184922.57">8012 794,'0'-25,"75"25,-51 0,26 0,0 0,-1 0,-24 0,0 0,0 0,-25-25,74 25,-24 0,-50-49,25 49,-1 0,26 0,-50 24,0 1,0 25,0-1,0 26,0-1,0 1,0-1,-25 0,25-24,-25-25,25 24,-49-49,49-24,49-1,-24 25,25 0,-1 0,26 0,24-50,-25 50,-24 0,-25 0,24 0,-24 0,25 0,-50-25,25 25,24 0</inkml:trace>
  <inkml:trace contextRef="#ctx0" brushRef="#br1" timeOffset="185342.6">9079 645,'-25'0,"25"0,0 25,0 49,0-24,25-1,-25 1,0 0,0 24,0 0,0-24,-25-25,25 24,-25-49,25 50,0-75</inkml:trace>
  <inkml:trace contextRef="#ctx0" brushRef="#br1" timeOffset="186520.66">9128 794,'0'0,"50"0,24 0,1 0,-50 0,24 0,26 0,-26 0,1 0,24 25,1-25,74 49,24 1,1-50,49 74,-24-24,24-50,-25 124,50-75,-24 1,-26-50,-24 74,-26-74,-48 50,-26-50,0 0,-24 0,-25 0,24 0,-49 0,-24 0,-51 0,50 0,-24 0,-1 0</inkml:trace>
  <inkml:trace contextRef="#ctx0" brushRef="#br1" timeOffset="187531.72">12328 1513,'0'25,"0"24,0-24,0 25,0 0,0-26,0 1,-25-25,50 0,25 0,-1 0,1-49,0 49,24 0,25 0,-24 0,-1 0,1 0,-1 0,-24 0,-1 0,-24 0,25 0</inkml:trace>
  <inkml:trace contextRef="#ctx0" brushRef="#br1" timeOffset="187824.74">13196 1339,'0'0,"0"50,0 24,0-24,-49 0,49-1,0 1,0-25,0 24</inkml:trace>
  <inkml:trace contextRef="#ctx0" brushRef="#br1" timeOffset="188118.75">13320 1389,'0'-25,"25"25,25 0,-25-25,24 25,1 0,24 0,1 0,-26 0,-24 0,0 0,25 0,-26 0,-24 25,0 0</inkml:trace>
  <inkml:trace contextRef="#ctx0" brushRef="#br1" timeOffset="196683.24">1563 3249,'0'-49,"0"-1,0 25,-50 25,26 0,-1 0,-25 124,1-49,49 24,-75 25,75-25,0-49,25 0,0-26,24-24,26 0,49 0,0 0,25-49,-50-1,-49-49,-1-25,1 25,-50 24,0 1,-25-25,-25 24,-98 26,-26 49,-25 0,51 24,48 26,76 24,24-24,24 0,76-1</inkml:trace>
  <inkml:trace contextRef="#ctx0" brushRef="#br1" timeOffset="196990.26">2754 3026,'0'25,"0"25,0-1,0 1,0 24,0 50,0-25,0 1,0-26,0-24</inkml:trace>
  <inkml:trace contextRef="#ctx0" brushRef="#br1" timeOffset="197380.28">3374 3101,'0'24,"0"51,0-1,0 25,49-24,-49 24,0 0,0-24,25-1</inkml:trace>
  <inkml:trace contextRef="#ctx0" brushRef="#br1" timeOffset="197656.3">3994 3125,'0'0,"0"50,0 0,0-1,0 1,0 24,0 1,0-1,25 0,-25-24,49-25,1-25,-25 0</inkml:trace>
  <inkml:trace contextRef="#ctx0" brushRef="#br1" timeOffset="197958.32">4490 3076,'0'0,"0"49,0 26,25-1,-25 1,0-1,0 0,25 1,-25-1,0 1,0-50,49-1</inkml:trace>
  <inkml:trace contextRef="#ctx0" brushRef="#br1" timeOffset="198371.34">5185 3324,'0'-50,"-50"125,0-26,-24 1,49 24,25-24,-50-1,50-24,0 25,50-50,25 25,-26-25,26 0,-26-25,1-25,-50 25,49-49,-49 0,0-1,0 1,0 24,-24 50,-26-25,-24 25,-26 0,51 50,24-25,25 24,0-24,0 0</inkml:trace>
  <inkml:trace contextRef="#ctx0" brushRef="#br1" timeOffset="198662.36">5879 3299,'-25'0,"25"0,0 74,0-24,0 24,0 1,0-26,0 1,0 25,0-26,0-24,50 0</inkml:trace>
  <inkml:trace contextRef="#ctx0" brushRef="#br1" timeOffset="198894.37">6400 3249,'0'0,"0"50,0 24,0 26,50-1,-50-25,0-24,24 0,-24-26,75 26,-50-50,-1 0</inkml:trace>
  <inkml:trace contextRef="#ctx0" brushRef="#br1" timeOffset="199074.38">6921 3423,'0'25,"0"24,0 1,0 0,0 24,0 1,0-1,0-24</inkml:trace>
  <inkml:trace contextRef="#ctx0" brushRef="#br1" timeOffset="200470.46">7144 3770,'-25'0,"25"0,25 0,50 0,-1-24,0 24,50 0,25-50,-25 50,25 0,0 0,0 0,0 0,49 0,0 0,-24 0,49 0,1 0,24 0,-25 0,-25 0,25 0,-24 0,-1 0,-24 0,0 0,-1 0,1 0,-25 25,-25-25,25 0,-25 0,-25 0,25 0,-50 0,-24 0,-1 0,-24 0,25 0,-25 0,-1 0,26 0,0 0,-50-25,49 25,1 0,0 0,24 0,-24 0,-26 0,1 0,25 0,-25 0,-1 0,26 0,-25 0,0 0,24 0,1 0,-1 0,-24 0</inkml:trace>
  <inkml:trace contextRef="#ctx0" brushRef="#br1" timeOffset="200844.48">13172 3522,'49'25,"1"49,-1-49,26-25,-50 50,-1-50,51 0,-75 50,-75-1,26 26,-1-26,1 1,-1 24,25-24,25-25,-49 24</inkml:trace>
  <inkml:trace contextRef="#ctx0" brushRef="#br1" timeOffset="202299.57">14486 3944,'0'25</inkml:trace>
  <inkml:trace contextRef="#ctx0" brushRef="#br1" timeOffset="205697.76">23590 3101,'0'-25,"0"50,-25 24,25 26,-25 24,25-25,-50-24,50-25,0 24,0-24,0-50,0 25</inkml:trace>
  <inkml:trace contextRef="#ctx0" brushRef="#br1" timeOffset="207901.89">4961 3721,'0'-25,"50"25,-50 50,0-26,25 26,-25 0,74 49,-24 0,-25 25,49 0,25-50,0 26,1-26,24 0,74 1,0-75,75 49,25-49,0 0,123 0,1 0,0 0,-1 0,-73 0,-1 0,-25 0,-49 0,-25 0,-24 0,-1 0,-50-24,-49 24,0 0,-49-25,-26 25,1 0,-50-50,50 50,-50-25,24 25,1 0,50 0,-1-49,-49 49,25 0,24 0,25-25,25 25,25 0,0-50,-50 50,-25 0,-24 0,-25 0,24 0,1 0,-25 0,-25-49,25 49,-25-25,0 0,0 0</inkml:trace>
  <inkml:trace contextRef="#ctx0" brushRef="#br1" timeOffset="208172.9">12452 4291,'-49'-25,"-1"25,50-24,50 24,-1 0,26 49,-26-49,26 0,-1 0,25 25,-24-25,-50 0,-1 0,-24 50,0-1,-24-24,-26 25,-24-1,24 1,0-1,50 1,-24 0,24-26,0-24,49 50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9:54:09.4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1935 1513,'0'0,"0"-50,25 50,0 0,24 0,1 0,-50 25,50-25,-26 0,26 0,0 0,24 0,-24 0,-26 0,26 0,0 0,-26 0,1 0,25 0,-25 0,-1 0,1 0,25 0,-25 0,24-25,-24 25,0 0,24 0,26 0,-1 0,1-24,-26 24,1 0,0 0,-1 0,-24 0,25 0,-1 0,1 0,-25 0,-25 0</inkml:trace>
  <inkml:trace contextRef="#ctx0" brushRef="#br0" timeOffset="1411.08">3523 1042,'24'49,"-24"-24,0 0,0 25,50 24,-50 0,0 1,0-1,25 1,-25-1,0-24,0 24,49-24,-49-1,0 1,0 0,0 49,0-50,0-24,0 0,0 49,0-49,25-25,-25 25,0 0,0 49,0-49,0 0,0 24,0-73,0-1,25 25,25-25,-26 25,1 0,25-50,-25 50,-1 0,26-24,-25 24,25 0,-26-50,1 50,25 0,-25 0,-1 0,26-25,-25 25,0 0,24 0,1 0,-50-49,25 49,24 0,-49-25,0 25</inkml:trace>
  <inkml:trace contextRef="#ctx0" brushRef="#br0" timeOffset="3337.19">3647 1116,'-25'-25,"25"25,49 0,-24 0,25 0,-25 0,24 0,26-49,-1 49,25 0,-24 0,-1 0,-24-25,-1 25,1 0,0 0,-1-50,-24 50,-25 25,50-25,-50 25,24-25,-24 25,25-25,-25 49,50-24,-50 0,0 25,25-50,-25 24,0 1,24 25,-24-25,0-1,50-24,-50 50,0-25,0 0,0 24,0 1,0-25,0-1,0 51,0-25,0-26,0 1,0 25,0-25,-25-1,25 26,0-25,0 24,-25-49,25 50,0-25,-49 0,49 24,-25-49,25 25,0 0,-25-25,0 0,25 49,-49-49,24 0</inkml:trace>
  <inkml:trace contextRef="#ctx0" brushRef="#br0" timeOffset="5529.31">4812 1662,'-24'0,"24"0,24 0,1 0,50 0,-51 0,26-25,0 25,24 0,25 0,-24 0,-1 0,1 0,-1-50,0 50,1 0,-1 0,1-24,49 24,-25 0,0 0,50 0,-50-50,25 50,0 0,-25 0,25 0,-24 0,-1 0,50-50,-50 50,0 0,25 0,-25 0,-24 0,-1 0,1 0,-26 0,1 0,24 0,-24 0,-1 0,26 0,-25 0,-1 0,26 0,-51 0,1 0,0 0,25 0,-26 0,1 0,25 0,-50-49,-50 49</inkml:trace>
  <inkml:trace contextRef="#ctx0" brushRef="#br0" timeOffset="7641.43">2208 6201,'0'0,"74"0,-49 0,0 0,25 0,24 0,-24 0,-1 0,26 0,-26 0,1 0,24 0,-24 0,-1 0,1 0,0-49,24 49,-24 0,-1 0,-24-25,25 25,-25 0,-1 0,26 0,24 0,-49-25,25 25,24 0,-24 0,-1 0,-24 0,25 0,-25 0,-1 0,-24-50,25 50,50 0,-26 0,1 0,-25 0,-25 0</inkml:trace>
  <inkml:trace contextRef="#ctx0" brushRef="#br0" timeOffset="8934.51">3895 5060,'0'-25,"-25"25,25 0,0 0,49 0,-49 50,0 0,0-1,25 1,-25-1,0 1,0 24,0-24,0 0,0 24,0-24,0-1,50 26,-50-51,0 1,0 50,0-26,0-24,25 25,-25 24,0-49,0 25,0-1,0 1,0-25,0-1,0 1,0 25,0-25,0-1,0 26,0-25,49-25,-24 0,25 0,-1 0,-49-50,75 50,-50 0,-1-25,26 25,-25 0,0 0,24-49,-24 49,25 0,-1 0,26-25,-1 25,0 0,1 0,-1-50,-24 50,0 0,-26 0,1 0,25 0,-25 0,-25-24,0-1</inkml:trace>
  <inkml:trace contextRef="#ctx0" brushRef="#br0" timeOffset="11016.63">3919 5060,'25'0,"0"0,25-49,-1 49,-24 0,0 0,25 0,24-25,0 25,1 0,24-50,-25 50,1 0,-1 0,1-49,-26 49,-24 0,25 0,-26 0,1 0,0 0,-25 24,50-24,-50 25,25 0,24 25,-24-26,-25 26,25-50,-25 25,0 0,49 24,-49-24,0 25,0-1,0 26,25-51,-25 1,0 25,0-25,0-1,0 26,0-25,0 0,0-1,0 26,0-25,0 0,0 24,0-24,0 0,0 25,0-50,0 24,0 1,0 25,0-25,0-1,-25-24,25 50,-49-25,49 0,-25-25,25 49,-25-49,25 25,-49-25,49 25,-25-25,0 0</inkml:trace>
  <inkml:trace contextRef="#ctx0" brushRef="#br0" timeOffset="12899.73">5259 5606,'0'0,"50"0,-1 0,-24 0,25 0,-26 0,26 0,0 0,-1 0,1 0,-1 0,1 0,0 0,24 0,-24 0,-1 0,-24 0,25 0,-26 0,1 0,0 0,25 0,-25 0,24 0,1 0,-1 0,1 0,0 0,-1 0,1 0,-1 0,1 0,0 0,24 0,-24 0,-26 0,1-50,25 50,-25 0,-1 0,26 0,-25 0,0 0,24 0,-24-25,0 25,25 0,-26 0,1 0,25 0,-25 0,-1 0,26 0,24 0,-24 0,0 0,-1 0,-49-49,50 49,-1 0,-24 0,0 0,25 0,-50-25,24 25,26 0,-25 0,24 0,-24 0,0 0,25-25,-26 25,26 0,25-49,-51 49,1 0,25 0,24 0,-49-25,25 25,-1 0,1 0,-25 0,-1 0,26 0,-25 0,24 0,-49-50,50 50,-25 0,0 0,-1 0,26 0,-25 0,0 0,-25 0,0-25</inkml:trace>
  <inkml:trace contextRef="#ctx0" brushRef="#br0" timeOffset="17046.97">4837 1414,'0'-25,"0"25,-49 25,49 24,0 26,0-50,0-1,0 26,0 0,0-25,0-25,49 0,1 0,-1 0,-24 0,-25 0,50 0,-50-25,25-25,-25 0,0 26,0-51,0 50,0 1,0-1,0 25,0-50,-25 50,-25 0,25 0,-24 0,-26 25,51 0,24 24,0 1,0-25</inkml:trace>
  <inkml:trace contextRef="#ctx0" brushRef="#br0" timeOffset="18506.05">5383 5432,'0'-25,"0"1,-25 24,-24 0,24 0,25 49,-25-49,25 75,0-51,0 1,0 25,0-25,0-1,0 1,0 50,0-51,0-24,25 0,24 0,1 0,-25 0,0 0,24 0,-24-24,49-51,-74 26,25-1,-25 25,0-49,0 49,0 25,0-25,-49 25,49-49,-50 49,0 0,1 0,-1 0,50 24,-49-24,49 25,0 0</inkml:trace>
  <inkml:trace contextRef="#ctx0" brushRef="#br0" timeOffset="20760.18">8459 1166,'0'-25,"0"-25,0 26,0 24,0 74,0-49,0 0,49 49,-49-24,0-1,0 1,0-1,25 26,-25-26,0 1,0 0,0-25,50 49,-50-24,0-1,0-24,0 25,0-26,25 26,-25 0,0-26,0 1,0 25,0-25,0-1,0 26,0-25,0 24,49 1,-49 24,0-49,0-25,25 0,-25-49,25 49,24 0,-24 0,25 0,-1 0,1 0,-25 0,0 0,24 0,-24 0,0-25,24 25,-24 0,0-50,49 50,-24 0,0-25,-25 25,24 0,-24 0,-25-49,50-1</inkml:trace>
  <inkml:trace contextRef="#ctx0" brushRef="#br0" timeOffset="22783.3">8632 1166,'-49'0,"24"0,0 0,25-50,-49 50,24 0,0 0,0 0,-24 0,73 0,26 0,-25 0,0 0,24 0,-24 0,0-25,49 25,-24 0,-1-49,1 49,0 0,24 0,-24 0,-26 0,26 0,0-25,-26 25,1 0,25 0,-1-50,-24 50,25 0,-25 0,-25 25,25 0,-25 0,49-25,-49 49,0-24,25-25,-25 50,0-1,25-49,-25 75,0-50,49-25,-49 49,25 26,25-1,-25-24,24-1,-49 1,0-25,0 24,0-24,0 25,0-25,0-25,0 24,0 26,-49-50,49 50,0-26,0 1,-25-25,25 50,0-25,-25-25,25 24,0 26,-50-50,50 25,-24-25,24 25,-25-25,25 49,-50-24,50 0,-25-25,25 49,-49-24,49 0,-25-25,25 0,0 0</inkml:trace>
  <inkml:trace contextRef="#ctx0" brushRef="#br0" timeOffset="23557.34">9724 1488,'0'-25,"0"25,-25 0,25 50,-50-50,50 50,-24-50,24 74,0-49,-50 0,50 24,0-24,50 25,-26-50,1 0,25 0,-25 0,-1 0,1 0,25 0,-50-25,49 25,-49-25,25-24,-25 24,0 0,0 0,0-25,0 26,0-26,0 50,-49 0,-1 0,50 0,-50 0,50 25,0 49,0-49</inkml:trace>
  <inkml:trace contextRef="#ctx0" brushRef="#br0" timeOffset="24254.38">9997 1712,'-25'0,"25"0,0-25,99 25,-74 0,24 0,1 0,24 0,26-25,-1 25,25 0,25-50,0 50,-25 0,24 0,-24 0,1-49,-26 49,25 0,-25 0,-25 0,1 0,-26-50,1 50,24 0,-24 0,0-25,-26 25,51 0,-50 0,-25-25,-50 25,0 0,26 0</inkml:trace>
  <inkml:trace contextRef="#ctx0" brushRef="#br0" timeOffset="26031.48">8880 4242,'0'24,"0"1,0 0,50 49,-50-24,0 24,0-24,0 0,0 24,25-24,-25-1,0 1,0 0,0 24,0-24,0-1,0 1,0-1,0 1,0-25,0 0,0 24,0-24,0 0,0 24,0 26,0-50,0-1,0 1,0 25,0-1,0-24,0 25,0-25,25-25,49 0,-74 0,50 0,24-50,-24 50,-1 0,1 0,-25 0,24-25,-24 25,25 0,-25 0,24 0,-24-49,0 49,24 0,-24 0,25-25,-1 25,-24 0,0-50,49 50,-49-25,0 25,-25-49,0 49</inkml:trace>
  <inkml:trace contextRef="#ctx0" brushRef="#br0" timeOffset="27758.58">8955 4316,'-25'-50,"25"50,25 0,24 0,1 0,0 0,-1 0,1-24,24 24,26 0,-26 0,-24-50,-1 50,-24 0,25 0,-50-25,24 25,1 0,-25-49,0 73,50-24,-50 25,25-25,-25 25,24 25,-24-26,50-24,-50 50,25 24,-25-24,49-50,-49 25,25 24,-25 1,0-25,25-25,-25 25,0 24,0-24,50-25,-50 50,24 24,-24-49,0 25,0-26,50 26,-50-25,0 0,0 24,-25-24,25 0,-25-25,25 49,0-24,-24-25,24 25,0 25,-50-50,50 24,0 1,-25-25,25 50,-25-25,25-1,-49-24,49 50,-25-50,25 25,0-50</inkml:trace>
  <inkml:trace contextRef="#ctx0" brushRef="#br0" timeOffset="28380.62">10294 4837,'0'0,"-49"0,24 25,25 0,-50 24,50-24,-49-25,49 50,0-26,0 26,49-50,1 0,-25 0,-1 0,26-50,-50 26,0-1,0-25,0 1,0 24,0 25,0-25,-74 25,24 0,25 0,25 50,0-1</inkml:trace>
  <inkml:trace contextRef="#ctx0" brushRef="#br0" timeOffset="29008.65">10344 4961,'50'0,"-26"0,1 0,25 0,24 0,1-50,-1 50,0-49,1 49,49-50,-25 50,25-74,-50 74,26 0,24-50,-25 50,-25 0,1 0,-26 0,1-50,24 50,-49 0,0 0,0 0,-25-24,74 24,-49 0,25-25,-1 25,26-50,-51 50,-24 0</inkml:trace>
  <inkml:trace contextRef="#ctx0" brushRef="#br0" timeOffset="30868.76">4366 1786,'-25'0,"25"0</inkml:trace>
  <inkml:trace contextRef="#ctx0" brushRef="#br0" timeOffset="40965.34">10493 1712,'0'-25,"0"-25,0 75,25-25,-25 50,0-26,0 26,0 0,0-1,0 1,0 24,0 1,0-1,0 50,-50-50,50-24,0 0,-25 24,25-24,0-1,0 1,0 0,0-26,0 1,0 25,-49-50,24 0,-25 0,0 0,26 0,-26 25,0-25,26 0,-1 24,-50-24,26 50,-1-50,1 25,-26-25,26 49,-1-49,0 25,-24-25,24 50,26-50,-26 49,25-49,0 25,-24-25,24 50,-25-50,25 49,-24-49,-1 50,1-50,24 50,-25-50,1 49,24-49,-25 50,1-50,-1 25,-24-25,24 74,0-49,1 24,-1-49,25 50,-24-50,-26 25,51-25,-26 50,0-50,1 24,-1-24,-24 50,24-50,0 50,1-50,-1 24,25-24,1 0,24 25,-50-25,50 50,-50-50,50 25,-24-25,24 24,-25-24,25 50,0-25,0 0,0 24,0-49,0 75,0-51,0 26,0-25,0 49,0 1,0-26,0-24,-25 25,25-26,0 26,-25-50,25 25,0 24,0-24,-25-25,25 0,0 0,25 0,25 0,-25 0,-1 0,26 0,24 0,-49 0,0 0,49 0,-24 0,0 0,-1 0,1 0,24 0,-49 0,0 0,0 0,24 0,-24 0,0 0,25 0,24 0,-49 0,24 0,1 0,0 0,-1 0,-24 0,25 0,-1 0,1 0,-25 0,-25-49,49 49,-24 0,0 0,0 0,-25-25,49 25,-24 0,-50-25,25-25</inkml:trace>
  <inkml:trace contextRef="#ctx0" brushRef="#br0" timeOffset="45420.59">8831 2009,'0'-25,"0"25,-50 0,25 0,25 0,-24 0,-51 50,26-50,24 25,-25-25,-24 49,-1-24,1 25,-25-1,24-49,1 50,-1-50,-24 50,25-50,-1 49,1-49,24 0,1 25,-26-25,51 0,-1 0,-25 0,1 50,-1-50,0 0,1 0,-1 0,25 0,0 0,-24 0,24 0,25 24,0 26,0 0,0-26,0 1,0 25,0-25,0 0,0 24,0-24,0 0,0 24,0 26,0-26,0-24,0-25,0 25,0 25,0-26,0-24,50 0,-26 0,51 0,-50 0,24 0,-24 0,0 0,25 0,-26 0,1 0,25 25,-25-25,-1 0,26 50,24-50,1 0,24 49,-25-49,26 25,-26-25,0 50,1-50,-25 0,24 25,-24-25,24 0,0 0,1 49,-1-49,1 0,-1 0,0 0,1 0,-1 0,1 50,-51-50,1 0,25 0,-1 0,-24 25,50-25,-26 0,1 0,0 49,-1-49,26 0,-26 0,1 0,-1 0,1 0,24 0,1 0,-1 0,-24 0,-1 0,1 0,24 0,1 0,-1 0,-49 0,0 0,0 0,24 0,1 0,-25 0,24 0,-24 0,0 0,25 0,-50 25,0 0,0 24,0 1,0-25,0 0,0 49,24-74,-24 75,0-26,0 1,0-25,0 24,0-24,0 0,25-25,-25 25,0 24,50-24,-50 25,0-26,0 1,0 0,0 25,25-50,-25 24,0 26,0 0,0-26,0 1,0 25,0-25,0-1,24-24,-24 25,0 25,0-25,0-1,0 26,50-50,-25 0,0 0,-25 25,0 0,-25-25,25 49,-50-49,1 0,24 0,25-24,0 24,49 0,-24 0,0 0,-25 24,0-24,-25 0,25-49,-49 49,49-75,-25 50,25-24</inkml:trace>
  <inkml:trace contextRef="#ctx0" brushRef="#br0" timeOffset="46276.64">10518 1687,'0'-50,"0"75,0 25,0-26,0 26,0-50,0 50,-25-50,25-25,0-25,25 50,-25-49,49 49,-49-25,0 25,-25 49,-74-24,25-25</inkml:trace>
  <inkml:trace contextRef="#ctx0" brushRef="#br0" timeOffset="47458.71">1737 1191,'0'-50,"0"0,0 26,49 24,-49-50,0 25,0 0,0-24,-25 49,-49 0,49 25,-24-25,24 49,0-49,25 50,-50-50,50 49,25-24,0-25,25 50,24-50,-24 0,-1 0,1 0,-25 0,24 0,-24 0,-25 49,0-24,-25 50,-24-26,24-24,-25 25,25-50,1 24,-26-24,25 0,0 0,-24 0,24 0,25 0,0 0,50 0,-1 0</inkml:trace>
  <inkml:trace contextRef="#ctx0" brushRef="#br0" timeOffset="49153.81">1786 5655,'-25'0,"25"0,-49-49,49 24,0 25,0 25,0 24,25-24,-25 25,0 24,49 26,-49-51,0 1,25-1,-25 1,25-25,-25-50</inkml:trace>
  <inkml:trace contextRef="#ctx0" brushRef="#br0" timeOffset="49693.84">1761 5556,'0'-49,"0"-1,0 0,50 1,-25 24,25-25,-26 50,1 0,-25 25,0 50,0-26,0 26,0-1,0-24,-49 24,49-49,-50 0,25 24,25-24,0 0,25-25,0 50,24-50,-24 0,-25 24,50-24,-1 0,1 0,-25 0,24-74,-24 24,-25 1,0 24,50-25,-50 1,74-75</inkml:trace>
  <inkml:trace contextRef="#ctx0" brushRef="#br0" timeOffset="50609.89">2704 2183,'0'0,"0"0,50 0,-1 0,-24-25,25 25,-1 0,26-50,-1 50,1-49,49 49,-25-25,0 25,25-50,-50 50,-24 0,0 0,-75 0,0 0</inkml:trace>
  <inkml:trace contextRef="#ctx0" brushRef="#br0" timeOffset="52108.98">2878 2257,'-25'0,"25"0,-50 0,50 50,0-1,0-24,0 25,0-1,-25 51,25-26,0 1,0-1,-49 25,-1 25,50-25,-74 25,74-24,-50 48,50-24,0 1,0-26,0-25,0 25,0-24,0-1,25 1,-25-1,0 0,0-24,0 0,25-1,-25 26,0-26,49 1,-49-25,0 24,25-24,-25 0,0 25,50-26,-50 26,0 0,0-26,25-24,-25 50,0 0,49 24,-49-49,25 0,-25 49,50-49,-50 0,0 24,0-24,0 0,24-25,-24 0,25 0,25 0,0 0,-26 0,1 0,25 0,-25 0,-1 0,26 0,0 0,-1 0,-24 0,-25-25,50 25,-1 0,-24 0,25-50,-26 50,1 0,25 0,-1 0,1 0,-25 0,0 0,24 0,1 0,-1 0,-24 0,25 0,-50-24,50 24,-50 0</inkml:trace>
  <inkml:trace contextRef="#ctx0" brushRef="#br0" timeOffset="55544.17">124 1488,'0'0,"0"25,50-25,-25 0,0 0,-1 0,26 0,-25 0,0 0,24 25,-24-25,0 0,24 0,-24 0,0 0,25 0,-26 0,1 0,50 0,-51 0,26 0,-25 0,25 0,-26 0,1 0,25 0,-25 0,24 0,-24 0,25 0,-1 0,1 0,-1 0,1 0,-25 0,24 0,1 0,0 0,-1 0,-24 0,0 0,24 0,-24 0,0 0,25 0,-1 0,-24 0,25 0,-25 0,-1 0,26 0,24 0,-49 0,0 0,0 0,24 0,-24 0,0 0,-50 0,0 0</inkml:trace>
  <inkml:trace contextRef="#ctx0" brushRef="#br0" timeOffset="57268.27">869 1662,'0'-25,"0"50,0 25,0-1,0 1,0-1,0-24,0 25,0-1,0 1,0 24,0-49,0 0,0 25,0-26,0 26,0 0,0-1,0-24,0 0,0 24,0-24,0 0,0 25,0-26,0 1,0 25,0 24,0-24,0 0,0-26,0 26,0 0,0 24,0-49,0 24,0 1,0 24,0 1,0-50,0 24,0-24,0 0,0 0,49 24,-49-24,0 25,0-26,0 1,0 0,0 25,0-1,0 1,0-25,0 49,0-24,0-25,0-1,0 51,0-50,0-1,0 26,25-50,-25 50,0-26,0 1,0 25,0-1,0 1,0 0,0-1,0 1,0-25,0 24,0 1,0-25,0-1,0 26,0-25</inkml:trace>
  <inkml:trace contextRef="#ctx0" brushRef="#br0" timeOffset="57845.3">620 4787,'0'0,"50"0,-25 0,24 0,-24 0,0 0,25 0,-1 0,-24 0,25 0,24 0,-24 0,-25 0,24 0,1 0,-25 0,-1 0,-24 0,0 0</inkml:trace>
  <inkml:trace contextRef="#ctx0" brushRef="#br0" timeOffset="58445.34">571 4862,'0'-25,"0"25,25 0,24 0,-24 25,25 0,24 24,-49-49,0 25,49 25,-24-26,-1-24,1 0,-50 50</inkml:trace>
  <inkml:trace contextRef="#ctx0" brushRef="#br0" timeOffset="58963.37">1265 4787,'0'25,"0"25,-49-50,49 49,-25 1,25-25,0 0,-50 24,50-24,-24-25,24 50,-25-50</inkml:trace>
  <inkml:trace contextRef="#ctx0" brushRef="#br0" timeOffset="59803.42">1017 5135,'0'-25,"0"25,-24 0,-26 0,25 49,25-24,-25-25,25 25,0 25,0-26,0 1,0-25,25 50,25-50,-1 0,-24 0,0 0,49 0,-74 0,25 0,0-50,-25 1,50 49,-50-50,0 0,0 1,0 24,-25 25,0 0,0 0,-24 0,-26 0,75 0,-25 0,25 50,0-26</inkml:trace>
  <inkml:trace contextRef="#ctx0" brushRef="#br0" timeOffset="61670.52">1092 5184,'0'25,"0"25,0-26,0 1,0 50,0-51,0 26,0-25,0 24,0-24,0 25,0-50,0 49,0 26,0-26,0-24,0 0,0 25,0-25,0-1,0 26,0-25,0 0,0 24,25-49,-25 50,0-25,0-1,49 26,-49-25,0 0,25 49,-25-24,50-26,-26-24,26 0,0 0,-26 0,1 0,0 0,25 0,-50 0,24 0,1 0,25 0,-25 0,-1 0,26 0,-25 0,0 0,-25-24,49 24,-24 0,0 0,25-50,-1 50,-24 0,0 0,24-25,-24 25,25 0,-50-49,49 49,-24 0,0 0,25 0,-26 0,1 0,-25-25,50 25,-25 0,-1 0,1 0,25 0,-25 0,-1 0,26 0,-25 0</inkml:trace>
  <inkml:trace contextRef="#ctx0" brushRef="#br0" timeOffset="64722.7">1340 4465,'0'-50,"0"25,0 1,-25 24,25-50,-25 50,0-25,-24 25,49-25,-25 25,25-49,-25 49,-24 0,24 0,0 0,-25 0,26 0,-1 0,0 0,-25 0,1 25,-1-1,25 26,0-25,25 0,-49-25,49 49,-25-49,25 25,-50 25,26-26,-1 1,25 25,-75-50,75 25,0-1,-24-24,24 50,0 0,-25-50,25 24,0 26,0-25,0 25,0 24,0-49,0 24,0-24,0 0,0 25,0 24,0-24,0-26,49 26,-49-25,25-25,-25 25,50 24,-1-24,-24 25,25-1,-25 1,24-50,-49 25,25-25,0 0,-25 24,25-24,24 0,-24 0,0 0,49 0,-24 0,-25 0,0 0,-25 0,49 0,-49-24,25 24,-25-50,25 50,-25-25,49 25,-49-25,25 25,-25-49,25 24,25-25,-50 1,24 49,-24-50,50-24,-50 49,25-25,-25 26,0-26,0 25,0 0,49-24,-49 24,0 0,0-24,0-1,0 0,0 1,0-1,0 0,0-24,0 49,0 0,-24 25,24-49,-25-26,25 51,-50-26,25 25,1 25,24-25,-50 25,0 0,26 0,-1 0,25 0,0 0</inkml:trace>
  <inkml:trace contextRef="#ctx0" brushRef="#br0" timeOffset="65189.72">11882 2257,'-25'0,"25"50,-50-50</inkml:trace>
  <inkml:trace contextRef="#ctx0" brushRef="#br0" timeOffset="65722.75">11584 2704,'-25'0,"50"0,25 0,24-25,1 25,24-75,0 75,25-49,-25 49,25-75,-49 75,-1-49,-24 49,-1 0,-24 0,-50 0,-49 25,24 24,1 1</inkml:trace>
  <inkml:trace contextRef="#ctx0" brushRef="#br0" timeOffset="66005.77">11733 2927,'0'50,"-50"-50,100 0,-25 0,24 0,26 0,-1-25,50 25,-25-50,25 50,-49-74,-1 74,-24-25,24 25,-49-50,0 50,-25-24</inkml:trace>
  <inkml:trace contextRef="#ctx0" brushRef="#br0" timeOffset="66350.79">12477 2406,'-50'0,"50"0,50 25,-25-25,0 49,24-49,26 0,-26 25,1-25,0 0,-1 0,-24 0,-25 50,0-1,0-24,-50 50,-24-1,24 1,-24-26,24 1,1-1,24-24,25 25</inkml:trace>
  <inkml:trace contextRef="#ctx0" brushRef="#br0" timeOffset="66784.81">13569 1761,'0'-25,"0"50,49 0,-49 25,0 24,0 0,0 26,0-26,0 25,0-24,0-26,25-24,-25 25,0-1,0-24</inkml:trace>
  <inkml:trace contextRef="#ctx0" brushRef="#br0" timeOffset="67229.84">13420 1885,'0'-25,"0"25,49 0,-24-49,25 49,-1 0,26 0,-26 0,1 0,0 0,-26 0,26 0,0 49,-50-24,49 0,-49 49,0 1,-25-1,-24 50,-26-25,26 1,24-51,-25 1,-24-25,24-25,-24 74,-1-74,26 0,-1 0,25 0,25-25,0 0,50 25,-25-49</inkml:trace>
  <inkml:trace contextRef="#ctx0" brushRef="#br0" timeOffset="67392.85">13742 2679</inkml:trace>
  <inkml:trace contextRef="#ctx0" brushRef="#br0" timeOffset="70327.02">14040 3299,'-25'0,"25"0,74 0,1 0,-1 0,1-74,-1 74,-24-25,24 25,-49 0,0-50,-25 50</inkml:trace>
  <inkml:trace contextRef="#ctx0" brushRef="#br0" timeOffset="70580.03">14139 3497,'0'-24,"25"-1,0 25,49 0,0-50,1 50,-26-25,1 25,25-49,-51 49,1 0,25-25</inkml:trace>
  <inkml:trace contextRef="#ctx0" brushRef="#br0" timeOffset="71339.08">15677 1836,'0'-50,"0"75,-25 24,25 26,-25 24,25-25,0 1,0-26,0-24,0 0,0-25,50 0,-50-50,25 1,-25 24,0-25</inkml:trace>
  <inkml:trace contextRef="#ctx0" brushRef="#br0" timeOffset="71532.09">15801 1414,'0'-50,"-25"50,25 25,0 0</inkml:trace>
  <inkml:trace contextRef="#ctx0" brushRef="#br0" timeOffset="71851.1">16148 1414,'0'49,"0"1,0 24,0 26,0-1,-49 50,-1-25,0-25,1 50,49-25,-50-75,50 1,-49 0,49-26,24-24,-24-24</inkml:trace>
  <inkml:trace contextRef="#ctx0" brushRef="#br0" timeOffset="72094.12">16198 1935,'0'0,"0"49,0 26,0-26,0 26,0-1,0 1,0-26,0 1,0-1,0-24,0 0,-50 49</inkml:trace>
  <inkml:trace contextRef="#ctx0" brushRef="#br0" timeOffset="72350.13">16347 1836,'49'-75,"-49"26,25 49,0 0,24 24,-49 1,0 0,0 0,0 24,-49-24,24 25,-25-25,26-25,-1 49,-25-49,25 0</inkml:trace>
  <inkml:trace contextRef="#ctx0" brushRef="#br0" timeOffset="72673.15">16768 1860,'75'0,"24"0,25 0,-25 0,-24 0,-1 0,-24 0,-1-49,1 49,-25 0,-25 0,-75 0</inkml:trace>
  <inkml:trace contextRef="#ctx0" brushRef="#br0" timeOffset="72953.17">16818 2208,'50'0,"24"-25,0 25,26 0,-26-25,0 25,1 0,-1 0,-24-50,-25 50,24 0,-49-49</inkml:trace>
  <inkml:trace contextRef="#ctx0" brushRef="#br0" timeOffset="73287.19">17488 1736,'0'0,"49"25,-24-25,25 50,-26-50,1 49,25 1,-50-25,25-25,-25 25,0 24,0 1,0-25,-50 24,25 1,-49-25,24 24,1-49,-1 50,25 24</inkml:trace>
  <inkml:trace contextRef="#ctx0" brushRef="#br0" timeOffset="73933.22">18529 1712,'0'-25,"50"-25,-75 50,-24 50,-51 24,51-24,-1 24,50-49,-25-25,25 50,0-26,25-24,25 0,24 0,-24 0,-1 0,1-24,0-1,-26-25,26 1,-50-1,25-24,-25 24,0 25,0 25,-25-50,-49 50,24 0,25 0,0 0,25 25,0 25,25-50</inkml:trace>
  <inkml:trace contextRef="#ctx0" brushRef="#br0" timeOffset="74194.24">19075 1513,'0'25,"0"49,0-24,0 24,0 1,0-1,-49 25,49-49,-50 0,50-1,-50 26,50-51,-24 1,24 25</inkml:trace>
  <inkml:trace contextRef="#ctx0" brushRef="#br0" timeOffset="74450.25">19199 1587,'25'0,"25"0,-50 25,0 25,24 0,-24-1,0 1,0-1,0-24,-74 25,49-25,-24-1,24-24,25 50,-50-50</inkml:trace>
  <inkml:trace contextRef="#ctx0" brushRef="#br0" timeOffset="74691.27">19373 1414,'49'0,"1"0,0 49,-50 26,0-50,-25-1,0 26,-25-25,1 25,-26-26,-24 26,0 0,-25-50,50 0</inkml:trace>
  <inkml:trace contextRef="#ctx0" brushRef="#br0" timeOffset="75523.31">16173 3001,'0'0,"-74"25,24 25,50-25,-50 49,50 0,-49 1,49-1,0-24,25-1,24-49,26 25,24-25,25 0,-25 0,25-74,-50 24,1-49,-25-25,-50 25,49 24,-49 1,0 0,0-1,-25 1,1 74,-51-25,25 25,-24 0,24 25,1 24,49 1,0 0,0-26</inkml:trace>
  <inkml:trace contextRef="#ctx0" brushRef="#br0" timeOffset="75886.34">17512 3249,'0'0,"75"0,24-24,25 24,-49 0,-26-50,-24 50,25 0,-75 0,0 0</inkml:trace>
  <inkml:trace contextRef="#ctx0" brushRef="#br0" timeOffset="76114.35">17488 3448,'24'0,"51"0,-1 0,26-50,48 50,-24-49,0 49,-74 0,-25 0,24-25,-49-25</inkml:trace>
  <inkml:trace contextRef="#ctx0" brushRef="#br0" timeOffset="76422.37">18281 3026,'-24'0,"48"25,1-25,25 50,-25-50,24 49,-24-49,0 0,-25 25,49-25,-49 50,0-26,-74 26,24-25,1 24,-1-49,1 25,24-25,25 50</inkml:trace>
  <inkml:trace contextRef="#ctx0" brushRef="#br0" timeOffset="76843.39">19522 2853,'-75'0,"50"0,-24 49,-1 1,25-25,-24 49,49-49,-25 0,25 49,0-74,25 25,49-25,-24 0,24 0,1-25,-1 25,0-25,-24 25,-25-49,24-1,-49 25,0-24,-24 49,-51-25,26 25,-26 0,-24 0,0 0,24 0,26 0,24 0,-25 0</inkml:trace>
  <inkml:trace contextRef="#ctx0" brushRef="#br0" timeOffset="77751.44">16322 4217,'0'-50,"0"100,0 24,-25 1,25-1,0 0,0 1,0-1,0 25,0-24,0-1,0-24,0-25,0-25,0-75,99-24</inkml:trace>
  <inkml:trace contextRef="#ctx0" brushRef="#br0" timeOffset="78208.47">17264 4614,'0'0,"75"0,74 0,-50 0,50 0,-25 0,25-50,-25 50,-50 0,-49-50,-75 75</inkml:trace>
  <inkml:trace contextRef="#ctx0" brushRef="#br0" timeOffset="78493.48">17562 4837,'25'0,"24"0,26 0,24 0,0 0,50 0,-50 0,-24-25,-1 25,-24 0,-1-25,-24 25,-25-49,0-1</inkml:trace>
  <inkml:trace contextRef="#ctx0" brushRef="#br0" timeOffset="78831.5">18281 4465,'0'-50,"0"75,75-25,-1 50,1-50,-1 49,0-49,1 0,-26 25,-24-25,25 50,-50-1,-75 1,26 24,-26-24,1 24,0-24,-1-25,50-25,25 49,-49-49,49 50,0-50</inkml:trace>
  <inkml:trace contextRef="#ctx0" brushRef="#br0" timeOffset="79184.52">19472 4043,'-25'75,"25"-26,0 26,-49-1,49 0,0 1,0-1,0-24,0-1,0-24,0 0,0-50</inkml:trace>
  <inkml:trace contextRef="#ctx0" brushRef="#br0" timeOffset="79316.53">19546 4341,'-24'0,"24"-50</inkml:trace>
  <inkml:trace contextRef="#ctx0" brushRef="#br0" timeOffset="84975.86">1960 943</inkml:trace>
  <inkml:trace contextRef="#ctx0" brushRef="#br0" timeOffset="85538.89">1637 5606</inkml:trace>
  <inkml:trace contextRef="#ctx0" brushRef="#br0" timeOffset="85935.91">1662 819,'-25'24,"25"1</inkml:trace>
  <inkml:trace contextRef="#ctx0" brushRef="#br0" timeOffset="86352.93">1588 5457,'25'0,"24"-50</inkml:trace>
  <inkml:trace contextRef="#ctx0" brushRef="#br0" timeOffset="86641.95">1737 744,'-25'0,"25"25</inkml:trace>
  <inkml:trace contextRef="#ctx0" brushRef="#br0" timeOffset="86934.97">1389 5928</inkml:trace>
  <inkml:trace contextRef="#ctx0" brushRef="#br0" timeOffset="87233.98">1687 1215,'0'-49,"0"74</inkml:trace>
  <inkml:trace contextRef="#ctx0" brushRef="#br0" timeOffset="89419.11">2183 794,'0'-25,"0"-25,25 50,25-24,-26 24,51-50,-26 50,-24-25,0 25,-25 0,0 50</inkml:trace>
  <inkml:trace contextRef="#ctx0" brushRef="#br0" timeOffset="89635.12">2158 992,'-24'25,"24"-25,24 0,26-74,-25 74,49-75,-24 75,-1-49,1 49,0-50</inkml:trace>
  <inkml:trace contextRef="#ctx0" brushRef="#br0" timeOffset="90998.2">2977 372,'0'-25,"0"25,-50 0,25 0,1 0,24 0,0 0,0 75,24-1,-24-24,0 24,50 1,-50-26,0 26,0-26,50-24,-50 25</inkml:trace>
  <inkml:trace contextRef="#ctx0" brushRef="#br0" timeOffset="92552.29">2952 496,'0'-25,"50"25,-50-25,0-24,-25 49,25-25,0 25,0 50,0-1,25-24,-25 25,0-1,0 1,25 0,-25-1,0 26,0-26,0-24,49 25,-49-26,0-48,0-26,0 25,0 0,-25-49,25 24,0 1,-24-1,24 1,0 24,-50 0,50-50,-25 75,25-49,0 24,-25 25,25-25,0 50,0 0,0 24,0 26,0-25,0 24,50 0,-50-24,25 24,-25-49,49 0,-49 25,0-26,0-48,0-1,0-25,0 25,-24-24,24-1,0 1,-50-1,50 0,0 1,-50 49,50-25,0 0,0 25,0 25</inkml:trace>
  <inkml:trace contextRef="#ctx0" brushRef="#br0" timeOffset="92738.3">2878 893</inkml:trace>
  <inkml:trace contextRef="#ctx0" brushRef="#br0" timeOffset="94667.41">2902 6400,'0'24,"25"-24,0 0,-25 25,0 50,0-51,0 1,0 25,0-1,0-24,0-25,0 25,0-25,0-25,0-24,0 24,-25 25,-24 0,24 25,-25 99,50-75,-25 1,25 0,0 24,0-49,0 0,25 24,25-49,-25 0,24 0,-24 0,0-49,49-1,-24-24,-50 24,25 25,-25 0,0-24,0 24,0 0,0-25,0 26,0-1,0 25,-75-50,26 50,-1 0,25 0,-24 0,24 0,0 25,-25-25,50 74,-49-74,49 50,-25-50,25 50,0-26,0 26,25-50,0 0,24 0,-49-25</inkml:trace>
  <inkml:trace contextRef="#ctx0" brushRef="#br0" timeOffset="94808.42">2977 6747</inkml:trace>
  <inkml:trace contextRef="#ctx0" brushRef="#br0" timeOffset="96384.51">3250 372,'0'25</inkml:trace>
  <inkml:trace contextRef="#ctx0" brushRef="#br0" timeOffset="97508.57">11584 670,'0'-25,"0"-25,0 75,0 50,0-1,-25 0,25 1,0-26,0 1,0 0,0-26,0 1,0-25</inkml:trace>
  <inkml:trace contextRef="#ctx0" brushRef="#br0" timeOffset="99848.71">3151 422,'0'-50,"0"25,0 25,0-25,-50 25,25 0,0 0,-24 0,24 0,0 0,25 50,-50-50,50 50,0-26,0 1,-24-25,24 50,0-25,0 0,0 24,0-24,0 0,0 0,0 24,0-24,24 25,-24-26,25 1,0-25,-25 50,50-50,24 25,-49-25,25 0,-1 0,-24 0,0 0,24 0,26 0,-50 0,-1 0,26 0,-25-50,0 50,-25-50,49 50,-49-24,25 24,-25-50,0 0,50 26,-50-26,0 25,0 0,0 1,0-51,0 50,0 0,-25-24,25 24,0 0,-25 25,-25-49,26 49,24-25,-50 25,0 0,-24 0,24 0,1 0,-1 0,1 0,-1 49,50-24,-25 25</inkml:trace>
  <inkml:trace contextRef="#ctx0" brushRef="#br0" timeOffset="100015.72">3151 595,'24'0,"-24"50</inkml:trace>
  <inkml:trace contextRef="#ctx0" brushRef="#br0" timeOffset="101095.78">2134 5779,'0'25,"24"0,-24 25,0-25</inkml:trace>
  <inkml:trace contextRef="#ctx0" brushRef="#br0" timeOffset="101907.82">2134 6747,'0'49,"24"1,-24 25,25 24,-25-25,50-24,-50-1,0-24,25-25,-25 75,0-51,49-24,1 0,-25 0,24-24</inkml:trace>
  <inkml:trace contextRef="#ctx0" brushRef="#br0" timeOffset="102196.84">2952 6846,'0'0,"-25"0,25 0,-74 50,74-1,-50 26,50-50,-74 24,74-24,-50-25,50 25</inkml:trace>
  <inkml:trace contextRef="#ctx0" brushRef="#br0" timeOffset="102384.85">2704 6796,'25'0,"49"50,-49-25,25 25,24-26,1-24,-1 75,-24-75,24 25,-49-25,0 0,-1 0,26 0</inkml:trace>
  <inkml:trace contextRef="#ctx0" brushRef="#br0" timeOffset="102529.86">3349 6970,'25'0</inkml:trace>
  <inkml:trace contextRef="#ctx0" brushRef="#br0" timeOffset="104479.97">11956 670,'-25'-25,"1"25,24-50,-50 50,0 0,1 0,24 50,0-50,-24 25,24-25,-50 49,26-49,24 100,-25-100,50 49,-24-49,24 50,0-25,0 24,0-24,24 25,26-50,24 49,26-49,-26 0,0 0,1 0,-1 0,1 0,-1 0,-49 0,-25 0,49 0,-49-74,25 49,-25 0,50-24,-50 24,25-25,-25-24,0 49,0 0,0-24,0-1,-25 50,-25-25,-24 25,-1 0,-24 0,0 0,-25 0,25 25,49-25,-24 50,24-26,50 26,-49-50,49 74,0-49,24-25,26 0</inkml:trace>
  <inkml:trace contextRef="#ctx0" brushRef="#br0" timeOffset="104625.98">12031 893,'0'0,"0"50,0-26</inkml:trace>
  <inkml:trace contextRef="#ctx0" brushRef="#br1" timeOffset="-186502.84">4812 8558,'0'-25,"0"0,0 25,0 50,0-1,0 26,0-1,0 0,0 1,0 24,0-24,0-1,0 0,0-24,0 0,0-1,0-24,0 0,0 24,0-24,0 0,0 25,0-50,0 24,0 1,0 25,0-25,0 24,0-24,0-25,0 0,50 0,-25 0,0 0,24 0,26 0,-50 0,-1 0,1 0,25 0,-25 0,24 0,26 0,-1 0,0 0,26 0,-26 0,-24 0,-1 0,1 0,-25 0,49 0,-74-25,0-24,-25 49</inkml:trace>
  <inkml:trace contextRef="#ctx0" brushRef="#br1" timeOffset="-184428.72">4837 8508,'25'0,"25"0,24 0,-49 0,49 0,-24 0,24 0,1 0,-1 0,1 0,-1 0,-24 0,-1 0,1 0,-1 0,-24 0,-25 0,-25 0,25 0,0 0,0 25,25-25,-25 49,50-49,-50 50,25-50,-25 25,24 0,-24 24,50-49,-50 25,25 25,-25-1,49-24,-49 25,0-26,0 1,25-25,-25 50,0 0,0-26,0 26,0-25,0 24,0-24,0 0,0 49,0-49,0 0,0 0,-25 24,25-24,0 25,-24-50,24 25,0-1,-25-24,25 50,-50-50,50 25,-25 0,25 24,-24-49,24 25,-50-25,50 25,-25-25,25 49,-25-49,25-24,50-1</inkml:trace>
  <inkml:trace contextRef="#ctx0" brushRef="#br1" timeOffset="-183558.67">6028 9004,'-25'50,"25"-25,-25 24,25-24,0 0,-25 24,25-24,0 0,0 49,50-49,0-25,-26 0,26 0,0 0,-1 0,-24 0,-25-74,50 49,-50 0,74-49,-74 24,0 1,0 24,0-25,-49 25,24 25,-25 0,1 0,-1 0,0 0,25 50,25 0,25-50</inkml:trace>
  <inkml:trace contextRef="#ctx0" brushRef="#br1" timeOffset="-183033.64">6350 9178,'-24'0,"48"0,1 0,25 0,-1 0,1 0,24 0,75 0,74 0,-24 0,-25 0,24 0,0-50,-24 50,-25 0,-50-49,0 49,-74 0,0 0,25-50</inkml:trace>
  <inkml:trace contextRef="#ctx0" brushRef="#br1" timeOffset="-181249.54">4986 13221,'0'-25,"0"50,0 0,0 49,0 1,0-1,0 0,0 1,0-1,0 1,0-1,0-24,0 24,0-49,0 0,-50-25,50 49,25-49,25 0,-25 0,0 0,49 0,-24 0,-1 0,26 0,-1 0,0 0,1 0,-26 0,1 0,-25 0,24 0,1 0,-25 0,-25-25</inkml:trace>
  <inkml:trace contextRef="#ctx0" brushRef="#br1" timeOffset="-179831.45">5011 13221,'0'0,"25"0,24 0,-24 0,25 0,-1 0,26 0,-1 0,1-25,-1 25,0 0,-49 0,-25-25,50 25,-50-49,-25 49,50 24,0-24,-25 50,49-50,-24 25,-25 25,25-50,-25 49,49 1,-49-1,25 1,-25 0,50-50,-50 24,0 51,0-26,0-24,0 0,0 25,0-26,0 1,0 25,-25-50,25 25,-25-1,-24 26,24-25,0 24,25-24,-50-25,50 25,-24-25,-1 0,25 50,0-100,0 0,49 1</inkml:trace>
  <inkml:trace contextRef="#ctx0" brushRef="#br1" timeOffset="-179413.43">6003 13618,'-25'0,"-24"25,49-1,-50 51,50-50,0-1,0 1,0 50,0-75,25 0,24 0,-24 0,0 0,25 0,-26 0,-24-50,25 25,-25-24,0-1,0-24,0 49,0 0,-25 25,-49 0,24 0,1 0,24 0,25 50,0-26</inkml:trace>
  <inkml:trace contextRef="#ctx0" brushRef="#br1" timeOffset="-178779.39">6053 13742,'-50'0,"0"-50,100 50,0 0,24 0,1 0,24 0,0 0,50-49,24 49,1 0,0 0,-1-50,26 50,-1 0,25-50,-24 50,-1 0,-49 0,-25 0,50 0,-75 0,-25 0,-24 0,-25 0,-25 0,-50 0</inkml:trace>
  <inkml:trace contextRef="#ctx0" brushRef="#br1" timeOffset="-176869.29">8136 9128,'0'0,"50"0,-25 0,0 0,24 0,-49 0,75 0,-26 0,1 0,-1 0,1 0,0 0,24 0,-24 0,-1 0,1 0,-1 0,26 0,-50 0,-1 0,1 0,50 0,-75-49,49 49,1 0,-25 0,24 0,-24 0,0 0,49-25,-24 25,-25 0,-25-50,0 50,-50 0</inkml:trace>
  <inkml:trace contextRef="#ctx0" brushRef="#br1" timeOffset="-176411.26">9277 8682,'0'24,"0"1,0 0,0 49,0-24,0 24,0 1,0-1,0 26,0-1,0 50,0-50,0-25,0-24,0 24,0-24,0-25,0-1,25-24</inkml:trace>
  <inkml:trace contextRef="#ctx0" brushRef="#br1" timeOffset="-176295.25">9327 9847,'-50'0</inkml:trace>
  <inkml:trace contextRef="#ctx0" brushRef="#br1" timeOffset="-175867.23">9302 9922,'0'0,"50"0,-25 0,24 0,1 0,-1 0,26-25,-1 25,25 0,-24 0,-26 0,-24 0,-25-25,25 25,-25-25</inkml:trace>
  <inkml:trace contextRef="#ctx0" brushRef="#br1" timeOffset="-174421.15">9302 8781,'25'0,"25"0,-1 0,1 0,-1 0,51 0,-26 0,-24-50,-26 50,26 0,-50-25,0 1,-25 24,50 0,-25 0,25 0,0 49,24 26,-49-51,25 1,-25 25,50-25,-50-1,0 26,24-25,-24 0,0 24,0-24,50 25,-50 24,0-49,0 0,0 24,0-24,0 0,0 0,0 24,0 26,0-26,-25-49,25 75,0-26,-25 1,25-25,0 0,0 24,-24-24,24 0,-50-25,25 49,-24-49,73-24,51-51,-26 26</inkml:trace>
  <inkml:trace contextRef="#ctx0" brushRef="#br1" timeOffset="-173988.12">10195 9178,'0'0,"-50"0,-24 49,49 1,25-25,0 24,25-49,25 25,-26-25,1 0,25 0,-25 0,-1 0,26 0,-50-74,0 49,0 0,-25 25,0 0,-24-49,-26 49,1 0,0 24,49-24,25 50,49 0</inkml:trace>
  <inkml:trace contextRef="#ctx0" brushRef="#br1" timeOffset="-173385.09">10394 9227,'49'0,"-24"0,0 0,24 0,26 0,24 0,25 0,-25 0,0 0,50 0,-25 0,25 0,-50-24,25 24,-49 0,-26 0,-24 0,25 0,-25 0,-50 0</inkml:trace>
  <inkml:trace contextRef="#ctx0" brushRef="#br1" timeOffset="-172189.02">8880 13568,'50'0,"-25"0,0 0,24 0,-24 0,25 0,-26 0,26 0,-25 0,0 0,24 0,-24 0,25 0,-50-49,0 49</inkml:trace>
  <inkml:trace contextRef="#ctx0" brushRef="#br1" timeOffset="-171310.97">9252 12898,'0'0,"0"50,0 0,0-1,0 26,0-1,50 25,-50 25,0-24,0 24,50 24,-50-73,0-1,0-24,0-25,0-1,25-24,-25 50,24-50,26 0,-25 0,0-25,49 25,-24 0,-1 0,1-25,-1 25,26 0,-50 0,-1 0,26 0,-25 0,24 0,-24 0,-25-49,0 49</inkml:trace>
  <inkml:trace contextRef="#ctx0" brushRef="#br1" timeOffset="-169785.88">9277 12898,'25'0,"0"0,25 0,24 0,0-24,1 24,-1 0,1 0,-1-50,0 50,1 0,-26-25,-24 25,-25-49,0 73,50-24,-50 50,0 0,0-26,25 26,-25 0,0-26,0 26,0-25,0 0,24 24,-24-24,0 0,0 25,0-26,0 1,0 25,0-25,0-25,0 49,0 1,0-1,0-24,0 0,0 25,0-26,0 1,0 25,-24-50,24 25,0-1,0 1,-25-25,25 50,0-25,-50-25,50 24,0 26,-25-50,25 25,0 0,-24-25,24-25,0-25</inkml:trace>
  <inkml:trace contextRef="#ctx0" brushRef="#br1" timeOffset="-168292.79">9947 12750,'0'0,"25"0,0 0,-1 0,1 0,-25 49,50-49,-25 0,24 0,1 0,-50 25,25-25,-25 25,49-25,-49 49,50-49,-50 25,50-25,-50 25,0 25,24-26,-24 1,0 25,50 24,-50-24,0-25,0 24,0 1,0 0,0-1,0-24,0 25,-25-26,25 26,-25-25,25 0,-49 24,49-24,-25-25,25 25,-50 24,25-24,-24 25,24-25,0-25,25 49,-49-49,49 25,-25-25,0 25,-25-25,50 49,-24-49,24 25,-25-25,-25 0,75-25</inkml:trace>
  <inkml:trace contextRef="#ctx0" brushRef="#br1" timeOffset="-167426.75">10642 13196,'-50'0,"50"0,-25 50,25-1,-49 1,49 0,0-26,-25 26,25-25,0 24,0-49,74 25,-49-25,0 0,0 0,24 0,-24-74,-25 49,0-25,0 1,0-26,0 1,0 49,-74 25,49 0,-25 0,25 0,1 0,24 75,0-51,0 1,0-25</inkml:trace>
  <inkml:trace contextRef="#ctx0" brushRef="#br1" timeOffset="-166526.69">10666 13345,'-49'0,"74"0,-1 0,51 0,-26-25,26 25,-1 0,25 0,25-49,0 49,25 0,-25 0,50 0,0 0,-26 0,-48 0,-26 0,0 0,1 0,-26 0,1-50,-25 50,0 0,49 0,-49 0,-25-25,25 25,24 0,-24 0,-25 0</inkml:trace>
  <inkml:trace contextRef="#ctx0" brushRef="#br1" timeOffset="-158569.24">11038 9203,'0'0,"0"24,-49-24,49 25,0 0,0 0,0 49,0-24,0-1,0 1,0 24,-25-74,25 75,0-26,0-24,0 0,0 25,0-26,0 1,0 25,0 24,-25-49,25 0,0 49,0-24,-49-25,49 49,0-24,-25-25,25-1,0 26,0-25,0 0,0 24,0 1,-50-1,50-24,0 25,0-1,0-24,0-25,-25 0,-24 0,24 0,-25 0,26 0,-26 0,0 0,26 0,-1 0,-25 0,25 0,-24 0,-26 0,26 50,-1-50,0 0,1 0,-26 25,26-25,-1 0,1 0,-26 49,50-49,1 0,-26 0,25 25,0-25,-24 0,24 50,0-50,-24 0,24 24,-50-24,-24 75,49-75,1 25,-1-25,-24 74,24-74,1 25,24-25,-25 50,25-50,-24 24,24-24,-25 50,1-50,24 74,-25-74,50 25,-74-25,74 25,-50-25,50 50,-49-50,49 24,-50-24,50 25,-25-25,25 50,-49-50,24 25,-25-25,50 24,-24-24,-1 0,25 50,-25-50,-50 25,51-25,24 25,-25-25,25 49,-50-49,50 50,-25-50,25 25,-24 24,24 1,0-1,-50-49,50 25,0 25,25-25,-25 24,0 1,0-25,25 24,-25 26,0-50,0-1,0 1,0 25,49-25,-49 24,0-24,25 0,-25 49,0-24,0-25,0 24,0-24,0 49,0-24,0-25,0 24,0 26,0-50,0-1,0 1,0 50,0-50,0 24,25-49,24 0,-24 0,25 0,0 0,-1 0,1-49,-25 49,24 0,-24 0,0 0,49 0,-49 0,0 0,24 0,-24 0,0 0,25-25,-26 25,1 0,25 0,-25 0,-1 0,1 0,50 0,-51 0,26 0,-25 0,24 0,-24 0,0 0,25 0,-26 0,1 0,25 0,-25-50,0 50,24 0,-24 0,0 0</inkml:trace>
  <inkml:trace contextRef="#ctx0" brushRef="#br1" timeOffset="-157059.15">7963 9699,'-50'0,"50"-25,25 25,24 0,-24 0,25 0,-25 0,24 0,1-50,24 50,-24 0,0 0,-1 0,-24 0,25 0,-26 0,1 0,25 0,-25 0,-1 0,26 0,24 0,-24 0,0-25,-1 25,26 0,-51 0,1 0,0 0,-25-49,50 49,-26 0,26 0,0 0,-1 0,-24-25,25 25,-1 0,-73 0</inkml:trace>
  <inkml:trace contextRef="#ctx0" brushRef="#br1" timeOffset="-154218.99">7789 9723,'0'0,"0"0,0 50,0-25,0 0,0 24,0 26,0-26,0-24,0 0,0 25,0-26,0 1,0 25,0-25,0-1,-25 51,25-26,0-24,0 0,0 25,0-1,0 1,0-25,-49 49,49-24,0-26,0 1,24-25,26 0,-25 0,0 0,24 0,-24 0,49 50,-24-50,-25 49,24-24,-49 0,75-25,-50 74,74-24,-74-50,24 74,1-74,24 0,-24 25,24-25,1 0,-1 50,1-50,-1 0,25 25,-24-25,-1 0,0 49,1-49,-25 50,24-50,-24 0,-26 25,26-25,-25 0,24 49,1-49,24 0,-24 25,0-25,-1 0,1 0,24 50,-24-50,-1 0,-24 0,25 25,-25-25,-1 0,51 49,-25-49,-1 25,1-25,24 50,-49-50,0 0,24 24,-24-24,0 0,25 0,-26 0,26 0,0 0,-1 50,-24-50,0 0,-25 25,74-25,-49 0,25 0,-1 0,26 25,-26-25,-24 0,0 0,-25 49,0-49,0 25,0 0,0 49,0-24,0-25,0-1,0 51,25-26,-25-24,0 50,0-50,25 49,-25-49,0 0,49 24,-49-24,0 25,25 24,-25-49,0 24,50 1,-50 0,0-26,0 1,0 25,0-25,0-1,0 26,0-25,0 0,0 24,0-24,0 0,0 24,0-24,0 0,0 0,0-25</inkml:trace>
  <inkml:trace contextRef="#ctx0" brushRef="#br1" timeOffset="-151967.86">2233 9004,'0'0,"25"0,49 0,-24 0,-26 0,26 0,0 0,-26 0,1 0,0 0,49 0,-24 0,0 0,-1 0,26-50,-51 50,1 0,25 0,-25 0,0 0,-1 0,26 0,-25 0,0 0,24 0,-24 0,0 0,24 0,-24 0,0 0,25-24,-26 24,1 0,25 0,-25 0,-1 0,26 0,0 0,-1 0,1 0,-1 0,1 0,-25 0,24 0,-24 0,25 0,0 0,-26 0,26 0,0 0,-26 0,1 0,25 0,-1 0,1 0,-25 0,24 0,-24-25,0 25,25 0,-26 0,1 0,25-50,-25 50,-1 0,26 0,0 0,-26 0,26 0,24 0,-49 0,0 0,25 0,-50-25,25 25,-25 0,-25 0</inkml:trace>
  <inkml:trace contextRef="#ctx0" brushRef="#br1" timeOffset="-150685.79">3448 9475,'0'0,"50"0,-1 0,1 0,-25 0,24 0,-24 0,25 0,-1 0,1 0,24 0,-24 0,0 0,-1 0,1 0,24 0,-24-24,-25 24,24 0,1 0,-25-25,0 25,24 0,-24 0,25-50,-26 50,1 0,25 0,-1 0,-24 0,-25-25,25 25,25 0,-26 0,1 0,25 0,-50-24,-25 24</inkml:trace>
  <inkml:trace contextRef="#ctx0" brushRef="#br1" timeOffset="-148149.64">3324 9550,'25'0,"-25"-25,25 25,-25 0,0 50,0 24,0-49,0 0,0-1,0 26,0 0,0-1,0 1,0 24,0 1,0-1,0-24,0-1,0 26,0-1,0 1,0-26,0 1,0-1,0 1,0 0,0-1,0-24,0 0,0 24,0-24,0 0,0 25,0-26,0 1,0 25,0-1,0-24,0 0,0 25,0-25,0-1,0 26,0 0,0-26,0 26,49-25,-49 0,0 24,0 1,25-1,-25-24,0 25,0-25,50 24,-50-24,0 0,0 0,0 24,0 1,0-1,25-49,-25 50,0 24,0-24,0-25,0 0,24 24,-24 26,0-50,0 24,50 1,-50-25,0-1,0 76,25-100,-25 49,0 1,0-25,49 24,-49 1,0-25,0-1,0 26,25-25,-25 24,0 26,50-50,-50-1,0 26,0-25,0 25,0-1,25-49,-1 0,26 0,-25 0,24 0,-49-25,50 25,0 0,24 0,-49 0,0 0,24 0,-24 0,0 0,25 0,24 0,-49 0,0 0,-1 0,26 0,0 0,-26 0,26 25,-25-25,0 0,24 0,1 0,-1 0,-24 0,-25 25,50-25,-25 0,-1 25,26-25,-25 0,0 0,49 0,-49 0,0 0,-50 0,0 0,-49 0</inkml:trace>
  <inkml:trace contextRef="#ctx0" brushRef="#br1" timeOffset="-146621.56">2828 13965,'25'0,"0"0,24 0,-24 0,25 0,-25 0,-1 0,26 0,-25 0,0 0,24 0,-24 0,0 0,24 0,-24 0,0 0,25 0,-26 0,1 0,0 0,49 0,-24 0,0 0,-1 0,1 0,-25 0,-1 0,1 0,25 0,-1 0,1 0,0-25,-25 25,-1 0,26 0,-25 0,0 0,-1 0,26 0,-25 0,0 0,49 0,-49 0,-25-49,49 49,1 0,0 0,24 0,-24-25,-26 25,26 0,0 0,-26-50,26 50,-25 0,0-25,24 25,-24 0,-25-49,25 49</inkml:trace>
  <inkml:trace contextRef="#ctx0" brushRef="#br1" timeOffset="-145151.47">2630 9128,'-25'0,"0"0,-25 75,50-51,-49 1,49 50,0-51,25-24,24 0,-24 0,0 0,24 0,1 0,-25 0,-25 50,0-25,0 24,0-24,0 25,-50-50,25 0,1 0,24 0,0 0</inkml:trace>
  <inkml:trace contextRef="#ctx0" brushRef="#br1" timeOffset="-143869.4">2878 13370,'24'25,"-24"49,0-24,50 24,-50-24,0-26,25 26,-25-25,0 0,50-25,-50 24</inkml:trace>
  <inkml:trace contextRef="#ctx0" brushRef="#br1" timeOffset="-143337.37">2902 13568,'0'-25,"0"-24,0-1,0 25,0 25,0-49,75 49,-25 0,-50 25,24-1,-24 26,0 0,0-26,0 26,-49-25,24 24,0-49,25-49,0 24,50 25,24 0,-24 0,-25 25,-1-25,26 49,-25-49,-25 25,49-25,1 0,-25 0,-25 0,49-74,-49 49</inkml:trace>
  <inkml:trace contextRef="#ctx0" brushRef="#br1" timeOffset="-138768.11">11857 9203,'-25'0,"25"0,25 0,25 49,-1-49,1 0,-25 0,24 0,-24 0,0 0,49 0,-24 0,-25 0,-1 0,51 0,-26 0,1 0,0 0,-50-25,25 25,24 0,-24 0,25 0,-1 0,1 0,-1 0,1 0,24 0,1 0,-1 0,1 0,-1 0,0 0,-24 0,-25 0,0 0,24 0,26 0,-50 0,24 0,1 0,-25 0,-1 0,1 0,-25-24</inkml:trace>
  <inkml:trace contextRef="#ctx0" brushRef="#br1" timeOffset="-138018.06">12303 7169</inkml:trace>
  <inkml:trace contextRef="#ctx0" brushRef="#br1" timeOffset="-136900">12303 7144,'0'-25,"0"25,0 25,0 24,0-24,0 25,0-25,0-1,0 1,0 25,0-25,0-1,0 26,0-25,0 0,25 24,-25 1,0-25,0 24,0 1,0-25,0-1,0 51,0-26,0-24,25 25,-25-25,0 0,0-1,0 26,0-25,50 24,-50-24,0 25,0-1,0 1,0 24,24-74,-24 25,0 25,0-25,0 24,0-24,0 0,0 24,0-24,25 0,-25 25,0-26,0 1,0 25,50-50,-50 25,0-1,0 26,0-25,25-25,-25 25,0 24,0-24,0 0,0-25,0-74,0 24,0 0</inkml:trace>
  <inkml:trace contextRef="#ctx0" brushRef="#br1" timeOffset="-133044.78">3622 7367,'0'25,"0"0,0-1,0 26,0 0,0-1,0 1,0-1,49 26,-49-26,0 1,0 0,25 49,-25-49,0-1,0 1,0-25,0 24,50-24,-50 25,0-1,0-24,25-25,-25 25,0 24,0-24,0 0,49-25,-49 50,0-26,0 26,0-25,0 49,0-49,25-25,0 0,24-25,-24 25,0 0,25 0,-25 0,-1 0,26 0,-25 0,0 0,-1 0,26 0,-25 0,0 0,24 0,-24 0,0 0,24 0,-24 0,0 0,25 0,-26 0,1 0,-25 25,25-25,25 0,-26 0,1 0,25 0,-50-25</inkml:trace>
  <inkml:trace contextRef="#ctx0" brushRef="#br1" timeOffset="-130727.65">3696 7491,'0'0,"25"0,0 0,49 0,-49 0,49 0,-49 0,25 0,-25 0,0 0,24 0,1 0,-1 0,1 0,0 0,24-25,-24 25,-1 0,1 0,-1 0,26-49,-1 49,25 0,-24 0,-1 0,26 0,-1 0,0 0,25-50,-50 50,26 0,-26 0,25-25,-24 25,-1 0,0 0,-24 0,0 0,-1 0,1 0,24 0,-49 0,0 0,25 0,-26 0,26 0,0 0,49-49,-50 49,1 0,0 0,-1 0,26 0,-26 0,1 0,-1 0,1 0,0 0,24-50,1 50,-1 0,0-25,1 25,-1 0,25-49,-24 49,-1 0,1 0,-1-50,0 50,1 0,-26 0,26-25,-25 25,-1 0,1-49,-1 49,26-25,-26 25,1-50,0 50,24 0,-24 0,-1-25,1 25,-1 0,26 0,-26-49,1 49,0 0,24 0,0-25,-24 25,0 0,-1-50,26 50,-1 0,-24 0,-1-25,1 25,24 0,-24 0,0 0,-1 0,1-49,24 49,-24 0,-1 0,1 0,0 0,24 0,1 0,49 0,-25 0,-25 0,1 0,-1 0,0 0,1 0,-1 0,1 0,-1 0,-24 0,24 0,-24 0,-1 0,1 0,0 0,24 0,-24 0,-1 25,1-25,-1 0,26 0,-50 0,-1 0,26 0,0 0,-26 0,1 0,25 0,-25 0,-1 0,-24 24,50-24,-50 25,25-25,-25 25,25-25,-25 50,0-25,0-1,0 26,0 0,0-26,0 26,0-25,0 0,0-1,0-24,-25 0</inkml:trace>
  <inkml:trace contextRef="#ctx0" brushRef="#br1" timeOffset="-130557.64">12303 7243,'-24'-25</inkml:trace>
  <inkml:trace contextRef="#ctx0" brushRef="#br1" timeOffset="-128772.53">4416 14238,'-50'0,"75"0,24 0,-24 0,50 0,-51 0,1-50,25 50,24 0,-74-25,50 25,-25 0,-25-49,24 49,51-25,-26 25,1-50,0 50,-25 0,-25-24,24 24,26 0,-50-25</inkml:trace>
  <inkml:trace contextRef="#ctx0" brushRef="#br1" timeOffset="-127090.44">4341 14213,'0'25,"0"24,0 1,50-25,-50 25,0 24,0 0,25 26,-25 73,49-24,-49-50,0-24,0-51,50 26,-25-50,24 0,1-25,-1 25,1 0,24 0,1 0,24 0,25 0,-25 0,1-25,24 25,-25 0,0 0,0 0,-24 0,-1 0,25-49,0 49,26 0,23 0,1 0,-25-50,0 50,-25 0,-24 0,-1 0,1 0,-1 0,1 0,24 0,25 0,-25 0,25 0,25-49,-50 49,25 0,-50 0,26 0,-26 0,1-50,-1 50,-24 0,24 0,25 0,0-25,1 25,-26 0,0-49,1 49,49 0,-50 0,1 0,-1-50,1 50,-1 0,0-25,50 25,-24-49,-1 49,25 0,-25-50,0 50,1 0,-51 0,1 0,-1 0,26-50,-1 50,50 0,-49 0,-1-24,-24 24,-1 0,26-50,-26 50,1 0,-1-25,1 25,25 0,-26-49,1 49,-1 0,26-25,-50 25,-1 0,1 0,50-50,-26 50,-24 0,25 0,-26 0,1 0,25 0,-1 0,1 0,-25 0,24 0,1 0,0 0,-26 0,1 0,25-25,-25 25,24 0,26-49,-26 49,-24 0,-25-25,50 25,-25 0,-1 0,-24-50,25 50,-25-25,0-24,0 24,-25-49</inkml:trace>
  <inkml:trace contextRef="#ctx0" brushRef="#br1" timeOffset="-126026.38">12328 13196,'0'0,"25"50,-25-1,50 1,-50 24,0 1,0-50,0 24,0-24,0 0,0 24,0-24,0 0,0 49,0-24,24 0,-24-1,0 1,25-50,-25 49,0-24,0 0,0 25,50-50,-50 24,0 1,0 25,25-50,-25 25,0-1,0 1,0 50,49-26,-49-24,0 25,0-100,0 25</inkml:trace>
  <inkml:trace contextRef="#ctx0" brushRef="#br1" timeOffset="-124697.3">744 8706,'25'0,"0"0,0 0,25 0,-1 0,1-74,49 49,-25-24,50-26,0 1,-24-1,-1 51,-50 24,-49 0,-24 49,-1-49</inkml:trace>
  <inkml:trace contextRef="#ctx0" brushRef="#br1" timeOffset="-124262.28">1389 8483,'0'50,"0"-25,25 24,-25 26,25-1,-25 0,74 26,-74-26,50 1,-50-26,0-24,25-25,-25 50,0-1,-25-49,-49 0,24 0,25 0,0 0,25-25,25 25,-25-24</inkml:trace>
  <inkml:trace contextRef="#ctx0" brushRef="#br1" timeOffset="-123258.22">1761 13841,'-49'0,"74"25,-25 0,24-1,-24 26,50-25,-50 0,25 49,-25-49,0 24,50-49,-50 50,24-50,1 0,-25-74,50-1</inkml:trace>
  <inkml:trace contextRef="#ctx0" brushRef="#br1" timeOffset="-122773.19">2059 13271,'0'0,"-49"99,49-25,-50 1,50-1,-50 0,50-49,0 0,-24-25,24 25,0-25,24 0,51 74,-50-74,-1 25,26-25,-25 50,24-50,-24 0,-25 24,25-24,-25 0,50-49,-50 24,24 25,-24-50,50 1,-50-1</inkml:trace>
  <inkml:trace contextRef="#ctx0" brushRef="#br1" timeOffset="-120072.04">1588 13395,'0'0,"25"0,-25 24,49 51,-49-50,50-1,-50 26,0-25,25 24,-25-24,0 25,49 24,-49 1,0-26,25-49,-25 25,0 0,25-25,-25 74,50-49,-50 0,0 24,24-49,-24 25,50-25</inkml:trace>
  <inkml:trace contextRef="#ctx0" brushRef="#br1" timeOffset="-114323.71">16247 7045,'50'0,"-50"-25</inkml:trace>
  <inkml:trace contextRef="#ctx0" brushRef="#br1" timeOffset="-113960.69">15925 7193,'-25'0,"0"0,25 0,25 0,50 0,-26 0,26 0,-1 0,0 0,1-24,-26 24,26 0,-50 0,-1 0,1 0,-50 0,1 0</inkml:trace>
  <inkml:trace contextRef="#ctx0" brushRef="#br1" timeOffset="-113586.67">16247 7169,'-24'-25,"-26"25,50 0,0 49,25-49,-25 75,0-26,0 1,0 0,0-1,0 1,0 24,0-24,0-1,0-24,0 25,-25-25,0-1,-24-24,-1 0,0 0,26 0,24 0,-50 0,50-49,-50 24,50-25,0 26,75-51,-1 1</inkml:trace>
  <inkml:trace contextRef="#ctx0" brushRef="#br1" timeOffset="-112797.62">16471 6226,'0'0,"0"-25,-25 25,0 0,-49 0,74 0,-75 50,50-1,-24-24,24 25,25-1,0-24,25-25,0 0,-1 0,51 0,-26 0,-24 0,25 0,-50 50,0-25,-50 24,1 1,-26-25,26-25,-1 49,0-49,1 0,24 0,-25 0,26-25,24 1,0 24,0-25,74 25,-49 0,24 0,26 0,-50 0</inkml:trace>
  <inkml:trace contextRef="#ctx0" brushRef="#br1" timeOffset="-111487.55">17984 6201,'0'-49,"0"24,0 25,0 49,0 51,0-51,0 1,0-1,0 26,0-26,0 26,0-50,0 24</inkml:trace>
  <inkml:trace contextRef="#ctx0" brushRef="#br1" timeOffset="-111028.52">17959 6152,'50'-50,"-50"0,99-24,-50 49,-24 25,25-49,-1 49,-24 0,25 0,-50 24,0 26,0 0,-75-1,51 26,-26-51,0 26,1-25,49-25,0 49,49 1,-49-25,50 24,-50-24,50 25,-26-50,26 25,0-25,-26 0,51 0,-75-25,25-25,-1 50</inkml:trace>
  <inkml:trace contextRef="#ctx0" brushRef="#br1" timeOffset="-110154.47">17934 7367,'0'-50,"0"75,0 0,0 25,0-1,0 26,0-1,0 0,0-24,0 0,0-1,-25 1,25-25,50-25,-50-25</inkml:trace>
  <inkml:trace contextRef="#ctx0" brushRef="#br1" timeOffset="-109756.45">18207 7392,'0'-25,"0"0,-25 25,-24 50,-26-25,26 24,24-24,25 25,-75-50,75 49,50-49,-25 0,0 0,24 0,-49 25,50-25,-50 50,49-50,-49 49,50-49,-50 25,25-25,24 0,-24 0,25 0,-1 0,-24-50</inkml:trace>
  <inkml:trace contextRef="#ctx0" brushRef="#br1" timeOffset="-108908.4">14883 8533,'50'0,"24"0,75 0,99 0,0 0,50 74,49-74,-25 0,51 0,-1 0,0 0,-50 50,25-50,-74 0,-49 0,-51 0,-24 0,-50 0,-49 0,-1 0,-49 0,-24 0,24 0</inkml:trace>
  <inkml:trace contextRef="#ctx0" brushRef="#br1" timeOffset="-108164.36">15950 9153,'-50'0,"25"0,-24 0,-1 50,1-1,-1 1,50 24,-50 1,50-1,50-24,0 24,24-49,50-25,-25 49,25-49,-25 0,-24-24,-26-1,26-25,-50-49,-25 25,0-1,0 1,0-25,0 24,-100 26,1 49,-74 0,-1 0,75 74,24-24,75 24,0 0,0-24</inkml:trace>
  <inkml:trace contextRef="#ctx0" brushRef="#br1" timeOffset="-107633.33">17959 9203,'0'-25,"0"25,-25 0,-49 0,-1 25,-49 49,50 0,24-24,50 24,0 1,0-1,0-24,99-1,1 1,-1-50,25 0,-50 0,26 0,-26 0,0-74,-49 24,-25-24,0-1,0 1,0-1,-49 1,-75 24,24 50,1 0,-25 0,50 75,24-26,50 1</inkml:trace>
  <inkml:trace contextRef="#ctx0" brushRef="#br1" timeOffset="-107054.29">19026 9500,'-50'0,"50"0,50 0,49 0,0 0,25 0,-25 0,0 0,-24 0,-26 0,1 0,-75 0,25-25</inkml:trace>
  <inkml:trace contextRef="#ctx0" brushRef="#br1" timeOffset="-106769.28">19596 9351,'-25'0,"25"0,50 0,24 0,25 50,-24-50,-1 50,-24-50,0 24,-1-24,-49 25,0 50,-25-51,-24 26,-26-25,-24 24,25 1,24-25,-24 24,49-24</inkml:trace>
  <inkml:trace contextRef="#ctx0" brushRef="#br1" timeOffset="-106186.24">20613 9227,'0'25,"0"0,0 25,0 24,0-49,0 0,0 24,0 1,0-25,0 24</inkml:trace>
  <inkml:trace contextRef="#ctx0" brushRef="#br1" timeOffset="-105981.23">20563 9327,'25'0,"-25"24,25 26,0-25,24 24,1-24,24 25,-24-50,-25 49,25-49,-26 25,1-25</inkml:trace>
  <inkml:trace contextRef="#ctx0" brushRef="#br1" timeOffset="-105762.22">20911 9227,'0'0,"0"25,0 25,0-1,0-24,0 25,0-25,0-1,49 26,-49 0,25-50</inkml:trace>
  <inkml:trace contextRef="#ctx0" brushRef="#br1" timeOffset="-105448.2">21084 9376,'0'0,"-49"0,49 50,0-25,0 49,25-24,-1-50,26 24,24-24,-24 0,0 0,-26 0,26 0,-25-74,-25 49,0 0,0-24,-25-1,-25 50,-24 0,0 0,-1 0,26 25,49 25,0-26,0-24</inkml:trace>
  <inkml:trace contextRef="#ctx0" brushRef="#br1" timeOffset="-104808.16">21878 9227,'0'-24,"0"24,-50 0,1 49,49 1,-25-50,25 49,0 1,25-25,24-25,26 0,-1 0,-24 0,0 0,-26 0,-24-25</inkml:trace>
  <inkml:trace contextRef="#ctx0" brushRef="#br1" timeOffset="-102894.05">22201 9004,'0'-25,"0"0,0 25,0 50,0 25,-25 24,25 0,0-25,0-24,0 0,0-1,0-24,0 0,0-50,49 0,-49-24,0-51,50 26,-50 24,74 1,-49 49,0 0,-25 74,50-24,-50-1,0-24,24 50,-24-51,0 1,50-25,0 0,-26 0,1 0,25 0,-50-25,49-24,-49-1,0 1,50-1,-50 25,0 0,-25 25,-24 0,-1 50,-24-25,49 24,-25-24,50 50,0-26,75 1,-26-50,1 0,-1 0,1 0,-25 0,24-75,-49 51,0-1,0-25,-24 50,24 25,-25-25,25 50,0-1,25 1,24-50,-24 49,0-49,24 0,-24 0,25 0,-50-24,0-26,50 25,-50 0,0-24,0 24,0 0,0 50,0 0,0 0,-25 24,25-24,0 0,0 24,25-73,-25-1,0 0,24-49,-24 24,75-24,-50 24,-1 50,-24 25,50 0,-50 24,0 26,0-26,25-24,-25 0,49-25,-49 74,50-74,-25 0,24 0,26 0,-50 0,-1-49,26 24,-50 0,25-49,-25 49,0 0,0-25,-25 50,-49 0,-1 0,1 25,24-25,50 50,-49-50,49 49,0 26,49-75,26 25,-26-25,1 0,-1 0,1 0,0-50,-50 0,0 26,24 24,-24-50,0 75,0 49,0-24,0 24,0 25,0 25,-49-24,49-1,-50 0,50-49,-49-1,-1-24,25-50,25-24,0-1,25 1,25-51,-1 26,50-50,-24 0,49 25,0 24,0 26,-50-1,1 0,-50 50,24-49,1 49,-50-50,25 50,-25-49,-25 49,-25 0,-24 0,-1 49,1 1,0-25,49 24,25-24,0 0,0 24,0 1,74-50,25 50,-24-50,-1 0,1 0,-26 0,-24 0,25 0,-50-25,24 25,-48 0,-26 0</inkml:trace>
  <inkml:trace contextRef="#ctx0" brushRef="#br1" timeOffset="-99182.84">16198 10393,'0'-25,"0"25,-50 0,25 25,-24 25,49-25,-25-25,25 99,-25-74,25-1,-49 51,49-1,-50 1,50-1,0-24,0-1,0 1,25-1,0-49,24 0,26 0,-1 0,0 0,1 0,-1-24,1 24,-26-25,1 25,-25-50,49 1,-74 24,25-50,-25 51,0-26,0 25,0-24,0 24,0 0,0-25,0 26,0-1,0-25,0 25,0 25,0-49,-50 49,50-25,-74 25,49 0,-25 0,1 0,-26 0,1 0,-25 25,49-25,1 74,49-24,0-1,0-24,74 25,0-50</inkml:trace>
  <inkml:trace contextRef="#ctx0" brushRef="#br1" timeOffset="-98664.81">17835 10492,'0'100,"0"-26,0 25,0-24,0-1,0 0,0 1,0-26,0-24,0 25,50 0,-26-50,1 0</inkml:trace>
  <inkml:trace contextRef="#ctx0" brushRef="#br1" timeOffset="-98169.78">19100 10864,'-25'0,"25"0,75 0,73 0,-24 0,50 0,-25-49,-25 49,25 0,-50 0,-25 0,1 0,-50 0,-25-25,-25 25,25-25</inkml:trace>
  <inkml:trace contextRef="#ctx0" brushRef="#br1" timeOffset="-97869.77">20117 10592,'-25'0,"25"-50,-25 50,25 25,25 24,0-24,25 25,-1-25,1-25,24 74,-24-74,-1 50,-24-50,-25 24,50-24,-50 75,-25-75,-25 49,1-49,-1 50,-24-50,49 74,-25-24,50-25,50-25</inkml:trace>
  <inkml:trace contextRef="#ctx0" brushRef="#br1" timeOffset="-96504.69">21754 10716,'0'-50,"25"50,-25-25,49-24,-49 24,0 0,-24 25,-1 0,0 25,-25 24,26 26,-26-26,50 1,0 0,0 24,0-24,0-26,74 26,1-25,-1-25,1 49,-1-49,1 0,-26 0,-24 0,25 0,-50-74,49 49,-49-24,0-26,0 1,0-1,0 1,-25 24,25 26,-74 24,49-50,-24 50,24 0,0 0,-25 50,1-26,49 26,0 0,49-50,-24 0</inkml:trace>
  <inkml:trace contextRef="#ctx0" brushRef="#br1" timeOffset="-96318.68">22151 10716,'0'24</inkml:trace>
  <inkml:trace contextRef="#ctx0" brushRef="#br1" timeOffset="-95110.61">16619 11733,'-49'-50,"49"50,0 74,0 1,0-1,0 25,0 1,0-1,0-25,0 1,0-50,0-1,0 1,25 25,49-75</inkml:trace>
  <inkml:trace contextRef="#ctx0" brushRef="#br1" timeOffset="-94683.59">17512 12055,'0'0,"-24"74,24-24,-75 0,75-1,0 26,0-50,0-1,25-24,25 50,24-50,25 0,1 0,-1 0,0-50,-49 1,-1 24,-49-25,25-24,-25-50,0 49,0 51,-50 24,1-50,-1 50,1 0,-26 0,26 25,24 0,25 24,0 1,0-25</inkml:trace>
  <inkml:trace contextRef="#ctx0" brushRef="#br1" timeOffset="-94211.56">19546 12278,'0'-24,"75"24,24-50,25 50,25 0,0 0,-50-50,0 50,-24 0,-51 0,-48 25,-26-25,0 0</inkml:trace>
  <inkml:trace contextRef="#ctx0" brushRef="#br1" timeOffset="-93926.54">19794 12328,'-24'0,"24"25,74-25,25 0,25 0,-24 0,-1 0,25-25,-25 25,-25 0,1 0,-26-25,1 25,-25 0</inkml:trace>
  <inkml:trace contextRef="#ctx0" brushRef="#br1" timeOffset="-93261.5">20613 11906,'0'0,"74"50,1-25,24 24,25 1,-49-1,24-24,-50-25,1 75,-25-75,-25 25,0-1,-25 26,-49-25,24 24,0 1,-24 24,0-49,24 25,0-25,50 24,75 1,49-50</inkml:trace>
  <inkml:trace contextRef="#ctx0" brushRef="#br1" timeOffset="-92853.48">22126 11881,'0'-49,"0"98,0 1,-25 24,25 26,0 49,0-50,-49-25,49 25,0-49,0 0,-25-26,25 26</inkml:trace>
  <inkml:trace contextRef="#ctx0" brushRef="#br1" timeOffset="-92116.44">16744 13271,'24'0,"-24"-25,0 50,-24 74,24-25,0 25,0 1,0-26,0 0,0 1,0-26,0 26,0-50,0-1,24 26,51-50</inkml:trace>
  <inkml:trace contextRef="#ctx0" brushRef="#br1" timeOffset="-91832.42">17562 13246,'0'74,"0"1,0-1,0 0,0 1,0-1,0 1,0-26,0 1,0-1,0-24,0 0,0 25,0-50,25 0,49 0</inkml:trace>
  <inkml:trace contextRef="#ctx0" brushRef="#br1" timeOffset="-91479.4">18976 13791,'-50'0,"100"-49,49 49,25 0,50 0,-25 0,-1-50,-24 50,25 0,-74 0,-50 0,-50 0,-25 0,-24 25,-1-25</inkml:trace>
  <inkml:trace contextRef="#ctx0" brushRef="#br1" timeOffset="-91217.39">19050 13866,'-24'49,"24"-24,74-25,0 0,26 0,48 0,-24 0,-24 0,48-25,-23 25,-26 0,-25-49,-24 49,-1 0,-49-25,0 0,0-49</inkml:trace>
  <inkml:trace contextRef="#ctx0" brushRef="#br1" timeOffset="-90912.37">20067 13543,'-24'0,"24"0,0 50,24-25,51 24,-26-24,1-25,24 50,1-50,-1 0,-49 25,0-25,-25 49,0-24,-25 25,-25-26,-49 26,25-25,-1 24,1 1,49-25,25 0</inkml:trace>
  <inkml:trace contextRef="#ctx0" brushRef="#br1" timeOffset="-89303.28">18480 6375,'0'0,"25"0,24 0,26 0,-26 0,1 0,-1 0,1 0,0 0,-25 0,24 0,-49-25</inkml:trace>
  <inkml:trace contextRef="#ctx0" brushRef="#br1" timeOffset="-89065.26">18579 6424,'25'0,"24"-24,26 24,49 0,-25-25,0 25,-24 0,24-50,-49 50,-26 0,-24 0,-49 0,24 0,0 0</inkml:trace>
  <inkml:trace contextRef="#ctx0" brushRef="#br1" timeOffset="-87841.19">18381 8012,'0'-25,"49"25,1-25,-1 25,1-49,24 49,-24 0,-25-25,24 25,-73 0,-26 0</inkml:trace>
  <inkml:trace contextRef="#ctx0" brushRef="#br1" timeOffset="-87650.18">18331 8186,'0'-25,"25"25,24-25,1 25,0-50,-1 50,1 0,24 0,-24 0,-25 0,-1 0,26 0</inkml:trace>
  <inkml:trace contextRef="#ctx0" brushRef="#br1" timeOffset="-86287.1">20985 13494,'0'25,"0"49,0 0,0 1,0-1,0-24,0-1,-25 26,25-26,0-24,0 0,25-25</inkml:trace>
  <inkml:trace contextRef="#ctx0" brushRef="#br1" timeOffset="-85987.09">20687 13593,'-49'0,"24"0,25-25,74 25,1-49,24 49,0 0,1 0,-1-50,0 50,-25 0,1-25,-26 25,-24 0,-74 25,24 25,25-26,-50-24</inkml:trace>
  <inkml:trace contextRef="#ctx0" brushRef="#br1" timeOffset="-85567.06">21531 13742,'0'-25,"0"25,-25 0,-49 0,24 74,50-24,0 0,25-1,0-49,24 0,1 0,-1 0,1 0,-25-49,24 49,-49-25,0-25,0 1,-49 49,24 0,-25 0,1 0,-1 0,1 0,49 0,0 24,49-24</inkml:trace>
  <inkml:trace contextRef="#ctx0" brushRef="#br1" timeOffset="-84087.98">22002 13692,'0'0,"-50"0,1 0,-1 25,25-25,25 50,-49-50,49 49,25 1,-1-50,26 0,24 0,1 0,-25-25,-26 25,26-50,-25 1,-25 49,0 25,0 24,0 26,0-1,0 25,0 0,-50 50,50 0,-49-50,-1 1,25-51,-25-49,26 25,-26-25,25 0,25 0,-49-25,49-49,0 24,0-24,0-1,0 1,0 24,99-24,-50 49,1 25,0-74,-1 74,1-25,24 25,-24-50,0 50,-1-25,26 25,-26-74,-24 49,49-24,-74-1,0 25,-24-24,-26 49,0 0,1 24,-1-24,25 25,25 25,0-50,50 25,24-25,1 0,-26 0,-24-25,25 25,-50-25,25 25,-25 0,-50 0,50 25,0 0,0 24,0 26,0-1,0 25,0 0,0 1,0-1,0-25,-25 1,25-50,-25-25,-49 0,74-25,-25-50,25-49,0 25,0 0,0 0,25-25,0 0,24 24,26-24,-1 25,-24 50,24-1,-24-24,-25 49,-25 0,74-49,-74 49,0 0,-25 25,25 0,-49 25,49 49,-50-24,50-1,0 26,0-26,0 26,0-26,25-24,0 25,49-50,-24 25,-1-25,26 0,-1 0,25-50,-49 0,0 1,-50 24,0-25,-25 50,0 0,-25 0,1 0,-26 50,51-25,24 0,0 24,0-24,0 25,49-50,26 0,24 0,-25 0,1 0,-26 0,26-50,-51 25</inkml:trace>
  <inkml:trace contextRef="#ctx0" brushRef="#br1" timeOffset="-80206.76">3002 8508,'0'-25,"0"25,-50 0,50 0,0 50,-25-1,25 1,0 0,0-1,0-24,0 0,0 24,25-49,25 25,-25-25,-1 0,1 0,25 0,-25 0,49-74,-74 49,25-25,-25 26,0-1,0-25,0 25,0 1,-75 24,75-50,-49 50,24 0,0 0,25 25,-74-25,74 49,0 1,0-25,49-25</inkml:trace>
  <inkml:trace contextRef="#ctx0" brushRef="#br1" timeOffset="-80039.75">3250 8632,'25'0,"49"0</inkml:trace>
  <inkml:trace contextRef="#ctx0" brushRef="#br1" timeOffset="-78673.67">12031 8607,'-25'0,"-25"0,50 0,-74 25,49 49,25-24,-74 0,74 24,0-49,0 0,0-1,24-24,1 50,25-50,24 0,-24 0,-25-25,24 0,-49 1,50-26,-50 25,0 0,0-24,0 24,0 0,-25-24,-25 49,1 0,-1 0,25 0,25 24,-49-24,49 50,0 0</inkml:trace>
  <inkml:trace contextRef="#ctx0" brushRef="#br1" timeOffset="-78502.66">12130 8905,'49'0,"-24"0</inkml:trace>
  <inkml:trace contextRef="#ctx0" brushRef="#br1" timeOffset="-45224.76">16297 13047,'50'-25,"-26"25,26-49,0 49,-26 0,1 0,25 0,-25 0,-1 0,26 0,25 0,-26 0,26 0,-1 0,0-25,1 25,-1 0,25 0,25 0,-49 0,-1 0,1 0,-26 0,1 0,0 0,-1 25,-24-25,-25 74,74-24,-74 49,25-24,-25-1,50 0,-50 1,49 24,-49-25,50 1,-50 24,0 0,0-24,0-1,0 50,0-25,0-49,0 0,-50-1,50-24,-49 25,-1-50,1 49,-26-49,1 50,-1-50,-49 74,0-74,-74 50,49-50,-25 0,-49 0,0 0,24 0,26 0,-1 0,1 0,24-25,0-25,50 1,-25-1,24 1,51-26,-1 26,1-1,24-25,25-24,-50 50,50-1,0 25,0-24,0 24,25-25,-25 25,74 1,-49-26,0 25,25-24,-26-1,51 0,-26-49,26 25,-1-25,-24 49,-1 0,-24 50,-25-24,50 24,-1-50,26 50,-50 0,24 0,1 0,24 0,-24 0,0 0,-1 0,1 0,24 0,1-25,-26 25,1 0,-1-50,1 50,49-24,-49 24,-25 0,24-50,-24 50,0 0,25 0,-26 0,1 0,-25-25,50 25,-25 0</inkml:trace>
  <inkml:trace contextRef="#ctx0" brushRef="#br1" timeOffset="-43822.68">17661 14585,'0'25,"0"25,0 24,0 0,0 26,0-1,0 25,0-25,75 25,-26-49,1 24,0-50,-1 1,26-25,-26-25,1 49,-1-49,26 0,-26 0,1 0,0-24,-1 24,-24-25,25 25,-50-50</inkml:trace>
  <inkml:trace contextRef="#ctx0" brushRef="#br1" timeOffset="-43500.66">18356 15528,'-25'25,"25"-1,25 51,0-75,49 25,-24-25,-26 0,1 0,25 0,-25 0,-25 49,0-24,0 0,0 24,-50-24,25 25,25-25,-74-25,74 49,-75-49</inkml:trace>
  <inkml:trace contextRef="#ctx0" brushRef="#br1" timeOffset="-43323.65">18728 15577</inkml:trace>
  <inkml:trace contextRef="#ctx0" brushRef="#br1" timeOffset="-42839.62">19422 14412,'50'0,"0"-25,24 25,25-50,0 50,26-50,-26 50,0 0,0 0,-24 0,-51 0,-48 0,-51 25</inkml:trace>
  <inkml:trace contextRef="#ctx0" brushRef="#br1" timeOffset="-42560.6">19274 14684,'99'0,"25"-24,0 24,25-50,0 50,24-50,-24 50,-50 0,25-49,-49 49,-26 0,-24 0,0 0,-75 0,25 0,1 0,-26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36:08.21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2605 2332,'-25'0,"50"0,24 0,-24 0,25-25,24 25,1 0,24 0,25 0,25-50,-25 50,74 0,50 0,-74-49,0 49,24 0,25-50,-49 50,-25 0,0 0,-50 0,-25 0,1 0,-51 0,1 0</inkml:trace>
  <inkml:trace contextRef="#ctx0" brushRef="#br0" timeOffset="983.05">5408 1687,'0'0,"25"49,-25 1,0 49,0 75,0-1,0 26,0-1,-25-24,25-25,0-50,0-25,0 1,0-26,0 1,25 0,-25-26,0-24,24-49,1 49,25 0,-1-50,1 50,0 0,24 0,50-49,0 49,25 0,-50 0,25-50,-49 50,-26 0,1 0,-25 0,24 0,-49-25</inkml:trace>
  <inkml:trace contextRef="#ctx0" brushRef="#br0" timeOffset="2915.16">5457 1811,'0'-50,"25"50,0 0,0 0,24 0,-24 0,25 0,-1 0,26 0,24-25,0 25,0 0,-24-49,24 49,-24 0,-26-25,-24 25,25 0,-50 0,24 25,1 24,25-24,-25 25,24-25,-24 24,49 1,-24-1,0 26,-50-26,24-49,-24 50,0 0,0-26,0 51,0-26,0-24,0 25,0-1,0 1,0 0,0-1,0-49,0 50,0-25,-49-25,49 25,0-1,0 26,-25-50,25 25,0 0,-25-25,25 49,0-24,-49-25,49 25,-25-25,25 49,-25-49,25 25,-50-25,26 0,24 25,-25-25,-25 50,25-50,50 0,25-25</inkml:trace>
  <inkml:trace contextRef="#ctx0" brushRef="#br0" timeOffset="4138.23">6970 2183,'0'-50,"0"50,0 25,-49 0,49 0,-25 24,25-24,-50 25,50-26,0 1,0 25,25-50,-25 49,50-49,-25 0,-1 0,26 0,-25 0,0 0,24-49,-49 24,25 0,-25-24,0-1,0 25,0 0,0-24,0 49,-50-25,-24 25,24 0,1 0,24 25,25 24,0-24</inkml:trace>
  <inkml:trace contextRef="#ctx0" brushRef="#br0" timeOffset="4864.27">7119 2332,'-25'0,"50"0,25 0,-25 0,49 0,-24 0,24 0,50 0,25 0,49 0,100 0,0-50,24 50,-24 0,0 0,49 0,-25 0,26-74,-76 74,-48 0,-76 0,-48 0,-76 0,26 0</inkml:trace>
  <inkml:trace contextRef="#ctx0" brushRef="#br0" timeOffset="11373.65">12601 2282,'-25'0,"25"0,50 0,24 0,75-25,-25 25,25 0,25 0,24-74,25 74,1-50,24 50,-50-49,-49 49,-50 0,-24 0,-1-25,-49 25,0 0,-25 25</inkml:trace>
  <inkml:trace contextRef="#ctx0" brushRef="#br0" timeOffset="15453.88">12924 5383,'-25'0,"25"24,0-24,74 0,1 0,24 0,50-24,-25 24,49-50,1 50,49-50,-24 50,-1-49,50 49,-25-50,-24 50,-1-74,-49 74,-25-50,-50 50,-24 0,-50-49,50 49,-75 0</inkml:trace>
  <inkml:trace contextRef="#ctx0" brushRef="#br0" timeOffset="17758.01">6152 5705,'-50'0,"50"-25,0 50,0 25,0 24,0 25,0 25,0-24,0 24,0-25,0 0,0-25,0-24,25 24,-25-49,0 0,50 49,-50-49,0 0,0 25,-25-50,25 25,25-25,24 0,-24-25,0 25,25 0,-1 0,1-25,24 25,25-50,-24 50,24-25,0 25,25-49,-49 49,-1 0,-24-50,-1 50,26 0,-50 0,-1 0,-24 0,0-25</inkml:trace>
  <inkml:trace contextRef="#ctx0" brushRef="#br0" timeOffset="18852.07">6177 5680,'25'0,"-1"0,1 0,25 0,49-74,-25 74,1-25,-1 25,1-50,24 50,-25-49,-24 49,-25 0,-25-25,0 25,49 50,-49-1,25 1,-25-25,0 24,50 1,-50-1,0 1,24-25,-24 49,0-49,50 25,-50-1,0 1,0-25,25-25,-25 49,0-24,0 50,0-51,0 1,25-25,-25 50,0-100,0-24,0 24</inkml:trace>
  <inkml:trace contextRef="#ctx0" brushRef="#br0" timeOffset="20646.18">6946 5457,'0'-25,"24"25,1 0,25 0,-25 0,-25 0,24 0,26 0,-50 50,25-50,0 25,24-1,-24 26,25-50,-50 25,25-25,-25 49,24-49,-24 25,50 0,-50 25,25-50,-25 24,0 1,25-25,-25 50,0-25,49 0,-49 24,0 1,25-25,-25 24,0-24,0 0,0 24,0-24,0 0,0 0,0 24,0-24,0 0,0-25,0 74,0-49,-50 0,50 25,-24-50,24 49,0-24,-25-25,25 25,0 24,-25-49,25 25,-50-25,50 25,-24-25,24 0</inkml:trace>
  <inkml:trace contextRef="#ctx0" brushRef="#br0" timeOffset="21236.21">7615 6052,'0'-49,"0"49,-49 0,49 49,-25-24,25 25,-50 24,50-49,0 0,0 24,25-49,0 50,0-50,24 0,1 0,0 0,-1-25,-24 25,-25-25,25 25,-25-49,0 24,0-49,0 24,0 0,0 26,0 24,-50-50,25 50,-24 0,-1 25,1-25,24 74,25-49,0 25,0-26,0-24</inkml:trace>
  <inkml:trace contextRef="#ctx0" brushRef="#br0" timeOffset="22925.31">7789 6176,'0'0,"50"0,24 0,-49 0,49 0,-49 0,25 0,-26 0,1 0,25 0,0 0,-1 0,1 0,24-49,-49 49,0 0,0 0,24 0,-24 0,0 0,24 0,-24 0,25 0,-1-25,-24 25,0 0,25 0,24 0,-49-50,0 50,24 0,-24 0,0 0,24 0,-24 0,-25-24,50 24,-25 0,24 0,-24 0,25-50,-25 50,24 0,-24 0,25-25,-26 25,26 0,0 0,-1 0,-24 0,25-49,-26 49,1 0,25 0,-25 0,-1 0,26-25,0 25,-1 0,1 0,-25 0,24-50,-24 50,25 0,-26 0,26 0,0 0,-1 0,-24-25,0 25,25 0,-26 0,1 0,25 0,-1 0,-24 0,-25-25,25 25,49 0,-24 0,-25 0,0 0,49 0,-49 0,0 0,-25-49,24 49,26 0,-25 0,0 0,24-25,-24 25,0 0,24 0,-24 0,-25-25,25 25,50 0,-26 0,-24 0,0 0,24 0,-24 0,0 0,49 0,-49 0,-25-49,25 49,0 0,24 0,-49-25</inkml:trace>
  <inkml:trace contextRef="#ctx0" brushRef="#br0" timeOffset="41194.35">11212 1736,'0'-49,"0"74,0 24,0-24,0 0,0 24,0 1,0 24,0 1,0-1,0 1,0-1,0-24,0 24,0 0,0 26,0-26,0 1,0-1,0-24,0-1,0-24,0 25,0-1,0-24,0 0,0 24,25-49,24 0,1 0,0 0,-1-24,1 24,24 0,1-25,-1 25,25 0,1-50,24 50,-50 0,0 0,1-49,-1 49,-24 0,-1 0,-24 0,-25-25,0 0,0-25</inkml:trace>
  <inkml:trace contextRef="#ctx0" brushRef="#br0" timeOffset="43299.47">11237 1736,'-25'0,"25"0,50 0,-1 0,-24 0,25-49,-1 49,26 0,-26-50,1 50,0 0,24-25,-24 25,-1 0,-24 0,25-49,-26 49,1 0,-25 24,50-24,-25 0,-25 25,24-25,-24 25,50-25,-25 50,0-25,24-25,-49 49,25-49,-25 25,25-25,-25 25,49-25,-49 49,25-49,-25 25,0 0,25-25,-25 50,0-1,0 1,0-1,0-24,0 25,0-25,0-1,50 26,-50-25,0 0,0 24,0-24,0 0,0 24,0 1,0-25,0 0,-25 24,25-24,0 25,-25-50,25 49,0-24,-25-25,25 25,0 25,-49-50,49 24,-25-24,25 25,-25-25,-25 50,26-25,48-25,26-75</inkml:trace>
  <inkml:trace contextRef="#ctx0" brushRef="#br0" timeOffset="43914.51">12502 2133,'0'-25,"0"25,-50 50,50 0,-25 24,25-24,-49-1,49-24,0 25,25-1,-1-49,26 0,0 0,24 0,-24 0,-25-25,24 25,-49-74,50 49,-50-24,0-1,0 0,0 26,0-1,-25-25,-49 50,24 0,0 0,1 25,-26-25,75 50,-25-50,25 49</inkml:trace>
  <inkml:trace contextRef="#ctx0" brushRef="#br0" timeOffset="45457.6">11758 4812,'0'0,"0"25,0 49,0-49,25 0,-25 25,0-1,0 1,0-1,0 26,24 24,-24-49,0-1,0 26,0-26,0 1,50 49,-50-49,0-1,25 26,-25-1,0 1,0-26,49 1,-49-1,0 1,0-25,0 0,25-25,-25 24,50-24,-1 0,-24 0,25 0,49 0,-25-49,26 49,-26-50,25 50,-24 0,-26-49,-24 49,25 0,-1 0,-49-25,-24 0</inkml:trace>
  <inkml:trace contextRef="#ctx0" brushRef="#br0" timeOffset="47132.69">11783 4862,'24'0,"1"-50,25 50,24-25,-24 25,-1-49,1 49,24-25,-24 25,0-50,-26 50,26-25,-25 25,24 0,-49-49,25 49,-25 0,0 25,0-25,0 24,25-24,-25 25,50 25,-1-25,-24 24,25-24,-25-25,-25 25,49-25,-49 50,50-50,-50 49,49-49,-49 50,25-50,-25 49,50 26,-50-26,25-49,-25 50,0 0,24-1,-24 1,0-1,0 1,0 0,0 24,0-49,0 0,0-1,0 51,0-1,0-49,0 25,0-50,0 49,0 1,0-25,0 0,-24 49,24-24,-50-26,50 26,-25-25,25 0,-49-25,49 49,-25-49,25 25,-25-25,25 25,-50-25,26 49,-1-49,25 25,0-50,0 1,0-51,0 1</inkml:trace>
  <inkml:trace contextRef="#ctx0" brushRef="#br0" timeOffset="47963.74">12973 5234,'0'25,"0"24,0-24,0 25,0 24,0-24,0-1,0-24,0 25,0-26,50-24,-1 0,-24 0,0 0,25 0,-1-74,1 0,-50 24,0 0,0-24,0 49,0 0,-25 25,25-49,-74 49,24 0,0 0,1 0,-1 0,1 0,49 25,0 24</inkml:trace>
  <inkml:trace contextRef="#ctx0" brushRef="#br0" timeOffset="51106.92">13221 2084,'-25'0,"25"0,0 74,0-49,0 0,0 49,0-24,0 49,0 25,0 25,50 0,-50-25,0 24,0-48,0-26,50 0,-50-49,0 0,0 0,-25-25,0 0,25-25,-25 25,-24 0,24 0,-25 0,-24 0,24 0,25 0,-24 0,-1 0,-24 0,24 50,1-50,-1 24,-24-24,-51 75,1-26,25 1,0-25,25 25,-1-1,1-49,-25 50,-1-50,-24 49,25-49,-50 50,25-50,0 50,50-50,-1 0,26 24,-1-24,1 0,24 0,25 50,-25-50,-25 0,26 0,24 25,0-25,0 49,0 1,49-25,-49 24,25 1,-25 49,50-24,-50-26,24 1,-24 24,50-24,-50-1,25 1,-25 0,0-1,49-24,-49 25,0-1,0 1,0-25,0 24,0-24,0 0,0 0,0 24,0-24,0 0,0 25,-24-26,24 1,0-25,24 0,1-25,25 25,-25-49,-1 49,51 0,-1-25,-49 25,0 0,24 0,-24 0,0 0,25 0,-25 0,-1-50,26 50,-25 0,0 0,-25-24,74 24,-49 0,0 0,-1 0,26 0,-50-25,25 25,0 0,24 0,-24 0,-25-50,-25 25,25-24</inkml:trace>
  <inkml:trace contextRef="#ctx0" brushRef="#br0" timeOffset="52021.97">10319 2853,'25'0,"0"0,0 0,24 0,1 0,24 0,25-50,25 50,-49-50,-26 50,26-24,-50 24,-1 0,1 0,-25-25,75 25,-51 0,1 0,-25-50,50 50,-75 0,25 25</inkml:trace>
  <inkml:trace contextRef="#ctx0" brushRef="#br0" timeOffset="54594.12">10369 2902,'-25'0,"25"0,0 75,0-26,0 1,0 49,50-25,-50 1,0-1,24-24,-24-1,0 1,0 0,50-50,-50 0,0-50,0 25,25 25,0 0,24 0,26 0,-26 0,1 0,-25 0,24 0,-24 0,0 0,24 0,1 0,0 0,-1 0,1 0,-1 0,-24 0,25 0,-1 0,26 25,-25-25,-1 0,1 25,-1-25,26 0,-26 0,-24 0,0 0,25 49,-1-49,1 0,24 0,-24 0,-1 0,-24 0,0 0,49 0,-24 0,0 0,-1 0,1 0,24 0,-24 0,0 25,-1-25,1 0,-25 0,24 0,1 0,-1 0,26 0,-50 0,-1 0,26 0,-25 50,0-50,49 0,-24 0,-26 0,1 0,25 0,24 0,-24 0,-1 0,-24 0,25 0,-25 0,0 0,24 0,-24-25,-25 25,25 0,-25 50,0-25,49 24,-49 1,0-25,0-1,0 26,0-25,0 0,0 24,25 26,-25-26,0 1,50-1,-50 1,0-25,0 24,49 1,-49 0,0-26,25 1,-25 25,0-25,25-25,-25 24,0 26,0-25,0 0,0 24,0-24,50-25,-50 25,0 25,0-26,0 26,0-25,0 24,0-24,0 0,24-25,-24 50,0-26,0 1,0 25,0-25,0-1,0 26,0-75,0-24,0-51</inkml:trace>
  <inkml:trace contextRef="#ctx0" brushRef="#br0" timeOffset="56726.24">3746 7045,'25'0,"49"0,-49 0,0 0,24 0,-24-25,25 25,-1 0,1 0,0-25,-1 25,26 0,-51 0,1 0,25 0,-25-50,-1 50,26 0,0 0,-26 0,26-24,0 24,-1 0,1-50,-1 50,26 0,-26 0,1-25,-25 25,25 0,-26 0,1 0,25-50,24 50,-49 0,25-24,-26 24,1 0,25 0,-25-50,-1 50,26 0,0 0,-1-25,-24 25,25 0,-26 0,1 0,-25-49,75 49,-26 0,1 0,-50-25,25 25,24 0,-24 0,0 0,0 0,24-25,-24 25,-25-50</inkml:trace>
  <inkml:trace contextRef="#ctx0" brushRef="#br0" timeOffset="58598.35">1315 2480,'0'25,"0"-25,25 0,24 0,26 0,-50 0,-1 0,26 0,0 0,-1 0,26-25,-1 25,25-24,-24 24,-1-50,1 50,-26-25,1 25,-25 0,24 0,1 0,24 0,-24 0,-25-49,-1 49,26 0,-25 0,0 0,49 0,-49 0,0 0,-1 0,26 0,0-25,-1 25,26-50,-26 50,1 0,-25 0,24 0,-24 0,0-25,25 25,-26 0,-98 0</inkml:trace>
  <inkml:trace contextRef="#ctx0" brushRef="#br0" timeOffset="59581.4">1836 1439,'-50'-25,"25"-25,25 25,-49 25,-1 0,1 25,-1 50,50-26,-50-24,50 25,0-26,0 1,0 25,100-50,-76 0,1 0,25-25,24 25,-24 0,0 0,-50 0,24 50,-24-1,0 1,0 24,0-49,0 0,0-25,0 50,-24-50,-26 49,0-49,1 0,24 0,25 0,-50 0</inkml:trace>
  <inkml:trace contextRef="#ctx0" brushRef="#br0" timeOffset="60503.46">2059 7169,'-25'0,"25"24,50 26,-25 0,24 24,-24-49,25 24,-25-24,-25 0,49-25,-49 74,50-74,-50 25,49-25</inkml:trace>
  <inkml:trace contextRef="#ctx0" brushRef="#br0" timeOffset="61044.49">2208 7293,'0'-50,"0"25,0 0,0-24,0 24,25 25,-25-50,25 50,-25 25,0 25,0-1,0 26,-25-50,25-1,-25-24,25 50,-50-50,75 0,50 0,-51 25,26-25,0 49,-26-49,1 0,25 25,-1-25,-49 0,50-49,-50-1,25 25,-25-24,0 24,25 0,-25-25,49 50</inkml:trace>
  <inkml:trace contextRef="#ctx0" brushRef="#br0" timeOffset="62431.57">15851 1786,'0'-50,"0"-24,-25 74,-25 50,25 49,-24 50,-1-1,50-48,-50-1,50-50,0-24,25 25,25-50,0 0,24 0,0 0,1-25,24-25,-25 1,-24-50,0 24,-26-24,26 0,-50 0,0-25,0 74,0 25,-50 25,26-50,-26 50,-24 50,24 0,0-1,50 26,-49-1,49 1,0-26,49 1,1-25,0-25</inkml:trace>
  <inkml:trace contextRef="#ctx0" brushRef="#br0" timeOffset="62761.58">16198 2084,'-50'0,"75"0,0 74,24 0,-24-24,25-25,-25 49,-25-49,74 25,-49-26,24-48,-49-26,50 0,-50 1,25-1,-25-24,0-1,0 26,49 49,-49-25,25 25</inkml:trace>
  <inkml:trace contextRef="#ctx0" brushRef="#br0" timeOffset="63512.63">16049 5159,'-50'0,"26"50,-26 24,0 26,26-1,24 25,-50-50,50-24,0-1,50-49,-26 25,26-25,24 0,50-49,-49 24,-1-50,-24 26,-1-26,-49-24,25 0,-25 0,0-50,0 50,-25 74,1 25,-26 0,-24 0,-1 50,-24 49,49-25,50 1,-49 24,49-50,0 1,74 0</inkml:trace>
  <inkml:trace contextRef="#ctx0" brushRef="#br0" timeOffset="63848.65">16223 5531,'-25'0,"50"50,24-25,1 24,24-24,-49 25,25-25,-1 24,-24-74,-25 1,50-26,-50-24,49-26,-49 26,75 24,-75 26,49 24,-49-50</inkml:trace>
  <inkml:trace contextRef="#ctx0" brushRef="#br0" timeOffset="64953.71">18877 1240,'-25'-25,"0"25,-25 0,26 50,-1-25,-50 49,26 50,-1 0,50-49,0-26,0 1,0-25,50-25,-1 74,-24-74,25 0,24 25,-49-25,-25 50,50-50,-50 49,0 1,0-1,0 1,-25 24,-25-49,25 25,-24-50,-1 25,25-25,1 0,-26 0,50-25,0-50,0 26,25 24,24 25,1-50</inkml:trace>
  <inkml:trace contextRef="#ctx0" brushRef="#br0" timeOffset="65513.74">19894 1290,'-25'0,"25"74,0 1,25 24,-25 75,74-26,-74-48,0-26,25 50,-25-50,0-24,0-25,0 24</inkml:trace>
  <inkml:trace contextRef="#ctx0" brushRef="#br0" timeOffset="65963.77">19943 1488,'0'-74,"0"-1,0 26,25 24,0 25,0 0,24 0,-24 0,-25 0,25 50,-25 24,0 50,0-25,-50 50,1-74,-1-1,25-49,-24-25,49 0,49 0,1 49,-25-24,24 25,-24-1,25-24,-50 25,49-50,-49 25,25-25,0 0,49-25,-74-25,25 25,-25 1,0-51,0 50,0 1</inkml:trace>
  <inkml:trace contextRef="#ctx0" brushRef="#br0" timeOffset="68207.9">19075 2927,'-49'0,"24"50,-25-26,25 26,-24 24,49 1,-25-26,25-24,0 25,0-50,25 25,49-25,-24 0,-1 0,1-50,0 25,-26-49,-24 24,50 1,-50-1,0-24,-25 24,25 25,-74 25,49 0,0 0,-24 0,24 0,25 50,0-25,0-1,49-24,1 75,24-75</inkml:trace>
  <inkml:trace contextRef="#ctx0" brushRef="#br0" timeOffset="68527.91">19819 2853,'0'24,"0"26,0-25,0 24,0 1,0 0,75-50,-1 0,1 0,-1-25,0 25,-24-75,0 51,-50-26,24 50,-24-74,0 49,-49-25,-1 50,-24 0,-1 0,26 0,-1 25,1-25,49 50,0-1,99-49</inkml:trace>
  <inkml:trace contextRef="#ctx0" brushRef="#br0" timeOffset="68849.93">21233 2778,'-49'0,"24"0,74 0,26 0,24 0,25-25,-50 25,1-49,-26 49,1-25,-50-25,0 50</inkml:trace>
  <inkml:trace contextRef="#ctx0" brushRef="#br0" timeOffset="69135.95">21630 2555,'-50'0,"100"0,0 0,24 0,25 0,0 0,-24 0,-1 0,-49 0,-25 49,0-24,-49 25,-1-25,-25 24,51-24,-1-25,25 25,49-25,26 0</inkml:trace>
  <inkml:trace contextRef="#ctx0" brushRef="#br0" timeOffset="69360.96">22597 2158,'0'0,"0"50,0 24,0-24,0-1,0 1,0-1,0 1,0-25,25-25,-25 25</inkml:trace>
  <inkml:trace contextRef="#ctx0" brushRef="#br0" timeOffset="69555.97">22573 2257,'-25'0,"25"-49,0 49,25 0,24 49,1-49,-1 50,26-50,-26 49,-24-49,-25 50,50-50,-50 25</inkml:trace>
  <inkml:trace contextRef="#ctx0" brushRef="#br0" timeOffset="69767.99">22870 2158,'-49'-50,"98"100,-49 0,50-1,-50 1,49 24,-49-24,0-25,0 24,25-49,-25 25,25-25</inkml:trace>
  <inkml:trace contextRef="#ctx0" brushRef="#br0" timeOffset="70058">23342 1935,'-75'25,"50"49,-24 0,24 1,25-26,0 26,0-50,0-1,0-24,50 50,24-50,0 0,26-25,-51 25,26-49,-26 49,-49-50,50 50,-100 0</inkml:trace>
  <inkml:trace contextRef="#ctx0" brushRef="#br0" timeOffset="70988.06">19075 4068,'-25'0,"25"25,-49 24,49-24,-25 0,25 25,0-26,0 1,25-25,0 50,49-50,-24 0,-1 0,1 0,-1-25,-24-25,-25 26,50-26,-50 25,0 0,0-24,0-1,-50 1,25 49,-24-25,-1 25,1 25,-1-1,0 26,50-25,0 0,25-25,50 49</inkml:trace>
  <inkml:trace contextRef="#ctx0" brushRef="#br0" timeOffset="71418.08">20489 3423,'0'0,"0"25,0 49,0 1,0 24,0 25,0-50,0 1,0-1,50-24,-50-1,0-24,49-25,-24 0</inkml:trace>
  <inkml:trace contextRef="#ctx0" brushRef="#br0" timeOffset="71784.1">21754 3746,'-25'0,"25"24,-25-24,25 0,25 0,25 0,24-24,1 24,-26-50,1 50,0-25,-26 25,-24-50,0 26</inkml:trace>
  <inkml:trace contextRef="#ctx0" brushRef="#br0" timeOffset="72060.12">22002 3522,'-25'0,"50"0,25 25,-1-25,1 0,0 25,24-25,-24 0,-1 49,-49 26,0-50,-49 24,-1-24,25 25,-24-25,24-25,25 49,0-49,74-25</inkml:trace>
  <inkml:trace contextRef="#ctx0" brushRef="#br0" timeOffset="72504.14">22969 3200,'0'0,"-24"0,-26 0,25 74,-24-24,49-1,-25 26,25-50,0-1,49 51,1-75,24 0,1 0,-1-25,-24 25,0-74,-1 24,-49 0,25 1,-25-1,0-24,0 49,-25 0,0 25,-24-49,-26 49,26 0,-26 24,1 1,-1 25,75-25,0 24,0-24,25-25</inkml:trace>
  <inkml:trace contextRef="#ctx0" brushRef="#br0" timeOffset="72629.15">23143 3299,'0'25,"-25"-25</inkml:trace>
  <inkml:trace contextRef="#ctx0" brushRef="#br0" timeOffset="73410.19">19422 4936,'0'-25,"-24"25,24 25,0 50,74-1,-74-24,25-1,-25 1,0 24,0-49,0 0,49-25,-49 25,25-25,0 0</inkml:trace>
  <inkml:trace contextRef="#ctx0" brushRef="#br0" timeOffset="74045.23">20712 4738,'-25'0,"-24"0,-1 49,25 1,25 0,-49-26,49 1,0 25,49-25,-24-25,25 49,24-49,-24 0,-1 0,-24-49,25 24,-50 0,25-25,-25 1,0-1,0 0,0 26,0 24,-25-25,-50 25,26 0,-1 0,25 0,25 74,0-24,50-50</inkml:trace>
  <inkml:trace contextRef="#ctx0" brushRef="#br0" timeOffset="74516.26">21531 4812,'-25'0,"25"-25,50 25,49 0,50-49,24 49,1-50,0 50,-26-50,-48 50,-51 0,1-49,-75 24,-25 25,50-25,-24 25</inkml:trace>
  <inkml:trace contextRef="#ctx0" brushRef="#br0" timeOffset="74798.27">22473 4440,'-49'0,"49"0,25 74,24-74,50 25,-24-25,24 0,0 0,-24 0,-26 0,1 0,-50 50,0-25,-50-1,1 26,-1 0,-24-26,24 26,25-50,25 25,0 0,0-25,50 0</inkml:trace>
  <inkml:trace contextRef="#ctx0" brushRef="#br0" timeOffset="75037.29">23416 4043,'0'75,"0"-1,0 0,0 26,0-26,0 0,0-24,0 0,0-1,0 1</inkml:trace>
  <inkml:trace contextRef="#ctx0" brushRef="#br0" timeOffset="75617.32">19894 5879,'0'49,"0"1,0 0,0-1,25 1,-25 24,0-49,49 25,-49-26,75-24,-26 25,1-25</inkml:trace>
  <inkml:trace contextRef="#ctx0" brushRef="#br0" timeOffset="75835.33">20762 5631,'0'0,"0"49,0 1,49 24,-49-24,25 0,-25-1,0 1,0-1,50-24,0-25</inkml:trace>
  <inkml:trace contextRef="#ctx0" brushRef="#br0" timeOffset="76327.36">21134 5978,'-25'0,"75"0,-1 0,51 0,73 0,1-25,-1 25,1-99,-25 99,-25-50,-25 50,-24-49,-26 49,1 0,-50-25,-25 25</inkml:trace>
  <inkml:trace contextRef="#ctx0" brushRef="#br0" timeOffset="76644.38">22275 5507,'-50'0,"50"24,25-24,0 75,25-75,-1 0,50 25,1-25,-1 0,-25 0,-24 0,-1 0,-49 49,0 1,-24-25,-1 24,-25-24,1-25,-1 50,0 24,75-74</inkml:trace>
  <inkml:trace contextRef="#ctx0" brushRef="#br0" timeOffset="77025.4">23912 5085,'0'-25,"0"25,-25 0,-49 75,-1 24,-24 25,50-50,-26 50,1-25,74-24,-50-50,50 24,0-24</inkml:trace>
  <inkml:trace contextRef="#ctx0" brushRef="#br0" timeOffset="77355.42">23292 5184,'50'0,"24"75,25-26,25 26,-25-1,25-24,-24-1,-26 1,-24-50,-1 49,-24-49,25 0,-1 0,-49 50,-49-50</inkml:trace>
  <inkml:trace contextRef="#ctx0" brushRef="#br0" timeOffset="82695.73">4465 3001,'-25'0,"25"0,25 0,-25-24,99 24,-74 0,0 0,25-50,24 50,-24 0,-1-25,-24 25,25 0,-26 0,1-49,25 49,-25 0,24-25,-24 25,0 0,25-50,-26 50,26 0,-25 0,24 0,-24 0,0 0,-25-25,50 25,-26-49,26 49,0 0,-75 0</inkml:trace>
  <inkml:trace contextRef="#ctx0" brushRef="#br0" timeOffset="84945.85">4515 3051,'-50'0,"50"0,0 25,0 24,0 1,0-25,0 24,0 1,0 24,0 1,-49 49,49-50,0 1,0-1,0-24,0-1,0 26,0-1,0-24,0-1,0 1,0 0,0 24,0-49,0 24,0-24,0 25,0-25,0-1,0 26,0 0,24 24,-24-49,0 24,0-24,0 25,0-25,25-25,-25 74,0-49,0 0,0 24,0 1,0-25,0 0,0 24,0-24,0 25,0-1,0 1,0-1,0-24,0 25,0-25,0-1,50 26,-50-25,0 49,25-49,-25 25,0-1,0 1,0 0,49-1,-49 1,0-1,0 1,0 24,0-49,0 0,0 0,0 24,0 1,0-25,0-25,25 0,0 0,-25-25,74 25,-24 0,-50-50,49 50,-24 0,25 0,-1-24,-24 24,25 0,-25 0,24 0,-49-25,50 25,0 0,24 0,-49-50,0 50,24 0,-24 0,25-25,-1 25,26 0,-51 0,26 0,0 0,-50-49,49 49,-24 0,0 0,49-25,-24 25,-1 0,-24 0,25 0,-25 0,-1 0,26 0,-25 0,0-50,24 50,-49-24,-24 24,-1 0</inkml:trace>
  <inkml:trace contextRef="#ctx0" brushRef="#br0" timeOffset="86385.94">2010 5135,'24'0,"1"0,-25 0,75 0,-26 0,-24 0,0 0,24 0,-24 0,0 0,25 0,-26 0,1 0,0 0,25 0,-1 0,1 0,-1 0,26 0,-26 0,1 0,0 0,-1 0,1 0,-25 0,0 0,24-50,-24 50,25 0,-1 0,1 0,-1 0,-24 0,25 0,-1 0,1-25,0 25,-1 0,26 0,-26-49,1 49,-25 0,49 0,-49-25,0 25,24 0,-24 0,25 0,-50-50,49 50,26 0,-50 0,-1 0,26-25,-25 25,0 0,24-24,-24 24,0 0,-25-50,49 50,-24 0,0 0,-25 0,-25 0</inkml:trace>
  <inkml:trace contextRef="#ctx0" brushRef="#br0" timeOffset="87479">1613 4242,'0'-50,"0"100,0 24,24 50,-24-25,75 50,-75-75,74-24,-74 25,25-51,-25 26,50-50,-50 50</inkml:trace>
  <inkml:trace contextRef="#ctx0" brushRef="#br0" timeOffset="88028.03">1662 4142,'0'-49,"-25"49,25-25,-24 25,24 25,-50 24,50 26,0-26,-50 26,50 24,0-25,0 1,0-1,25 50,-25-74,50 0,-1-1,-24-49,50 25,-26-25,1 0,0 0,-1-25,1 25,-25-49,24 49,-49-75,25 50,-25 0,50-49,-50 49,0 0,0-49</inkml:trace>
  <inkml:trace contextRef="#ctx0" brushRef="#br0" timeOffset="88538.06">1960 4093,'0'-25,"-50"25,75 0,-25 25,50 49,-50 1,74-1,-74 0,50 26,-50-51,49-24,-49 25,0-26,50-24,-50 25,0-50,25 25,-25-49,25 49,-25-50,74 50,-74-49,50 49,-50-75,49 75,-49-25,25 25,-25-24,0-26,0 25</inkml:trace>
  <inkml:trace contextRef="#ctx0" brushRef="#br0" timeOffset="88778.07">2382 3820,'0'25,"0"24,49 51,1-26,-25-24,24 24,-49-49,25 0,-25 24,50-49,-50 50,24-50,26 0,-50 0</inkml:trace>
  <inkml:trace contextRef="#ctx0" brushRef="#br0" timeOffset="89198.1">2729 3696,'0'0,"-25"25,25 24,-50 1,50 24,-24 26,24-51,0-24,0 0,-50-25,75 0,0 0,-1 0,51 0,-50 0,-1 0,26 0,-25 0,0 0,24 0,26 0,-75 0,25-25,-25-25,0 26</inkml:trace>
  <inkml:trace contextRef="#ctx0" brushRef="#br0" timeOffset="90369.16">5036 4539,'0'-25,"-25"25,25-49,0 98,0 26,0-26,50 26,-50-1,24-24,-24 49,0-24,50-51,-50 1,0-25,0-49,25-1,24 50,-24-74,0 74,25-25,-26 25,1 0,-25-25,75 25,-51 0,-48-50</inkml:trace>
  <inkml:trace contextRef="#ctx0" brushRef="#br0" timeOffset="90593.18">4936 4539,'-24'0,"24"-49,49 49,-24-50,50 50,-26-50,1 1,-1 49,26-50,-50 50</inkml:trace>
  <inkml:trace contextRef="#ctx0" brushRef="#br0" timeOffset="90788.19">5185 4688,'0'-25,"0"25,49-49,1 49,-1-25,-24 25,0-25,25 25,-26-50</inkml:trace>
  <inkml:trace contextRef="#ctx0" brushRef="#br0" timeOffset="91036.2">5532 4316,'-25'0,"25"-25,0 50,25 25,-25-1,25 26,-25-26,0 1,49-1,-49 1,0 0,25-50</inkml:trace>
  <inkml:trace contextRef="#ctx0" brushRef="#br0" timeOffset="91256.21">5581 4366,'-24'0,"48"0,26 0,24 24,-24-24,0 50,-26-50,26 25,-25-25,24 0,1 0</inkml:trace>
  <inkml:trace contextRef="#ctx0" brushRef="#br0" timeOffset="91516.23">5829 4043,'-24'0,"24"25,24 49,-24-24,50 0,-50-1,50 26,-50-51,49 26,-49-25,0 0,0 24,25-49</inkml:trace>
  <inkml:trace contextRef="#ctx0" brushRef="#br0" timeOffset="91829.25">5532 4961,'0'0,"0"0,49-50,1 1,0 24,-1-25,26 25,-51 25,26-74</inkml:trace>
  <inkml:trace contextRef="#ctx0" brushRef="#br0" timeOffset="92039.26">5532 5085,'0'0,"49"0,-24-74,25 49,24-25,-24 25,-1-24,1 49,0-50,-26 50</inkml:trace>
  <inkml:trace contextRef="#ctx0" brushRef="#br0" timeOffset="98694.64">3076 2257,'0'25,"0"0,0 0,0-1,0 26,0-25,0 0,0 24,0-24,0 25,0-26,0 1,50-25,-50 25,0 25,0-25,25 24,-25 1,0-1,0-24,0 0,49 25,-49-26,0 26,25 24,-25-49,0 25,0-1,50-24,-50 25,0-25,24 24,-24-24,0 25,0-26,0 1,0 0,25-25,-25 50,0-26,0 1,0 25,0-25,50 24,-50 1,0-25,0 24,0-24,0 50,0-51,0 1,0 25,0-25,25-1,-25 26,0 0,0-26,0 1,0 25,0-1,0-24,0 25,0-1,0-24,0 0,0 25,0-50,0-25,0 0,0 25,49 0,-24 0,0 0,24 0,-24 0,0 0,0 0,-25 0,49 0,-49 50,25-50,-25 24,0 26,25-50,-25 50,0 24,0 1,0-51,0 1,0-25,0 50,-25-1,25-24,-49-25,49 50,-25-50,25 49,-50-49,50 25,-49-25,49 25,-75-25,26 0,24 50,-25-50,25 0,25 24,0 1,0-25,0 50,0-25,50 24,-50-24,0 0,25-25,-25 74,0-24,0-1,0-24,49-25,-49 25,0 25,0-26,0 1,0 25,25-25,-25 0,0 24,0-98,0-1,0 25</inkml:trace>
  <inkml:trace contextRef="#ctx0" brushRef="#br0" timeOffset="99239.67">3151 6028,'0'0,"49"0,-24 0,0 0,24 0,26 0,-26-50,1 50,0-50,24 50,-49-49,0 49,24 0</inkml:trace>
  <inkml:trace contextRef="#ctx0" brushRef="#br0" timeOffset="99871.71">3101 6028,'25'0,"0"0,-25 49,24-49,-24 25,75-25,-50 50,-1-50,-24 49,75-49,-75 50,25-50,-25 25,24-1,26-24,-50-24</inkml:trace>
  <inkml:trace contextRef="#ctx0" brushRef="#br0" timeOffset="100350.73">3647 5904,'0'-25,"0"25,0 49,-25 51,25-51,0 1,-25-1,25 1,-50-25,50 0,0 24,0-74,0 1</inkml:trace>
  <inkml:trace contextRef="#ctx0" brushRef="#br0" timeOffset="101265.79">3547 6300,'-24'0,"-26"-24,25 24,0 0,1 0,24 0,-50 24,50 26,0-25,0 0,0 24,25-24,0 0,-1-25,-24 49,50-49,24 0,-24 0,0 0,-50-24,49 24,-49-25,50 25,-50-50,25 50,-25-49,0-1,0 25,0-24,0 24,-25-25,0 50,-25 0,26 0,-26 0,25 0,0 0,-49 25,74 0,25 24</inkml:trace>
  <inkml:trace contextRef="#ctx0" brushRef="#br0" timeOffset="102083.83">3696 6524,'0'24,"0"26,0-25,0 24,0-24,50 25,-50 24,49 1,-49-26,0 1,25 0,-25-26,0 26,0-25,25-25,49 0,1 0,-50-50,0 50</inkml:trace>
  <inkml:trace contextRef="#ctx0" brushRef="#br0" timeOffset="105706.04">19001 3870,'0'-25,"0"0,-25 25,0 0,25-50,-49 50,-1 0,-25 0,51 0,24 25,-25-25,25 25,-25-25,25 50,0-1,-50-24,50 0,0 24,0-24,25 25,25 24,-25-74,24 50,-24-25,25 24,-25-49,24 50,-49-25,50 24,-50-24,0 25,0-1,0-24,0 0,0 24,0-24,0-25,0 50,-50-50,25 0,25 0,0 0,0-25,50 25,-25 0,24 50,-49-1,75 1,-75 0,49 24,-49-24,50-1,-50 1,0-1,0 26,0-26,0-24,0 0,0 25,0-1,0-24,0 25,-25-50,25 24,0 1,0 0,25 25,0-26,24-24,1 0,0 0,-26 0,26 0,-25 0,-25-24,49 24,-49-50,25 50,25-25,-25 25,24 0,-49-25,-49 25</inkml:trace>
  <inkml:trace contextRef="#ctx0" brushRef="#br0" timeOffset="107867.16">23366 3225,'0'-25,"25"25,-25-25,50 25,-50-25,25 25,-25-49,49 49,-49-25</inkml:trace>
  <inkml:trace contextRef="#ctx0" brushRef="#br0" timeOffset="108291.19">23664 4118,'0'-25,"25"-25,0 50,24-49,-24 49,25-50</inkml:trace>
  <inkml:trace contextRef="#ctx0" brushRef="#br0" timeOffset="109028.23">19323 4217,'0'0,"0"49</inkml:trace>
  <inkml:trace contextRef="#ctx0" brushRef="#br0" timeOffset="109252.24">19720 5209,'0'0,"50"0</inkml:trace>
  <inkml:trace contextRef="#ctx0" brushRef="#br0" timeOffset="109499.26">19323 3894,'0'0,"25"0,0 50,-25 0</inkml:trace>
  <inkml:trace contextRef="#ctx0" brushRef="#br0" timeOffset="109701.27">19621 5110,'0'-25,"0"0,0-24</inkml:trace>
  <inkml:trace contextRef="#ctx0" brushRef="#br0" timeOffset="109919.28">19150 3969,'0'0,"49"0,-24 49</inkml:trace>
  <inkml:trace contextRef="#ctx0" brushRef="#br0" timeOffset="110110.29">19522 5283,'0'-24,"0"-1,0 0,0-25,0 1</inkml:trace>
  <inkml:trace contextRef="#ctx0" brushRef="#br0" timeOffset="110309.3">19274 3944,'-50'0,"75"0,0 0,-1 0,-24 50</inkml:trace>
  <inkml:trace contextRef="#ctx0" brushRef="#br0" timeOffset="110498.32">19670 5234,'0'0,"0"-50,0 1,0 24,0 0,0-25,-24 26</inkml:trace>
  <inkml:trace contextRef="#ctx0" brushRef="#br0" timeOffset="110687.33">19472 4291,'0'25,"0"-25,0 25</inkml:trace>
  <inkml:trace contextRef="#ctx0" brushRef="#br0" timeOffset="113302.48">19249 4167,'-50'0,"50"0,25 0</inkml:trace>
  <inkml:trace contextRef="#ctx0" brushRef="#br0" timeOffset="113991.52">20613 3696</inkml:trace>
  <inkml:trace contextRef="#ctx0" brushRef="#br0" timeOffset="115739.62">19522 5259,'24'0,"1"0</inkml:trace>
  <inkml:trace contextRef="#ctx0" brushRef="#br0" timeOffset="116150.64">19571 5209</inkml:trace>
  <inkml:trace contextRef="#ctx0" brushRef="#br0" timeOffset="116894.68">20613 4961</inkml:trace>
  <inkml:trace contextRef="#ctx0" brushRef="#br0" timeOffset="119805.85">10394 7516,'-50'0,"25"0,-25 0,1 0,49 25,49-25,26 0,-1 0,26-25,24-25,24 1,1-1,-25 0,25 1,0 49,-75-50,-24 50,0 0,-26 0,-24 25</inkml:trace>
  <inkml:trace contextRef="#ctx0" brushRef="#br0" timeOffset="120052.86">10493 7689,'-75'50,"26"-50,74 0,49 0,75-50,24 1,1-1,-25 1,0-26,0 26,-75-1,0 50,-49 0,-74 50,49 24</inkml:trace>
  <inkml:trace contextRef="#ctx0" brushRef="#br0" timeOffset="120464.89">12477 7218,'0'-25,"-50"25,50 0,0 75,50 24,0-25,-25 50,-25-24,74-26,-74 25,50-24,-50-26,0-24,0 25,24-50</inkml:trace>
  <inkml:trace contextRef="#ctx0" brushRef="#br0" timeOffset="120801.9">12353 7392,'-50'-50,"50"25,0 1,0-26,25 25,0 25,49-49,-24 49,25 0,-1 49,0 1,-24 74,0 0,-50-25,0 0,0 0,0 25,0-24,-50 24,25-75,-24 1,-26 0,26-50,24 0,-25 0,25-25,25-25,-49-24,49-25,0-26,24 51</inkml:trace>
  <inkml:trace contextRef="#ctx0" brushRef="#br0" timeOffset="121365.94">13345 7293,'0'0,"0"74,50 25,24 25,-49 0,25-49,-50-1,49 0,-49-24,0-25,0 0,0-25</inkml:trace>
  <inkml:trace contextRef="#ctx0" brushRef="#br0" timeOffset="121560.95">13370 7590,'0'-49,"0"-1,25 25,24-24,-24 24,25-25,24 25,-24 25,-25-49,24 49,-49 25,0-1,0 26</inkml:trace>
  <inkml:trace contextRef="#ctx0" brushRef="#br0" timeOffset="121717.96">13569 7689,'-25'25,"50"-25,24-25,-24 1,25-26,24 0,-24 26,-1-26,1 0</inkml:trace>
  <inkml:trace contextRef="#ctx0" brushRef="#br0" timeOffset="121926.97">14015 7193,'0'50,"0"0,50 24,-50 0,24 1,-24-26,0 26,50-26,-50-24,0 25</inkml:trace>
  <inkml:trace contextRef="#ctx0" brushRef="#br0" timeOffset="122099.98">13990 7268,'0'-50,"0"25,25-24,25 49,-26-50,1 50,-25 50,0-1</inkml:trace>
  <inkml:trace contextRef="#ctx0" brushRef="#br0" timeOffset="122270.99">14065 7590,'0'0,"49"-49,-24 49,0-75,24 75,-24-25,50-24</inkml:trace>
  <inkml:trace contextRef="#ctx0" brushRef="#br0" timeOffset="153563.78">3076 11237,'0'-25,"-25"25,25-25,-49 25,24 0,25 0,50 0,-1 0,-24 0,25 0,-26 0,1 0,25 0,24 0,-24 0,-1 0,26 0,-1 0,1 0,-1 0,0 0,26-50,-26 50,1 0,-1 0,-24 0,-1 0,-24 0,25 0,24 0,-49-25,24 25,26 0,-50 0,-25 0,-50 0</inkml:trace>
  <inkml:trace contextRef="#ctx0" brushRef="#br1" timeOffset="161331.22">3076 11162,'-49'0,"24"0,50 0,24 0,1 0,-25 0,24 0,1 0,24 0,-24 0,-1 0,1 0,0 0,24 0,0 0,1 0,24 0,0 0,-24 0,24 0,0 0,-24 0,-1 0,-49 0,0 0,24 0,-24 0,0 0,49-50,-24 50,-1 0,-24 0,25 0,-50-24,25 24,-1 0,26 0,-25 0,0 0,-25 0</inkml:trace>
  <inkml:trace contextRef="#ctx0" brushRef="#br1" timeOffset="162786.31">4887 10666,'0'-25,"0"25,0 25,0-25,0 50,0-1,0-24,0 0,49 24,-49 1,0 24,0 1,0-1,0-24,0 24,0 1,0 24,0-25,0-24,0 0,0-1,0-24,0 25,0-26,-24 26,24 0,0-26,0 1,0 25,0-25,0-1,0 26,0-75,24 25,-24-25,25 25,-25-24,25 24,0 0,-25-50,74 50,-24 0,0 0,-1 0,1 0,24 0,-24 0,-1 0,1 0,-25 0,24 0,-24 0,25-25,-25 25,-25-25,0-24,0 24</inkml:trace>
  <inkml:trace contextRef="#ctx0" brushRef="#br1" timeOffset="164685.41">4887 10616,'0'0,"0"0,49 0,-24 0,25 0,-25 0,24 0,1 0,24 0,-24 0,0 0,24 0,-24 0,-1 0,1 0,-25 0,-1 0,-24-49,50 49,-25 0,-25 25,25-25,-25 24,49-24,-49 25,50-25,-50 25,25 25,-25-26,49-24,-49 50,0-25,25-25,-25 49,0 1,0 0,25-1,-25-24,0 25,0-1,0 1,0 0,0-26,0 26,0 0,0-26,-25-24,25 50,0-25,-50-25,50 25,0 24,-24-49,24 25,0 0,-25-25,25 49,-50-24,25 0,25 25,-49-50,49 24,0 1,-25-25,25 50,-25-25,75-50</inkml:trace>
  <inkml:trace contextRef="#ctx0" brushRef="#br1" timeOffset="165462.46">6102 11112,'-49'0,"49"-24,-25 24,0 0,-25 0,26 0,24 24,-50 26,50-25,-74 25,74-26,0 1,0 25,0-1,0 1,49-50,26 50,-26-50,1 0,-1 0,1 0,0 0,-25-25,-1 25,26-75,0 26,-50 24,24 0,-24-24,0 24,0 0,0-25,-24 1,-26 49,25-25,0 25,-49 0,24 25,25-25,-24 49,24 1,25-25,-74 24,74-24</inkml:trace>
  <inkml:trace contextRef="#ctx0" brushRef="#br1" timeOffset="168072.61">3200 16594,'-25'0,"25"0,25 0,25 0,-25 0,-1 0,1 0,25 0,-25 0,-1 0,26 0,-25 0,24 0,1 0,-25 0,0 0,24 0,1 0,-25 0,24 0,-24 0,49 0,-24 0,-25 0,0 0,24-24,-24 24,25 0,-25 0,24 0,1 0,-1 0,26 0,-50 0,-1 0,26 0,0 0,-1 0,1 0,-25 0,49-25,-24 25,-26 0,1 0,25 0,-25 0,-1 0,26 0,-50-25</inkml:trace>
  <inkml:trace contextRef="#ctx0" brushRef="#br1" timeOffset="169400.68">4912 15577,'0'25,"0"50,24-1,-24-49,0 24,0 26,0-26,0 26,0-1,0 1,0-1,0-24,0-1,0 26,0-50,0 24,0-24,0 25,0-26,0 26,0 0,25-50,-25 49,0-24,0 0,0 24,0-24,0 0,25-25,50 0,-26 0,1 0,-25 0,24 0,-24-50,0 50,24 0,-24-24,0 24,25 0,-26 0,26-50,-25 50,0 0,-1 0,26 0,-25 0,0 0,49-25,-49 25,-25-49</inkml:trace>
  <inkml:trace contextRef="#ctx0" brushRef="#br1" timeOffset="174327.97">4862 15627,'-50'0,"75"0,25-25,-1 25,1 0,25 0,-1-49,0 49,1 0,-1 0,1 0,-1-25,-24 25,24 0,-24-50,-1 50,-24 0,-25-25,74 25,-74-49,25 49,0 25,25-25,-26 24,26-24,-50 50,25-50,-25 25,25 0,-25 24,49-49,-49 25,0 0,25-25,-25 49,0-24,0 25,0-1,25-49,-25 50,0-25,0 0,0 24,0-24,0 0,0 0,0 24,0-24,0 0,0 24,0-24,0 0,-50 25,50-26,-25 26,25-25,-49 0,49 24,-25-24,25 25,-50-25,50-1,-24 26,24-25,-25-25,25 25,-50-25,25 49,1-49,24 0,24-25</inkml:trace>
  <inkml:trace contextRef="#ctx0" brushRef="#br1" timeOffset="174981">6301 15875,'-25'0,"0"25,25 0,-49-1,49 26,-50-25,50 0,0 24,0 1,0-25,0-25,74 0,-49 0,0 0,0 0,-25 0,74 0,-74-50,50-24,-50 24,49 0,-49 1,0-1,0 25,-24 1,-26 24,25 0,-49 0,24 0,25 0,25 49,-49 1,49-25</inkml:trace>
  <inkml:trace contextRef="#ctx0" brushRef="#br1" timeOffset="176496.09">6549 16148,'-25'0,"25"-25,-50 25,75 0,25 0,-1 0,-24 0,50 0,-26 0,-24 0,0 0,49 0,-24 0,-1 0,1 0,0-50,24 50,-24 0,-1 0,1 0,0-24,24 24,-24 0,-1 0,-24 0,25 0,-1-50,-24 50,25 0,-26 0,1 0,0 0,25 0,-26 0,26-25,-25 25,0 0,-1 0,26 0,0 0,-1 0,1 0,0 0,-26 0,1 0,25-49,-25 49,-1 0,26 0,-25 0,0 0,24-25,-24 25,0 0,24 0,-24 0,25 0,-50-50,49 50,26 0,-50 0,-1 0,26-25,-25 25,0 0,24 0,-24 0,0 0,-25-24,49 24,1 0,0 0,24 0,-49 0,25 0,-26 0,1 0,0 0,25 0,-26 0,1 0,25 0,-50-50,-50 25</inkml:trace>
  <inkml:trace contextRef="#ctx0" brushRef="#br1" timeOffset="179322.25">6127 11336,'-50'0,"50"-25,25 25,25 0,0 0,-26 0,26 0,-25 0,0 0,24 0,1 0,-1 0,1 0,0 0,24 0,-24 0,-1 0,1 0,24 0,-24 0,24 0,-24 0,24 0,-24 0,0 0,-1 0,26 0,-26 0,1 0,-1 0,1 0,24 0,-24 0,0 0,-1 0,1 0,-1 0,1 0,-25 0,24-25,-24 25,50 0,-51 0,26 0,-25 0,-25-25,74 25,-24 0,0 0,-1 0,-49-49,50 49,-1 0,-24 0,-25-25,50 25,-1 0,1 0,0 0,-50-25,24 25,26 0,-25 0,0 0,24 0,-24 0,0 0,24 0,-24 0,0 0,25-50,-26 50,1 0,25 0,-25 0,-1 0,26 0,-25 0,0 0,0 0,24 0,-49-24,25 24,0 0,24 0,-49-25</inkml:trace>
  <inkml:trace contextRef="#ctx0" brushRef="#br1" timeOffset="181257.36">9476 10666,'0'25,"0"0,0 49,0-24,0 24,49 0,-49 1,0-1,0 1,0-1,0 1,0-26,0 1,0-1,25 1,-25 24,0-24,0 0,0-26,50 51,-50-50,0-1,0 26,0-25,0 0,0-1,0 26,0-25,25-25,-25 0,49 0,26-50,-51 50,1 0,25-25,-1 25,1 0,0 0,24-49,-24 49,-1 0,1 0,-25 0,24 0,1 0,-25 0,24 0,-73-25</inkml:trace>
  <inkml:trace contextRef="#ctx0" brushRef="#br1" timeOffset="183765.51">9476 10740,'0'-24,"49"24,-24 0,0 0,49-50,26 50,-26 0,0-50,1 50,-26 0,1 0,0-24,-26 24,1 0,25 0,-50 0,25 0,-25 49,24-49,-24 25,50-25,-50 25,25 24,-25-24,25-25,-25 25,0 25,49-50,-49 24,0 1,0 25,0-25,25-1,-25 26,0-25,0 0,0 24,0-24,0 0,0 25,0-26,0 1,0 0,0 25,0-50,0 24,0 1,0 25,-25-50,25 25,0-1,0 26,-49-50,49 25,0 0,0 24,-25-49,25 25,0 0,0 0,-25-25,25 49,0-24,-50-25,50 25,-24 24,24-24,-25-25,25 25,-50-25,50 50,25-75</inkml:trace>
  <inkml:trace contextRef="#ctx0" brushRef="#br1" timeOffset="184436.54">10642 11038,'-50'0,"25"0,-24 0,-1 50,50-26,-25 1,25 25,0-25,0 0,0 24,25-24,0-25,24 0,-24 0,0 0,49 0,-49-74,-25 49,0-25,0 0,0 1,0 24,0 0,-49 25,-1 0,0 0,1 25,-1-25,50 50,0-26</inkml:trace>
  <inkml:trace contextRef="#ctx0" brushRef="#br1" timeOffset="185142.58">10766 11187,'-25'0,"-25"0,100 0,-1 0,26 0,-1 0,1 0,49 0,49-50,1 50,24 0,1-49,-50 49,24 0,26-75,-50 75,49-49,-74 49,25-50,-50 50,25 0,-50-25,-24 25,0 0,-1 0,-24 0,-25-49</inkml:trace>
  <inkml:trace contextRef="#ctx0" brushRef="#br1" timeOffset="186931.69">9476 15081,'0'25,"0"25,0-26,0 26,0 0,0 24,0 1,0-1,0 0,0 1,0-1,0 1,0-26,49 26,-49-51,0 1,0 25,0-25,0 24,0-24,0 25,25-50,0 0,49-25,-49 25,25 0,-1 0,26 0,-26 0,26-25,-1 25,1 0,-1 0,0 0,1 0,-25 0,-26 0,26-50,-25 50,0 0,24 0,-49-24,75 24,-51 0,1 0,-25-25,-25-25</inkml:trace>
  <inkml:trace contextRef="#ctx0" brushRef="#br1" timeOffset="189319.82">9476 15180,'0'0,"25"0,24 0,1 0,-25-49,-1 49,51 0,-50 0,24 0,1-25,24 25,-24 0,-1 0,-24 0,-25-50,50 50,-25 0,-1 0,26 0,-25 0,24 0,-24 0,25 0,-25-24,0 24,49 0,-74-25,25 25,-25 0,25 0,-25 25,49-25,-49 24,25-24,-25 50,25-25,-25 24,49-24,-49 0,25 25,-25-26,0 1,50 25,-50-25,0 24,0-24,0 0,0 0,0 24,0-24,0 0,0 25,0-26,0 1,0 25,0-25,-25-25,25 24,0 26,-25-50,25 25,0 0,-25-25,25 24,-49-24,49 50,-25-25,0 24,-24-49,49 25,-25-25,50-25,24-49</inkml:trace>
  <inkml:trace contextRef="#ctx0" brushRef="#br1" timeOffset="189844.85">10790 15602,'0'0,"0"0,-49 50,49-25,-50-1,50 26,0-25,0 24,25-49,0 50,0-50,24 0,-24 0,0-25,24 25,-49-25,25 25,-25-74,0 24,0 1,0-1,0 25,-49-24,-1 49,-24 0,24 25,0-25,50 49</inkml:trace>
  <inkml:trace contextRef="#ctx0" brushRef="#br1" timeOffset="190608.9">11014 15776,'-50'0,"75"-25,0 25,24 0,26 0,24 0,0 0,0 0,1-25,48 25,26 0,0-49,-1 49,1 0,0-75,-26 75,1-25,-25 25,25-49,0 49,-50-50,50 50,0-49,-25 49,49 0,-24-50,0 50,-25 0,-25 0,25-50,-49 50,-1 0,-24 0,-1 0,-49-25,50 25,-25 0,-25-49,25 49,-25 0</inkml:trace>
  <inkml:trace contextRef="#ctx0" brushRef="#br1" timeOffset="193616.07">1935 11137,'-25'0,"-24"0,74 0,-1 0,1 0,25 0,-25-49,24 49,26 0,-26-25,1 25,-1-50,1 50,-25 0,-25-25,25 25,-25 0,-50 0</inkml:trace>
  <inkml:trace contextRef="#ctx0" brushRef="#br1" timeOffset="194720.13">2282 11038,'25'0,"-25"-25,0 25,-25 0,1 0,-26 0,0 0,26 0,-26 0,50 0,-50 0,50 50,-24-50,24 25,-25-25,25 24,0 26,0-25,0 0,0-25,49 49,1-49,0 0,-26 0,1 0,25 0,-25-24,24 24,1 0,-1-25,-24 25,25 0,-50 25,0-1,0 26,0-25,-25-25,25 49,-50-49,26 50,-26-50,25 25,0-25,-24 0,24 0,-25 0,50 0,0 0</inkml:trace>
  <inkml:trace contextRef="#ctx0" brushRef="#br1" timeOffset="196182.22">2481 16495,'0'-25,"0"50,0 0,0 25,0-1,0 1,0-1,0 1,25 24,-25-49,0 0,24-25,-24 50,25-1,-25-24,50-25</inkml:trace>
  <inkml:trace contextRef="#ctx0" brushRef="#br1" timeOffset="196864.26">2506 16669,'0'-50,"0"25,49-24,-24 24,25 0,-26-24,1 49,-25-25,50 25,-50 25,0 24,0 1,0 24,0 1,-50-26,50-24,-74-25,74 74,-50-74,25 0,25 0,50 0,24 0,-49 0,50 0,-75 25,49-25,-49 25,25-25,-25 25,50-50,-1-25,-49 26,25-26,-25 25,25 25</inkml:trace>
  <inkml:trace contextRef="#ctx0" brushRef="#br1" timeOffset="202070.55">11609 11112,'-25'0,"25"-24,0 73,0 1,0 24,0 26,-49-1,49 50,0-25,-50 0,50-50,0 0,0-24,0 0,-25-1,25 1,0-25,-49-25,24 0,0 0,-25 49,25-49,1 0,-26 25,25-25,0 0,-24 75,24-75,-49 49,24 1,0-50,-24 74,-25-24,49-25,1 24,-26-24,26 25,-1-26,-24 26,24-25,0-25,1 74,-51-49,26-25,-25 74,-25-74,25 75,24-75,-24 49,49-49,1 50,-1-50,-24 50,49-50,-25 25,-24-25,24 49,25-49,-24 50,24-50,0 25,-24-25,-1 49,-24-49,24 25,25-25,0 0,-24 50,24-50,0 0,-24 0,-1 24,25-24,-24 0,24 0,25 50,0-25,0 0,0-1,0-24,0 75,0-50,49-1,-49 51,0-26,0-24,25 25,-25-25,0-1,0 26,50-25,-50 0,0 24,0-24,0 25,0-26,25 26,-25-25,0 0,0 24,0-24,0 0,0 25,0-26,0 1,0 25,0-25,0-1,0 26,0 49,0-74,0 25,0-1,0 1,0 24,0-49,0 25,0-26,0 26,0-25,0 0,0 24,0 1,0-25,0 0,0 24,0-24,0 25,0-1,0-74,0 1,49 24,-24 0,-25-25,25 25,24 0,-24 0,25 0,-1 0,1 0,0 0,-26 0,1 0,25 0,-25 0,-1 0,26 0,-25 0,24 0,1 0,0 0,24 0,-49 0,0 0,24 0,-24 0,0-50,25 50,-75-25,25-24</inkml:trace>
  <inkml:trace contextRef="#ctx0" brushRef="#br1" timeOffset="202979.6">8756 11757,'0'-24,"25"24,50 0,-51 0,1 0,50 0,-26-25,26 25,-1 0,-24 0,24-50,-24 50,-1 0,-24 0,25 0,-25 0,-50 25,0-25</inkml:trace>
  <inkml:trace contextRef="#ctx0" brushRef="#br1" timeOffset="204173.67">8756 11782,'-49'0,"-26"0,51 0,-26 0,25 0,0 0,-24 0,74 0,-1 0,1 0,25 0,-1 0,1 0,24 0,1 0,-1 0,1 0,-26 0,1 0,-25 0,-25 0</inkml:trace>
  <inkml:trace contextRef="#ctx0" brushRef="#br1" timeOffset="206816.82">8508 11832,'0'0,"0"25,0 24,0 26,0-1,0 0,0 26,0-26,0 1,0-1,50-49,-50 0,0 24,0-24,0 0,0 24,0-24,50-25,-26 0,1 0,50 0,-1 25,0-25,1 0,-26 74,26-74,-26 50,1 0,0-50,24 49,-24-49,-25 50,49-50,-49 25,24-25,1 24,-25-24,0 50,49-50,-24 25,-1-25,1 49,24-49,-24 0,-1 50,1-50,0 0,24 25,-24-25,-1 0,1 0,0 25,-1-25,-24 0,25 0,-1 49,1-49,-1 0,26 50,-26-50,-24 0,25 25,-1-25,1 0,0 0,-26 0,51 49,-50-49,-1 0,26 0,-25 0,0 0,24 25,1-25,0 0,-1 0,1 0,24 50,-24-50,-1 0,-24 0,-25 25,50-25,-50 24,25 26,-25-25,0 24,0 1,49-50,-49 50,0 49,0-50,0 1,0 0,0-1,0 1,0 24,0 1,0-26,0 1,0 0,25 24,-25-49,0 0,0 24,0-24,0 0,0 0,25 24,-25-24,0 25,0-26,0 26,0 0,0-1,0 26,49-75,-49 24,0 1,0 25,0-25,0-1,0 1,0 25,0-25,0-1,25-24,-25 50,0-25,0 0,0 24,0-24,0 0,0 25,0-26,0 1,0 0,0 25,0-26,0 1,25-25,-25 0</inkml:trace>
  <inkml:trace contextRef="#ctx0" brushRef="#br1" timeOffset="208980.95">4019 11683,'25'0,"49"0,-49 0,0 0,24 0,1 0,-1 0,1-50,24 50,1 0,-26-24,1 24,0 0,-1 0,-24-50,0 50,24 0,-24 0,-25-25,25 25,25 0,-1-25,-24 25,-25 0,-25 0</inkml:trace>
  <inkml:trace contextRef="#ctx0" brushRef="#br1" timeOffset="210689.05">4068 11782,'0'0,"0"25,0 49,0-49,0 25,0-1,0 26,0-26,0 1,0 0,0-1,0 26,50 24,-50-25,0 1,25-1,-25 1,0-1,0 0,0 1,0-1,0 1,49 24,-49-25,0 1,0-1,0 1,0-26,0 1,0 24,0-24,0-1,0 1,0 0,0 24,0-24,0-1,0 1,0-1,0 26,0-1,0 1,0-50,0-1,0 1,0 25,0-25,0-1,25 26,-25-25,0 24,0 1,0-25,0 0,0 24,0-24,0 0,0 24,0-24,0 0,0 0,0 24,0-24,0 0,0 25,0-26,0 1,0 25,0-25,0 24,0 1,0 0,50-26,-50 1,0 25,0-25,0-1,0 51,0-50,0 74,0-25,0 1,0-1,0-24,0-1,0-24,0 0,25-25,-25 0,24 0,26 0,-25 0,24 0,1 0,-25-50,24 50,1 0,0 0,-26 0,1 0,25-25,-25 25,-1 0,26 0,-25 0,0 0,24 0,-49-24,50 24,-25 0,-25-50,25 50,-25-25,0 25,0-49</inkml:trace>
  <inkml:trace contextRef="#ctx0" brushRef="#br1" timeOffset="212403.14">1662 14114,'25'0,"0"0,-25 25,49-25,1 0,-25 0,25 0,-1 0,26 0,-1 0,25-25,0 25,1 0,-1 0,0-25,-25 25,1 0,24 0,0 0,1 0,-26 0,25-50,-24 50,-1 0,0-49,1 49,-26 0,26 0,-50 0,-1 0,1 0,50 0,-26 0,1 0,-25 0,24-25,-24 25,0 0,49-50,-49 50,25 0,-50-24,49 24,1 0,-25-25,0 25,-25 0,-25-50</inkml:trace>
  <inkml:trace contextRef="#ctx0" brushRef="#br1" timeOffset="213146.19">1365 13643,'0'-25,"49"25,-49-50,25 25,-25 25,0 50,-74-25,74 24,-25 1,25 0,0-1,0 1,0-25,0-25,0 24,49-24,1 0,-25 0,0 0,24 0,-24-99,25 74,-1-24</inkml:trace>
  <inkml:trace contextRef="#ctx0" brushRef="#br1" timeOffset="213611.21">1637 13419,'0'25,"0"-25,0 50,75-1,-75-24,49 0,-49 25,50-26,-50 1,0 25,0-25,25-25,-25-25,25 25,-25-25,49 25,-49-50,75 50,-50-24,49 24,-74-25,25 25,-25-50</inkml:trace>
  <inkml:trace contextRef="#ctx0" brushRef="#br1" timeOffset="213850.23">2084 13246,'-50'0,"50"0,0 49,0-24,25 0,-25 25,25-50,-25 49,0-24,25-25,-25 50,49-50,-49 49,25-49</inkml:trace>
  <inkml:trace contextRef="#ctx0" brushRef="#br1" timeOffset="214338.25">2332 13097,'-25'0,"25"49,-25 26,25-25,-24-26,24 26,-50-25,25 0,50-25,25 49,-1-49,1 0,-25 0,-1 0,-24 0,50 0,-50-49,25 24,-25 0,0-25</inkml:trace>
  <inkml:trace contextRef="#ctx0" brushRef="#br1" timeOffset="-208200.08">12552 9723,'0'0,"0"50,0-25,0 0,0 49,0-24,0-1,24-49,-24 50,0 0,0 24,0-24,0-1,0 1,50-50,-50 49,0 1,0-25,0 0,0 24,0-24,0 0,0 0,25 24,-25-24,0 25,0-26,0 1,0 0,0 25,0-26,49-24,-49 25,0 25,0-25,0-1,25-24,-25 0</inkml:trace>
  <inkml:trace contextRef="#ctx0" brushRef="#br1" timeOffset="-204855.89">3597 9054,'0'-25,"25"25,-25 50,0-26,0 26,0 0,0 24,49 0,-49 1,0-1,0 1,25-1,-25 0,0-24,0 0,0-1,0 1,50 24,-50-49,0 25,0-25,0 24,0 1,0-1,0-24,0 25,0-1,0-24,0 25,0-25,0-1,0 1,0 25,0-25,0-1,0 26,0-25,0 0,0 24,0-24,25-25,24 0,-24 0,0 0,0 0,24 0,-24 0,25 25,-25-25,-1 0,26 0,-25 0,0 0,-1 0,26 0,-25 0,0 0,24 0,-24 0,0 0,24 0,-24 0,0 0,25 0,-26 0,-24 49,25-49,0 0,25 0,-26 0,1 0,25 0,-25 0,-1 0,26 0,-25 0,-25 0,-75 0</inkml:trace>
  <inkml:trace contextRef="#ctx0" brushRef="#br1" timeOffset="-200759.65">3771 9029,'-25'0,"25"0,49 0,1 0,-25 0,0 0,49 0,-49 0,25 0,-1 0,1 0,24 0,1 0,-1 0,0 0,-24 0,0 0,-1 0,1 0,24 0,-49 0,0 0,24 0,1 0,-25 0,0 0,24 0,1 0,0 0,-1 0,26 0,-1 0,-24 0,-1 0,1 0,-1 0,51 0,-26 0,25 0,0 0,1 0,-1 0,25 0,-25 0,-24 50,-1-50,0 0,1 0,-1 0,1 0,-1 0,-24 0,-1 0,26 0,-1 0,0 0,1 0,-1 0,1 0,-1 0,25 49,-24-49,-1 0,-24 0,24 0,-24 0,24 0,1 0,-1 0,-24 0,24 0,-24 0,-1 0,26 0,-1 0,1 0,-1 0,25-25,-24 25,24 0,-25 0,1 0,-1 0,0 0,-24 0,24 0,1 0,-1 0,-24 0,0 0,-1 0,1 0,24 0,-24 0,-1 0,1 0,-25 0,24-24,-24 24,25 0,-25 0,-1 0,1 0,25 0,-25 0,-1 0,26 0,-25 0,0 0,24 0,-24 0,0 0,25 0,-1 0,-24 0,0 0,24 0,-24 0,0 0,25 0,-26 0,1 0,25 0,-25 0,-1 0,1 0,25 0,-25 0,-1 0,26 0,-25 0,0 0,24 0,-24 0,0 0,24 0,-24 0,0 0,25 0,-1 0,-24 0,25 0,-1 0,-24 0,0 0,0 0,24 0,-24-50,25 50,24 0,-24 0,-25 0,24-25,-24 25,0 0,0 0,24 0,1 0,-25-50,24 50,-24 0,25 0,-1 0,1 0,-1 0,-24 0,25 0,-25 0,-1 0,1 0,25 0,-25 0,0 0,-25 25,0 0,0 0,0 25,0-26,0 1,0 25,-25-25,25-1,0 26,-50-50,50 25,0 0,-25 24,25-24,0 0,0 24,0 1,-49-50,49 25,0 0,0 24,0-24,0 0,0 24,0-24,0 0,0 25,0-26,0 1,0 25,0-25,0-1,24 26,-24-25,0 0,25-25,-25 49,50-24,-50 0,25-25,-25 50,0-26,0 1,0 25,25-50,-25 25,0-1,0 26,0-25,0 0,0-1,0 26,0-25,0 0,0 24,0 1,49-50,-49 25,0 24,0 1,0-25,25-1,-25 26,0-25,25 24,-25-24,0 0,0-25</inkml:trace>
  <inkml:trace contextRef="#ctx0" brushRef="#br1" timeOffset="-199096.56">4143 16917,'-25'0,"25"-25,0 25,50 0,-50-25,24 25,26 0,0 0,-26-49,1 49,25 0,-25 0,-1 0,26 0,0 0,-1-25,1 25,-1 0,26 0,-26-50,-24 50,25 0,-1 0,-24 0,-25-25,25 25</inkml:trace>
  <inkml:trace contextRef="#ctx0" brushRef="#br1" timeOffset="-197429.46">4143 16966,'-25'0,"25"0,0 50,0 24,0-49,0 25,0 24,0-24,0-1,0 1,0 0,0-1,0-24,0 0,50-25,-26 0,-24 0,50 0,24 0,-49 0,25 0,-25 0,24 0,1 0,24 0,50-50,-25 50,1 0,49 0,-25 0,24 0,-24 0,0 0,-24 0,24 0,24 0,1 0,-49 0,-1 0,0 0,0 0,25 0,-25 0,1 0,-1 0,25 0,-50 0,1 0,24 0,0 0,0 0,1 0,24 0,-25 0,0 0,0 0,25-49,-49 49,-1 0,1 0,-1 0,0 0,26-25,-51 25,26 0,24-50,0 50,25-49,-50 49,1 0,-1-25,1 25,24 0,-25 0,1 0,-1 0,1 0,24-50,0 50,-25 0,26 0,24-49,-25 49,-25 0,26 0,-1-50,0 50,0 0,25 0,0 0,25 0,-25 0,25 0,-50-50,25 50,-49 0,-1 0,0-24,1 24,-26-50,26 50,-26-25,1 25,0-49,-1 49,26 0,-26-25,1 25,0 0,24 0,-24-50,-1 50,1 0,-1 0,26 0,-50-25,-1 25,26 0,-25 0,0 0,24-49,-24 49,0 0,24-25,-24 25,0 0,25-50,-26 50,51-49,-50 49,-25-25,24 25,-24-50,0 1,0-26</inkml:trace>
  <inkml:trace contextRef="#ctx0" brushRef="#br1" timeOffset="-196230.39">13147 15553,'0'0,"0"24,0 51,0-50,25-1,-25 26,0-25,0 0,0 24,24 1,-24-25,0 24,0 1,0-25,0-1,0 26,50 0,-50-26,0 51,25-26,-25-24,0 0,0 25,0-25,49-25,-49 49,0 1,0-1,0-24,0 0,0 25,0-26,0 1,0 25,0-25</inkml:trace>
  <inkml:trace contextRef="#ctx0" brushRef="#br2" timeOffset="-187470.89">1241 11212,'-50'0,"0"0,26 0,24-25,-75 25,75-25,-25 25,1 0,24 0,74 0,-49 0,49-50,-24 50,24-74,50 24,0-24,-25 24,-24 26,-50 24,-50 24,0 26</inkml:trace>
  <inkml:trace contextRef="#ctx0" brushRef="#br2" timeOffset="-186967.86">1389 11112,'-49'0,"74"0,-25 25,24-25,-24 75,50-50,0 49,-26 0,-24 26,75 24,-75-50,49-24,-49 24,0-49,0 0,0 24,-24-49,-26 0,25 0,0 0,-24 0,24 0,0 0,-24-25,24 25,0 0,25-24,-50 24,50-50,0 25,50 25,0-49,-1 49</inkml:trace>
  <inkml:trace contextRef="#ctx0" brushRef="#br2" timeOffset="-185992.81">1439 16520,'-25'0,"25"25,0 24,50 26,-25-26,24 1,-24 0,25 24,-50-49,24 0,26-25,-50-75</inkml:trace>
  <inkml:trace contextRef="#ctx0" brushRef="#br2" timeOffset="-185535.78">1712 16346,'0'-49,"0"73,0 26,0 25,-50-26,50 26,-25-1,25-49,-49 0,49 24,-25-49,50 0,24 0,-24 25,0-25,25 0,-26 0,26 0,0 0,-50 0,25 0,-25-50,0 1,0 24,0-25,0 26,0-26</inkml:trace>
  <inkml:trace contextRef="#ctx0" brushRef="#br2" timeOffset="-178206.36">13172 15627,'0'-99</inkml:trace>
  <inkml:trace contextRef="#ctx0" brushRef="#br2" timeOffset="-161405.4">13370 12526,'-50'0,"75"0,0-24,25 24,-1 0,1-50,0 50,-1 0,26-25,-51 25,1 0,25 0,-75 0</inkml:trace>
  <inkml:trace contextRef="#ctx0" brushRef="#br2" timeOffset="-161074.38">13296 12799,'-25'0,"25"0,25 0,24-25,1 25,-1 0,26-49,-1 49,1-50,-1 50,1-49,-1 49,0-25,-49 25</inkml:trace>
  <inkml:trace contextRef="#ctx0" brushRef="#br2" timeOffset="-160710.36">13767 12278,'-50'0,"75"0,25 0,-1 0,26 25,-1-25,1 0,-1 0,25 25,-24-25,-26 0,1 0,-25 0,-25 50,-25-26,0 51,-49-26,24 1,-24 24,24-24,-24 24,-26-24,76 0,24-26,24-24</inkml:trace>
  <inkml:trace contextRef="#ctx0" brushRef="#br2" timeOffset="-159104.27">14660 10716,'-25'0,"25"0,50 0,-25 0,49 0,0 0,26 0,24-75,49 75,1-74,-1 74,-24-75,0 75,-50-49,-24 49,-1 0,-49-25</inkml:trace>
  <inkml:trace contextRef="#ctx0" brushRef="#br2" timeOffset="-157634.19">16123 9996,'0'-49,"-24"49,24 24,0 1,49 25,-49 0,0 24,25 0,-25 26,0-1,0 25,50-25,-50 25,0-50,0-24,49 0,-49-26,0 26,0-25,0 0,0 24,0-24,0 0,0 25,0-75,0 0,25 25,0-25,49 25,-49-50,25 50,24 0,25-49,1 49,-26-50,50 50,-50-49,1 49,-26-25,1 25,-25 0,-25-50,25 50,-25-25,-25 25</inkml:trace>
  <inkml:trace contextRef="#ctx0" brushRef="#br2" timeOffset="-155733.08">16123 9971,'-24'0,"48"0,1 0,0 0,25 0,-1-24,26 24,-26-25,26 25,24-75,-25 75,-24-24,-25 24,24 0,-24 0,25 0,-1 0,-24 0,0 0,25 0,-26 49,26-24,-25 25,24-26,-49 1,25-25,-25 75,25-75,-25 25,0-1,50 26,-50-25,0 0,24 24,-24-24,0 0,0 49,0-49,0 0,0 24,0-24,0 0,0 0,0 24,0 1,0-25,0 24,0-24,0 0,-49 25,49-26,-25-24,25 25,-25-25,25 50,25-75,0-25</inkml:trace>
  <inkml:trace contextRef="#ctx0" brushRef="#br2" timeOffset="-155243.05">17413 10195,'0'-50,"-49"50,49 25,0 25,-25-1,25 1,0-1,0 1,0-25,0 24,0-49,74 0,-24 0,24 0,-24-24,-1-26,1 25,-50 0,50-49,-50 24,0 1,0-1,0 1,-25-1,-25 50,-49 0,25 0,-1 50,1-26,24 26,50-25,0 24</inkml:trace>
  <inkml:trace contextRef="#ctx0" brushRef="#br2" timeOffset="-154020.98">16421 15007,'-50'0,"100"0,-25 0,24-50,26 50,24-25,-24 25,24-49,0 49,0-75,-24 75,-51-24,26 24,-50-50</inkml:trace>
  <inkml:trace contextRef="#ctx0" brushRef="#br2" timeOffset="-153493.95">17190 13915,'0'-24,"0"24,0 24,0 26,0 0,50 49,-50 50,49 24,-49-24,50 0,-50-25,49 0,-49-50,0-24,25-25,-25 24,0 1,0-25,25-25,25 0</inkml:trace>
  <inkml:trace contextRef="#ctx0" brushRef="#br2" timeOffset="-153149.93">17413 15304,'0'-24,"50"24,-1-25,1 25,24-75,1 75,49-49,0 49,0-75,-50 75,1-49,-1 49,-24 0,-50-25,49 25,-49-50</inkml:trace>
  <inkml:trace contextRef="#ctx0" brushRef="#br2" timeOffset="-151864.86">17339 13990,'25'0,"49"-25,-24 25,24-50,0 50,1-49,24 49,-24-75,-26 75,1-24,-100 24,1 0,24 0,25 0,0 24,49-24,-49 50,50-50,-25 0,-25 25,49-25,1 0,-25 25,24 24,26-24,-26 25,1-1,0 1,-26-1,-24 1,50 0,-50-26,0 1,0 50,0-50,0-1,0 26,0-25,0 0,0-1,0 26,0-25,0 24,0 1,-25-50,25 50,-25-1,25-24,-24-25,24 50,-50-50,50 24,0-48,25-51</inkml:trace>
  <inkml:trace contextRef="#ctx0" brushRef="#br2" timeOffset="-151470.83">18430 14238,'0'0,"-49"25,49-1,-50 51,50-50,0 0,0 24,0 1,25-50,0 0,-1 0,51 0,-26 0,-24-25,50 0,-75-24,0-1,0 0,0 25,-50 25,25-49,0 49,-49 0,24 0,26 25,24 24</inkml:trace>
  <inkml:trace contextRef="#ctx0" brushRef="#br2" timeOffset="-150158.76">17810 10244,'0'0,"50"0,-1 0,26 0,24 0,25 0,74-24,1-26,49 0,0 1,0-1,-50-24,26 24,-100 50,25-74,-1 74,-48-50,24 50,-50-25,-24 25,-1-49,26 49,-51 0,1 0,-25-25,50 25,-75 0</inkml:trace>
  <inkml:trace contextRef="#ctx0" brushRef="#br2" timeOffset="-148882.68">20315 9327,'0'0,"25"0,0 0,0 0,0 0,24 0,-24 0,0 0,24 0,-24 0,25 24,-1 26,-49-25,25 24,-25 26,50-1,-50 1,49-26,-49 26,0-1,25-24,-25 24,0 1,0-1,0-24,0-1,0 1,0-25,0-1,-49 26,24-25,-25 24,25-49,25 50,-49-50,49 25,-50-25,75 0,-25 0,50 0,-26 0,26-50,0 50,-1-74,26 74,-26-50,1 1,0 24,-1-25,1 1,-1-1,-24-24,25-26,-1 26,-24 24,25-24,-25 24,-25 1,49-1,-49 25,0-24,0-1,0 25,0-24,0 24,0 25,0 0</inkml:trace>
  <inkml:trace contextRef="#ctx0" brushRef="#br2" timeOffset="-147891.63">20291 9277,'24'0,"-24"-25,50 25,0 0,-1-49,-24 49,25 0,-1 0,1 0,24-25,-24 25,24 0,-24 0,0 0,24 0,-24 0,-1 0,1 0,-1 0,1 0,-25 0,24 0,1 0,-50 49,74-49,-24 50,-25-50,-25 25,49 24,-49 1,0 0,25-50,-25 24,0 26,25-50</inkml:trace>
  <inkml:trace contextRef="#ctx0" brushRef="#br2" timeOffset="-147501.61">21630 9277,'0'0,"-50"0,26 0,-26 74,0-49,50 25,-24-1,24-24,0 0,0 25,0-26,0-24,49 0,1 0,-1 0,1 0,24-24,-24-1,-25-25,24 25,-49 1,0-26,0 25,0 0,0-24,-74 24,49 25,-49 0,24 0,-24 50,24-50,50 74,0-49,25-25,25 49</inkml:trace>
  <inkml:trace contextRef="#ctx0" brushRef="#br2" timeOffset="-147068.58">21804 9475,'-50'0,"75"0,49 0,1-49,74 49,-1-75,-24 26,25 49,0-75,0 75,0-74,-50 74,25-74,-50 74,26-25,-26 25,-24 0,-1-50,-74 75</inkml:trace>
  <inkml:trace contextRef="#ctx0" brushRef="#br2" timeOffset="-145514.49">18629 14287,'-50'0,"50"0,25 0,24 0,1 0,24-74,51 24,-1 1,-25 24,50-25,24 1,50-26,-49 26,49-1,-24 1,24-1,-49 0,-26 1,-23 49,-26-75,-50 75,1-24,0 24,-1-50,-24 50,49-25,-24 25,0 0,-26-49,26 49</inkml:trace>
  <inkml:trace contextRef="#ctx0" brushRef="#br2" timeOffset="-144451.43">20886 12452,'0'-50,"-50"50,75-49,0 49,25 0,-1 0,-24 0,0 0,24 0,-24 25,0-25,25 24,-26-24,-24 50,75 0,-26-1,-49 26,50 24,0-25,-50 25,49 25,-49 0,0 25,0-49,0-26,0 0,0 1,-25-26,25 1,-74 0,49 24,-24-49,24-25,-25 74,25-49,25-25,0 0,75 0,-26 0,1-50,0 50,-1-24,26 24,-1-75,0 26,26 24,-26-25,-24 1,24-51,1 26,-26-25,1 24,-1-24,1 25,-25-26,24 26,-49 24,25 1,-25-26,0 26,0 24,0 0,0-24,0 49,0 24,0 1</inkml:trace>
  <inkml:trace contextRef="#ctx0" brushRef="#br2" timeOffset="-143324.37">20936 12427,'0'-25,"49"1,1 24,-25-50,24 50,-24 0,0-25,24 25,-24 0,0-49,49 49,1 0,-1 0,1-25,-1 25,0 0,1 0,-1 0,1 0,-1 0,-24 0,-25 0,24 0,-24 0,0 25,24-25,-49 49,50-49,-50 25,25-25,-25 25,25-25,-25 49,0-24,0 0,0 25,0-26,0 1,0 25</inkml:trace>
  <inkml:trace contextRef="#ctx0" brushRef="#br2" timeOffset="-142934.34">22399 12402,'-50'-24,"1"24,49 49,-50 1,50-25,0 49,0-24,0-26,0 1,0 25,50-50,-25 0,-1 0,26 0,0 0,-26-25,51 0,-50-49,24 24,-24 1,-25-1,0-24,0 24,0 0,0 26,-50 24,1 0,-1 0,1 0,-26 24,75 1,0 25,0-25</inkml:trace>
  <inkml:trace contextRef="#ctx0" brushRef="#br2" timeOffset="-142462.32">22523 12452,'-25'0,"25"0,50 0,-1-25,26 25,24-74,25 74,25-75,0 75,49-99,-49 49,0 1,0-1,-1 1,-23-1,-1 25,-25 25,0-49,-49 49,-1-50,-24 50,25 0,-75 0,-25 0</inkml:trace>
  <inkml:trace contextRef="#ctx0" brushRef="#br2" timeOffset="-139949.17">22374 9302,'0'-25,"0"25,25 99,-25-49,0 24,50 25,-50 25,0-24,49-26,-49-24,25 24,-25-49,0 0,25-25,-25 49,0-24,0-50,-50 25,-24 0,24 25,1-25,-1 50,-49-1,24 1,1-25,-50 24,49 1,-24 0,50-1,-51 50,1-24,25 24,-25-25,24-24,-24 24,0 26,24-26,-24 1,25-1,-26-24,26-1,0-49,-26 75,51-75,-26 24,26-24,-26 75,51-75,-26 25,25-25,0 49,-24-49,24 25,0-25,25 25,-49-25,49 49,-50-49,50 25,-50-25,1 25,24-25,0 50,-25-50,26 0,-26 0,50 24,0-24,0 50,50 0,-50-1,74 26,-74-1,74 25,-74-24,25-1,-25 1,50 24,-50-25,25 1,-25-26,0 1,0-1,49-24,-49 0,0 25,0-26,0 1,50-25,0 0,-1 0,1-49,-1 49,1 0,49-25,-24 25,-1 0,-24 0,24 0,-24-50,24 50,0 0,1 0,-1-25,-24 25,-25 0,24 0,-24 0,0 0,25 0,24-49,-49 49,0 0,-25-25,49 25,-24 0,-25-50,0 50,0-74</inkml:trace>
  <inkml:trace contextRef="#ctx0" brushRef="#br2" timeOffset="-139207.13">19298 10616,'0'0,"50"0,-25-24,24 24,26 0,49-50,-25 50,50-74,0 24,0 0,-1 1,-48-1,-1 1,-25 49,-24-50,-1 50,-148 50,25-1,24-49</inkml:trace>
  <inkml:trace contextRef="#ctx0" brushRef="#br2" timeOffset="-137318.02">19745 10517,'0'50,"0"-25,0 49,0-24,0 24,0 25,0 0,0-24,0-26,0 26,0-25,49-50,-49 0,50-50,-25 50,0 0,24-25,1 25,0 0,24-50,-24 50,24 0,0-49,-24 49,0 0,24 0,-49 0,24 0,1 0,24 0,-24 0,0 0,-1 0,1 0,0 0,24 0,-24 0,-1 0,1 0,-1 0,26 0,-50 0,-1 0,26 0,24 0,-24 0,0 0,-26 0,26 0,-25 0,0 0,24 0,1 0,-25 0,24 0,1 0,49-25,-24 25,24 0,0-50,25 50,-50 0,1 0,-26 0,-24 0,25 0,-25 0,-1 0,26 0,-50-24,25 24,0 0,-25 24,24-24,-24 50,50 0,-50-1,0-24,0 0,25 25,-25-26,0 1,49 50,-49-26,50 1,-50-25,25 24,-25-24,25 25,-25-26,49 1,-49 25,25-25,-25-1,50 51,-50-26,25-24,-25 50,49-51,-49 1,0 25,0-1,0-24,25-25,-25 25,0 25,0-25,0-1,25-24,-25 50,-50-50</inkml:trace>
  <inkml:trace contextRef="#ctx0" brushRef="#br2" timeOffset="-136393.97">15404 11237,'-50'0,"100"0,-25 0,0 0,49-50,-24 50,24-50,1 50,73-49,26-1,0 0,-26 1,-48 49,-51-50,-49 75,-49-25,-26 74,26-74</inkml:trace>
  <inkml:trace contextRef="#ctx0" brushRef="#br2" timeOffset="-134984.89">15702 11212,'-50'25,"50"-1,0 26,0-25,0 24,0 26,0-26,0 1,0 0,0-1,0 1,0 24,0 1,0 73,25-48,-25 24,0-25,50 50,-50-25,49 0,-49-25,50 25,-50-25,25 25,-25-24,0-26,0 0,49 1,-49-1,0-24,50 24,-50-24,0-25,25 24,-25 26,0-26,49 1,-49-1,0 1,25-25,-25 0,0 24,50-24,-50 25,0-1,0-24,24 0,-24 49,25-74,-25 25,0 0,50-25,-50 50,0 49,25-99,-25 49,24-49,-24-24,50 24,-25-25,0 25,49-50,-49 50,0 0,24 0,-24-25,0 25,24 0,-24 0,0 0,25 0,-25 0,-1 0,26 0,-50-24,50 24,-26 0,1 0,50-50,-51 50,1 0,-25-25,50 25,-1 0,-24 0,0 0,25-49,-26 49,1 0,25 0,-50-25</inkml:trace>
  <inkml:trace contextRef="#ctx0" brushRef="#br2" timeOffset="-134233.85">14660 13345,'25'0,"0"0,-1 0,26 0,24 0,1-50,-1 50,1-49,-1 49,25-75,-24 26,-1 49,25-50,-24 50,-26 0,-24 0,25-50,-50 26</inkml:trace>
  <inkml:trace contextRef="#ctx0" brushRef="#br2" timeOffset="-133177.79">14586 10195,'24'0,"26"-25,0 0,-1-24,50-1,-24 25,-26 25,1-50,-50 75,-50-25</inkml:trace>
  <inkml:trace contextRef="#ctx0" brushRef="#br2" timeOffset="-132801.76">14759 10120,'0'25,"50"50,-50-51,49 1,-24 25,-25-25,75-25,-75 49,24-49,-24 50,0-25,0-25,-74 49,24-49,26 0,24-25,0 1,0 24,49 0</inkml:trace>
  <inkml:trace contextRef="#ctx0" brushRef="#br2" timeOffset="-132060.72">16396 15379,'-25'0,"25"-50,-49 50,49 50,25 24,24 1,-24-26,25 26,-50-50,24 24,-24-24,50 0,0-25</inkml:trace>
  <inkml:trace contextRef="#ctx0" brushRef="#br2" timeOffset="-131782.71">16619 15478,'-24'0,"-26"25,50 0,-50 24,50-24,-24-25,24 25,0-25,24 0,26 0,0 0,-1 0,1 0,24 0,-24 0,0 0,-26 0,1 0</inkml:trace>
  <inkml:trace contextRef="#ctx0" brushRef="#br2" timeOffset="-128070.49">22920 9178,'0'0,"0"25,0-25,0 49,25-49,-25 25,49 0,-49 24,0 1,25-50,-25 25,25 49,25-24,-50-1,24-49,-24 25,0 50,50-26,-50-24,0 25,0 24,25-74,-25 50,0-26,0 26,49 0,-49 24,0-49,25 0,-25 24,50 1,-50-25,0 49,25-24,-25-1,49 1,-49 0,0-26,25 1,-25 50,50-75,-50 49,0 1,24-1,-24 1,0 0,25-50,-25 24,0 1,0 50,50-75,-50 49,0-24,0 25,25-50,-25 49,0 51,24-76,-24 26,0 0,50-50,-50 74,0 0,0-24,0-25,0 0,0 24,25-24,-25 0,0 24,0-73,0-1,49 25,-24 0,-25-25,25 25,0 0,24 0,-24 0,25 50,-25-1,-25 1,0-1,0-24,0 0,0 25,0-26,0-24,0 25,-50-25,-24 50,24-50,25 0,25 50,0-1,0-24,0 25,0-1,0 1,50-1,-50 51,0-26,49 0,-49-24,0 24,25-24,-25 24,0 26,50-26,-50-24,25-1,-25 1,0 24,49-24,-49 0,0-26,0 51,0-100,-25 0,25 0</inkml:trace>
  <inkml:trace contextRef="#ctx0" brushRef="#br2" timeOffset="-127088.44">17016 15255,'-24'0</inkml:trace>
  <inkml:trace contextRef="#ctx0" brushRef="#br2" timeOffset="-126518.41">16892 15329,'-49'0,"49"-25,25 25,24 0,-24-24,25 24,-26 0,26-50,0 50,24-25,-24 25,-26-49,26 49,-25 0,24-25,-24 25,25 0,-50-25</inkml:trace>
  <inkml:trace contextRef="#ctx0" brushRef="#br2" timeOffset="-124966.32">16992 15304,'0'0,"0"0,49 50,-49 0,50 24,-50 25,74-24,-74-1,50 1,-50-1,49-49,-49 0,0 24,25-49,-25 50,0-25,25-25,-25 0,74 0,-74-25,50 25,0 0,24-50,0 50,26-49,-26 49,1-25,49 25,49-75,-49 75,25-49,-50 49,25-50,-25 50,26-49,-26 49,25-75,0 75,25-74,-1 74,26-75,0 75,-1-74,-24 74,0-50,-50 50,25-49,-49 49,-1-50,25 50,25-50,-24 50,24-49,-25-1,50 50,-1-99,-48 99,24-74,-50 74,25-50,-49 50,-25 0,0 0,24-25,-24 25,0 0,24-49,-24 49,25 0,-1-25,1 25,-25-50,24 50,-24-25,25 25,-50-49,49 49,1-50,0 25,-1-24,1 24,24-25,-24 50,-50-24,49 24,1-50,0 50,-1-25,1 25,0-50,24 50,-74-24,74 24,-24-50,0 50,-50-25,24 25,26 0,-50-25,25 25,0 0,-25-49,49 49,-24 0,0-25,24 25,-24 0,-25-50,25 50,25 0,-26 0,-24-24,25 24,-50-25</inkml:trace>
  <inkml:trace contextRef="#ctx0" brushRef="#br2" timeOffset="-124072.27">23986 13469,'25'0,"-25"-50,25 50,-25 25,0 25,0-25,0 24,0 26,0-51,0 1,50 25,-50-25,0-1,0 26,0 0,25-50,-25 24,0 1,0 25,0-25,0-1,0-24,-50 0,50 50,-99-50,49 25,0-25,-24 0,24 49,1-49</inkml:trace>
  <inkml:trace contextRef="#ctx0" brushRef="#br2" timeOffset="-122147.16">15330 10220,'49'0,"-24"0,49 0,-24 0,24 0,26 0,24-50,-25 50,50-50,-50 50,0-49,-74 49,0 0,-25 0</inkml:trace>
  <inkml:trace contextRef="#ctx0" brushRef="#br2" timeOffset="-121628.13">15230 9302,'0'-25,"0"25,0 74,0 26,0-26,50 0,-50 1,50-1,-50 1,24-1,-24-49,50 0,-50 24,0-24</inkml:trace>
  <inkml:trace contextRef="#ctx0" brushRef="#br2" timeOffset="-117698.9">15255 9451,'25'-50,"49"50,1-74,-1 74,25-50,26 0,23 1,1-1,25 1,49-1,0-25,25-24,50 25,-25-1,0-24,24 25,51-25,48 49,-73-49,74 49,-50 1,-49-1,-50-24,25 74,0-75,-75 75,50-74,-50 74,-49-75,0 75,-50-49,-24 49,24-50,-49 50,-1 0,1-25,24 25,1 0,-1 0,0-49,1 49,-26 0,1 0,24-25,-24 25,-25 0,24-50,1 50,0 0,-1-25,1 25,24 0,-49 0,0 0,-25 0,0 50,0-25,0 24,0-24,0 25,0-1,0-24,0 25,0-1,0 1,0 25,0-51,0 1,0 25,0-25,0-1,0 26,0-25,0 0,0 24,0-24,50 25,-50-1,0 26,0-26,0 1,24-25,-24 24,0-24,0 0,50-25,-50 0,50 0,-26 0,1 0,25 0,-25 0,-1 0,26 0,-25 25,0-25,-25 24,49-24,-49 25,25-25,-25 25,25-25,-25 50,0-1,49-24,-49 25,0-25,0-1,0 26,0 0,0-26,0 1,0 25,-24-50,24 25,-25-25,0 0,25 24,-25-24,-24 0,24 0,25 50,0-25,0-25,0 49,49-49,-49 50,25-50,-25 74,25-74,-25 75,25-75,-25 49,49 1,-49-25,50 49,-50-24,25-25,-25 24,0-24,25-25,-25 50,49-1,-49-24,25-25,-25 25,0 25,25-50,-25 24,50 1,-50 25,24-1,-24-24,50 25,-50-25,25-1,-25 26,0-25,49 24,-49-24,0 0,0 0,25-25,-25 49,0 1,0-25,25-25,-25 49,0-24,0 0,0 25,50-50,-50 24,0 1,24-25,-24 50,0-1,0 1,0-25,25-25,-25 25,0 24,0-24,0 25,50 24,-50-49,0 0,0 24,25-49,-25 25,0 0,0 0,0 24,0-24,0 0,49 25,-49-26,0 1,0 25,25-50,-25 25</inkml:trace>
  <inkml:trace contextRef="#ctx0" brushRef="#br2" timeOffset="-116986.86">24582 11931,'0'0,"49"0,1 0,-25-25,24 25,1 0,-50-25,25 25,0 0,24 0,-49-24,50 24,-1 0,-24-50,25 50,-25 0,-1 0,-24-25</inkml:trace>
  <inkml:trace contextRef="#ctx0" brushRef="#br2" timeOffset="-115568.78">23441 9079,'0'-25,"25"25,24 0,-24 0,25 0,-1 0,50 0,-49 0,24 0,1-50,-1 50,1-25,-1 25,25-49,-24 49,24-50,0 50,0-50,-24 50,-26-24,1 24,24-50,-49 50,0 0,25-25,-26 25,-24-25</inkml:trace>
  <inkml:trace contextRef="#ctx0" brushRef="#br2" timeOffset="-114172.7">24210 12005,'0'-24,"0"-26,0 50,49 0,1 0,-25 0,24 0,-24 0,0 0,0 0,24-25,-24 25,25 0,-25 0,24 0,1 0,-1 0,-24-49,0 49,25 0,-26 0,1 0,25 0,-50-25,49 25,1 0,-25 0,24 0,-24 0,-25-25,25 25,0 0,25 0,-50-50,24 50</inkml:trace>
  <inkml:trace contextRef="#ctx0" brushRef="#br2" timeOffset="-113129.64">20142 16470,'-25'0,"25"0,74-49,26-1,48-24,1 49,-25-25,-49 50,-51-74,-24 123</inkml:trace>
  <inkml:trace contextRef="#ctx0" brushRef="#br2" timeOffset="-112942.63">20266 16545,'25'0,"24"-50,26 25,49-49,24-1,-24 1,-49 74,-50-25,24 25</inkml:trace>
  <inkml:trace contextRef="#ctx0" brushRef="#br2" timeOffset="-112312.59">10642 12601,'49'0,"26"0</inkml:trace>
  <inkml:trace contextRef="#ctx0" brushRef="#br2" timeOffset="-104616.15">21283 5606,'-25'0,"0"-25,-24 25,24 0,25-50,-25 50,-25-24,26 24,-26 0,25 0,-24-25,24 25,-25 0,-24 0,24 0,0-50,1 50,-1 0,-24 0,24 0,-24 0,-1 0,26 0,24 0,-25 0,26 0,-1 0,-25 0,25 0,-24 50,-26-50,26 49,24-49,-25 75,25-75,-24 49,24-24,-25 74,50-49,0 0,-24-1,24 26,0-26,0 1,0 0,0 24,0 0,74-24,-49 0,24-1,-24 1,50-25,-26-25,26 74,-1-74,1 0,24 50,-25-50,25 0,1 0,-1 0,-25-25,25 25,-24-75,49 51,-25-51,0 1,-24-1,24 26,-49-26,-1 26,-24-1,-25 1,50 24,-50-25,0 1,0-1,0 25,0-25,0 1,-25 24,25-25,-25 50,25-49,-25 49,25-75,-25 75,-24-49,24 49,-49-25,24 25,0-50,-24 50,24 0,-24 0,24 0,-24 0,-25 0,24 0,26 0,-1 25,25-25,0 50,-49-1,74 1,0 24,0 1,25-75</inkml:trace>
  <inkml:trace contextRef="#ctx0" brushRef="#br2" timeOffset="-103569.09">23714 6028,'0'0,"0"-50,49 50,1-25,-1 25,26-49,-1 49,1-75,-1 25,1 50,-1-24,-49 24</inkml:trace>
  <inkml:trace contextRef="#ctx0" brushRef="#br2" timeOffset="-103357.08">23565 6152,'25'0,"49"0,50-75,-25 75,0-74,1 49,24 25,-50-50,-49 50,-25 0</inkml:trace>
  <inkml:trace contextRef="#ctx0" brushRef="#br2" timeOffset="-102794.05">23714 6474,'0'25,"0"0,49 24,-49-24,25 0,-25 24,50-24,-50 0,24-25,-24 50,-24-50</inkml:trace>
  <inkml:trace contextRef="#ctx0" brushRef="#br2" timeOffset="-102603.04">23466 6499,'0'-50,"0"1,49 24,26-25,-26 25,26-24,24 49,-25 0,1 0,-51 25</inkml:trace>
  <inkml:trace contextRef="#ctx0" brushRef="#br2" timeOffset="-102202.01">24235 6424,'0'0,"0"0,-25 0,-50 25,26-25,24 50,-25-25,50 24,25-49,0 0,25 0,-1 0,1 0,24 0,-49-25,0 25,24-49,-24-1,-25 1,-25-1,1 50,-26 0,-24 0,-26 25,76-25,24 25,24-25,26 0</inkml:trace>
  <inkml:trace contextRef="#ctx0" brushRef="#br2" timeOffset="-100968.94">24607 6276,'0'0,"-50"0,-24 24,-1 26,26-50,49 50,-75-50,75 49,50-49,-1 0,26 0,-1 0,-24 0,-1-25,1 1,-50-26,0 25,0 25,25 75,-25-51,0 26,0 24,0 1,0-1,0 1,0-1,0-24,-50-25,25-25,1-25,24-25,0 0,24-49,-24 25,100-25,-51-25,26 0,-26 49,1 1,-25 49,-25 0,24 25,-73 0,-1 25,1 0,24 24,-25 1,75 0,0-50,24 0,1 0,-25-50,24 50,-49-50,50 50,-50-24,0 73,0 1,0-1,0 1,0 49,0-49,0-1,0-24,0 25,-25-25,25-50,0-25,0-24,0-1,25 1,-25-25,74-25,-24 0,-50 0,50 0,-50 74,0 25,0-24,-25 98,-25 1,50-1,-25 26,25-25,0-26,0 1,0 25,0-50,50 25,-25-25,25 0,-1 0,26 0,-51 0,26-100,-50 76,25-1,-25-25,0 25,-25 25,-25 0,1 50,24-25,25 49,0-49,50-25,-1 0,1-25,-1 25,26-49,-75 24</inkml:trace>
  <inkml:trace contextRef="#ctx0" brushRef="#br2" timeOffset="-100670.93">23664 7441,'25'-49,"74"24,0-25,50-24,50 0,-26-26,-24 26,-50 74,-49-25,-1 25</inkml:trace>
  <inkml:trace contextRef="#ctx0" brushRef="#br2" timeOffset="-100470.92">23714 7689,'0'0,"74"-49,50-1,25-24,0-1,0 26,-1-1,-24 1,-74 49,-25-25</inkml:trace>
  <inkml:trace contextRef="#ctx0" brushRef="#br2" timeOffset="-84624.01">18430 3398,'0'-49,"0"-1,0 25,0-24,0-1,-49 50,49-25,0 25,0 50,0-1,0-24,0 0,24 25,-24-1,25-49,-25 25,25-25,25 0,-50-50,24 1,-24-1,50 1,-50-26,50 26,-1-1,-24-24,25 49,-26-25,-24 25,25 25,-25-24,0 48,0 26,0 0</inkml:trace>
  <inkml:trace contextRef="#ctx0" brushRef="#br2" timeOffset="-83049.92">23986 2108,'0'0,"0"-24,100-76,-51 76,1-26,24 0,-24 1,-25 24,-50 75,-49 49,24-74</inkml:trace>
  <inkml:trace contextRef="#ctx0" brushRef="#br2" timeOffset="-81212.81">17860 595,'-25'0,"-25"0,50-24,50 24,49-75,-24 75,-1-50,0 50,26-74,-26 74,-24-25,-26 25,26 0,-100 0,26 0</inkml:trace>
  <inkml:trace contextRef="#ctx0" brushRef="#br2" timeOffset="-80792.79">18281 397,'-24'0,"-26"0,25 0,25 25,0-1,0 26,0 0,25-1,-25 26,74 24,-74 0,75-24,-50 49,24 0,1-25,-1 25,-49-50,50 1,-50-26,0 26,0-26,0-24,0 25,-50-50,26 49,-26-49,-24 25,-1-25,-24 0,0 0,24 0,1 0,49-49,-24-1,49-24,-50-26,50 26,25-1,24 51,26 24,49 0,-25 0,-49 0</inkml:trace>
  <inkml:trace contextRef="#ctx0" brushRef="#br2" timeOffset="-79958.74">19621 397,'0'25,"0"24,0 26,25 24,-25 50,74 74,-74-25,99-24,-99 0,100-50,-76-50,26 1,-25-26,24-24,-24 25,0-50,-25-25</inkml:trace>
  <inkml:trace contextRef="#ctx0" brushRef="#br2" timeOffset="-79404.71">20464 496,'0'0,"-49"0,24 75,-50 24,1 25,0 49,-26 51,1-76,25-73,24 24,0-74,26-25,24 49,-50-49,50-24,0-26,0 25,0 0,25-24,24 49,1 25,0-1,-1 26,1-25,49 24,-24 1,-1-50,25 50,-24-50,-1 0,-24 0,-26 0,1 0,-25 0,75 0,-75-50,24 0,-24 26,0-1,50-50,-50 26,0-26,25 1,-25 24,0 1,74 98</inkml:trace>
  <inkml:trace contextRef="#ctx0" brushRef="#br2" timeOffset="-77050.58">18430 3299,'0'-25,"0"-24,0 24,0 74,0-24,0 25,0-1,25-24,-25 25,0-25,50-1,-26 51,1-75,25 0,-25 0,-25-25,0 0,0 0,24-24,-24 24,0-25,0 1,75-26,-75 26,25-1,-25-24,49-1,-49 26,25 24,-25-25,0 26,50-1,-50-50,25 75,-25-24,0 24,0 74,0-74</inkml:trace>
  <inkml:trace contextRef="#ctx0" brushRef="#br2" timeOffset="-75843.51">23912 2208,'0'0,"0"0,50-75,-26 75,-24-25,75-24,-50 24,0 0,24-24,-24 24,-25-50,74 26,-74 24,50-49,-50 49,50 0,-26-25,-24 75</inkml:trace>
  <inkml:trace contextRef="#ctx0" brushRef="#br2" timeOffset="-74626.44">18505 4440,'0'0,"0"50,0-26,24 26,-24-25,50-25,-50 49,74-49,-74 25,25-25,0 0,-25-25,0 1,50-26,-50 25,0 0,24-24,-24 24,0 0,50-24,-50-1,25 50,-25-25,25-24,49 49,-74-25</inkml:trace>
  <inkml:trace contextRef="#ctx0" brushRef="#br2" timeOffset="-73780.39">23590 3076,'0'0</inkml:trace>
  <inkml:trace contextRef="#ctx0" brushRef="#br2" timeOffset="-71839.28">18678 5358,'0'-25,"-25"25,25 25,0 24,0-24,50 0,-50 25,50-26,-50 26,49-25,26 24,-50-49,-25-49,49 24,1-25,-25 1,49-1,-24-49,49 0,-25 0,25-25,-49 24,24-24,-24 50,0-1,-50 26,49 49,-49-25,25 50</inkml:trace>
  <inkml:trace contextRef="#ctx0" brushRef="#br2" timeOffset="-70075.18">23689 4018,'0'-24,"0"-1,0 50,0 24,0 1,0-1,49 1,-49-25,0-25,25-50,-25 1,0 24,50-25,-50 25,49-24,-24-26,25 26,-1-1,1 1,0-26,24 25,-49-24,25 24,-26 26,-24-26,25 50,-25-25,0 50</inkml:trace>
  <inkml:trace contextRef="#ctx0" brushRef="#br2" timeOffset="-68043.06">18802 6573,'0'0,"0"25,75-25,-50 50,24-26,-24 26,0-25,24 24,-24-24,25-25,-25 50,-1-50,26 25,-50-25,0-50,0 0,25 1,24-1,1-49,-25 25,49-50,1 49,-1-24,-24 25,24-1,-49 26,24-1,-24-24,25 24,-25-25,24 26,-24-26,-25 26,75 24,-75-25,24 50</inkml:trace>
  <inkml:trace contextRef="#ctx0" brushRef="#br2" timeOffset="-66707.98">24210 4713,'0'-50,"49"25,-49 25,25 50,-25-25,0 0,50 24,-50 1,0-25,25 24,-25 1,49-50,-49 25,0 0</inkml:trace>
  <inkml:trace contextRef="#ctx0" brushRef="#br2" timeOffset="-66333.96">23912 4663,'-25'0,"25"-49,25 49,0-25,24 25,26-50,-25 50,-1-49,1 49,-1-50,-24 50,25-50,-1 50,-49-24,25 24,-25 0</inkml:trace>
  <inkml:trace contextRef="#ctx0" brushRef="#br2" timeOffset="-65860.94">24656 4614,'0'-25,"-49"25,24 49,-25 1,50-25,-25 24,25-24,0-25,50 0,-25 0,0 0,24-25,-24 25,-25-49,50-1,-50 25,0-24,49 49,-49-50,-25 50,1 0,-26 0,0 0,-24 0,49 0,25 25,50-25,-1-25</inkml:trace>
  <inkml:trace contextRef="#ctx0" brushRef="#br2" timeOffset="-64974.89">24879 4341,'-24'25,"-1"24,-25-24,25 25,25-1,25-49,25 0,-1-25,1 1,-50-26,0 25,25 25,-25 50,0-1,25 26,-25-1,0 1,0-1,0 1,0-26,0 1,0-1,0-24,-25 0,-25-25,50 0,0-25,0-24,0-1,0-49,0-1,50 1,-1-25,1 50,-25-1,24 26,-24-1,-25 1,50 49,-50-25,-25 25,-25 25,1 24,-1-24,50 49,0-49,0-25,50 0,-25 0,-1 0,51 0,-50 0,-25 75,0-1,0 0,-25 1,25-1,0 1,-25-50,25-1,0-48,0-26,0 0,0 1,0-26,0-24,0 25,0 24</inkml:trace>
  <inkml:trace contextRef="#ctx0" brushRef="#br2" timeOffset="-63917.82">23813 5383,'0'-25,"-25"25,0 0</inkml:trace>
  <inkml:trace contextRef="#ctx0" brushRef="#br2" timeOffset="-62931.77">24408 5308,'0'0,"50"-49,-25 49,-1-25,26 25,-25-50,24 50,-24-25,25 25,-50 0</inkml:trace>
  <inkml:trace contextRef="#ctx0" brushRef="#br2" timeOffset="-62665.75">24383 5432,'0'-49,"50"-1,49-24,-74 74,25-25,-26 25,1-50,50 25,-26 25,-49-24,25 24</inkml:trace>
  <inkml:trace contextRef="#ctx0" brushRef="#br2" timeOffset="-33207.07">13817 8458,'0'-24,"-25"24,25-25,-50 25,50-50,0 25,0 1,0-26,25 50,0 0,-25 25,49-25,-24 25,25-25,-25 49,24-49,-24 25,0-25,24 50,-24-1,25-24,-50 25,25-26,-25 1,49 50,-49-51,0 26,0 0,0-26,25 1,-25 25,0 24,0-49,0 25,0-1,0 26,-50-26,50 1,-24 0,24-1,-75-24,75 25,-25-26,-24 26,49 24,0-24,-25-25,25 24,0-24,0 0,0 25,0 24,0-49,0 0,50 49,-50-49,49 25,-49-26,25 26,-25-25,25 24,-25-24,74 25,-74 24,25-49,-25 25,50-1,-50 26,24-26,-24 1,50-1,-50 1,0-25,25 24,-25 1,0-25,49 24,-49 1,0 0,0-26,0 1,0 25,0-25,0 0,0 24,0-24,0 25,0-26,0 26,0-25,0 0,0 49,0-49,0 24,0-24,0 25,0-25,25-1,-25 26,0-25,50 24,-50-24,0 0,-25 25,25-26,-50 1,50 25,-49-25,-26 49,51 1,24-51,-50 26,50-25,0 24,0 26,-25-1,25-24,0-25,0-1,0 51,0-26,0 1,0 0,25-1,-25-24,50 25,-1 24,-24-24,25-26,-50 51,49-25,-49-1,75 1,-75-25,49 24,-49 1,50-1,-50 1,74 24,-24 26,-50-51,50 26,-50-1,74 25,-74-24,25-1,-25-24,49-1,-49 1,50 24,-50-49,50 0,-1 49,-24-24,49 24,-49-24,25-25,-25 49,24 1,1-1,-50 0,74 26,-24-1,-1 0,-24-49,25 24,-25 25,49 25,-24-74,-50 0,49-1,-49 26,75-26,-75 1,49-1,-49 26,50-26,-50-24,74 50,-74-26,50-24,-50 25,25-25,-25-1,74 51,-74-50,0-1,25 26,-25-25,0 24,50-24,-50 0,49-25,-49 74,25 1,-25-50,0-1,50 26,-50-25,0 24,24-24,-24 0,50 49,-25-24,-25-25,49 24,-49-24,25-25,-25 50,25-50,-25 49,50 26,-50-50,25 0,-25 24,0-24,49 0,-49 24,25-24,-25 25,50-50,-50 74,24-74,-24 25,25-25,-25 25,50-25,-50 49,25-49,-1 0,-24 25,75-25,-75-74</inkml:trace>
  <inkml:trace contextRef="#ctx0" brushRef="#br2" timeOffset="-30398.91">6623 10170,'-25'0,"25"-25,-24 25,24-25,-50-24,50 24,0 25,25 50,-25 24,49 0,1 1,-25-1,24-24,-49-1,75 1,-75-25,49-25,-49 49,50-49,-75 0,25 0,0-24,0-51,124-98,100-100,148-124,248-248,124-149,50 25,247-25,76-49,-249 124</inkml:trace>
  <inkml:trace contextRef="#ctx0" brushRef="#br2" timeOffset="-27006.71">18257 7392,'0'-25,"0"-25,0 26,0-1,0-25,0 25,0 50,0 74,-25 50,25-25,-25-49,25-1,-50-24,50-1,0 50,-49-24,49-1,0-24,-25-50</inkml:trace>
  <inkml:trace contextRef="#ctx0" brushRef="#br2" timeOffset="-26617.69">18009 7466,'-25'-49,"25"73,49 1,-24 25,50 49,-26-49,50 24,-49-49,0 24,-1-24,-24 25,-25-25,50-25,-50 24,0 26</inkml:trace>
  <inkml:trace contextRef="#ctx0" brushRef="#br2" timeOffset="-26294.67">18058 8285,'0'0,"75"0,-26-75,1 26,49-26,-25 26,26-26,-1-24,-25 25,25-1,-24 26,-25 49,-50 49</inkml:trace>
  <inkml:trace contextRef="#ctx0" brushRef="#br2" timeOffset="-26032.66">18281 8210,'0'0,"50"-49,0 24,49-49,-25-26,25 51,-24-26,-1 26,-24-1,-25 50,-25 50,-50-50</inkml:trace>
  <inkml:trace contextRef="#ctx0" brushRef="#br2" timeOffset="-24075.55">12452 9971,'0'-49,"0"24,50 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44:07.55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16148 7342,'-49'-25,"24"25,0 0,25-49,-50 49,26 0,-26 0,0 0,-24 49,24-24,1 25,49-25,-50-1,50 51,-74-1,24 1,50 49,-50-25,50-25,0-24,0 0,0-26,50-24,0 50,-1-50,1 0,24 0,1 0,-26 0,1-25,0 25,24-74,-24 24,24 0,-24-24,24-25,-24 0,-1 49,-49 0,25-24,-25 24,0 26,0-1,-25-50,0 75,-24-24,-26 24,1 0,0 0,-1 0,1 0,-1 24,1 26,74 0,-25-1,25 1,0 24,25-49</inkml:trace>
  <inkml:trace contextRef="#ctx0" brushRef="#br0" timeOffset="1881.1">15950 7962,'0'-25,"0"25,0 25,0 0,0 25,0-1,0 1,0 24,-25-24,25 24,0 1,-50 24,50-25,-49 1,49-1,-25 1,25-1,-50 25,50 1,-49 24,49-25,-25-25,25 1,-50-1,50 25,-49-24,49-1,-25 0,25-24,0 0,-50 24,50-24,0-1,0 1,-25 24,25-24,0 0,0-1,0 1,-49 24,49-24,0-1,0-24,0 50,-25-51,25 1,0 25,0-25,0-1,0 26,0-25,0 24,0 1,0 0,0-1,0-24,0 25,0-1,0 26,0-26,0-24,0 25,0-1,0 26,0-50,0-1,0 51,0-1,0-24,0-25,0-1,0 26,0-25,0 24,0 1,0-25,0 24,0-24,0 25,0-25,25-25,-25 49,0 1,0 24,49-74,-49 50,0-25,25 24,-25 1,0-25,50-25,-50 25,25 24,-25-24,24-25,-24 25,50-25,-50 49,25-49,-25 25,25 0,-25 25,49-50,-49 24,25-24,-25 25,0 25,25-50,-25 25,50 24,-50 1,0-1,0 1,24-25,-24 49,50-49,-50 25,0-1,25-49,-25 25,0 0</inkml:trace>
  <inkml:trace contextRef="#ctx0" brushRef="#br0" timeOffset="2309.13">15900 13146,'-25'0,"25"-49,0 49,50 25,-50-1,25 26,-25-25,0 0,49 24,-49-24,0 0,0 49,25-49,-25-25,-49 0,24 0,0 0,-25 0,26 0</inkml:trace>
  <inkml:trace contextRef="#ctx0" brushRef="#br0" timeOffset="2459.14">16049 13345,'25'0</inkml:trace>
  <inkml:trace contextRef="#ctx0" brushRef="#br0" timeOffset="4581.26">13965 7491,'0'0,"25"-50,0 26,49-51,-49 50,-25 1,25 24,-25 0,0 24,50 76,-50-76,49 1,-49 25,0-25,25-25,25-25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43:37.72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8558 11385,'-50'0,"50"-49,-24 49,24-25,-25 25,-50 25,51 0,24-1,-25 26,25 0,-75-1,26 50,24-24,25-1,-75 50,75-25,-49 1,49 24,0-25,0-25,49 1,-24 24,25-74,-25-25,24 49,1-49,0 0,-1 0,26 0,-26-24,-24-1,25-50,-1 1,-24 0,25-50,-1-25,-49-25,75 25,-75 75,0-1,0 1,0 24,0 26,0-26,0 25,-75 25,75-49,-49 49,24-75,-25 75,25 0,1 0,-26 0,-24 50,24 24,-49 50,0 0,24 0,75-49,0-1,0-49</inkml:trace>
  <inkml:trace contextRef="#ctx0" brushRef="#br0" timeOffset="3555.2">8583 15875,'-50'0,"75"0,-25 25,25-25,-25 25,0-1,25-24,-25 50,0 0,0-26,0 26,49-50,-49 50,0 24,0-24,0-26,0 1,0 25,0-25,0 0,0 24,-25-24,25 25,0 24,0-49,0 0,-24 24,24-24,0 0,0 24,0-24,0 0,0 25,-50-50,50 49,0-24,0 25,0-1,0-24,0 0,-25-25,25 74,0-49,0 49,0-24,0-25,0 24,0 26,0-50,-25 24,25 26,0-26,0 26,-49-50,49 49,0-49,0 24,0 1,-25 0,25 24,0 0,0 1,0-50,0-1,0 1,0 25,0 24,0-49,0-50,0 0</inkml:trace>
  <inkml:trace contextRef="#ctx0" brushRef="#br0" timeOffset="3944.22">8285 18132,'-25'-25,"25"25,50 25,-50 0,25 25,-25-1,25-49,-25 25,49-25,-24 0,-25-50,50 1,-1-26,-24 1,25 0,-1-26,-49 26,50 0,-50 24</inkml:trace>
  <inkml:trace contextRef="#ctx0" brushRef="#br0" timeOffset="5924.33">10691 12105,'0'-25,"0"-25,0 25,-25 25,1 0,-1 0,-25 0,50 75,-25-50,25-1,-49 51,49-25,-25 24,25 0,0 1,-50-1,50 1,0-26,0-24,25 25,25-1,-25-49,24 25,-24-25,0 0,49 0,-24 0,-1 0,1-50,24 26,-49-26,25 0,-25 1,24-26,-24 26,25-26,-26 1,-24-50,75 74,-75 1,0-1,0 25,0 0,0-24,0-1,-25 50,25-25,-50 25,1-49,-26 49,51 0,-26 0,0 0,1 0,-1 0,1 25,-1-25,25 24,-49 51,74-50,-25 24,25 1,-50-25,50 24,0-24,0 0,0 0,25 24</inkml:trace>
  <inkml:trace contextRef="#ctx0" brushRef="#br0" timeOffset="8011.45">10815 12378,'-25'0,"25"-25,0 25,0-25,50 25,-25 0,0 0,-1 0,26 0,-50 25,25-25,-25 25,49 24,-49 1,25-25,-25-1,25 26,-25-25,50 24,-50-24,24 0,-24 25,50-26,-50 26,25-25,-25 0,0 24,49-24,-49 0,0 24,0-24,25 0,-25 49,0-49,0 0,0 25,0-1,0 1,0 0,0-1,0 26,0-1,0-49,0 0,0 49,0 0,-49-24,49 0,0-1,0 1,-25 24,25-24,0-1,0-24,-50 50,50-26,0-24,0 25,-25 24,25-24,0-1,0-24,-49 25,49-25,0 24,0 26,-25-1,25-49,0 0,0 24,0-24,-50 0,50 24,0 1,-24-25,24 24,0-24,-50 0,50 25,-25-1,25 51,0-76,-49-24,49 75,0-26,-25-24,25 25,-25-50,25 74,0-24,0-25,-50-25,50 49,0 26,0-26,-24-49,24 25,0 0,0 49,0-24,0-1,-25-49,25 25,0 25,0-25,0-1,-50-24,50 50,0 0,0-25,0 24,0-24,0 49,0-24,0-25,0 0,0 24,0-24,0 0,0 24,0-24,0 0,0 49,0-24,0-25,0 0,0 49,0-49,0 49,0-49,0 25,0-26,0 1,0 0,25 25,-25-26,0 26,0-25,0 25,0-26,0 26,0 0,25-26,-25-24,0 0,-25 0,25-49</inkml:trace>
  <inkml:trace contextRef="#ctx0" brushRef="#br0" timeOffset="8649.49">10468 17388,'0'-25,"50"25,-50 0,24 0,-24 50,50-1,-50-24,50 25,-26 0,-24-26,50-24,0-24,-1-51,-49 25,25 26,-25-1,25-25,-25 25,49-49,-49 99</inkml:trace>
  <inkml:trace contextRef="#ctx0" brushRef="#br0" timeOffset="13546.77">12849 12080,'50'0,"-25"0,-1 0,1 0,50 0,-75 0,49 0,1 0,-25 0,24 0,-24 25,25-1,-50 1,24-25,-24 50,0-25,25-25,-25 49,0 1,0 0,0 24,0-24,0-26,0 26,0 24,0-24,0 24,0-49,0 0,0 49,0-24,0 0,0-1,0-24,0 74,0-49,0 0,0-26,0 26,0 24,0-49,0 0,0 25,0-26,0 51,0-26,0 1,0 24,0-24,-49 0,49-1,0 1,0-1,0 1,0 0,0-1,0 26,-25-26,25 26,0-26,0 26,-50-1,50 1,0 24,-25-50,25 1,0 0,0-1,-49 1,49-1,0 1,0 0,0 24,-25-49,25 24,0 1,0 25,-50-26,50 26,0-1,0-24,0-26,-24 26,24-25,0 24,0-24,0 0,0 0,0 24,0-24,-50 25,50-25,0-1,0 26,0-25,-25 0,25 24,0-24,0 0,-49 24,49 26,0-50,-25-25,25 49,0 1,0-25,-50 24,50-24,0 25,0-25,-25 24,25-24,0 0,0 24,-49 1,49 0,0-1,-25-49,25 50,0-1,0-24,0 0,-25-25,25 50,0-26,0 1,-49 25,49-1,0-24,0 0,0 25,0-26,-25 26,25 0,0-25,0-50,0-50,0 50,0-49,0 24,0 1</inkml:trace>
  <inkml:trace contextRef="#ctx0" brushRef="#br0" timeOffset="14091.8">12477 16917,'0'-25,"0"25,0 0,75 0,-51 74,-24-49,50 25,-50 24,50 1,-50-1,0-24,0-26,0 26,0-25,24-25,-24-25,75-25,-50 26,24-26,1 0,-1 1,26 24,-26-25,1 50,0-49,-1 49,-24 0,-25-25</inkml:trace>
  <inkml:trace contextRef="#ctx0" brushRef="#br0" timeOffset="16963.97">9525 12005,'0'-24</inkml:trace>
  <inkml:trace contextRef="#ctx0" brushRef="#br0" timeOffset="17679.01">10269 18008,'-49'0,"49"0,0-25</inkml:trace>
  <inkml:trace contextRef="#ctx0" brushRef="#br0" timeOffset="18494.05">11956 11981,'25'0</inkml:trace>
  <inkml:trace contextRef="#ctx0" brushRef="#br0" timeOffset="18810.07">12328 16247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10:17:40.30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9873 9302,'0'-25,"0"-25,0 26,0-1,0-25,0 50,0-25,-50-24,25 24,0 25,25-25,-49 25,-1-50,1 50,-1-24,-24 24,74-50,-50 50,0-25,26 25,-51-49,50 49,0-25,-24 25,-26-50,51 50,-26 0,25 0,0-25,-24 25,24 0,0 0,-24-49,24 49,-25 0,1 0,-1-25,25 25,-24 0,24 0,0-50,-25 50,26 0,-1 0,-25 0,25-24,-49 24,49 0,-24 0,24 0,0-50,-25 50,1 0,-1 0,0 0,-24 0,24 0,1 0,-26 0,51 0,-26 25,0-25,1 0,24 0,-25 0,26 25,-26-25,25 0,0 0,-24 49,-1-49,1 0,24 25,-25-25,25 0,0 0,-24 0,-1 50,25-50,-24 0,24 24,0-24,-49 50,49-50,0 0,-24 25,-1-25,-24 0,49 49,-50-49,26 0,24 0,-25 25,1-25,-1 50,1-50,-26 25,25-25,50 49,-24-49,-26 25,25-25,25 25,-25-25,25 50,-49-50,-1 24,25 26,-24-25,24 0,-25 49,1-24,49-26,-25-24,25 50,0-25,0 0,0 24,0-24,0 25,0-26,0 26,0-25,0 0,0-25,0 49,0-24,25-25,-25 25,0 24,49-24,-49 0,25-25,-25 74,50-49,-25 25,-25-25,24-25,-24 25,50-25,-50 24,50-24,-50 75,24-75,26 25,-25 24,0-24,24-25,-49 50,50-50,0 49,-1-49,1 25,-25-25,24 0,-24 50,0-50,49 24,-24-24,-1 0,1 50,0-50,24 0,-49 0,0 0,24 25,-24-25,0 0,24 0,-24 0,0 0,25 0,-26 0,1 0,25 0,-25 0,0 0,24 49,-24-49,0 0,24 0,1 0,-25 0,0 0,24 0,-24 0,0 0,24 0,1 0,0 0,-26 0,26 0,-25 0,0 0,24-24,-24 24,0 0,24 0,-24 0,0-25,25 25,24 0,-49-50,0 50,24 0,-24 0,25-25,-25 25,-1 0,26 0,-50-49,74 49,-24 0,24-25,-49 25,25 0,-25-50,-1 50,76-24,-76 24,1 0,25-50,24 50,-49-25,25 25,-26 0,1-49,25 49,-50-25,49 25,1-25,0-25,24 1,-24 49,-50-25,25 25,24-25,-24 25,-25-50,25 50,-25-24,49-1,-49-25,25 50,-25-25,50 1,-50-26,25 50,-25-25,0 0,24-24,-24 24,0-25,50 50,-50-49,0 24,0 0,0-24,0 24,0 0,0-25,0 26,0-1,0 0,0-25,-25 50,25-24,0-1,-25 25</inkml:trace>
  <inkml:trace contextRef="#ctx0" brushRef="#br0" timeOffset="1057.06">9749 9128,'-25'0,"25"-25,25 25,-1-49,1 49,50 0,-26-25,1 25,24-50,1 50,24-25,-50 25,26-74,-1 74,1-50,-26 50,-24-24,25 24,-50-25,49 25,-49-50,-24 50,-1 0</inkml:trace>
  <inkml:trace contextRef="#ctx0" brushRef="#br0" timeOffset="1432.08">10195 9004,'-74'50,"49"-50,25 0,49 0,1 0,0 0,-1-25,26 25,-26-50,1 50,0-49,24 49,-24-50,-1 50,1-25,-25 25,-25-49</inkml:trace>
  <inkml:trace contextRef="#ctx0" brushRef="#br0" timeOffset="1784.1">10642 8731,'-50'0,"100"0,24 0,-24-25,24 25,-49 0,24 0,1-49,0 49,-26 0,-24 25,0 49,-24-24,-1-1,-25-24,25 25,25-1,-74 1</inkml:trace>
  <inkml:trace contextRef="#ctx0" brushRef="#br0" timeOffset="2662.15">11485 8260,'0'-25,"-25"25,25 25,25 49,-25-49,0 0,25 25,-25-26,0 1,0 25,49-25,-49 24,0-24</inkml:trace>
  <inkml:trace contextRef="#ctx0" brushRef="#br0" timeOffset="3120.17">11535 8260,'0'-50,"0"1,24 49,1-25,0 25,25-50,-26 50,1 0,-25 50,0 0,0-1,0 1,0-25,-25 24,1-24,-26-25,50 50,50-50,-26 0,1 0,25 0,24 0,-49 24,25-24,-1 0,1 0,-1 0,-49 0</inkml:trace>
  <inkml:trace contextRef="#ctx0" brushRef="#br0" timeOffset="3606.2">12353 8037,'0'-25,"0"0,0 25,-25 0,-24 0,-1 50,50-25,-25-25,25 24,0 26,0-50,50 25,24-25,-24 0,-25 0,24 0,1 0,-25 0,-25 49,-25-24,-25-25,25 50,-24-50,49 25,-50-25,50 24</inkml:trace>
  <inkml:trace contextRef="#ctx0" brushRef="#br0" timeOffset="4124.23">13122 7838,'0'-25,"0"25,0 50,-25 0,25-1,-49 1,49-25,-50 0,50 24,-25-24,25 0,-25-25,25 49</inkml:trace>
  <inkml:trace contextRef="#ctx0" brushRef="#br0" timeOffset="4476.25">12874 7863,'25'0,"24"25,26-25,-26 49,1-49,0 50,24-50,-24 75,-1-75,1 24,-25-24,24 0,-49 50,25-50,-25-25,0 25</inkml:trace>
  <inkml:trace contextRef="#ctx0" brushRef="#br0" timeOffset="7544.43">12204 8806,'50'0,"-1"-50,-24 50,0 0,25 0,-26-25,26 25,-25-49,0 49,24-25,-24 25,25-50,-25 50,-1-49,26-1,-25 25,24 0,-24-24,-25 24,0-25,0 26,0-1,0 0,0-25,0 1,0-1,0 25,0-24,0 49,0-25,0 0,-25 25,25-50,-49 26,24-26,-49 25,24-24,-24 24,24 25,25-50,-25 50,50-25,-49 25,-26 0,26 0,24 0,0 0,-49 0,49 0,-25 0,1 0,-1 0,25 0,1 0,-1 0,-50 0,26 0,-1 75,1-75,24 49,0-49,-49 50,49-50,-25 50,25-26,1-24,24 50,-50-50,50 25,-25-25,25 25,-25-25,25 49,-49-24,24 25,25-1,-50-49,50 25,0 0,-25 25,25-26,0 1,0 50,0-26,0 1,0-1,25 1,-25 24,25-24,-25 0,25-50,-25 49,49 26,-24-51,25 26,-25-25,49 0,-49-25,25 0,24 49,-24-49,-26 0,1 0,25 0,-1 0,1 0,-50 0,50 0,-1 0,1-49,-25 49,24-25,-24 25,25-50,-1 50,1-25,-25 25,-25-49,49 49,-49-50,50 50,-25-25,24-24,-24 49,-25-50,25 50,-25-25,25 25,24-24</inkml:trace>
  <inkml:trace contextRef="#ctx0" brushRef="#br0" timeOffset="17435.99">6474 9624,'0'0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10:18:28.39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14734 12179,'0'0,"0"-25,0-24,0 49,-49 0,24 24,-25 26,50 0,0-1,-24-24,24 25,0-25,0 24,0-49,24 0,26 0,-25 0,0 0,24 0,-24 0,-25 25,25-25,-25 25,0 24,49-24,-49 25,0 24,0-49,0 0,-24-25,24 25,-25-25,0 0,25 49,-50-49,1 0,24 0,0-25,25 1,0-1,0 25,0-50,50 50</inkml:trace>
  <inkml:trace contextRef="#ctx0" brushRef="#br0" timeOffset="1890.1">15677 12179,'0'-25,"0"25,0 50,0 0,0 24,50 0,-50 1,0-1,24-24,-24-25,0-1,50 26,-50-25,0 24,0-24</inkml:trace>
  <inkml:trace contextRef="#ctx0" brushRef="#br0" timeOffset="2686.15">15751 12254,'0'-50,"0"25,25 25,-25-50,50 50,-50-24,49 24,1 0,-25 0,-25 49,0 1,0 0,0 24,-25 25,25-49,-74-1,74 1,-50-25,0 24,50-73,0 24,25 0,25 0,-50 24,49-24,-24 50,50 0,-51-1,1-49,25-25,-50 1,0-1,49-25,-49 25,50-24,0-1,-50 50</inkml:trace>
  <inkml:trace contextRef="#ctx0" brushRef="#br0" timeOffset="5956.34">14635 14585,'-25'0,"25"0,50 0,0 0,-26 0,26 0,24 0,1 0,-1 0,25 0,50-25,0 25,-50 0,-24 0,-26 0,1 0,0 0,-26 0,1 0,-25-24,50 24,-1 0</inkml:trace>
  <inkml:trace contextRef="#ctx0" brushRef="#br0" timeOffset="7028.4">18480 14709,'-50'0,"50"-25,50 25,24 0,-49 0,25 0,24 0,-24 0,24 0,1 0,-1 0,0 0,-24 0,0 0,24 0,-24 0,-1 0,-24 0,25-49,-26 49,-24 0</inkml:trace>
  <inkml:trace contextRef="#ctx0" brushRef="#br0" timeOffset="9453.54">14586 15453,'0'25,"0"-25,24 0,26 0,-25 0,0 0,49 0,-24 0,-1 0,1 0,-1 0,1 0,49 0,-74 0,0 0,0 0,24 0,-24 0,25 0,-1 0,-24 0,0 0,0 0,24 0,-24 0,25 0,-1 0,1 0,0 0,-26 0,-24-49,50 49,-25 0</inkml:trace>
  <inkml:trace contextRef="#ctx0" brushRef="#br0" timeOffset="11242.64">16570 15379,'0'0,"49"0,-24 0,0 0,25 0,-25 0,-25 0,24 0,26 0,-25 0,0 0,24 0,-49-50,25 50,0 0,0 0,24 0,-24 0,0 0,24 0,-49-25</inkml:trace>
  <inkml:trace contextRef="#ctx0" brushRef="#br0" timeOffset="14167.81">14734 16346,'25'0,"0"0,25 0,-26 0,1 0,25 0,-25-25,-1 25,26 0,-25 0,0 0,24 0,-24-24,0 24,24 0,1 0,-50-25,50 25,-26 0,26 0,0 0,-1-50,1 50,-1 0,1 0,-25-25,25 25,-1 0,-24 0,0 0,-25-49,49 49,-24 0</inkml:trace>
  <inkml:trace contextRef="#ctx0" brushRef="#br0" timeOffset="15278.87">16669 16148,'25'0,"0"0,24 0,-49 0,25 0,25 0,-25 0,-25-25,49 25,1 0,-1-50,-24 50,0 0,25 0,-50-24,24 24,-24 0</inkml:trace>
  <inkml:trace contextRef="#ctx0" brushRef="#br0" timeOffset="15719.89">16818 16148,'0'0,"25"0,24 0,1 0,-50 0,50 0,-1 0,1-25,-25 25,-1 0</inkml:trace>
  <inkml:trace contextRef="#ctx0" brushRef="#br0" timeOffset="18120.03">15975 16421,'0'-50,"-25"50,25-25,-25 25,-25 0,26 0,-26 0,0 0,1 0,-1 0,25 0,0 0,-24 0,24 0,-25 0,1 0,-26 0,26 0,-1 0,1 0,-1 0,0 0,1 0,24 0,0 0,-24 0,24 0,25 0,-50 0,-24 0,24 0,25 0,1 50,-51-50,50 0,1 0,-1 0,25 25,-50-25,25 0,25 25,-25-25,25 49,-49-49,24 0,25 25,-25-25,25 25,-49 24,49-24,-25 25,25-25,0 24,0-24,0 49,0-24,0 0,49 24,-49-24,25-26,25 26,-1 0,1-26,0-24,-25 75,24-75,-24 25,0-25,-25 49,74-49,-74 25,50-25,-1 25,1-25,-50 49,50-49,-1 0,1 0,-1 25,1-25,0 0,-26 0,26 0,-25 0,0 0,-1 0,26 0,-50-49,50 49,-1 0,-49-25,50 25,-1 0,-24-25,0 25,25-50,-25 50,24-24,-24 24,0-50,24 50,-24-25,0 25,25-49,-1-26,-49 50,75 25,-75-49,24 49,-24-50,25 50,-25-74,50 24,-50 1,25 49,-25-25,0-25,0 25,0 1,0-26,0 25,0 0,-25-49,0 74,25-25,-25 25,-24 0,-1 0,25 0,0 0,25 0</inkml:trace>
  <inkml:trace contextRef="#ctx0" brushRef="#br0" timeOffset="19088.09">16074 16942,'0'49,"0"1,25-1,-25-24,0 25,24-50,-24 74,50-24,-50-25,50-25,-50 74,49-74,1 50,-25-50,-1 24,26-24,-25 0,0 50,24-50,-24 0,25 0,-1 0,26 0,-26 0,1 0,0-25,-1 25,26 0,-51 0,1 0,25-25,-25 25,-1 0,26 0,-25 0,0-49,49 49,-49 0,0-25,24 25,-24-50,0 50,-25-24</inkml:trace>
  <inkml:trace contextRef="#ctx0" brushRef="#br0" timeOffset="19462.11">17364 17239,'-25'0,"25"0,49 0,26 0,-26 0,-24 0,25 0,-50 25,0 25,0-1,-25-49,25 50,-25-1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46:44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1067 1141,'-25'0,"25"0,50 0,-25 0,24 0,1 0,-1 0,26 0,-26-74,1 74,0-25,-26 25,-73 0</inkml:trace>
  <inkml:trace contextRef="#ctx0" brushRef="#br0" timeOffset="373.02">1191 1116,'25'0,"-25"50,25-50,-25 74,49-49,-49 25,25 24,-25-24,0-1,50 1,-50 24,0-24,0-25,-25 0,25 24,-25-49,-25 50,26-50,-1 0,-25 0,1 0,24 0,25 0,0-50,0 1,0 24,0 25,49-25,1 25</inkml:trace>
  <inkml:trace contextRef="#ctx0" brushRef="#br0" timeOffset="1016.05">1861 1637,'25'0,"-1"0,51 0,24 0,50 0,0 0,24 0,50 0,-24 0,-25 0,-1 0,-24 0,0 0,-50 0,-25 0,-24 0,0 0,-26 0</inkml:trace>
  <inkml:trace contextRef="#ctx0" brushRef="#br0" timeOffset="1490.08">3870 1315,'0'-25,"0"74,0 1,25 24,-25 1,0 24,0 25,0 0,0-25,0 50,0-50,0-24,0-26,0 26,0-50,0 24</inkml:trace>
  <inkml:trace contextRef="#ctx0" brushRef="#br0" timeOffset="1827.1">3895 2505,'0'0,"74"0,1 0,-26-49,1 49,24 0,1 0,24 0,0-50,-25 50,-24 0,0 0,-1 0,1-25,-25 25,-25-25,0-24,0 24</inkml:trace>
  <inkml:trace contextRef="#ctx0" brushRef="#br0" timeOffset="3231.18">3895 1265,'0'0,"24"0,51 0,-25 0,-26 0,1 0,50-25,-26 25,1 0,-1 0,1 0,0 0,-26 0,-24 0,0 0,25 0,25 0,-50 0,49 0,-49 50,50-50,-50 25,50-25,-50 24,49-24,-49 50,75-50,-75 74,49-49,-49 0,25 25,-25-26,50-24,-50 50,0 0,24-25,-24-1,0 26,0-25,0 0,0 24,0 1,0-1,0 1,0 0,0-50,0 24,-49 1,24-25,25 50,-25-50,25 25,-49-25,24 24,-25 26,25-25,25-25,50-50</inkml:trace>
  <inkml:trace contextRef="#ctx0" brushRef="#br0" timeOffset="3673.21">5085 1811,'-24'0,"-51"25,50-1,25 26,-49-25,49 24,0 1,0-25,0 0,24-25,1 49,0-49,50 0,-26 0,-24 0,25-25,-1-49,-49 49,0-24,0 24,0 0,0-25,0 50,-25 0,-49 0,24 0,1 0,24 0,25 25,0 25</inkml:trace>
  <inkml:trace contextRef="#ctx0" brushRef="#br0" timeOffset="4115.23">5135 1935,'-25'0,"50"0,25 0,-1 0,26 0,-1 0,75 0,24 0,-24 0,25 0,24 0,26 0,-51-50,26 50,-26 0,-24 0,-50 0,1-49,-26 49,0 0,-49 0,-25 0</inkml:trace>
  <inkml:trace contextRef="#ctx0" brushRef="#br0" timeOffset="5661.32">2158 5159,'-24'0,"24"0,49 0,1 0,-1 0,-24 0,25 0,49 0,-25 0,26 0,-1 0,25-49,-25 49,0 0,50 0,-50 0,1 0,-26-50,50 50,-50 0,1 0,-26 0,-24 0,25 0,-1 0,1 0,-25 0,-25-25,0 1</inkml:trace>
  <inkml:trace contextRef="#ctx0" brushRef="#br0" timeOffset="6176.35">3870 4390,'0'25,"0"25,25-1,-25 1,0 24,0 26,0 24,0 0,0 49,0-73,0-26,0 0,0-24,24-25,-24 0,0 24,0 1</inkml:trace>
  <inkml:trace contextRef="#ctx0" brushRef="#br0" timeOffset="6560.37">3969 5606,'25'0,"25"0,-26 0,26 0,0-50,-1 50,50 0,-24 0,-1-49,1 49,-26 0,1 0,24-25,-49 25,0 0,24 0,1 0,-50-25,0-25</inkml:trace>
  <inkml:trace contextRef="#ctx0" brushRef="#br0" timeOffset="7782.44">3969 4440,'0'-25,"25"25,0 0,49 0,-24-49,24 49,1 0,-1 0,0-50,1 50,-1 0,-24 0,-25 0,24 0,1 0,-50-25,-25 25,0 0,25 0,50 0,-25 25,-1-25,-24 25,50-25,-50 25,50-25,-50 24,24-24,-24 75,50-75,-50 49,50-49,-50 50,25-50,-25 50,0-1,24-24,-24 0,0 24,0-24,0 0,0 25,0-25,0-1,0 26,0 0,0-1,-49 1,49-1,0-24,-25 0,25 25,-25-50,25 49,-50-24,50 25,-24-50,-1 0,25 24,-50-24,100 0,-1 0</inkml:trace>
  <inkml:trace contextRef="#ctx0" brushRef="#br0" timeOffset="8186.46">5185 4738,'-25'0,"-25"24,50 26,-49 0,49-1,0 1,0 24,0-49,0 0,0 0,49-25,-24 0,25 0,-26 0,1 0,25 0,-25-75,-25 26,0-1,0 1,0-1,0 0,-25 1,0 49,-25 0,-49 24,50 1,49 25,0-25,0 0</inkml:trace>
  <inkml:trace contextRef="#ctx0" brushRef="#br0" timeOffset="9275.53">1365 4887,'-50'0,"50"49,0 26,0 24,0-25,0-24,0 24,25-49,-25 0,0 24,25-49,-25 50,49-50,1-25</inkml:trace>
  <inkml:trace contextRef="#ctx0" brushRef="#br0" timeOffset="9694.55">1687 4837,'-25'25,"-24"24,-26 26,26 24,-1-25,0 1,50-50,-24-25,24 24,0-24,0-49,0 49,0-25,49 25,26 25,-51-25,26 25,-25-25,0 0,-25 49,49-49,-24 0,0 0,24-25,-24 25,0-49,50-1,-51 50,26-74,-25 74</inkml:trace>
  <inkml:trace contextRef="#ctx0" brushRef="#br0" timeOffset="10593.6">5110 5011,'50'0,"24"0,50 0,50-25,-1 25,26 0,49-75,-50 75,26-49,-26 49,0 0,26-50,-26 50,-24 0,-25-50,-50 50,-25 0,-24-24,-1 24,-24 0,-25-50</inkml:trace>
  <inkml:trace contextRef="#ctx0" brushRef="#br0" timeOffset="11523.65">7541 1538,'0'-25,"0"25,0 25,0 24,0 76,0-1,-50 24,50 51,0-26,0-24,-49-50,49-24,0-1,0 1,0-50,0-1,0 26</inkml:trace>
  <inkml:trace contextRef="#ctx0" brushRef="#br0" timeOffset="11871.67">7392 2877,'0'0,"25"0,25 0,-26 0,26 0,24-49,1 49,-1 0,1-50,-1 50,0-49,1 49,24-25,-49 25,-25 0,24-50</inkml:trace>
  <inkml:trace contextRef="#ctx0" brushRef="#br0" timeOffset="12566.71">7739 1439,'-49'0</inkml:trace>
  <inkml:trace contextRef="#ctx0" brushRef="#br0" timeOffset="12650.72">7591 1513</inkml:trace>
  <inkml:trace contextRef="#ctx0" brushRef="#br0" timeOffset="13535.77">7541 1538,'25'0,"24"0,-24 0,25 0,-1 0,1 0,0 0,-1 0,26 0,-1-50,-49 50,0 0,-25-25,49 25,-49 0,25 0,0 50,25-25,-26 24,26 26,0-25,-50 24,24-49,-24 49,0-49,0 0,0 24,0-24,25 0,-25 25,0-1,0 1,0-25,0 24,0-24,0 0,-49 49,49-24,-25-50,25 25,-25-25,25 24,-25-24,-24 75,24-75,25 25,-50-25,50 0,50 0,-25-50</inkml:trace>
  <inkml:trace contextRef="#ctx0" brushRef="#br0" timeOffset="13916.79">8508 2034,'0'0,"-24"0,24 0,-75 74,75-24,-25 0,25-1,0-24,0 25,25-50,0 0,25 0,24 0,-24 0,-1-25,-24 0,25 25,-50-74,24 49,-24-50,0 26,0-1,0 1,-49 49,-1 0,-24 0,-1 0,1 74,24-74,50 74,0-24,25-50</inkml:trace>
  <inkml:trace contextRef="#ctx0" brushRef="#br0" timeOffset="14239.81">8583 2183,'-25'0,"50"0,24 0,75 0,0 0,25 0,0-50,0 50,74-49,-49 49,-50 0,0-50,-50 50,-24 0,-1 0,-49 25,-49-25,49 25,-50-25</inkml:trace>
  <inkml:trace contextRef="#ctx0" brushRef="#br0" timeOffset="15322.87">8012 3845,'0'-50,"0"100,0-1,0 51,0 24,0 24,0 1,0 0,0 0,0 0,0-50,0-25,0-24,50 0,-50-26,0 1,0 0,0-25,25 0,49-25,-49 25,49 0,-24 0,24-49,1 49,-1 0,1 0,-26 0,26 0,-51 0,1-50,25 50,-25 0,-1 0,26 0,-50-25,-25 25</inkml:trace>
  <inkml:trace contextRef="#ctx0" brushRef="#br0" timeOffset="16784.96">8111 3894,'0'-24,"25"24,0 0,25 0,-1 0,26-50,-1 50,1 0,-1 0,-24-25,-1 25,-24 0,-25-49,25 49,-25 24,49-24,-49 50,25-50,-25 25,25-25,-25 49,25-49,-25 50,74 0,-74-26,50 26,-50-25,25 24,-25-24,49 0,-49 25,0-26,0 26,0-25,0 24,0-24,0 0,0 25,0-26,0 1,0 25,-25-1,25-24,-24 50,24-26,-25-49,25 25,-50 25,25-25,-24-25,49 24,-25-24,25 50,-25-50,25 25,50-25,-25-25</inkml:trace>
  <inkml:trace contextRef="#ctx0" brushRef="#br0" timeOffset="17176.98">9153 4366,'-25'0,"-24"24,49 26,-50-25,50 0,0 24,0-24,0 25,25-50,0 0,49 0,-49 0,0 0,24 0,26-25,-50 25,-25-50,25 1,-25 24,0-25,0 1,0-1,-25 50,-50-25,26 25,-26 0,1 25,-1 25,51-50,24 49,24-24,51-25</inkml:trace>
  <inkml:trace contextRef="#ctx0" brushRef="#br0" timeOffset="17509">9327 4390,'-50'0,"100"0,24 0,26 0,24 0,24 0,-24 0,25-49,0 49,-50-50,50 50,-50 0,25-49,-74 49,0 0,-1 0,-49-50,-49 50,-1 0</inkml:trace>
  <inkml:trace contextRef="#ctx0" brushRef="#br0" timeOffset="19706.12">9203 2108,'0'25,"0"25,0-1,0 26,0 49,0-50,25 1,-25-1,0-24,0-1,0 1,0 0,0-75,-25 0,0 25,25-25,-25 25,-24 0,-1 0,-24 0,49 0,-25 0,-24 0,24 50,1-50,-1 25,-24-25,24 49,0-49,1 50,-26-50,1 49,24-49,1 25,-26-25,-24 50,25-50,24 0,0 49,1-49,24 0,0 50,-24-50,49 25,-25-25,25 25,-25-25,25 49,-50-49,26 25,-1-25,25 50,-50-50,1 24,-1-24,50 25,-50-25,1 0,24 50,0-50,-24 25,24-25,25 49,-25-49,-25 0,50 25,0 0,0 24,0 1,0-25,0 25,0-1,0 26,0-1,0 0,25 1,-25-26,0-24,0 50,0-51,0 1,25-25,25 0,-1 0,1 0,-1 0,1 0,0 0,24 0,-24 0,-1 0,-24 0,25 0,-26 0,1 0,0 0,25 0,-26 0,1 0,50 0,-51 0,1 0,25 0,-25 0,-25 0,-50 0</inkml:trace>
  <inkml:trace contextRef="#ctx0" brushRef="#br0" timeOffset="20366.16">6846 2505,'25'-25,"25"25,-25 0,24 0,26-49,-26 49,1 0,0 0,-1-25,26 25,-51 0,-73 0,-1 0</inkml:trace>
  <inkml:trace contextRef="#ctx0" brushRef="#br0" timeOffset="22218.27">6822 2530,'0'25,"0"0,0 24,0 1,0 24,0-24,0 0,0-1,-50 1,50-25,0-1,0-24,25 0,-25-24,74 24,-24 0,-25 0,-1 0,26 0,-25 0,0 0,24 0,-24 0,25 49,24-49,-24 25,24-25,1 50,-1-50,25 49,0-49,-24 75,-1-75,25 49,-24-49,24 0,0 0,1 0,24 0,-25 0,-25 0,1 0,-26 0,1 25,-1-25,-24 0,0 0,49 0,-24 0,0 0,-1 0,26 0,-51 0,26 0,-25 0,0 0,24 0,-24 0,25 0,-25 0,-25 0,49 0,-49 50,25-26,-25 1,0 25,0-25,50-1,-50 26,0-25,0 0,0 24,24-24,-24 25,0-1,50 1,-50-25,0 24,0-24,0 25,0-1,0 1,0 0,25-50,-25 24,0 1,0 25,0-25,0-1,0 26,25-50,-25 25,0 0,0 24,0-74</inkml:trace>
  <inkml:trace contextRef="#ctx0" brushRef="#br0" timeOffset="23105.32">10939 1687,'0'-50,"0"25,-25 25,-24 0,-1 100,-49-1,0 0,49 25,50-50,0-24,0 0,25 24,25-49,-1-25,26 0,-1 0,25 0,-24 0,-1-50,-24 1,-1-26,-49 1,50-1,-50-24,0-25,0 25,-25 49,0 1,-49 49,-50 0,25 0,24 49,1 1,74 24,0-24,0 0,49-1,1 26,0-75</inkml:trace>
  <inkml:trace contextRef="#ctx0" brushRef="#br0" timeOffset="23456.34">10964 2034,'-25'0,"25"25,50 24,-25-24,24 25,-24-25,25-25,-26 74,1-74,-25 25,50-25,-50 0,25 0,-25-75,24 51,-24-1,75-50,-50 26,24-1,-24 1,25 49,-50 24,25-24</inkml:trace>
  <inkml:trace contextRef="#ctx0" brushRef="#br0" timeOffset="24138.38">11411 4242,'0'-50,"0"50,0 25,-100 0,51 24,-1 1,50-25,-25 24,25-24,0 25,25-50,25 24,49-24,-25 0,26 0,-1 0,-25-49,1 24,-51-25,-24-24,50-25,-50 24,0 1,0 24,-25 50,-49-49,-25 49,-1 0,26 49,-25 1,74-25,25 24,0 26,0-1,0 1,50-51</inkml:trace>
  <inkml:trace contextRef="#ctx0" brushRef="#br0" timeOffset="24475.4">11659 4341,'0'49,"24"-24,1 25,25 24,-25-24,24-25,-24 24,25-24,-26-25,1 0,-25-25,75 0,-75-24,49-1,1-24,-25-25,24 24,-49 26,50-1,-25 50</inkml:trace>
  <inkml:trace contextRef="#ctx0" brushRef="#br0" timeOffset="25526.46">2704 2108,'-25'0,"25"0,50 0,-1 0,26 0,24 0,25 0,0 0,25 0,-25 0,0 0,-50 0,1 0,-50 0,-1 0,-48 0,-1 0</inkml:trace>
  <inkml:trace contextRef="#ctx0" brushRef="#br0" timeOffset="26793.53">2927 2059,'0'0,"0"49,0 1,0 0,0 49,0 0,0 0,0 50,0 0,0 0,-49 0,49-1,0-48,0-1,0-25,0 25,0-49,24 0,-24-1,0 1,0 24,0-49,0 25,0-25,0 24,0-24,0 0,0 24,0 1,0-25,0 0,0 24,0-24,25-25,-25 25,0 24,0-24,25-25,-25 25,0 25,0-26,0 1,0 25,50-50,-25 0,-1 0,26 0,0 0,-26 0,1 0,50 0,-26 0,1 0,-1 0,1 0,24 0,-49 0,0 0,0 0,49 0,-49 0,25 0,-1 0,26 0,-26 0,-24 0,0 0,49 0,-49-25</inkml:trace>
  <inkml:trace contextRef="#ctx0" brushRef="#br0" timeOffset="27455.57">1464 3373,'25'0,"24"0,-24 0,25 0,24 0,0 0,1 0,-1 0,26 0,24 0,24 0,1 0,-50 0,25 0,0 0,-49 0,-50 0,-1 0</inkml:trace>
  <inkml:trace contextRef="#ctx0" brushRef="#br0" timeOffset="28121.6">1464 2679,'-25'0,"-49"0,49 50,-25 49,25-50,25 1,0 0,0-1,0 1,0-50,50 0,0 0,24 0,-24 0,-26-25,26 25,-25-25,0 25,-25-25,49 25,-49-49,0 74</inkml:trace>
  <inkml:trace contextRef="#ctx0" brushRef="#br0" timeOffset="28362.62">1687 2654,'0'0,"0"50,0-25,0-1,74 26,-74-25,25 24,-25-24,25 0,25-25,-50 50,25-50</inkml:trace>
  <inkml:trace contextRef="#ctx0" brushRef="#br0" timeOffset="28692.64">1886 2877,'-50'0,"75"0,0 0,-1 0,26-49,0 49,-1-50,26 50,-51-25,1 25,-50 0</inkml:trace>
  <inkml:trace contextRef="#ctx0" brushRef="#br0" timeOffset="29021.66">2109 2381,'-25'0,"25"50,0-1,25 1,-25 0,49 24,-49-49,25 0,-25 24,0-24,50-25,-50 25,25-25</inkml:trace>
  <inkml:trace contextRef="#ctx0" brushRef="#br0" timeOffset="29455.68">2332 2381,'0'-49,"0"73,0 26,0 0,-50-1,50 1,-24-25,24 24,0-74,0 25,0-24,24 24,26 0,-25 0,24 0,-24 0,25 0,-25 0,-1 0,-24 0,50 0,-50-25,0 0</inkml:trace>
  <inkml:trace contextRef="#ctx0" brushRef="#br0" timeOffset="31961.82">12576 2952,'0'0,"50"-25,24 25,1 0,24-50,50 50,-50 0,-25-24,-24 24</inkml:trace>
  <inkml:trace contextRef="#ctx0" brushRef="#br0" timeOffset="32177.84">12552 3125,'0'0,"49"0,1 0,24-24,1 24,-1 0,50-25,-50 25,1 0,-50 0,-1 0</inkml:trace>
  <inkml:trace contextRef="#ctx0" brushRef="#br0" timeOffset="32786.87">16495 1414,'50'-50,"0"50,-1 0,26 0,24-49,-25 49,1 0,-26 0,-49-25</inkml:trace>
  <inkml:trace contextRef="#ctx0" brushRef="#br0" timeOffset="33123.89">16768 1339,'0'25,"0"25,0-1,0 26,50-26,-50-24,25 25,-25 0,49 24,-49-24,0-1,0-24,0 25,0-26,-49-24,-26 0,51 0,-1 0,25 0,-50 0,50-74,0 49,25-24,0-1,49 0,-24 1</inkml:trace>
  <inkml:trace contextRef="#ctx0" brushRef="#br0" timeOffset="33543.91">18133 1191,'0'-25,"0"50,0 24,0 1,0-1,0 26,0-26,24-24,-24 0,50 25,-50-1,25-49,-25 25,25-25</inkml:trace>
  <inkml:trace contextRef="#ctx0" brushRef="#br0" timeOffset="33956.94">18480 1265,'0'0,"-50"25,25 0,1-1,-26 26,25-25,-49 49,99-99,-1 25,26 0,0 50,-26-50,26 50,24-50,-49 24,0-24,25 0,-26 0,1 0,-25 0</inkml:trace>
  <inkml:trace contextRef="#ctx0" brushRef="#br0" timeOffset="34811.99">20291 1042,'0'-25,"0"25,-50 0,0 50,-24 24,49-24,-24-1,49 26,0-26,0-24,24 25,26-50,24 24,26-24,24 0,-25 0,-25-24,1-26,-26 0,1 1,-50-1,49-24,-49-1,0 1,0 0,0 49,-24 25,-26 0,-49 0,-50 49,25 26,25-1,74-24,25-1,0 1,25 0,24-26,26-24</inkml:trace>
  <inkml:trace contextRef="#ctx0" brushRef="#br0" timeOffset="35156.01">20588 1339,'0'25,"0"25,99-1,-74 1,25 0,-25-26,24-24,-24 75,0-75,25-25,-50 0,24-24,-24 24,0 0,0-25,50-24,-50 24,0 26,25 24</inkml:trace>
  <inkml:trace contextRef="#ctx0" brushRef="#br0" timeOffset="35688.04">21233 1290,'0'0,"0"25,0 24,0-24,0 0,0 24,0-24,0 25,25-50,-25 0,0-25,0-25,50 1,-50-1,0 1,24-26,-24 26,50 49,-50-25,25 25,24 0,-49 49,75-24,-75 25,25 24,-25-49,0 0,49 24,-49-24,0-50,25 1</inkml:trace>
  <inkml:trace contextRef="#ctx0" brushRef="#br0" timeOffset="35961.05">21853 1364,'0'-25,"25"25,25 0,24 0,1 0,-1-49,0 49,-24 0,-25 0,-25 0,-25 0,-25-25</inkml:trace>
  <inkml:trace contextRef="#ctx0" brushRef="#br0" timeOffset="36176.06">22052 1166,'0'0,"-50"49,50-24,0 25,0-25,0 24,25-24,-25 0,25-25,-25 74,49-74,1 25,-25-25,0 0</inkml:trace>
  <inkml:trace contextRef="#ctx0" brushRef="#br0" timeOffset="36408.08">22424 1017,'0'-25,"0"75,0-1,0 1,0 0,0-26,25 26,-25-25,0 0,0 24,0-24</inkml:trace>
  <inkml:trace contextRef="#ctx0" brushRef="#br0" timeOffset="39334.24">11162 3870,'-24'0,"24"0,49 0,26 0,24 0,25-50,25 50,-25-50,25 50,-1-74,-73 74,-50 0,24 0,-74 0</inkml:trace>
  <inkml:trace contextRef="#ctx0" brushRef="#br0" timeOffset="41028.34">17091 2704,'-25'0,"0"0,-24 74,24 1,-25-1,50 0,-49 26,49-51,0 1,49-1,1-24,-1-25,26 0,24 0,-25 0,1-49,-26-1,1 0,-50 1,25-26,-25 26,0-1,-25 1,-25-1,-24 50,0 0,-26 0,-24 50,50 24,24-24,50-1,25 1,25-50</inkml:trace>
  <inkml:trace contextRef="#ctx0" brushRef="#br0" timeOffset="41515.37">18753 2704,'-75'0,"26"25,-26-1,-24 51,25-1,-1-24,75-25,-25 24,25-24,0 25,75-50,-1 24,25-24,1 0,24-24,-50 24,-24-75,-1 50,-49-24,25-1,-25 1,0-26,0 1,-49 49,24 25,-25 0,-24 0,-1 0,1 50,49 24,25-49</inkml:trace>
  <inkml:trace contextRef="#ctx0" brushRef="#br0" timeOffset="42595.43">21258 2232,'0'75,"0"-50,0 24,0 1,0-1,0 1,0-25,0 0,50 24,-50 1,24-50</inkml:trace>
  <inkml:trace contextRef="#ctx0" brushRef="#br0" timeOffset="42805.44">21283 2307,'0'-25,"49"50,1 24,-25-24,24 25,1-50,-25 49,24-24,1 25,-25-50</inkml:trace>
  <inkml:trace contextRef="#ctx0" brushRef="#br0" timeOffset="43025.46">21580 2208,'-24'0,"24"24,24 1,-24 25,25-25,-25 24,50-24,-50 0,0 24,25 1,-25-25</inkml:trace>
  <inkml:trace contextRef="#ctx0" brushRef="#br0" timeOffset="43481.48">22101 2108,'0'-49,"0"49,-74 49,24 26,1-26,49 1,-25 0,25-1,0-24,25 25,24-50,26 24,-26-24,26 0,-26 0,26-24,-1 24,-49-50,25 25,-50 25,0 0</inkml:trace>
  <inkml:trace contextRef="#ctx0" brushRef="#br0" timeOffset="44230.52">17736 3820,'-50'0,"25"0,0 0,-49 25,24 24,26-24,-26 25,50-25,0 24,25 1,49-50,1 0,-1 0,1-25,-1 25,0-74,-49 24,-25 25,50-24,-50-1,0 0,-25 26,0 24,-24 0,-26 0,-24 0,24 0,26 49,49-24,0 0,0 24,74-49</inkml:trace>
  <inkml:trace contextRef="#ctx0" brushRef="#br0" timeOffset="44846.56">18802 3572,'0'49,"0"1,0 0,0-1,0 26,0-26,25-24,-25 25,0-1,50-49,-1 0</inkml:trace>
  <inkml:trace contextRef="#ctx0" brushRef="#br0" timeOffset="45379.59">20266 3597,'49'0,"26"0,24 0,25 0,-50 0,1 0,-26 0,-24 0,-25-50</inkml:trace>
  <inkml:trace contextRef="#ctx0" brushRef="#br0" timeOffset="45655.61">20687 3423,'50'25,"0"-25,24 25,-24-25,-1 0,-24 49,25-49,-50 25,0 0,0 24,0-24,-50 0,25 25,1-50,-26 49,25 1</inkml:trace>
  <inkml:trace contextRef="#ctx0" brushRef="#br0" timeOffset="46789.67">21903 3249,'-25'75,"-25"-50,50 24,0 1,0-1,0-24,0 0,25-25,25 50,-1-50,1 0,0 0,-1-25,-24-25,-25 25,50-24,-50-1,0 1,0 24,-25-25,0 50,-24 0,-26 0,1 0,-26 25,26 25,-25-1,24 26</inkml:trace>
  <inkml:trace contextRef="#ctx0" brushRef="#br0" timeOffset="47410.71">17835 4490,'0'0,"0"0,0 49,0-24,0 25,0-1,0 1,0 24,0-49,0 0,0 25,25-50,-25 49,74-49,-24 0</inkml:trace>
  <inkml:trace contextRef="#ctx0" brushRef="#br0" timeOffset="47823.73">18728 4539,'0'25,"-25"0,25 24,0-24,0 0,0 25,25-50,-25 24,74-24,-24 0,0 0,-1-24,26-26,-51 25,-24-24,50 24,-50 0,0-25,0 26,-50 24,26-50,-1 50,-50 0,26 0,-1 25,0 0,50 24</inkml:trace>
  <inkml:trace contextRef="#ctx0" brushRef="#br0" timeOffset="48250.75">20216 4713,'0'-25,"50"-25,49 50,25 0,0-49,-25 49,0 0,-24-25,-50 25,-25-25,0-24,0 49,0-25</inkml:trace>
  <inkml:trace contextRef="#ctx0" brushRef="#br0" timeOffset="48520.77">20836 4415,'0'-25,"-49"25,49 0,24 75,26-75,25 25,-26-25,1 0,-1 0,1 49,-25-49,-50 50,0-1,0-49,-49 50,24-50,1 50,24-1,25-49,74 0</inkml:trace>
  <inkml:trace contextRef="#ctx0" brushRef="#br0" timeOffset="48947.79">21903 4093,'0'49,"0"1,0 0,0 24,0-24,0-1,0-24,0 25,0-1</inkml:trace>
  <inkml:trace contextRef="#ctx0" brushRef="#br0" timeOffset="51039.91">18108 5407,'0'0,"0"-24,0 73,0-24,0 25,0-26,0 1,0 25,0-50,0 49,49-24,-24-25,50 0,-26 0</inkml:trace>
  <inkml:trace contextRef="#ctx0" brushRef="#br0" timeOffset="51325.93">18976 5308,'0'25,"0"0,0 0,25 24,-25-24,0 0,0 49,0-24,74-50,-49 0</inkml:trace>
  <inkml:trace contextRef="#ctx0" brushRef="#br0" timeOffset="51759.96">20191 5383,'-49'0,"98"0,1 0,24 0,1 0,-1 0,1 0,-1 0,0 0,1 0,-26-50,-24 50,-25-25</inkml:trace>
  <inkml:trace contextRef="#ctx0" brushRef="#br0" timeOffset="52023.97">20663 5184,'-25'0,"50"0,24 25,26-25,24 50,-25-50,-24 0,-25 24,24-24,-49 50,0-25,-24-25,24 49,-50-49,25 50,-24-50,49 50,-25-50</inkml:trace>
  <inkml:trace contextRef="#ctx0" brushRef="#br0" timeOffset="52474">21878 5011,'0'-50,"0"100,0-26,25 26,-25 0,0 24,49-49,-49 0,0 24,0-24,0 0</inkml:trace>
  <inkml:trace contextRef="#ctx0" brushRef="#br0" timeOffset="52654.01">21630 5011,'0'-25,"50"-25,24 50,25 0,0 0,-24 0,-25 0,-1 0</inkml:trace>
  <inkml:trace contextRef="#ctx0" brushRef="#br0" timeOffset="53047.03">22349 4961,'0'0,"-24"0,-26 25,0 0,26-25,24 49,-50-49,50 75,0-51,50-24,-26 0,26 0,0 0,24 0,-49-24,24-26,-49 25,0-24,50 24,-50 0,-25 25,-24 0,-1 0,0 0,1 0,-1 0,50 50,0-26,50-24,24 0</inkml:trace>
  <inkml:trace contextRef="#ctx0" brushRef="#br0" timeOffset="54350.1">22895 4762,'0'-24,"-50"24,1 0,-1 0,1 0,49 49,-25-49,25 25,0 0,74-25,-24 0,-1 0,1 0,-25 0,24-25,-24 0,-25 25,0 25,0 25,0-1,0 26,0 24,0-25,0 1,0-1,0-24,0-1,-25-49,25 25,0-50,0 1,0-26,0 0,0 1,50-26,-25-24,25 25,24-1,-24 26,-1-1,26 0,-26 26,-24-26,25 25,-50-24,49 49,-49-25,0 25,-74 25,24-1,-24 26,24-25,1 24,49 1,0 0,0-50,49 0,1 0,-1 0,-24 0,25 0,-50 0,25 0,-25-50,0 50,0 25,0 25,0 49,0-25,0 1,0-1,0-24,0-26,0 26,-25-50,25 25,-50-50,50-25,0 1,0-1,25-24,-25-50,50 25,-50-50,74-25,-24-49,-50 124,49 49,-49 0,0 125,0 24,0-25,0 1,0-1,0-24,50-25,-25-25,24 49,-24-49,25 0,-26 0,26-25,-25 1,24-26,-49-24,25 49,-25 0,0 25,-49 0,-1 0,25 50,25 24,0-49,25-25,0 0,49 0,-24 0,0 0,-1-25,26-25,-75 26,-50 24</inkml:trace>
  <inkml:trace contextRef="#ctx0" brushRef="#br0" timeOffset="54513.11">24210 4564,'-25'0,"25"50</inkml:trace>
  <inkml:trace contextRef="#ctx0" brushRef="#br0" timeOffset="63740.64">3647 7193,'0'0,"0"-49,74 49,-24 0,-1 0,26-25,-26 25,1 0,0 0,-1 0,-24-25,0 25,-25 0,-25 0</inkml:trace>
  <inkml:trace contextRef="#ctx0" brushRef="#br0" timeOffset="64136.66">3919 7119,'0'50,"25"-1,-25-24,0 25,25-1,-25 1,0-1,0 1,0 24,0-24,0 0,0-26,0 51,-50-50,26 24,-26-74,50-49,0 49,0-24,0 24,0 0,0-25,25 26,0-1,24 25,-24 0</inkml:trace>
  <inkml:trace contextRef="#ctx0" brushRef="#br0" timeOffset="65016.71">5333 7094,'0'-25,"0"75,0 0,0 24,-49 0,49-24,0 24,0-24,0 0,0-26,0 26,25-50</inkml:trace>
  <inkml:trace contextRef="#ctx0" brushRef="#br0" timeOffset="65502.74">5557 7218,'0'-49,"0"49,0 24,-75 1,26 25,24-1,25-24,-75 25,75-25,-24-25,24 0,0 0,0 0,49 0,-49 49,25-49,-25 50,25-50,-25 49,49-49,-24 25,0-25,-25 0,50 0,-26-49,26 49,-50-75,50 75,-50-49,49 49,-49-25,50 25</inkml:trace>
  <inkml:trace contextRef="#ctx0" brushRef="#br0" timeOffset="66815.82">2456 7317,'0'0,"0"-24,-50 24,26 0,-1 0,25 49,-99 1,74 49,-25-25,50 26,-49 24,49-50,0-24,24-1,1 1,0-50,49 25,-24-25,24 0,1 0,24-50,-49 0,-1 1,-24-1,-25-24,50-50,-50 25,0-1,49-48,-49 48,0 26,-49 0,-26 49,50 25,-24 0,-50 25,49 24,-24 1,49 24,25 1,-50-1,50-24,0 24,75 0</inkml:trace>
  <inkml:trace contextRef="#ctx0" brushRef="#br0" timeOffset="67256.84">2605 7516,'0'-25,"0"25,0 25,25 49,-25-24,74 24,-74-24,50 24,-50-49,49 25,-24-1,25-49,-50 0,0-49,24 24,-24-50,0 1,75-50,-75 25,0 74,25 25,-25 25,49 0</inkml:trace>
  <inkml:trace contextRef="#ctx0" brushRef="#br0" timeOffset="68051.89">3126 7714,'0'0,"0"-49,0 98,0-24,0 0,0 24,0-24,0 0,0 0,0 24,0 1,0-50,0-50,0 26,0-26,0 0,0-24,0 24,0 26,0-26,49 50,-24 0,-25 25,25 0,-25 24,0 1,50-1,-50 1,0 0,0-1,0-24,0 25,0-75,0 0,24-25,-24 26,0-1,50 25</inkml:trace>
  <inkml:trace contextRef="#ctx0" brushRef="#br0" timeOffset="71642.09">9401 1067,'0'-25,"0"50,0 24,0-24,0 25,0-26,0 1,0 25,0-25,0-1,0 26,25-25,-25 24,0 1,0-25,0 24,25 1,-25 0,0-25,0-1,50 26,-50-25,0 0,0 24,0-24,0 0,0 24,0-24,24-25,-24 25,0 25,0-26,25-24,-25 25,50-50,-50 1</inkml:trace>
  <inkml:trace contextRef="#ctx0" brushRef="#br0" timeOffset="73761.21">3076 719,'0'-49,"25"49,-25-25,50 25,-50 74,24-49,-24 0,0 25,0-26,0 1,0 25,0-25,50-1,-50 51,0-26,0-24,0 0,0 25,0-26,0 1,0 25,0-25,25-25,-25 24,0 26,0-25,0 0,25-25,24 0,-24 0,0 0,24 0,1 0,-25 0,0 0,24 0,-24 0,0 0,24 0,-24 0,0 0,25 0,-26 0,1 0,25 0,-25 0,-1 0,-24 0</inkml:trace>
  <inkml:trace contextRef="#ctx0" brushRef="#br0" timeOffset="76477.37">3200 645,'0'25,"0"-25,50 0,-25 0,24 49,1-49,24 0,-49 0,0 0,24 0,26 0,-26 0,-24 0,0 0,25 0,-26 0,1 0,25 0,-25 0,-1 0,26 0,49-24,-24 24,-1 0,1 0,-1 0,0 0,-24 0,0 0,24 0,-49 0,0 0,-1 0,26 0,-25 0,0 0,24 0,1 0,-1 0,1 0,25 0,-1 0,0 0,-24 0,0 0,-1 0,1 0,-1 0,26 0,-50 0,-1 0,26 0,24 0,-24 0,0 0,-1 0,1 0,24 0,-49 0,0 0,24 0,-24 0,0 0,0 0,25 0,-26 0,1 0,25 0,-25 0,24 0,26-25,-26 25,1 0,-1 0,1-50,24 50,-49 0,25 0,-1 0,1 0,24 0,-24 0,0 0,-1 0,-24 0,25 0,-25 0,-1 0,51 0,-26 0,1 0,0 0,-26 0,26 0,0 0,-26-25,51 25,-50 0,-1 0,26 0,0 0,-26 0,26-49,-25 49,0 0,-1 0,51 0,-50 0,-1 0,26 0,-25 0,0 0,24 0,1 0,0 0,-26 0,1 0,50 0,-26 0,-24 0,25 0,24 0,-49 0,0 0,24 0,26 0,-26 0,1 0,-25 0,24 0,-24 0,0 0,24 25,-24-25,0 0,25 0,-26 24,1-24,25 0,-25 0,0 0,-25 25,0 25,0-25,0-1,0 26,49-50,-49 25,0 0,0 24,0-24,0 0,0 24,0-24,25 0,-25 25,0-26,0 1</inkml:trace>
  <inkml:trace contextRef="#ctx0" brushRef="#br0" timeOffset="78016.46">3126 5457,'74'0,"-49"0,0 0,24 0,-24 0,0 0,25 0,-26 0,1 0,0 0,25-25,-1 25,1 0,-1 0,26 0,-50 0,24 0,1-25,-25 25,-1 0,26 0,-50-49</inkml:trace>
  <inkml:trace contextRef="#ctx0" brushRef="#br0" timeOffset="79830.56">2952 5482,'-25'0,"25"0,0 0,0 0,0 49,50-24,-50 25,0 24,25-24,-25-1,0 1,0 0,0 24,49-24,-49-25,0-1,0 26,0-75,25 25,25 0,-1 0,-24 0,0 0,49 0,-49 25,0-25,25 0,-1 0,26 0,-1 0,0 0,1 0,-1 0,1 0,-1 0,1 0,-1 25,-24-25,-26 0,26 0,24 0,-49 0,0 0,25 0,24 0,0 0,26 0,-26 0,0 0,1 0,24 0,-24 0,-1 0,0 0,1 0,-1-50,-24 50,-1 0,1 0,0 0,24 0,-24 0,-26 0,1 0,50 0,-1 0,-24 0,24-25,0 25,1 0,-1 0,1 0,-1 0,25 0,-49 0,0 0,-1 0,1 0,-1 0,26-49,-26 49,1 0,0 0,24 0,-24-25,24 25,1 0,-1 0,0-50,1 50,-1 0,1 0,24-49,0 49,-25 0,1 0,-1-25,1 25,-1 0,25-50,-24 50,-26 0,1-49,0 49,-1 0,1 0,-25 0,24-25,1 25,-1 0,1 0,24-50,1 50,-1 0,1-25,-1 25,0 0,-24 0,0 0,24-49,-24 49,-1 0,1 0,0 0,-26 0,1-25,25 25,-25 0,24-50,26 50,-51 0,1-24,25 24,-1 0,-24-50,25 50,-25 0,-1 0,-24-25,25 25,-25-25,0 25,0-49</inkml:trace>
  <inkml:trace contextRef="#ctx0" brushRef="#br0" timeOffset="80992.63">10046 4291,'50'25,"-50"49,0-24,0-25,0 0,0 24,0-24,0 0,0 24,25-24,-25 0,0 25,0-26,0 1,0 25,0 0,0-26,0 51,49-75,-49 49,0 1,0 0,0-26,0 26,25-50,-25 25,0 0,0-1,0 26,0-25,0 0,25-25,-25 49,0-24,0 0,0-25,0-25,0-25</inkml:trace>
  <inkml:trace contextRef="#ctx0" brushRef="#br0" timeOffset="82781.73">3002 5606,'-25'0,"25"-25,25 25,24 0,26 0,-50 0,24-74,26 74,-51 0,1 0,0 0</inkml:trace>
  <inkml:trace contextRef="#ctx0" brushRef="#br0" timeOffset="82915.74">3597 5432</inkml:trace>
  <inkml:trace contextRef="#ctx0" brushRef="#br0" timeOffset="85834.9">2878 8558,'0'-50,"49"50</inkml:trace>
  <inkml:trace contextRef="#ctx0" brushRef="#br0" timeOffset="87304.99">2778 8582,'0'-49,"0"24,0 0,-24 25,-1 0,25 0,-25 0,25 75,-50-26,50 26,0-26,-24 1,24-1,0 1,0 0,0-26,24-24,26 50,-25-50,24 0,1 50,-25-50,24 0,1 0,-25-25,0 25,-25-25,74 25,-74-50,25 26,-25-26,0 25,0 0,0-24,0 24,0 0,0-24,0 24,-50-25,26 1,-26 49,25-25,-25 25,1 0,24 0,0 0,-24 0,24 0,0 25,-25-25,26 49,-26-49,50 75,-50-75,50 74,0-24,0-26,25-24,25 0,-25 0</inkml:trace>
  <inkml:trace contextRef="#ctx0" brushRef="#br0" timeOffset="87456">3027 8657,'49'0</inkml:trace>
  <inkml:trace contextRef="#ctx0" brushRef="#br0" timeOffset="88744.07">4143 8359,'0'-25,"0"-24,-25 49,0 0,-24 0,49 25,-25-25,25 74,-50-49,50 24,0 1,0 0,0-1,0-24,0 25,0-26,25-24,49 50,-24-50,0 0,-26 0,26 0,-25 0,0-25,24 25,-49-49,50 24,-50-50,49 26,-49-1,0 25,0-24,-24 49,24-50,-50 50,25-25,-49 25,24 0,1 0,-1 0,0 0,50 50,-74 0,74-1,25-49</inkml:trace>
  <inkml:trace contextRef="#ctx0" brushRef="#br0" timeOffset="89374.11">5557 8334,'-25'0,"-25"0,50 25,-74 50,74-26,-75 26,75-26,0-24,0 0,25 49,50-74,-26 0,26 0,-1-25,-24 1,-26-26,-24 25,50-24,-50-26,0 26,0-1,-25 25,0 25,-24 0,-26 0,1 0,24 0,50 50,50-50</inkml:trace>
  <inkml:trace contextRef="#ctx0" brushRef="#br0" timeOffset="92193.27">2977 8855,'0'50,"25"-50</inkml:trace>
  <inkml:trace contextRef="#ctx0" brushRef="#br0" timeOffset="93147.32">3969 7838,'-25'0,"25"0</inkml:trace>
  <inkml:trace contextRef="#ctx0" brushRef="#br0" timeOffset="93477.34">4217 8682</inkml:trace>
  <inkml:trace contextRef="#ctx0" brushRef="#br0" timeOffset="94024.37">5234 8409,'50'0</inkml:trace>
  <inkml:trace contextRef="#ctx0" brushRef="#br0" timeOffset="107070.12">7715 6772,'-25'0,"-25"0,25 0,25 49,-74 1,74 49,0-24,-25-1,25 0,0-24,0 0,0-1,75-49,-26 25,1-25,24 0,25 0,1-25,-51-24,1-1,-1-24,-24 24,-25-24,50-1,-50 1,0-1,-25 1,-49 49,24 25,-24 0,-26 0,-24 25,50 24,0 26,74-25,0-1,24 1,51-1,24-49</inkml:trace>
  <inkml:trace contextRef="#ctx0" brushRef="#br0" timeOffset="107438.14">8037 7094,'-74'-25,"98"50,1 25,25-25,-25 24,24-24,1-25,0 50,-26-50,26 49,0-49,-26 0,-24-25,0-24,0-1,0 1,0-1,0 25,0-24,50 49</inkml:trace>
  <inkml:trace contextRef="#ctx0" brushRef="#br0" timeOffset="107845.16">8558 7020,'0'0,"0"49,0 1,0 0,50-1,-50 1,24 24,-24-49,0 25,0-75,0-25,0 1,0-26,0 1,0-25,0 49,0 25,25 25,50 0,-51 25,-24 25,50-26,-50 1,50 25,-50 24,24-49,-24 25</inkml:trace>
  <inkml:trace contextRef="#ctx0" brushRef="#br0" timeOffset="108157.18">9054 7144,'25'0,"0"0,49 0,-24 0,-1-50,1 50,0 0,-26-25,1 25</inkml:trace>
  <inkml:trace contextRef="#ctx0" brushRef="#br0" timeOffset="108375.19">9252 6945,'-24'0,"24"50,0 0,0-1,49 1,-49-1,25-24,-25 25,50-25,-50-1,49-24</inkml:trace>
  <inkml:trace contextRef="#ctx0" brushRef="#br0" timeOffset="108749.22">9773 6796,'0'25,"25"25,-25 0,50-1,-50 26,0-26,0 1,25-1,-25 1,0-25</inkml:trace>
  <inkml:trace contextRef="#ctx0" brushRef="#br0" timeOffset="109899.28">8583 8136,'25'-25,"-25"0,0 25,0 25,-50 25,50 24,-50 1,50-1,0-24,0-26,0 1,25-25,25 50,24-50,1 0,-1 0,0-25,-24 0,0-24,-26 24,-24 0,50-49,-50 24,0 0,0 1,-25-26,0 51,1 24,-76-50,26 50,0 25,-1-25,-24 74,49-24,26-1,24 26,49-75,1 0</inkml:trace>
  <inkml:trace contextRef="#ctx0" brushRef="#br0" timeOffset="110055.29">8905 8186</inkml:trace>
  <inkml:trace contextRef="#ctx0" brushRef="#br0" timeOffset="111750.39">2952 9699,'0'-25,"0"0,-50 25,50-50,-24 50,-1 0,-25 0,1 0,24 0,-25 0,50 25,-49-25,49 25,-25-25,25 25,-25 49,25-24,0-1,0 26,0-1,0 1,0-26,0 26,0-50,0-1,25-24,24 75,-24-75,0 0,25 0,-26 25,26-25,-25 0,0 0,24 0,-49-50,50 50,-50-50,25 26,-25-51,49 50,-49 1,0-26,0 0,0 25,0 1,0-26,0 25,-24 25,24-49,-50 49,50-50,-75 50,51 0,-1 0,-25 0,25 0,-24 0,-1 0,-24 25,49-25,25 25,-25-25,25 49,0-24,50-25,49 50,0-50,0 0</inkml:trace>
  <inkml:trace contextRef="#ctx0" brushRef="#br0" timeOffset="113595.49">4267 9599,'0'0,"-50"0,25 0,1 0,-26 0,25 0,25 50,-25-50,25 50,0-26,-49 26,49 0,0-1,0 1,0-50,0 74,0-24,49-25,-49 24,50-49,-50 25,25-25,49 50,-24-50,-25 0,24 0,-49 0,50 0,-1-50,-24 1,-25 24,0-25,50 25,-50 0,0-24,0 24,0 0,0-24,0 24,0 0,0-49,0 74,0-25,-50 25,50-25,-25 25,1-50,-51 50,50 0,1 0,-26 0,25 0,0 0,1 0,24 25,-50-25,50 25,0 0,25 24,0-49,-1 0</inkml:trace>
  <inkml:trace contextRef="#ctx0" brushRef="#br0" timeOffset="114967.57">5507 9550,'0'-25,"-25"25,25-50,-25 50,1 0,24 25,-50-25,50 25,-25 0,25 24,0-24,-49 25,49 24,0-49,0 25,0-26,0 26,24-50,-24 50,50-50,-50 24,50-24,-26 0,26 0,0 0,-26 0,26 0,0 0,-1-74,26 0,-75 24,0 25,24 0,-24-24,0 24,0 0,0-24,0 24,0 25,0-25,-24 25,24-25,-50 25</inkml:trace>
  <inkml:trace contextRef="#ctx0" brushRef="#br0" timeOffset="116071.63">5433 9401,'0'-50,"0"75,0 50,0 24,0 0,0 75,0-50,0 0,0-75,0 1,0 0,0-1,24-49,-24-25,25 1,-25-1,0-50,0 1,0-25,0-25,0-25,0 50,0-1,0 26,0 24,0 50,0-24,0 48,0 51,0 24,0 0,0 25,0 0,0-25,0-24,0-50,0 24,25-49,-25-74,0 24,0-24,0-25,0-1,0-24,0 50,0 24,0 26,0 24,0 74,-50 25,50 25,0-25,0 1,25-51,-25 26,0-50,25-25,-25 24,0-73,0-1,0-24,0-26,-25-24,25 50,0 49,0 25,0 25,25-25</inkml:trace>
  <inkml:trace contextRef="#ctx0" brushRef="#br0" timeOffset="116767.67">6226 9798,'50'0,"24"0,26 0,48 0,1-50,-25 50,25-49,0 49,0-50,-50 50,-49-50,-1 50,-24 0,0-24,-25-26,0 25</inkml:trace>
  <inkml:trace contextRef="#ctx0" brushRef="#br0" timeOffset="117042.69">7442 9426,'-25'0,"25"25,25 24,0-49,24 0,1 0,-1 25,1-25,0 0,-1 0,-24 0,-25 74,-50-74,1 50,-1-50,-49 50,49-50,1 74,24-74,25-25</inkml:trace>
  <inkml:trace contextRef="#ctx0" brushRef="#br0" timeOffset="117538.72">6425 8508,'-75'25,"51"-25,24 49,0-49,49 0,26 0,-1 0,25 0,25-24,-25 24,25-75,-49 26,-26 49,-24 0,-25-25,-25 25</inkml:trace>
  <inkml:trace contextRef="#ctx0" brushRef="#br0" timeOffset="117834.73">6970 8334,'0'0,"50"0,0 0,49 0,-25 0,-24 0,-25 0,0 0,-25 50,0 24,0-24,-50 0,0 24,50-24,-49-1,49-24,0 49,49-24,-24-50</inkml:trace>
  <inkml:trace contextRef="#ctx0" brushRef="#br0" timeOffset="121424.94">9178 9376</inkml:trace>
  <inkml:trace contextRef="#ctx0" brushRef="#br0" timeOffset="122362.99">2704 10666,'0'0,"50"0,-26-25,26-24,24 49,-24-75,0 75,-1-49</inkml:trace>
  <inkml:trace contextRef="#ctx0" brushRef="#br0" timeOffset="122669.01">2754 10740,'0'0,"49"0,1-49,-1-1,1 25,25-24,-26 24,1-25,-1 26,-49 24</inkml:trace>
  <inkml:trace contextRef="#ctx0" brushRef="#br0" timeOffset="124177.1">4465 10542,'0'0,"25"0,25 0</inkml:trace>
  <inkml:trace contextRef="#ctx0" brushRef="#br0" timeOffset="126158.21">17959 4043,'-25'0,"25"0</inkml:trace>
  <inkml:trace contextRef="#ctx0" brushRef="#br0" timeOffset="128267.33">8682 9227,'0'-24,"0"24,-74 49,-26 26,51-26,49 1,-50-1,50 26,-25-26,25 1,0-25,0 24,0-24,75 25,-26-50,-24 0,0 0,25 0,-26 0,1-50,25 25,-25 1,24-26,-24 0,25-24,-50 49,24 0,-24-24,0 24,0 0,0-24,0-1,-24 50,-26-25,0 25,-24 0,24 0,1 0,24 0,-25 0,26 0,-26 50,50-25,0-1,25-24</inkml:trace>
  <inkml:trace contextRef="#ctx0" brushRef="#br0" timeOffset="130029.43">2878 11112,'0'-24,"-25"24,-25 0,25 0,25 24,-74-24,24 75,26-25,24-1,-75 1,75 24,0-49,0 0,0 24,75-49,-51 50,1-50,50 0,-26 0,1 0,-1 0,-24 0,25 0,0 0,-1-25,-24 25,25-49,-26 24,26-25,-50 25,50-24,-50 24,49 25,-49-50,0 1,0-1,0 25,0 0,-25 25,1-49,-26 49,50-25,-50 25,1 0,-1 0,25 0,-24-50,24 50,-25 0,-24 0,24 0,1 0,24 0,-25 25,25-25,-24 25,-1 25,75-50,0 0,24 0,26 0</inkml:trace>
  <inkml:trace contextRef="#ctx0" brushRef="#br0" timeOffset="131505.52">4440 10666,'0'25,"0"49,0-24,0 24,0-24,0 24,0-24,0-1,0 26,0-50,0 0,0 24,0 1,50-50,-25-25</inkml:trace>
  <inkml:trace contextRef="#ctx0" brushRef="#br0" timeOffset="132629.58">5705 10740,'0'-24,"-24"24,-26 24,0 26,26 0,-26 24,50-24,-50-1,50 1,0 24,0-49,0 0,0 25,0-50,0 49,50-49,0 0,-26 0,26 0,0 0,-26 0,1-25,25 25,-25-49,24 24,-24-25,-25 1,50-1,-50-24,0 49,0-25,0 25,0-24,0 24,0-25,-50 50,0 0,1 0,24 0,-25 0,26 50,24 0,0-26,-50 26,50 0,50-50</inkml:trace>
  <inkml:trace contextRef="#ctx0" brushRef="#br0" timeOffset="133949.66">6722 10840,'-24'0,"73"0,26 0,-26 0,26 0,24 0,-25 0,26 0,-26 0,0 0,26-25,-26 25,0 0,-24 0,-25 0,24-50,-24 50,-25 0,-49-25</inkml:trace>
  <inkml:trace contextRef="#ctx0" brushRef="#br0" timeOffset="134286.68">7392 10592,'0'0,"25"0,25 0,24 24,0-24,1 0,-1 25,-24-25,24 0,-49 0,0 0,-25 75,0-26,-50 1,50-25,-25 24,25-24,-74 25,74-26,-25 1</inkml:trace>
  <inkml:trace contextRef="#ctx0" brushRef="#br0" timeOffset="136562.81">8756 10319,'0'25,"0"24,0 26,0-1,0 0,0 1,25-1,-25-24,0 24,0-49,0 0,25 24,-25-73,74-1</inkml:trace>
  <inkml:trace contextRef="#ctx0" brushRef="#br0" timeOffset="138476.92">3101 12154,'0'-25,"0"1,-25 24,25-25,-25 25,1 0,-1 0,-25 0,0 0,26 0,-26 0,50 25,-25-25,25 49,-49-24,49 25,0 24,-25-24,25-1,0-24,0 25,0-25,25-1,49 51,-24-26,49 26,-74-75,0 25,24-25,1 0,-1 0,1 0,0 0,-26 0,1 0,50-75,-75 50,24 1,-24-26,50 0,-50 1,0-1,25-24,-25 24,0 25,0-24,0-1,0 0,0 50,0-24,-25 24,-49 0,74-25,-50 25,25 0,-24 0,-1 0,0 0,26 0,-1 0,25 0,-75 0,75 25,-49-25,49 49,-25-49,25 25,-25-25,25 25,0 25,25-50,25 0</inkml:trace>
  <inkml:trace contextRef="#ctx0" brushRef="#br0" timeOffset="139676.98">4564 11906,'0'-25,"-49"25,49 0,0 50,0 0,0-1,25 26,-25 49,49-25,-49 0,0-24,25-26,-25-24,0 25,0-75,0 0,74-25,-74 26</inkml:trace>
  <inkml:trace contextRef="#ctx0" brushRef="#br0" timeOffset="140470.03">5904 11832,'0'49,"0"1,0 24,49 50,-49-49,0-1,0 26,50-26,-50-24,0-1,0-24,25-25,-25 0,49-124,-49 74</inkml:trace>
  <inkml:trace contextRef="#ctx0" brushRef="#br0" timeOffset="141055.06">7318 12005,'-25'50,"0"-50,75 0,-1 0,1-25,24 25,1 0,49-25,-25 25,-25 0,1-49,-1 49,-24 0,24-25,-49 25,0 0,25 0,-75 0</inkml:trace>
  <inkml:trace contextRef="#ctx0" brushRef="#br0" timeOffset="141386.08">7963 11757,'24'0,"1"0,25 0,-1 0,1 0,25 0,-26 50,1-50,-1 0,1 0,-25 25,0-25,-25 49,0-24,0 25,-50 24,0-49,26 25,-26-50,50 49,-25-49,25 25,25-25</inkml:trace>
  <inkml:trace contextRef="#ctx0" brushRef="#br0" timeOffset="145683.33">9079 11509,'0'-24</inkml:trace>
  <inkml:trace contextRef="#ctx0" brushRef="#br0" timeOffset="148675.5">9079 11485,'-25'0,"25"-25,0 50,0-1,0 1,0 25,0-50,0 25,0-1,0 26,0-25,0 0,0 24,0-24,50 0,-50 24,0-24,0 0,0 25,0-26,0 26,24-50,-24 25,0-25,0-25</inkml:trace>
  <inkml:trace contextRef="#ctx0" brushRef="#br0" timeOffset="149553.55">3225 12675</inkml:trace>
  <inkml:trace contextRef="#ctx0" brushRef="#br0" timeOffset="150640.61">9153 11931,'0'0,"0"0</inkml:trace>
  <inkml:trace contextRef="#ctx0" brushRef="#br0" timeOffset="151412.66">2853 12675,'25'0</inkml:trace>
  <inkml:trace contextRef="#ctx0" brushRef="#br0" timeOffset="154105.81">3076 13345,'0'-25,"0"25,0 25,0 49,0 1,0-1,0 25,0 1,0-1,0-25,0 25,50-49,-50-25,0 24,25-73,24-26</inkml:trace>
  <inkml:trace contextRef="#ctx0" brushRef="#br0" timeOffset="155792.91">4738 13370,'0'-25,"0"0,0-24,-25 49,0 0,1-25,-26 25,0 0,50 0,-24 0,24 49,-75 1,75-25,-25 24,25 1,0 0,0 24,0-24,0-1,25 1,25-25,-1-25,1 74,24-74,-24 0,0 0,-26 0,1 0,25-25,-25 25,24-49,-49 24,50-25,-50 1,50-1,-50 0,0 26,0-1,0-25,0 25,-25 1,25-26,-50 25,25 25,-24-49,-1 49,0 0,1 0,-26 24,26-24,24 50,25-25,0 24,0-24,0-25</inkml:trace>
  <inkml:trace contextRef="#ctx0" brushRef="#br0" timeOffset="156467.94">5854 13271,'0'-25,"0"25,-49 74,49-24,-50-1,50 1,0-25,0 24,25 1,24-50,1 0,24 0,1 0,-1 0,1 0,24-50,-49 1,-1 24,1-25,-50 1,25-1,-25 1,0-1,-25 25,0 25,-49-50,-1 50,1 0,-1 0,26 50,24-50,-25 50,50-25,0 24,50-49</inkml:trace>
  <inkml:trace contextRef="#ctx0" brushRef="#br0" timeOffset="157186.99">7268 13246,'-49'0,"49"0,24 0,51 0,-1 0,1 0,24 0,0-25,25 25,-25-50,-24 50,-1 0,0-25,-49 25,0 0</inkml:trace>
  <inkml:trace contextRef="#ctx0" brushRef="#br0" timeOffset="157518">7963 12998,'24'0,"1"0,25 0,24 0,1 0,49 0,-50 0,1 0,-26 0,1 0,-50 0,0 49,0-24,-50 49,1-49,-26 25,1 24,-25 1,49-50,25 24,25-24,25-25</inkml:trace>
  <inkml:trace contextRef="#ctx0" brushRef="#br0" timeOffset="159912.14">9302 12700,'0'0,"0"50,0-26,0-24,0 25,0 0,0 25,50-26,-50 26,0-25,0 0,0-1,25-24,-25 50,0-25,0 0,0 24,0 1,0 0,0-26,0 26,0-25,0 0,0 24,0-98,49 49</inkml:trace>
  <inkml:trace contextRef="#ctx0" brushRef="#br0" timeOffset="162331.28">3151 14610,'0'-25,"0"25,0 50,0-1,0 26,0 24,24 50,-24-50,50 25,-50-25,0-24,50-26,-50 1,0-25,0-50,0-25,24-24</inkml:trace>
  <inkml:trace contextRef="#ctx0" brushRef="#br0" timeOffset="163291.33">4862 14585,'0'-25,"0"25,-50 0,1 75,-1-1,25 1,25-1,-49 0,49-24,0-25,25 49,-1-74,26 0,24 0,1 0,-26 0,26-49,-25 24,-1-25,-49 25,50-24,-50-26,0 26,0-26,-25 1,0 24,-24 1,-1 49,-25 0,1 0,0 25,-1-1,50 26,25-25,0 24,124-49,0 0</inkml:trace>
  <inkml:trace contextRef="#ctx0" brushRef="#br0" timeOffset="163825.37">6400 14188,'0'0,"0"75,0 24,0 0,0 0,0-24,0 24,0-49,0-1,0-24,0 25,50-50</inkml:trace>
  <inkml:trace contextRef="#ctx0" brushRef="#br0" timeOffset="164282.39">7243 14585,'-24'0,"73"0,26 0,24 0,0-25,0 25,0-49,25 49,-49 0,-26-25,1 25,-50-25,0-24</inkml:trace>
  <inkml:trace contextRef="#ctx0" brushRef="#br0" timeOffset="164581.41">7863 14263,'-24'0,"24"24,0 1,0-25,49 25,1-25,-1 0,26 50,-26-50,1 0,0 0,-25 0,24 0,-24 0,-25 25,0 24,0-24,0 0,-99 24,49-24,25 25,-24-1</inkml:trace>
  <inkml:trace contextRef="#ctx0" brushRef="#br0" timeOffset="165497.46">9525 13940,'0'-49,"0"24,-24 25,-51 49,26 26,24-26,-25 1,50 24,-50 1,50-26,0 1,0-25,0 25,25-50,25 24,0-24,24 0,0 0,1 0,-1-24,-24 24,-1-100,1 75,-50-24,25-26,-25 1,0 0,0-1,0 26,0 24,-25-25,-25 50,1 0,-26 0,1 0,0 25,24-25,0 74,26-24,24-25,0 0,0 24</inkml:trace>
  <inkml:trace contextRef="#ctx0" brushRef="#br0" timeOffset="166501.52">3448 15949,'-49'0,"49"-49,0 74,0 24,0 1,0 24,0 1,0 24,24-25,-24 1,0-26,25 1,-25 0,50-75,-25 0,24-49</inkml:trace>
  <inkml:trace contextRef="#ctx0" brushRef="#br0" timeOffset="167455.57">5011 15726,'0'-49,"0"98,0 26,0 49,0-25,0-25,0-24,0-25,0 24,0-24,0 0,25-25,49 0,-24 0</inkml:trace>
  <inkml:trace contextRef="#ctx0" brushRef="#br0" timeOffset="167979.6">6301 15825,'-25'25,"0"25,-24-1,24 1,25 0,-50-1,50-24,0 0,50 24,24-49,1 0,-1 0,0-24,-24 24,24-50,-49 25,-25-49,50 24,-50-24,0-1,-50 26,1 49,-1-25,-49 25,-25 25,0 24,49-24,50 25,25-25,0-1,25-24,50 0</inkml:trace>
  <inkml:trace contextRef="#ctx0" brushRef="#br0" timeOffset="168422.63">7789 15751,'-50'0,"75"0,25 0,24 0,25-25,50 25,-49-49,24 49,0 0,0-50,-75 50,-24 0,-25-25,0 25,-25 0,-24-25</inkml:trace>
  <inkml:trace contextRef="#ctx0" brushRef="#br0" timeOffset="168707.64">8360 15478,'-50'-49,"75"73,24-24,26 0,24 25,25-25,-50 0,-24 0,-25 50,24-50,-49 49,0-24,-49 25,24-25,-25 49,-24-49,49 24,25-24,-49-25,49 25,24-25,51 0</inkml:trace>
  <inkml:trace contextRef="#ctx0" brushRef="#br0" timeOffset="169165.67">9749 15056,'-25'25,"25"50,0 24,0-25,0 1,0-1,0-24,0-1,0-24,0 25,0-1,25-49,-1 0</inkml:trace>
  <inkml:trace contextRef="#ctx0" brushRef="#br0" timeOffset="171369.8">3622 17090,'0'0,"0"75,0-1,0 1,0-26,0 1,0-25,0 24,0-24,0 0,25-25,-25 50,0-26,0 26,0-25,24-25,-24-25,25 0,74-49</inkml:trace>
  <inkml:trace contextRef="#ctx0" brushRef="#br0" timeOffset="172036.84">5259 16917,'-25'0,"25"25,0 24,0 26,0-26,0 1,0-1,0-24,0 25,0-50,0 49,0-24,25-25,25-25</inkml:trace>
  <inkml:trace contextRef="#ctx0" brushRef="#br0" timeOffset="172569.87">6772 16718,'0'0,"0"50,0 24,25 1,-25-1,0-24,0-25,49 24,-49-24,0 0,0-25,25-50,-25 25</inkml:trace>
  <inkml:trace contextRef="#ctx0" brushRef="#br0" timeOffset="174477.97">7764 16842,'50'0,"-1"0,26 0,-1-24,1 24,-1 0,25 0,25-50,-49 50,24 0,-25 0,26-50,-26 50,0 0,1 0,-50 0,-1 0,-24-24,0 24,0-25</inkml:trace>
  <inkml:trace contextRef="#ctx0" brushRef="#br0" timeOffset="174835">8707 16495,'-50'0,"75"0,0 25,24-25,26 0,-1 0,-24 25,-1-25,1 0,0 0,-26 0,1 0,-25 49,0 1,0-25,0 24,0-24,0 0,0 25,-74-26,24 26,50 0</inkml:trace>
  <inkml:trace contextRef="#ctx0" brushRef="#br0" timeOffset="175878.05">3324 17363,'50'0,"-1"0</inkml:trace>
  <inkml:trace contextRef="#ctx0" brushRef="#br0" timeOffset="177003.12">10046 16371,'0'-50,"0"26,-25 24,25 0,-49 49,49-24,-50 25,50 24,-49-24,49-25,0 24,0-24,0 0,24-25,26 49,0-49,-1 0,26 0,-1 0,-24 0,-26 0,1 0,25-24,0-51,-50 26,74-1,-74 0,25 1,-25-1,0 25,0 25,0-49,-50 49,1-50,-1 50,0 0,1 0,-1 0,-24 0,24 0,25 0,-24 25,24-25,25 25,0-1,49-24,1 0</inkml:trace>
  <inkml:trace contextRef="#ctx0" brushRef="#br0" timeOffset="177135.13">10319 16321,'50'0</inkml:trace>
  <inkml:trace contextRef="#ctx0" brushRef="#br0" timeOffset="180369.31">9153 8186,'25'0</inkml:trace>
  <inkml:trace contextRef="#ctx0" brushRef="#br0" timeOffset="181037.35">8632 7317</inkml:trace>
  <inkml:trace contextRef="#ctx0" brushRef="#br0" timeOffset="181268.36">9625 7268,'-25'0,"25"25</inkml:trace>
  <inkml:trace contextRef="#ctx0" brushRef="#br0" timeOffset="182168.41">9451 8508</inkml:trace>
  <inkml:trace contextRef="#ctx0" brushRef="#br0" timeOffset="187320.71">10766 7565,'0'-49,"0"74,24-1,-24 26,50 24,0 1,-26-1,51 50,-1-24,-24-51,24 26,-24-26,-1-24,1-25,-25 74</inkml:trace>
  <inkml:trace contextRef="#ctx0" brushRef="#br0" timeOffset="188626.78">11361 8260,'-25'0,"25"-50,0 50,25 0,25 0,49-24,0 24,25 0,25 0,49-50,25 50,1 0,73 0,26 0,-26 0,1 0,-25-74,0 74,-75 0,-24 0,-25 0,-75 0,-24-25,-25 25,24 0,-24 0,-25-25,25 25</inkml:trace>
  <inkml:trace contextRef="#ctx0" brushRef="#br0" timeOffset="190353.88">14933 8037,'25'0,"49"0,-24 0,-1 0,26 0,24 0,25 0,-25 0,0 0,50 0,-25 0,25 0,-50 0,0 0,-24 0,-1 0,25-50,-49 50,0 0,-26 0,26 0,-25 0,0 0,24 0,-24 0,0-25,25 25,-1 0,-24 0,0 0,24 0,-24 0,-25-25,25 25,25 0,-26 0,-24-49,25 49,25 0,-75 0,-49 0,-26 0</inkml:trace>
  <inkml:trace contextRef="#ctx0" brushRef="#br0" timeOffset="192408">11411 8260,'-25'0,"25"-50,0 75,0 0,0 25,0-1,0-24,0 25,0 24,0 0,0 1,0-1,0 25,0 50,0 25,0-50,0 0,0 0,0 25,0-50,0-25,0 1,0-26,0 1,0 25,0-51,0 1,0 25,0-25,0-1,25-24,-1 0,51 0,-26 0,26 0,-1 0,1 0,24 0,-25 0,-24 0,-1 0,1 0,0 0,24 0,0 0,26 0,-1-49,0 49,0 0,25 0,-24 0,-1 0,25-50,-25 50,-25 0,1 0,-1 0,1-49,49 49,-25 0,-25 0,26 0,-26 0,25 0,0 0,-24 0,24-25,-25 25,26 0,-1 0,0 0,25-50,-25 50,1 0,-26 0,25 0,-24 0,-26 0,26 0,-1-50,0 50,1 0,-1-24,26 24,-51 0,1 0,24 0,-24-50,-1 50,26 0,-26 0,-24 0,25 0,24 0,-24 0,-1 0,1 0,0 0,-1 0,-24 0,0 0,25 0,-1 0,1 0,-25 0,24 0,26 0,-26 0,1 0,24 0,1 0,-1 0,-24 0,24 0,-24 0,-26 0,1 0,25 0,-75 0,0 0,0-25</inkml:trace>
  <inkml:trace contextRef="#ctx0" brushRef="#br0" timeOffset="194226.1">16992 7937,'24'0,"51"0,-50 0,24 0,26 0,-26 0,1 0,-1 0,26-24,-26 24,1 0,0 0,-1 0,1 0,0 0,-26-50,26 50,-50 0,0 74,0-49,0 0,0 25,0-1,0-24,0 25,0 24,0-24,0 24,0-24,0-1,0 1,0 0,0 24,0-24,0-1,0 1,0-1,0 1,0-25,0 0,0 24,0-24,0 0,0 25,0-26,0 1,0 25,0-25,0-1,0 1,0 25,0-25,-25-25,25 49,0 1,0-1,0-24,-49 25,49-25,0-1,0 1,0 25,-25-50,25 25,0 24,0 1,0-25,0-1,0 26,-50-50,25 0,-24 0,24 0,-50 0,1 0</inkml:trace>
  <inkml:trace contextRef="#ctx0" brushRef="#br0" timeOffset="196059.21">11336 9277,'0'-25,"25"25,25 0,-1 0,1 0,-25 0,-1 0,26 0,0-49,-1 49,26 0,-1 0,0 0,1 0,-1 0,25 0,-24 0,-1 0,1 0,24 0,0 0,0 0,1 0,24 0,-25 0,0 0,0 0,25 0,-25 0,-24 0,-1 0,26 0,-26 0,0 0,1 0,24 0,25 0,-50 0,1 0,-1 0,1 0,-1 0,1 0,-1 24,-24-24,24 0,0 0,26 0,-26 0,0 0,-24 0,0 0,24 0,0 0,1 0,-1 0,-24 0,24 0,-24 0,0 0,-1 0,1 0,24 0,-49-24,0 24,24 0,-24-25,25 25,24 0,-49 0,0 0,0 0,24 0,-24 0,0 0,24 0,1 0,-25 0,24-50,1 50,-25 0,0 0,24 0,-24 0,0 0,25 0,-26 0,1-25,25 25,-25 0,-1 0,26 0,-25 0,0 0,24 0,-24 0,0 0,24 0,-24 0,0 0,25-49,-1 49,1 0,-1 0,1 0,24 0,-24 0,-25 0,0 0,49 0,-49 0,-25-25,25 25,24 0,-24 0</inkml:trace>
  <inkml:trace contextRef="#ctx0" brushRef="#br0" timeOffset="197290.28">12700 8235,'0'-49,"0"73,0 51,0-26,0 26,0-1,0 25,-49 50,49 25,0 0,0-1,-50-24,50-25,0-25,0 25,-25-49,25-1,0-24,0-1,0 26,0-50,0-1,0 26,0-25,0 0,0-25,25 0,25-50</inkml:trace>
  <inkml:trace contextRef="#ctx0" brushRef="#br0" timeOffset="198173.33">14387 8086,'-25'0,"25"-24,0 24,0 24,0 26,0-25,0 0,0 24,50-24,-50 49,0 26,0 24,0 0,0 24,0-24,0 25,0-25,25 0,-25-24,0-1,0-25,0 25,49-49,-49 0,0-26,0 26,0 0,0-26,0 1,0 25,0-75,0 0,0-24</inkml:trace>
  <inkml:trace contextRef="#ctx0" brushRef="#br0" timeOffset="199031.38">16148 8111,'0'25,"0"25,0-1,0 1,0-1,0 26,0 24,0 25,0-25,0 0,0 50,0-49,0-1,0 50,0-25,0-50,0-24,0 24,0-49,0 0,0 24,0-24,0 25,0-26,0-48,0-26,-49 0</inkml:trace>
  <inkml:trace contextRef="#ctx0" brushRef="#br0" timeOffset="199741.42">2977 8781,'0'0</inkml:trace>
  <inkml:trace contextRef="#ctx0" brushRef="#br0" timeOffset="200146.44">4267 8905,'-50'0</inkml:trace>
  <inkml:trace contextRef="#ctx0" brushRef="#br0" timeOffset="200416.46">5854 8632,'0'-25</inkml:trace>
  <inkml:trace contextRef="#ctx0" brushRef="#br0" timeOffset="-155751.08">10294 7937,'0'-24,"0"-26,0 50,0-25,-25 25,-24 0,24 0,-25 99,26-24,24-1,-50-24,50 24,0-49,0 0,25-25,24 74,1-74,0 0,24 0,1-49,-26 49,1-75,24 26,-49-1,25 1,-50-26,24 1,-24 24,0 0,0 26,-24 24,-26-75,-24 75,-1 0,1 0,-1 25,26 0,-1 24,50-24,0 25,0-25,50-25,24 0</inkml:trace>
  <inkml:trace contextRef="#ctx0" brushRef="#br0" timeOffset="-155166.04">10493 8062,'-25'0,"-25"-25,100 50,-50-1,50 51,-50-26,49 1,-49 0,75-1,-51 1,26-50,-50 0,25-50,-25 25,0 1,0-26,0 0,0 26,0 24,0 49</inkml:trace>
  <inkml:trace contextRef="#ctx0" brushRef="#br0" timeOffset="-154731.02">10865 8359,'49'0,"-49"50,0-25,25 24,-25-24,0-25,0-25,0-24,0-26,0 1,0 49,0 0,50 25,-25 0,24 0,-49 0,50 0,-50 50,0-1,0 1,49-50</inkml:trace>
  <inkml:trace contextRef="#ctx0" brushRef="#br0" timeOffset="-153727.96">10989 7367,'-25'0,"50"0,24-50,-24 50,0-24,25 24,-26-25,26 25,-50-50,25 50,-25 0,0 25,-50 49,50-49,0 0,0 25,25-1,-25-24,25 25,-25-26,49 26,26-25,-50 24,-25-24,-25-25,25 25,-50-25,-24 0,24 0,50 0,0-25,0-24,50 24,-1-25</inkml:trace>
  <inkml:trace contextRef="#ctx0" brushRef="#br0" timeOffset="-153208.93">11609 7045,'0'-25,"25"50,-25 24,49 1,-49 24,50-24,-50-1,25 1,-25-25,0 0,49 24,26-49,-75-25</inkml:trace>
  <inkml:trace contextRef="#ctx0" brushRef="#br0" timeOffset="-152776.91">11981 6970,'0'0,"-50"50,1 49,24-49,-25-1,50 1,-49-25,49-1,0-48,25 24,-25-25,49 25,1 0,-50 25,49 24,-49-24,50 25,-50-26,50-24,-50 25,49-25,-24 0,25 0,-50-49,74 49,-74-50,25 50,-25-25</inkml:trace>
  <inkml:trace contextRef="#ctx0" brushRef="#br0" timeOffset="-148814.68">9079 10616,'0'-24,"0"24,0 74,25-24,-25-26,24-24,-24 50,25-50,-25 50,50-50,-25 0,-25-25,49 0,-24-25,25 1,-1 24,1-25,0 26,24-26,-24 25,24-49,25-1,-24 51,-1-26,-24 25,-26 25,-24-49,50 49,-50 24,0 1,-50-25</inkml:trace>
  <inkml:trace contextRef="#ctx0" brushRef="#br0" timeOffset="-147916.63">9550 11633,'-25'0,"50"0,-25 0,50 0,-50 50,74 0,-24-1,-1 1,-24-50,0-25,49-49,-49 49,25-25,-1 1,51-26,24 1,-50 24,25-24,-49 24,-25 50,24-49,-49 73,0 26,-24-50</inkml:trace>
  <inkml:trace contextRef="#ctx0" brushRef="#br0" timeOffset="-147138.59">9823 12923,'25'25,"24"49,1-24,-50-25,50-25,-50 49,24-49,-24 50,50-50,-25-50,-25 26,74-26,-24 0,-1 26,26-51,-1 1,26-1,24 1,24-25,-24 0,0 24,-49 26,-1 24,-24 25,-1-50,-49 50,0 0,-49 75,24-75</inkml:trace>
  <inkml:trace contextRef="#ctx0" brushRef="#br0" timeOffset="-146137.53">10096 15205,'0'-25,"-25"25,50 0,-25 0,74 0,-49 100,25-76,-26 26,26 0,-25-25,25 24,-1-24,-24-25,-25-25,99-24,-49-26,49 1,-25 24,50-24,0-1,-49 1,24 49,-49-25,-26 50,26-49,-75 49,0 0,1 49</inkml:trace>
  <inkml:trace contextRef="#ctx0" brushRef="#br0" timeOffset="-143018.35">3349 11435,'50'0,"-1"0</inkml:trace>
  <inkml:trace contextRef="#ctx0" brushRef="#br0" timeOffset="-140717.22">12130 7838,'0'-49,"-25"73,0 26,-24 0,49 24,-50-24,50-1,0-24,0 50,25-75,0 0,-1 0,51-25,-26-25,1 25,-50 1,50-26,-50 25,0 0,0-24,0 24,0 0,-50 25,0 0,-24 0,-25 50,49-1,50 26,0-50</inkml:trace>
  <inkml:trace contextRef="#ctx0" brushRef="#br0" timeOffset="-140168.19">12527 7764,'0'49,"0"-24,-50 25,50-25,0 24,25 1,25-50,-1 0,1-50,-25 25,-1-24,-24 24,50 0,-50-24,0 24,0 0,0 25,0-50,-74 50,-1 0,26 50,-1-25,50 24,0-24,25-25</inkml:trace>
  <inkml:trace contextRef="#ctx0" brushRef="#br0" timeOffset="-139012.12">13717 7838,'0'-49,"-24"49,-51 0,50 74,-24-49,49 0,-25 24,25 1,0-25,25-25,24 0,26 0,-1 0,1-25,-51 25,26-50,-50-24,0 24,0 25,-25-24,0 49,-49 0,24 0,1 0,49 49,25-49</inkml:trace>
  <inkml:trace contextRef="#ctx0" brushRef="#br0" timeOffset="-138729.1">14164 7590,'0'25,"0"25,0 24,0-24,0-1,0 1,0 24,0-24</inkml:trace>
  <inkml:trace contextRef="#ctx0" brushRef="#br0" timeOffset="-137949.06">15379 7665,'0'0,"0"49,0 1,0-25,0 24,0-24,0 0,0 0,0 49,25-74</inkml:trace>
  <inkml:trace contextRef="#ctx0" brushRef="#br0" timeOffset="-137709.05">15702 7541,'25'24,"-25"51,0-26,0 1,0-25,0 24,49-24,-49 0,0 25</inkml:trace>
  <inkml:trace contextRef="#ctx0" brushRef="#br0" timeOffset="-136185.96">17041 7615,'0'0,"0"0,0 25,0 24,0-24,0 0,50 25,-50-26,0 26,25 0,49-50,-24 0</inkml:trace>
  <inkml:trace contextRef="#ctx0" brushRef="#br0" timeOffset="-135836.94">17463 7665,'0'49,"-25"-24,25 0,0 24,0-24,74-25,-49 0,25 0,-25 0,24 0,-24-25,25 1,-50-1,49-25,-49 25,0 1,0-26,-24 25,-1 25,-25 0,0 0,-24 0,49 0,25 50,-25-50,25 74,0-74</inkml:trace>
  <inkml:trace contextRef="#ctx0" brushRef="#br0" timeOffset="-135675.93">17761 7689,'0'0</inkml:trace>
  <inkml:trace contextRef="#ctx0" brushRef="#br0" timeOffset="-134716.87">11014 8731,'0'-49,"-25"49,0 0,-25 49,26 26,24-26,-50 1,50-1,0 1,25-25,0-25,24 50,26-50,24 0,-25-25,-24 0,-1-25,-49 25,25-24,-25 24,0 0,-25-49,-24 49,-1 25,1 0,-26 0,1 25,49 74,25-25,0 1,0-25</inkml:trace>
  <inkml:trace contextRef="#ctx0" brushRef="#br0" timeOffset="-134288.85">11162 9475,'0'25,"0"25,0-1,0 26,0-1,0-24,0 24,0-49,0 25,50-50</inkml:trace>
  <inkml:trace contextRef="#ctx0" brushRef="#br0" timeOffset="-133162.79">3002 11509,'0'0,"25"0</inkml:trace>
  <inkml:trace contextRef="#ctx0" brushRef="#br0" timeOffset="-132796.76">4490 11311</inkml:trace>
  <inkml:trace contextRef="#ctx0" brushRef="#br0" timeOffset="-130087.61">16992 8334,'0'-49,"0"49,0 25,0-1,49 1,-49 50,0-1,25 0,-25-24,0 0,0-1,0-24,0 0,0 24,50-49,-50-24</inkml:trace>
  <inkml:trace contextRef="#ctx0" brushRef="#br0" timeOffset="-127006.43">15379 8434,'0'24,"0"26,50 49,-50 0,0 1,0-1,0-25,0 1,25-50,-25-1,0 26,0-75</inkml:trace>
  <inkml:trace contextRef="#ctx0" brushRef="#br0" timeOffset="-125918.37">9401 13370,'0'-25</inkml:trace>
  <inkml:trace contextRef="#ctx0" brushRef="#br0" timeOffset="-125370.34">3250 14163,'49'0</inkml:trace>
  <inkml:trace contextRef="#ctx0" brushRef="#br0" timeOffset="-122707.19">12055 9649,'0'-25,"0"0,25 25,-25 50,0 0,0-1,0 50,0-24,0-1,0 1,0-1,0-24,0-1,25-49,-25-24</inkml:trace>
  <inkml:trace contextRef="#ctx0" brushRef="#br0" timeOffset="-121138.1">9724 15677,'49'0,"-49"-25</inkml:trace>
  <inkml:trace contextRef="#ctx0" brushRef="#br0" timeOffset="-117742.9">17116 9351,'0'50,"0"-25,0 0,0-1,0 26,0 0,0-26,0 26,0-25,0 0,0 24,0 1,0-75,49-49</inkml:trace>
  <inkml:trace contextRef="#ctx0" brushRef="#br0" timeOffset="-106658.27">14958 8533,'0'0,"24"0,26 0,-25 0,0 0,24-25,-24 25,0 0,24 0,-49-50,25 50,0 0,25 0,-50-24,24 24,1 0,25 0,-50-25,49 25,26-50,-50 50,24 0,-49-25,50 25,0 0,-50-49,24 49,26 0,-25 0,-25-25,25 25,24 0,-24 0,0 0,-25-25,49 25,-24 0,0 0,25-49,-26 49,1 0,25 0,-25-25,24 25,1 0,24-50,-24 50,-25 0,-1 0,26 0,0 0,-26-25,26 25,-25 0,0 0,24 0,-24 0,0 0,25 0,-26 0,1 0,25 0,-25 0,-1 0,1 0,-25 0,50 0,-50 50,25-50,24 25,-49 0,25-25,-25 49,25-49,-25 25,25-25,-25 25,49-25,-49 49,0-24,25 0,-25 25,0-26,50-24,-50 25,0 25,0-25,0-1,0 26,-25-25,25 0,-25 24,-25-24,1 25,24-50,25 24,-50-24,26 50,-1-50,-50 25,51-25,-1 0,25 25,-75-25,51 0,-1 49,-50-49,51 0,24 25,-50-25,25 0,-25 0,50 25,-49-25,-1 0,25 0,-24 50,-1-50,1 0,-1 0,50 24,-50-24,26 0,-1 0,-50 50,26-50,-1 0,1 25,-1-25,0 0,26 0,-26 0,0 0,1 49,24-49,-25 0,25 0,-24 0,-1 0,1 0,-1 0,25 0,-24 0,-1 0,0 0,26 0,-26 0,0-24,26 24,-26-25,0 25,26-50,-1 50,-25-25,25 25,25-24,-49 24,-1-50,25 50,25-25,-24 25,24-50,0 1,0 24,-50-25,50 26,0-1,0 0,0-25,0 50,0-24,50 24,-50-25,49 25,1-50,-1 50,-49-25,50 25,0 0,-50-49,49 49,-24 0,49 0,-74-25,100 25,-76 0,1 0,0 0,25-25,-26 25,26 0,-25 0,0 0,24 0,-49-49,25 49,-25 0</inkml:trace>
  <inkml:trace contextRef="#ctx0" brushRef="#br0" timeOffset="-104685.16">11683 10790,'-24'0,"24"-25,0 0,0 1,0-26,0 25,-25 0,25-24,0 24,0 0,-50-24,50 24,-25-25,25-24,0 24,0 25,0-24,0-1,0 1,0-1,0 0,0 1,0-26,0 50,0 1,0-26,0 25,0 0,25 25,-25-74,0 24,50 50,-50-49,0 24,49 25,-49-50,25 50,-25-49,50 49,-50-25,99 25,-74-25,0 25,24-49,-24 49,-25-25,50 25,-1 0,-24-50,0 50,49 0,-24 0,-1 0,1 0,-50 25,50-25,-50 50,49-50,-49 74,25-49,-25 24,25-24,-25 25,50 49,-50 0,0 25,0 25,49-25,-49-25,0 1,0-26,0 0,0 1,0-26,0 26,0-26,-25 1,25 0,0-1,0 1,0-25,0-1,0-48,0-26</inkml:trace>
  <inkml:trace contextRef="#ctx0" brushRef="#br0" timeOffset="-103193.07">17066 10393,'0'0,"-50"0,50-49,-24 49,24-50,-50 0,50 26,0-26,0 0,-25 1,25-1,0 0,0 1,0 24,0 0,0-24,0 24,0-25,0 1,0-26,50 75,-50-49,0 24,25 25,-25-50,49-24,-24 24,25 1,-26-1,26 25,-25 25,-25-25,49 25,1 0,-50-49,50 49,24 0,-24 0,-1 0,1 25,-1-1,-24 26,-25 0,50-1,-50 1,25 49,-25-25,0 1,49-1,-49 25,0 1,0-26,0 25,0-24,0-26,0 1,0-25,0 24,0 1,0-75</inkml:trace>
  <inkml:trace contextRef="#ctx0" brushRef="#br0" timeOffset="-99862.88">17364 8483,'0'-25,"24"25,26-24,24 24,26-50,-26 50,25-50,75 1,49-26,-24 26,24 49,-50-75,1 75,-25-74,-25 74,25-50,-25 50,-50-25,-24 25,-25 0,-25 0,-25 0</inkml:trace>
  <inkml:trace contextRef="#ctx0" brushRef="#br0" timeOffset="-99556.86">19546 7863,'-24'-50,"48"50,26 0,0 0,-1 0,1 0,24 0,-24 0,-25 0,0 0,-25 25,0 0,-25 25,0 24,-25-24,1 24,49-24</inkml:trace>
  <inkml:trace contextRef="#ctx0" brushRef="#br0" timeOffset="-97027.72">20613 6747,'0'-25,"-50"-25,1 100,-1 0,25-1,-24 26,49-50,0 24,0-24,0 25,25-26,49-24,-24 0,-1 0,1 0,-1 0,26-74,-50 49,24-24,-49 24,25 0,-25-25,0 1,0 24,0 0,-25 25,0-50,-24 50,24 0,-25 25,26 25,24-25,0 24,0-49,0 50</inkml:trace>
  <inkml:trace contextRef="#ctx0" brushRef="#br0" timeOffset="-96662.7">20762 6921,'0'49,"49"-49,-49 50,25-50,-25 49,25-49,-25 25,25-25,-25 50,50-75,-50-25,24 26,26-51,0 75</inkml:trace>
  <inkml:trace contextRef="#ctx0" brushRef="#br0" timeOffset="-96225.67">21184 6945,'0'0,"0"50,0-25,0-50,0-25,0 26,74-1,-74-25,25 50,-25-25,25 25,24 0,-24 75,-25-50,50-1,-26 51,-24-50,50-1</inkml:trace>
  <inkml:trace contextRef="#ctx0" brushRef="#br0" timeOffset="-95656.64">21754 6648,'50'0,"-1"-25,1 25,-1 0,1 0,0-50,-25 50,-50 0,-25 0</inkml:trace>
  <inkml:trace contextRef="#ctx0" brushRef="#br0" timeOffset="-95317.62">21878 6623,'0'25,"0"24,0-49,0 50,0-1,50-24,-50 50,24-75,-24 25,0-1,0 26,0-50,-24 0,-26 0,50-50,25 50</inkml:trace>
  <inkml:trace contextRef="#ctx0" brushRef="#br0" timeOffset="-94606.58">22721 6449,'0'0,"0"50,50-1,-50 26,0-50,0-1,0 1,0 25,0-1,25-24,0-25</inkml:trace>
  <inkml:trace contextRef="#ctx0" brushRef="#br0" timeOffset="-94208.56">22969 6548,'0'-49,"0"98,-49-24,24 25,0-25,25-1,-49-24,73 0,1 0,-25 75,25-26,25 1,-26-50,-24 25,50-25,25 0,-75 0,24 0,-24-25,0 0</inkml:trace>
  <inkml:trace contextRef="#ctx0" brushRef="#br0" timeOffset="-92206.44">20861 7565,'0'0,"0"-24,0 24,0 0,-50 24,50 26,-74-25,74 24,-25-24,25 0,0 49,25-49,49-25,-49 0,25 0,-25 0,-25 0,49 0,-49-49,50 49,-50-75,0 50,0-24,0-1,0 1,-25 49,0 0,1 0,-26 0,50 24,0 26</inkml:trace>
  <inkml:trace contextRef="#ctx0" brushRef="#br0" timeOffset="-91238.39">22002 7466,'0'-49,"0"98,0 1,0-1,0 1,0-25,0 24,25 1,-25-25,74-25,-49 0</inkml:trace>
  <inkml:trace contextRef="#ctx0" brushRef="#br0" timeOffset="-90759.36">22771 7342,'0'50,"0"24,0 1,0 24,0-25,0-24,0-25,0 24,0-24</inkml:trace>
  <inkml:trace contextRef="#ctx0" brushRef="#br0" timeOffset="-89792.3">21035 8260,'0'-25,"0"25,-50 25,25 49,-24-24,49 0,-50-1,50-24,0 0,0 49,0-74,50 25,-25-25,-1 0,26 0,-25 0,24-74,-49 49,0 0,0-49,0 24,0 25,-49-24,-1 49,25 0,25 0,0 24,0 26,0-50</inkml:trace>
  <inkml:trace contextRef="#ctx0" brushRef="#br0" timeOffset="-88643.24">22027 8235,'0'50,"0"-25,0-1,0 26,0 0,0-26,0 1,0 25,0 24,0-24,25-50</inkml:trace>
  <inkml:trace contextRef="#ctx0" brushRef="#br0" timeOffset="-88208.21">22672 8310,'-25'0,"0"24,25 1,-49 25,49-25,0-1,0 26,24-50,51 0,-26 0,1 0,0-50,-1 50,-49-74,50 49,-50-24,0 24,0 0,0-25,-25 26,-25 24,-24 0,0 49,-1-24,75 0,-25-25</inkml:trace>
  <inkml:trace contextRef="#ctx0" brushRef="#br0" timeOffset="-87331.16">20911 8954,'-25'0,"25"0,50 0,-26 0,26 0,24 0,26 0,48 0,1 0,0 0,74 0,-49-24,0 24,24 0,0 0,26-50,-51 50,-24 0,0 0,-25-50,-25 50,-24 0,-51 0,1 0,-25-24,0-1,0 25</inkml:trace>
  <inkml:trace contextRef="#ctx0" brushRef="#br0" timeOffset="-86139.1">22498 7317,'0'0,"0"50,50 24,-50-24,25 0,-25 24,49 25,-49 50,75 0,-75 25,99 49,-50-25,51-24,-26-25,-49-50,25-25,-1 1,-49-50,25-25,-25 24</inkml:trace>
  <inkml:trace contextRef="#ctx0" brushRef="#br0" timeOffset="-85126.04">22002 9302,'0'0,"0"0,50 0,-1 0,-24 0,0 0,0 0,24 0,-24 0,25 0,-75 0</inkml:trace>
  <inkml:trace contextRef="#ctx0" brushRef="#br0" timeOffset="-84681.01">22126 9302,'-25'0,"25"25,0 24,0 26,0-51,0 1,0 25,0-1,0-24,0 25,0-25,50 24,-50-24,0 25,0-50,-74 0,49 0,0 0,25-25,0 0,0 0,0 25,25 0</inkml:trace>
  <inkml:trace contextRef="#ctx0" brushRef="#br0" timeOffset="-83858.97">21308 9277,'-25'0,"25"-50,-25 50,0 0,25 25,-99 25,74 24,-24 1,49-1,-75 0,75-24,0 24,0-24,25-25,0-25,49 74,-24-74,-1 0,1 0,0 0,-1-25,-24 25,-25-49,50 24,-50-25,0 1,0-1,0 1,0-1,-25 50,25-50,-25 50,-49 0,49 0,-50 0,75 25,0 50,0-51</inkml:trace>
  <inkml:trace contextRef="#ctx0" brushRef="#br0" timeOffset="-83497.94">21308 9674,'0'25,"0"-1,0 26,49-25,-49 24,25-49,-25 50,50-25,-26-25,1 0,25-75,-50 51,25-1,-25-50,49 51</inkml:trace>
  <inkml:trace contextRef="#ctx0" brushRef="#br0" timeOffset="-81874.85">20787 9203,'24'0,"1"0,25 0,24 0,1 0,-1-50,1 50,-1 0,0 0,-24 0,0 0,-26-25,1 25,25 0,-50-49,25 49,-1 0,26 0,0 0,-50-25,49 25,-24 0,-25 0,0 0,-25 0</inkml:trace>
  <inkml:trace contextRef="#ctx0" brushRef="#br0" timeOffset="-68043.06">17016 9798</inkml:trace>
  <inkml:trace contextRef="#ctx0" brushRef="#br0" timeOffset="-67585.03">12105 10220</inkml:trace>
  <inkml:trace contextRef="#ctx0" brushRef="#br0" timeOffset="-64095.84">21184 10815,'0'25,"0"-1,0 26,0 0,0 24,0-24,0-1,0 1,0-25,0 24,0-49,0 75,0-100,0-25,49 1</inkml:trace>
  <inkml:trace contextRef="#ctx0" brushRef="#br0" timeOffset="-63398.8">22151 10889,'0'-25,"0"25,-50 0,26 50,-26 24,50-24,-50 0,50-1,0 1,0-25,0 0,25-25,25 0,24 0,1 0,24 0,-50-50,1 25,0-49,-26 24,-24 0,50 1,-50-26,0 51,0 24,-50-25,1 25,-50 0,-1 49,51 1,49 0,0-1,0 1</inkml:trace>
  <inkml:trace contextRef="#ctx0" brushRef="#br0" timeOffset="-62835.76">23168 10815,'0'25,"-25"24,25 1,-74 49,74-49,0-1,0 1,0 0,25-26,74-24,-74 0,24-24,1-26,-25 25,24-25,-49-24,25 0,-25-1,0 26,0 24,0 25,0-50,-99 50,-25 25,25 25,24-1,50 26,25-1,-49-24</inkml:trace>
  <inkml:trace contextRef="#ctx0" brushRef="#br0" timeOffset="-62034.72">17116 9897</inkml:trace>
  <inkml:trace contextRef="#ctx0" brushRef="#br0" timeOffset="-60962.66">21159 11906,'0'-25,"0"1,0 73,49 1,-49 24,25 1,-25-1,0 1,50-26,-50 1,0-1,25 1,49-25,-49-25,24 0,-24 0</inkml:trace>
  <inkml:trace contextRef="#ctx0" brushRef="#br0" timeOffset="-60563.63">22349 11633,'0'0,"0"50,0 0,0 24,0-24,0-1,0 1,0-1,0 26,0-26,0-24,0 0,0 25,50-50</inkml:trace>
  <inkml:trace contextRef="#ctx0" brushRef="#br0" timeOffset="-60112.61">23218 11782,'0'0,"-25"50,25-1,-75 26,75-26,-24 1,24 0,0-26,0 1,49-25,-24 0,25 0,49-25,-25-49,-24 24,-1-24,1 24,-50-24,25 0,-25-1,0 26,-25 49,-25 0,-49 0,-50 99,25-50,50 26,49-1,25-24</inkml:trace>
  <inkml:trace contextRef="#ctx0" brushRef="#br0" timeOffset="-59664.58">20043 13047,'49'0,"50"0,75-25,74 25,50-49,49 49,50-99,25 99,49-100,-25 51,-74 49,-74-99,-25 99,-99-50,-26 50,-73 0,-50-25,-25 25,-25 0,-50-49,51 24</inkml:trace>
  <inkml:trace contextRef="#ctx0" brushRef="#br0" timeOffset="-58125.49">22002 10864,'0'50,"25"0,-25 24,25 25,24 50,1 25,0 49,24-25,-24 50,-1-24,1-75,-1-75,-49 0,50-24,-50 0,0-26,0-24,-25-49</inkml:trace>
  <inkml:trace contextRef="#ctx0" brushRef="#br0" timeOffset="-56967.43">21531 13246,'0'-25,"0"25,-50 0,25 0,25 50,-49-1,49 26,-50 24,50-25,0 1,0-26,0-24,25-25,25 74,-26-74,26 0,24 0,1-49,-26-1,1 25,-25 1,-25-51,49 26,-49-1,0-24,0 24,0-49,0 74,-24 25,-26-25,0 25,1 0,-1 0,-24 0,49 0,25 50,-25-50,25 74,50 1,-25-75</inkml:trace>
  <inkml:trace contextRef="#ctx0" brushRef="#br0" timeOffset="-56566.4">21680 13469,'0'50,"24"-26,-24 26,25-25,-25 24,50 26,-50-50,74 24,-74-24,50 0,-25 24,24-49,-49 0,0-49,0 24,0-25,0 1,25-26,-25 26,0 24,50 25</inkml:trace>
  <inkml:trace contextRef="#ctx0" brushRef="#br0" timeOffset="-56063.38">22225 13543,'-24'0,"24"25,0 0,0 0,0 49,24-24,-24-25,0-1,25-24,-25 75,0-100,0 0,0-24,0-26,0 1,0-1,0 26,50 49,-50-50,49 50,26-25,-26 25,-49 0,25 25,-25 25,50-1,-50 1,0 0,0-1,0 1,49-75,-49-25</inkml:trace>
  <inkml:trace contextRef="#ctx0" brushRef="#br0" timeOffset="-54579.29">23168 13196,'0'25,"25"0,-25 49,25-24,-25-1,0 1,49 0,-49-1,0-24,0 0,25-25,25 0,-50 0</inkml:trace>
  <inkml:trace contextRef="#ctx0" brushRef="#br0" timeOffset="-54187.27">23540 13196,'0'0,"-25"25,-24 0,24 24,-25-24,25 25,-24-25,24-1,25-24,50 0,-50 50,49-50,-24 0,25 25,-26-25,1 0,0 0,25 0,-75 0</inkml:trace>
  <inkml:trace contextRef="#ctx0" brushRef="#br0" timeOffset="-53133.21">22845 13146,'-24'0,"48"0,26 0,0 0,-1 0,1-24,24 24,26-50,-1 50,25-50,-50 50,-24-24,-25 24,24 0,-24-50</inkml:trace>
  <inkml:trace contextRef="#ctx0" brushRef="#br0" timeOffset="-48818.96">12552 12576,'0'-50,"0"26,0-26,0 25,0 0,-25-24,25-1,-50 50,50-25,-25 25,0-49,-49 49,49 0,-24 99,24 0,-50 50,-24 74,50-49,49-25,0-50,0-25,0-24,74 24,-24-74,24 25,25-25,25 0,-24-25,24-24,-50-26,0 26,-24-26,0 26,-50-26,0-24,0-50,0 50,-25-25,-25 74,1 26,-1 24,0 0,-24 0,0 0,-26 49,51 1,-1 24,50-24,0-1,50 1,24 24,50-24,-49-50</inkml:trace>
  <inkml:trace contextRef="#ctx0" brushRef="#br0" timeOffset="-48414.94">12800 13122,'0'49,"49"-24,-49 25,50 24,-50-24,49-25,-49 24,75-24,-50 25,24-100,-49 25,0-24,0-1,25-49,-25 24,0 26,74 49,-74-25,50 25</inkml:trace>
  <inkml:trace contextRef="#ctx0" brushRef="#br0" timeOffset="-47888.91">13345 13122,'0'0,"0"24,0 1,0 25,0 0,0 24,25-49,-25 0,0 49,0-99,0 0,0-24,0-1,0-74,0 50,0 49,0 0,50 25,-26 0,1 0,25 0,0 99,-50-74,74 0,-74 25,0-26,25 26,-25-25,0 0</inkml:trace>
  <inkml:trace contextRef="#ctx0" brushRef="#br0" timeOffset="-47515.89">13941 13246,'24'0,"1"-25,0 25,25-50,-26 50,26-25,-25 25,0 0</inkml:trace>
  <inkml:trace contextRef="#ctx0" brushRef="#br0" timeOffset="-47245.87">14040 13047,'0'25,"25"0,-25 49,24-24,-24 0,0-26,50 26,-50-25,0 24,25 1</inkml:trace>
  <inkml:trace contextRef="#ctx0" brushRef="#br0" timeOffset="-46862.85">14313 12898,'0'50,"0"-25,0 24,0 1,24 0,-24 49,0-49,0-1,0 1,0-25,50 24,-50-24,0-75,25 1</inkml:trace>
  <inkml:trace contextRef="#ctx0" brushRef="#br0" timeOffset="-46366.82">14883 12824,'-49'0,"73"0,26 0,-25 0,24-25,-24 25,0-49,49 49,-49-25,0 25,25 0</inkml:trace>
  <inkml:trace contextRef="#ctx0" brushRef="#br0" timeOffset="-46029.8">14883 13022,'-49'0,"73"0,26 0,-25 0,24 0,-24-24,0 24,25-25,-26 25,26-50,0 50,-50-25,24 25</inkml:trace>
  <inkml:trace contextRef="#ctx0" brushRef="#br0" timeOffset="-43958.68">16148 12353,'-25'0,"25"-25,-24 25,-1 0,-25 25,25 49,-24 25,49-24,-50-1,50-49,0 25,0-1,0-24,25-25,25 50,-1-50,26 0,24-25,0-25,-49 25,-1-24,1 24,-25-25,-25 1,49-1,-49 1,0-26,-25 26,25 24,-74 25,49-50,-24 50,-1 0,0 25,1 0,-26 24,75 1,0-25,0 49,0-49,50-25,0 25,-26-25</inkml:trace>
  <inkml:trace contextRef="#ctx0" brushRef="#br0" timeOffset="-43591.66">16347 12601,'-50'0,"75"0,0 49,49 1,-74 0,50-26,-1 26,1 0,-25-50,-25-25,24 25,-24-75,0 26,0-1,0 25,0-24,50-26,-50 51</inkml:trace>
  <inkml:trace contextRef="#ctx0" brushRef="#br0" timeOffset="-43045.63">15776 12229,'25'0,"25"0,-1 0,1 0,24-25,1 25,49-50,-25 50,25-74,-50 74,-24-50,-1 50,1 0</inkml:trace>
  <inkml:trace contextRef="#ctx0" brushRef="#br0" timeOffset="-42009.57">17016 12303,'-24'0,"24"0,49 0,1 0,-25 0,-1-49,51 49,-50-25,-1 25,-24-25,50 25,0-50,-50 50</inkml:trace>
  <inkml:trace contextRef="#ctx0" brushRef="#br0" timeOffset="-41430.54">17190 12278,'25'0,"-25"25,0 0,25-25,-25 50,0-1,24-24,-24 0,0 24,50-24,-50 25,0-25,0-1,0 1,0 25,0-1,0-24,-25 25,-24-50,24 0,0 0,-49 0,49-25,25-25,0 26,0 24,49-50</inkml:trace>
  <inkml:trace contextRef="#ctx0" brushRef="#br0" timeOffset="-40876.51">17835 12427,'-50'0,"50"25,25-25,50 0,-26-25,1 25,-1-25,26 25,-50 0,-1-49,26 49,-50-25</inkml:trace>
  <inkml:trace contextRef="#ctx0" brushRef="#br0" timeOffset="-40645.49">18033 12254,'0'24,"25"26,-25 0,0-1,25 1,-25 24,0-49,0 0,50 24,-50 26,24-75</inkml:trace>
  <inkml:trace contextRef="#ctx0" brushRef="#br0" timeOffset="-40036.46">18653 12080,'-24'25,"24"49,-50 25,50-24,-50-1,50-24,0-1,0 1,0-25,25 24,25-49,-1 0,26 0,-1-24,-24-26,0 25,-26-24,-24-1,75-24,-75-1,25 1,-25-26,0 51,0-1,0 50,-25-25,-25 25,-49 0,24 25,-49 25,50 24,24-24,50 0,-49 24,49-49,0 0,25-25</inkml:trace>
  <inkml:trace contextRef="#ctx0" brushRef="#br0" timeOffset="-39609.43">18728 12378,'0'24,"0"26,0-50,0 50,25-26,-25 26,74-25,-49 24,25-24,-26-25,1 50,25-50,-50-25,25-49,-25 49,0-25,0-24,0 24,49 50</inkml:trace>
  <inkml:trace contextRef="#ctx0" brushRef="#br0" timeOffset="-39115.41">19199 12402,'0'0,"0"50,25-25,-25 0,0 24,0-24,50 0,-50 24,0-98,0 24,0 0,0-24,0-26,0 26,0 24,24 25,-24-50,25 50,25 0,-25 0,-25 50,49-25,-49-1,0 26,25-25,-25 24,0 1,25-50</inkml:trace>
  <inkml:trace contextRef="#ctx0" brushRef="#br0" timeOffset="-38717.38">19695 11956,'0'0,"0"74,25-24,-25 24,50-24,-50 0,24 24,-24-49,0 0,50-25,-50 49,25-49</inkml:trace>
  <inkml:trace contextRef="#ctx0" brushRef="#br0" timeOffset="-38291.36">20043 11956,'0'0,"-50"49,50 1,-99 24,74-24,-25 0,50-25,-49-25,49 24,0-24,49 0,-24 0,0 0,-25 50,74-50,-24 50,0-50,-26 0</inkml:trace>
  <inkml:trace contextRef="#ctx0" brushRef="#br0" timeOffset="-37644.32">16917 13841,'25'0,"25"-25,-1 25,26-49,49 49,-25-25,50 25,-1-75,-23 75,-1-49,-25 49,0-50,-49 50,-26 0,-24 0,-24 0</inkml:trace>
  <inkml:trace contextRef="#ctx0" brushRef="#br0" timeOffset="-37345.31">17165 13965,'75'-25,"49"25,0-49,24 49,1-75,0 26,-50 49,25-50,-49 50,-26-50,1 50,-25-24</inkml:trace>
  <inkml:trace contextRef="#ctx0" brushRef="#br0" timeOffset="-28443.8">11683 12129,'0'-24,"0"-26,0 50,0 25,0 24,0 51,0 49,0 24,25 26,-25 73,0 1,50 50,-50-50,99 24,-99-73,74-51,-74-24,75-25,-75-50,49-24,-49-25,25-25,-25 49</inkml:trace>
  <inkml:trace contextRef="#ctx0" brushRef="#br0" timeOffset="-27594.75">11981 14982,'0'0,"0"0,25 0,24 0,-24 0,25-50,24 50,1 0,49-24,49 24,1-75,24 75,26-99,24 49,-25 50,25-74,25 74,-25-74,50 74,24-100,-24 100,-1-49,1 49,-25-50,-25 50,0-99,25 99,-25-75,-25 75,25-74,-49 74,24-74,-50 74,1-50,-25 50,24-99,1 49,-25 50,-50-25,25 25,-49 0,-26-49,1 49,-25 0,24 0,-24-25,0 25,24 0,1-74,0 74,-1-25,1 25,-25-50,24 50,-24 0,0-25,25 25,-1 0,1-49,-1 49,26-25,-26 25,1-50,0 50,24-24,-24 24,-26-50,26 50,-25 0,0 0,24-25,-24 25,25 0,24-49,-49 49,-75-50</inkml:trace>
  <inkml:trace contextRef="#ctx0" brushRef="#br0" timeOffset="-25420.62">11659 12030,'-25'0,"50"0,-1 0,51 0,-1 0,25 0,1 0,48-49,51 49,24-50,0 50,100-99,-26 99,26-99,-1 24,75 26,124-26,50 1,-50-1,-125 26,-98 49,49-75,1 75,24-99,-25 99,0-50,-49 50,-25-74,24 74,-24-74,0 74,-50-75,-49 75,-25-49,-50 49,-25 0,-24-50,0 50,-26 0,1-25,50 25,-26 0,1 0,0-49,-1 49,-24 0,0 0,24-25,1 25,-25-50,-25 50,-25 0,25 25,-50-25,50 25,-24 24,24-24,-25-25,25 50,0-25,-50 24,50-24,0 0,0 24,0-24,0 0,0 49,0-24,0 0,0-1,0 26,0-1,0 25,-49 25,49 50,0 0,-50-75,50 25,0-25,0 0,0-24,0-1,0-24,0 24,0-24,0-1,25 1,-25 0,0-1,25-24,-25 0,0 24,0-24,0 0,49-25,-49 74,0-24,0 0,0-25,0 24,0 1,0-75,0 0,-25 25,25-25,-49 25,24 0,-25 0,-24 0,-50 25,25-25,-75 124,-24-74,24-1,75 1,49-50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4T10:33:13.90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13792 12105,'-25'-25,"-25"25,75 0,50 0,-51 0,26 0,24 0,1-50,49 1,-50 49,25-50,-49 0,0 50,-26-24,26 24,-75 0</inkml:trace>
  <inkml:trace contextRef="#ctx0" brushRef="#br0" timeOffset="509.02">14238 11286,'0'0,"0"50,50 49,-50-25,25-24,-25 0,49-1,-49-24,25-25,-25 25,25-25,-25 25,0 24,0-24</inkml:trace>
  <inkml:trace contextRef="#ctx0" brushRef="#br0" timeOffset="1711.09">14263 11361,'0'-25,"0"0,25-25,0 50,24-49,1 49,-1-100,51 76,-26-26,1 25,-26-24,-24 49,25-50,-26 50,-24 25,50 24,0 51,-1-26,-24 1,25 24,-1-50,-49 1,50 0,-25-1,24 1,1-100,-1 25,-24-24,25 49,24-75,-24 26,-1 24,26-25,-25 50,-1-49,1 49,-25-50,-1 50,-73 0</inkml:trace>
  <inkml:trace contextRef="#ctx0" brushRef="#br0" timeOffset="3450.19">14189 11733,'0'-50,"0"50,0-25,0 0,0-24,24 24,-24 0,0-24,0 24,50 25,0 0,-26 0,1 0,25 0,-25 0,-1 0,26 0,-25 0,0 0,49 0,-49 0,-50 49</inkml:trace>
  <inkml:trace contextRef="#ctx0" brushRef="#br0" timeOffset="5789.33">13941 14287,'0'-24,"24"24,-24-75,50 50,-25 25,0 0</inkml:trace>
  <inkml:trace contextRef="#ctx0" brushRef="#br0" timeOffset="6352.36">14164 15255,'0'-25,"25"25,-1-74,1 74,-25-50,50 50,-50-25</inkml:trace>
  <inkml:trace contextRef="#ctx0" brushRef="#br0" timeOffset="6824.39">14164 15801,'0'-25,"0"-25,25 50,-25-25,49 25</inkml:trace>
  <inkml:trace contextRef="#ctx0" brushRef="#br0" timeOffset="7333.41">14114 16793,'25'-50,"-25"25,25 1,-25-26,25 50,-25-50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1:56:44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1563 1860,'-50'0,"75"0,25 0,-1 0,1 0,24 0,1 0,24 0,50 0,-25-24,-25 24,0 0,-24-50,-1 50,-49 0,-25 0,-50 0,50-25</inkml:trace>
  <inkml:trace contextRef="#ctx0" brushRef="#br0" timeOffset="432.02">2456 1265,'0'50,"0"-1,0 26,50-1,-50 0,0-24,49 25,-49-26,0-24,25 25,-25-26,25-24</inkml:trace>
  <inkml:trace contextRef="#ctx0" brushRef="#br0" timeOffset="1520.08">2506 1339,'0'-49,"49"49,1 0,24 0,1 0,-1 0,25-25,50 25,-25-50,0 50,0 0,25-49,-50 49,-24 0,-1 0,-49 0,0 0,-25-50,0 50,0 25,0 49,0-24,0 24,0 1,24-1,-24 1,50-1,-50-24,50 24,-50-24,25-1,-25-24,24-25,51 0,-50 0,-1 0,26 0,24-49,1 49,-1 0,1-50,-1 50,-24 0,49-25,-50 25,1 0,0 0,-1 0,-24 0,25 0,-50-25</inkml:trace>
  <inkml:trace contextRef="#ctx0" brushRef="#br0" timeOffset="1941.11">4862 1042,'0'25,"0"24,0 1,0 24,25 1,-25 49,49-50,-49 0,0-24,25 0,-25-25,0-1,50 26,-75-100</inkml:trace>
  <inkml:trace contextRef="#ctx0" brushRef="#br0" timeOffset="2825.16">4936 1166,'0'-25,"25"25,0 0,50-50,-26 50,1 0,-1 0,1 0,49 0,-24-24,-26 24,1 0,-1 0,1 0,0-50,-50 75,24 24,-24 1,0 0,0 49,50 50,-50-50,0 25,0-50,50 1,-50-26,0-24,0 50,24-75,-24-25,0 0,50 25,-25 0,49 0,-49 0,25 0,-1-25,1 25,0 0,24 0,0 0,1-49,-26 49,-24 0,25 0,-25 0,-1 0,26-50,0 50,-75 0,25-25</inkml:trace>
  <inkml:trace contextRef="#ctx0" brushRef="#br0" timeOffset="3231.18">6499 1017,'0'50,"0"24,0 0,25 50,-25-24,50-1,-50 25,0-50,49-24,-49 0,0-26,25 51,-25-125</inkml:trace>
  <inkml:trace contextRef="#ctx0" brushRef="#br0" timeOffset="4078.23">6623 1191,'0'-25,"0"25,25 0,49 0,-24 0,24-50,1 50,-1 0,1 0,-1 0,25-25,-49 25,-25 0,0 0,-25 0,49 50,-49 0,0-1,50 26,-50-1,25 50,-25-25,49 1,-49-1,50-50,-50-24,25 25,24-1,-49-24,25-25,25 0,-1 0,-24 0,0-49,49 49,-24 0,24-25,-24 25,-1 0,26-50,-25 50,-26 0,1 0,25 0,-50-25</inkml:trace>
  <inkml:trace contextRef="#ctx0" brushRef="#br0" timeOffset="4453.25">8186 1116,'0'-25,"25"75,-25 0,49 49,-49-25,25 25,-25 1,0-1,50 25,-50-50,0-24,49 0,-49-1,0-49,0-49</inkml:trace>
  <inkml:trace contextRef="#ctx0" brushRef="#br0" timeOffset="5038.28">8360 1215,'49'0,"-24"0,25 0,24 0,0 0,1 0,-1 0,-24 0,24 0,-24-49,-25 49,24 0,-24 0,25 0,-50 25,49 24,-49 1,50-1,-50 26,0-1,49 25,-49-24,0-1,0 1,0-26,25 1,-25-25,0 0,25-25</inkml:trace>
  <inkml:trace contextRef="#ctx0" brushRef="#br0" timeOffset="5743.32">9352 1935,'25'0,"49"0,0 0,1-25,-1 25,25 0,1 0,24-50,-25 50,0 0,-25 0,1 0,-50-49,0 49,24 0,-74 0,25-25</inkml:trace>
  <inkml:trace contextRef="#ctx0" brushRef="#br0" timeOffset="6088.34">10195 1265,'0'0,"0"25,0 24,0 51,0-26,50 0,-50 1,0-25,24-1,-24 1,0-25,50-25,-50 24</inkml:trace>
  <inkml:trace contextRef="#ctx0" brushRef="#br0" timeOffset="6605.37">10195 1290,'50'-25,"-26"25,1 0,50 0,-1 0,1 0,-1-50,0 50,-24-24,0 24,-1-50,-24 25,-25-24,50 49,-50 49,0 26,24-1,-24 0,0 1,0-1,50 1,-50-1,0 1,25-26,-25-24,0 25,49-50,-49 0</inkml:trace>
  <inkml:trace contextRef="#ctx0" brushRef="#br0" timeOffset="6905.39">11088 1836,'0'0,"25"0,24 0,26 0,-1 0,26-50,-1 50,0 0,-25 0,26-25,-51 25,1 0,-25 0,-25-25,49 25,-49-49,0 24</inkml:trace>
  <inkml:trace contextRef="#ctx0" brushRef="#br0" timeOffset="7242.41">11807 1191,'0'24,"0"1,0 25,0-1,0 1,25 0,-25 24,0-24,25-1,-25-24,0 25,25-50,-25 49</inkml:trace>
  <inkml:trace contextRef="#ctx0" brushRef="#br0" timeOffset="7770.44">11807 1191,'25'0,"0"0,25 0,24 0,0 0,1-50,49 50,-50 0,1 0,-26-25,-24 25,25 0,-25 0,-1 0,-24 0,0 75,50-1,-50-24,0-1,50 26,-50-26,24 26,-24-26,0-24,0 0,25-25,-25 50,0-26</inkml:trace>
  <inkml:trace contextRef="#ctx0" brushRef="#br0" timeOffset="8061.46">12725 1736,'0'0,"0"0,99 0,-24 0,-26 0,1 0,0-49,98 49,-24 0,-49 0,-26 0,1 0,-25 0,-25-25,0 25,-50 0</inkml:trace>
  <inkml:trace contextRef="#ctx0" brushRef="#br0" timeOffset="8404.48">13370 1141,'0'0,"25"0,-25 0,0 50,0-1,0 1,0 24,0-24,0-1,0 26,0-26,49-24,-49 25</inkml:trace>
  <inkml:trace contextRef="#ctx0" brushRef="#br0" timeOffset="8892.5">13444 1166,'50'0,"-25"0,25 0,24-50,-24 50,-1 0,1 0,-1 0,-24-25,25-24,-50-1,0 25,0 25,0 50,0-25,0 24,49 1,-49 24,0 26,50-26,-50 0,50 1,-50-1,0-24,0 0</inkml:trace>
  <inkml:trace contextRef="#ctx0" brushRef="#br0" timeOffset="9703.55">14065 1662,'0'0,"24"0,51 0,-26 0,26 0,24 0,25 0,0 0,-25 0,1 0,-26 0,-24-50,-1 50,-24 0,-25 0</inkml:trace>
  <inkml:trace contextRef="#ctx0" brushRef="#br0" timeOffset="13246.75">1340 3324,'-25'0</inkml:trace>
  <inkml:trace contextRef="#ctx0" brushRef="#br0" timeOffset="14140.8">1216 3274,'-25'0,"25"-25,50 25,-1-24,-24 24,25 0,-1-50,26 50,-26-50,-24 50,25 0,-50-24,0 48,0 51,0-1,24 1,-24 24,50-25,-50 1,50 24,-50-49,49-1,-49-24,0 0,0 0,-25-25,-24 0,24 0,0 0,-24 0,24 0,-25 0,25 0,25-25,25 25,25-75,-25 75,-25-24</inkml:trace>
  <inkml:trace contextRef="#ctx0" brushRef="#br0" timeOffset="15571.89">2481 3795,'25'0,"-1"0,1 0,25 0,-25 0,-1 0,26 0,-25 0,0 0,24 0</inkml:trace>
  <inkml:trace contextRef="#ctx0" brushRef="#br0" timeOffset="15984.91">3051 3795,'25'0,"25"0,-25 0,-1 0,26 0,-25 0,24 0</inkml:trace>
  <inkml:trace contextRef="#ctx0" brushRef="#br0" timeOffset="16232.92">3721 3795,'25'0,"0"0,24 0,-24 0,25 0,-1 0,26 0,-1 0,-24 0,-1 0,1 0,-25 0</inkml:trace>
  <inkml:trace contextRef="#ctx0" brushRef="#br0" timeOffset="16398.93">4540 3795,'74'0,"-24"0,-26 0,1 0,25 0,-1-49</inkml:trace>
  <inkml:trace contextRef="#ctx0" brushRef="#br0" timeOffset="16540.94">5259 3746,'74'0,"-24"0,0 0,24 0,0 0</inkml:trace>
  <inkml:trace contextRef="#ctx0" brushRef="#br0" timeOffset="17754.01">7417 3820,'50'0,"-26"0,1 0,25 0,-1 0,1 0,0 0,24 0,0 0,1 0,-26 0,1 0,-25 0</inkml:trace>
  <inkml:trace contextRef="#ctx0" brushRef="#br0" timeOffset="17906.02">8161 3845,'25'0,"25"0,-1 0,26 0,-51 0,26 0,-25 0,0 0</inkml:trace>
  <inkml:trace contextRef="#ctx0" brushRef="#br0" timeOffset="18063.03">9104 3845,'49'0,"-24"0,0 0,24 0,1 0,-25 0</inkml:trace>
  <inkml:trace contextRef="#ctx0" brushRef="#br0" timeOffset="18341.04">11783 3894,'74'0,"-49"0,24 0</inkml:trace>
  <inkml:trace contextRef="#ctx0" brushRef="#br0" timeOffset="19773.13">3076 2803,'25'0,"-25"-25,0 25,0 50,0-1,0 1,0 24,0 1,0-1,0 1,0-1,0 0,0-24,0-25,25 24,-25-24,0 0,0 25,0-26,0 1,0 0,0 25,0-25,0-1,0 26,0-75,0 0,0-24,49-1</inkml:trace>
  <inkml:trace contextRef="#ctx0" brushRef="#br0" timeOffset="21414.22">3151 2902,'24'0,"1"0,25 0,-1 0,1 0,24 0,-24 0,-25 0,0 0,24 0,-24 0,0 0,49 0,-24 0,-25 0,-1 0,26 0,-25 0,0 0,24 0,1 0,0 0,-26 0,26 0,-25 0,24 0,1 0,0 0,24 0,-24 0,-1 0,1 0,-1 0,-24 0,0 0,0 0,24 0,-24 0,0 0,25 0,-26 0,1 0,25 0,-1 0,1 0,-25 0,49 0,-24 0,-25 0,24 0,1 0,-25 0,0 0,24 0,1 0,-1 0,-24 0,0 0,25 0,-26 0,1 0,25 0,-25 0,-1 0,26-49,-25 49,0 0,24 0,-24 0,0 0,24 0,-24 0,0 0,25 0,-1 0,-24 0,25 0,-1 0,-24 0,0 0,0 0,24 0,-24 0,0 0,25 0,-26 0,1 0,25 0,-25 0,-1 0,26 0,-25 0,0 0,24 0,1 0,-1 0,1 0,0 0,-1 0,1 0,-25 0,-1 0,26 0,-25 24,0-24,49 0,-24 0,-1 0,1 0,0 0,24 0,-24 0,24 0,-24 0,-1 0,1 0,24 0,-24 0,-1 0,26 0,-26 25,1-25,0 0,-1 0,-24 0,25 0,-50 25</inkml:trace>
  <inkml:trace contextRef="#ctx0" brushRef="#br0" timeOffset="24450.39">8310 2927,'-25'0,"25"0,50 0,-25 0,-1 0,1 0,25 0,-1 0,-24-25,25 25,-1 0,1 0,0-49,24 49,-49 0,0 0,24 0,-24 0,25 0,-1 0,1 0,-25-25,-1 25,26 0,0 0,-1 0,1-50,0 50,24 0,-24 0,-1 0,-24 0,49 0,-24 0,0-25,-1 25,1 0,-1 0,1 0,-25 0,24 0,1-49,0 49,-1 0,26 0,-26 0,26 0,-26 0,1 0,0-50,-1 50,26 0,-1 0,0 0,1 0,-1-25,1 25,-26 0,26 0,-26 0,1 0,-1 0,1 0,25 0,-51 0,26 0,-25 0,24 0,26-49,-26 49,1 0,0 0,24 0,-24 0,-1 0,1 0,-1 0,1 0,24 0,-24 0,0-25,-1 25,1 0,-25 0,-1 0,26 0,-25 0,0 0,24 0,-24 0,0 0,0 0,49 0,-24 0,-1 0,-24 0,25 0,-25-50,-1 50,26 0,-25 0,0 0,24 0,-24 0,0 0,24 0,-24 0,0 0,25 0,-26 0,1 0,0 0,25 0,-1 0,1 0,-25 0,24 0,1 0,0 0,-1 0,1 0,-1 0,-24 0,0 0,25 0,-26 0,1 0,25 0,-25 0,-1 0,51 0,-26 0,-24 0,0 0,25 0,-26 0,1 0,50 0,-26 0,-24 0,0 0,25 0,-26 0,1 0,0 0,25 0,-26 0,1 0,25 0,-1 0,-24 0</inkml:trace>
  <inkml:trace contextRef="#ctx0" brushRef="#br0" timeOffset="25637.46">1439 5755,'0'-50,"-25"25,25 50,0 0,25 24,-25-24,0 0,25 25,-25-25,0-1,49-24,-49 75,0-50,25-25,-25 24,50-24</inkml:trace>
  <inkml:trace contextRef="#ctx0" brushRef="#br0" timeOffset="26026.48">1786 5581,'-25'0,"1"50,-26-1,0 1,1 24,24-24,-25-25,26 24,48-49,1 0,25 25,-25-25,-1 50,26-50,-25 0,0 25,49-25,-74 49,25-49</inkml:trace>
  <inkml:trace contextRef="#ctx0" brushRef="#br0" timeOffset="26559.51">2530 5829,'50'0,"-25"0,24 0,1-25</inkml:trace>
  <inkml:trace contextRef="#ctx0" brushRef="#br0" timeOffset="26748.52">3547 5779,'50'0,"0"0,-26 0,26 0,0 0</inkml:trace>
  <inkml:trace contextRef="#ctx0" brushRef="#br0" timeOffset="26919.53">4812 5730,'25'0,"25"0,-25 0,-1 0,26 0,0-50,-25 50,24 0,1 0</inkml:trace>
  <inkml:trace contextRef="#ctx0" brushRef="#br0" timeOffset="27076.54">5904 5755,'25'0,"24"0,-49-25,50 25,-1 0,1 0</inkml:trace>
  <inkml:trace contextRef="#ctx0" brushRef="#br0" timeOffset="27218.55">6574 5705,'49'0,"-24"0,49 0,-49 0</inkml:trace>
  <inkml:trace contextRef="#ctx0" brushRef="#br0" timeOffset="27894.59">7739 5680,'25'0,"25"0,-25 0,24 0,-24 0,25 0</inkml:trace>
  <inkml:trace contextRef="#ctx0" brushRef="#br0" timeOffset="28080.6">8781 5755,'50'0,"-25"0,-1 0,26 0,-25 0,24 0,1 0,0 0,24 0</inkml:trace>
  <inkml:trace contextRef="#ctx0" brushRef="#br0" timeOffset="28224.61">9773 5755,'25'0,"0"0,25 0,-1 0,-24 0,0 0,49 0</inkml:trace>
  <inkml:trace contextRef="#ctx0" brushRef="#br0" timeOffset="28390.62">10766 5804,'49'0,"26"-25,-26 25,-24 0,0 0,24 0</inkml:trace>
  <inkml:trace contextRef="#ctx0" brushRef="#br0" timeOffset="28555.63">11584 5755,'25'0,"49"0,-24 0</inkml:trace>
  <inkml:trace contextRef="#ctx0" brushRef="#br0" timeOffset="28734.64">12427 5705,'25'0,"25"0,0 0,-1 0,1 0,-1 0,1 0</inkml:trace>
  <inkml:trace contextRef="#ctx0" brushRef="#br0" timeOffset="29055.66">14065 5606,'74'0,"-24"0,-1 0,1 0,24 0,-24 0,24 0,-49 0,25 0</inkml:trace>
  <inkml:trace contextRef="#ctx0" brushRef="#br0" timeOffset="29281.67">15131 5556,'50'0,"-25"0,-1 0,26 0,-25 0,24 0,1 0,24 0,-24 0</inkml:trace>
  <inkml:trace contextRef="#ctx0" brushRef="#br0" timeOffset="30780.76">2481 5804,'25'0,"-1"0,26 0,24 0,1 0,49 0,-25 0,0 0,1 0,24 0,-25 0,-50 0,1 0,0 0,-50-49,49 49,-24 0,-50 0</inkml:trace>
  <inkml:trace contextRef="#ctx0" brushRef="#br0" timeOffset="31794.81">3324 4862,'0'-50,"0"75,0 49,0 1,0 24,0 0,0 0,-25 25,25-49,0-1,0 1,0-26,0 1,0-25,0 24,0-24,0-25,0-25,0 0,50-49</inkml:trace>
  <inkml:trace contextRef="#ctx0" brushRef="#br0" timeOffset="33000.88">3299 4936,'25'0,"25"0,-1 0,-24 0,25 0,-25 0,-1-49,51 49,-26 0,26 0,-1-25,25 25,1 0,24 0,-25-50,25 50,-25 0,0 0,-24 0,-1 0,1-50,-1 50,25 0,-24 0,-1 0,1 0,24 0,0 0,0 0,0-49,-24 49,-1 0,1 0,-26 0,26 0,-1 0,-24 0,24 0,1 0,24 0,-25 0,1 0,-1 0,-24 0,-1 0,1 0,-1 0,26 0,-26 0,1 0,0 0,-1 0,26 0,-26 0,-24 0,25 0,-1 0,1 0,-25 0,0 0,49 0,-24 0,-26 0,1 0,50 0,-51 0,1 0,0 0,49 0,-49 0,0 0,25 0,-26 0,1 0,25 0,-25 0,24 0,1 0,-1 0,1 0,0 0,-1 0,1 0,0 0,-26 0,1 25,50-25,-26 0,1 0,-1 0,1 0,0 0,-75 0</inkml:trace>
  <inkml:trace contextRef="#ctx0" brushRef="#br0" timeOffset="35447.02">8632 4713,'0'0,"25"0,25 0,-25 0,-1 0,51 0,-1 0,-49 0,0 0,24 0,1 0,0 0,-1 0,26 0,-1 0,1 0,-1 0,25 0,-49 0,-1 0,1 0,0 0,-1 0,-24 0,25 0,-1 0,26 0,-1 0,0 0,26 0,-51 0,1 0,0 0,24 0,-24 0,24 0,-24 0,-1 0,1 0,-1 0,26 0,-26 0,1 0,0 0,-1 0,26 0,-26 0,1 0,-1 0,1 0,0 0,24 0,-24 0,-1 0,26 0,-1 0,25 0,1 0,-1 0,-25 0,1 0,-26 0,1 0,-1 0,1 0,24 0,-24 0,0 0,-1 0,1 0,24 0,-24 0,0 0,-1 0,-24 0,25 0,-26 0,1 0,25 0,24 0,-24 0,-1 0,1-50,24 50,-49 0,0 0,0 0,24 0,1 0,0 0,-1-25,26 25,-26 0,26 0,-50 0,24 0,-24 0,0 0,0 0,24 0,-24 0,0 0,24 0,1 0,0 0,-1 0,1 0,-25-49,-1 49,51 0,-1 0,-49 0,25 0,-1 0,1 0,-25 0,24 0,-24 0,25 0,-25 0,-1 0,26 0,-25 0,0 0,24 0,-74-25</inkml:trace>
  <inkml:trace contextRef="#ctx0" brushRef="#br0" timeOffset="38123.18">1761 7590,'0'-25,"25"-24,-25 24,0-25,0 1,0 49,-74 25,24 49,-49 124,-25-24,25-25,49 0,50 0,0-75,0-24,25-26,25-24,24 50,25-50,25 0,-25-50,50 1,-25-26,-24 1,-51-25,1-25,-50 24,49-48,-49-26,0 50,0 25,-49 49,-1 25,-24 25,-1 0,-24 0,0 25,24 25,1-1,74 26,0 24,0 25,25-50,24-24</inkml:trace>
  <inkml:trace contextRef="#ctx0" brushRef="#br0" timeOffset="38512.2">1910 7888,'0'49,"25"1,0-25,25 25,-26-26,26 26,-25-25,24 24,-24-49,0 0,25-24,-50-1,0-25,24-24,-24 24,0 25,0 0,75 25</inkml:trace>
  <inkml:trace contextRef="#ctx0" brushRef="#br0" timeOffset="39037.23">2481 8037,'-25'0,"25"49,0-24,0 0,25 25,-25-26,0 1,0 25,0-1,0-24,0-25,0-49,0-1,0-24,0-26,49 51,-49 24,25-25,50 50,-75 50,49-25,-49 0,25 24,-25-24,0 25,50-26,-50 1,0 25,24-25,51-25</inkml:trace>
  <inkml:trace contextRef="#ctx0" brushRef="#br0" timeOffset="39284.24">2952 8136,'-50'0,"100"0,0 0,-25 0,-1 0,26-25,-25 25,0 0,24 0,-49-49</inkml:trace>
  <inkml:trace contextRef="#ctx0" brushRef="#br0" timeOffset="39494.25">3076 7987,'-49'0,"49"25,0 0,0 0,0 24,24-24,-24 25,0-26,25 1,25 50,-1-75</inkml:trace>
  <inkml:trace contextRef="#ctx0" brushRef="#br0" timeOffset="39697.27">3374 7888,'0'49,"0"1,0 0,0-25,0 24,0 1,0 24,0-49,25-25</inkml:trace>
  <inkml:trace contextRef="#ctx0" brushRef="#br0" timeOffset="53714.07">2654 7590,'0'-25,"0"25,25 0,25 0,-25 0,-25-49,49 49,-24 0,25 0,-1 0,1 0,0 0,24 0,-24 0,-26 0,1 0,0 0,25 0,-26 0,26 0,0 0,24 0,-24-25,-26 25,26 0,-25 0,24 0,-24 0,25 0,-25 0,-25-25,0 25</inkml:trace>
  <inkml:trace contextRef="#ctx0" brushRef="#br0" timeOffset="55403.16">2977 7094,'0'-25,"0"25,-50 0,25 0,25 0,0 25,-24-25,24 50,0-25,0-1,0 26,0-25,0-25,0 25,0-1,24-24,-24 50,50-50,-50 25,25-25,0 0,24 0,-24 0,0 0,25 0,-1 0,-24-50,-25 25,50 25,-50-24,24 24,-24-50,0 25,0 0,0-24,0 24,-24 0,-1 25,25-49,-25 49,-25-25,26 25,-1 0,-25 0,25 0,1 0,-1 0,25 0,-50 0,50 25,-25-25,25 49,0-49,50 0</inkml:trace>
  <inkml:trace contextRef="#ctx0" brushRef="#br0" timeOffset="56166.21">3696 5085,'0'25</inkml:trace>
  <inkml:trace contextRef="#ctx0" brushRef="#br0" timeOffset="58382.33">3647 6623,'0'25,"0"24,0 26,0-51,0 51,0-25,24-1,-24 1,0-1,0 1,25-25,-25 0,0 24,50-49,-50 25,0 0,0 24,25-24,-25 0,0 25,0-26,24-24,-24 25,0 25,0-75,0 0</inkml:trace>
  <inkml:trace contextRef="#ctx0" brushRef="#br0" timeOffset="69245.96">3597 6747,'0'-25,"0"25,50 0,-26 0,1 0,0 0,25 0,-26 0,1 0,25 0,-50-50,25 50,-1 0,26 0,-25 0,0 0,24 0,-24 0,0 0,25 0,-1 0,-24 0,-25 25,50-25,-26 0,26 0,-25 0,0 0,49 0,-24 0,-1 25,-24-25,25 0,-26 0,1 0,25 0,-25 0,-25 0,0 0,0 25,-25 24,25-24,0 0,0 25,0-25,0-1,0 26,0-25,0 0,25-25,-25 49,0-24,0 0,0 24,0-24,0 0,0 0,0 24,0-24,0 0,0 25,24-26,-24 1,0 25,0-25,0-1,0 26,0-25,0 0,50-25,-25 0,0 0,24 0,1 0,-25 0,-25 0,25 0,24 0,-24 0,0 0,24 0,1 0,-25 0,0 0,24 0,-24 0,0 0,24 0,26 0,-26 0,-24 0,0 0,25 0,-26 0,1 0,25 0,-25 0,-1 0,26 0,-25 0,0 0,24 0,-49-25,25 25,0 0,-25-50,0 25,0 1,0-26,0 25,0 0,0 25,0-24,0-26,0 25,0 0,0-49,-50 49,50 0,0-24,0 24,-25 25,25-25,0-24,0 24,0-25,0 25,0-24,0 24,0 0,0-25,-24 26,24-1,0-25,0 50,49 0,-24 0,25 0,-26 0,26 0,0 0,49 0,-74-25,0 25,24 0,1 0,-25 0,-1 0,26 0,-25 0,0 0,49 0,-49 0,24 0,-24 0,25 0,-25 0,-25 0,0 25,0 25,0-25,0-1,0 51,0-50,0 24,24 1,-24-25,0 24,50-49,-50 25,0 25,0-25,0-1,25-24,-25 50,0 0,0-26,25-24,-25 25,0 25,0-25,0-1,49 26,-49-25,0 0,0 24,0-24,0 0,25-25,-25 0,25 0,49 0,-24-50,0 50,-26 0,26 0,-25 0,24-25,26 25,-50 0,24 0,1 0,-1 0,-49-24,0-26,0 25,0-24,0 24,0-25,-24 25,24-24,0 24,-25-25,25 26,0-26,0 0,-50 50,50-24,0-26,0 25,0 0,-25 25,25-49,0 24,0 0,0 0,0-24,0 24,0 25,50 0,0 0,-26 0,1 0,25 0,-25 0,-1 0,26 0,0 0,-26 0,1 0,25 0,-25 0,-1 0,26 0,-25-50,0 50,-25 25,49 0,-49 24,0-24,0 25,0 0,0-1,0 1,0-25,0 24,0 1,0 24,0-49,0 0,0 24,0 1,0-25,25-25,-25 25,0 24,0-24,25-25,-25 25,0 24,0-24,50-25,-26 0,26-25,-25 25,49-24,-49 24,49 0,-49 0,-25-50,25 50,25 0,-26 0,1 0,-25-25,0 0,0 1,0-51,0 50,0 1,0-26,0 0,0 1,0-1,0 1,0 24,0 0,0-25,0 1,-49 49,49-25,0 0,0-25,0 26,0-1</inkml:trace>
  <inkml:trace contextRef="#ctx0" brushRef="#br0" timeOffset="72615.15">4887 4911,'-50'0,"75"0</inkml:trace>
  <inkml:trace contextRef="#ctx0" brushRef="#br0" timeOffset="72846.16">5160 2977</inkml:trace>
  <inkml:trace contextRef="#ctx0" brushRef="#br0" timeOffset="73094.18">5036 5259,'0'24</inkml:trace>
  <inkml:trace contextRef="#ctx0" brushRef="#br0" timeOffset="75014.29">8508 6846,'25'0,"50"0,-26 0,1 0,24-50,1 50,-1 0,50-24,-25 24,0 0,1-50,-51 50,1 0,-25 0,-25-25,49 25,-73 0,24 0,0 25,0 25,0-26,0 26,0 0,0 24,0 1,0-1,0-24,0-1,0-24,0 25,0-1,0-24,24-25,1 0,0 0,-25 25,0 24,50-24,-50 25</inkml:trace>
  <inkml:trace contextRef="#ctx0" brushRef="#br0" timeOffset="75388.31">9451 7119,'0'-50,"0"26,0 24</inkml:trace>
  <inkml:trace contextRef="#ctx0" brushRef="#br0" timeOffset="80795.62">9575 6871,'0'0,"0"25,0 49,0-24,0-1,0 26,0-1,0 1,0-26,0 26,0-26,0-24,0 0,0 24,0 1,0-25,0-25,50 0,-1 0,-24 0,25 0,-1 0,-24 0,25 0,24 0,25-50,-49 50,-1 0,1 0,0-25,-26 25,1 0,0 0,50 0,-51 0,26 0,-50-49,0 24,0-25,0 1,0-1,0 1,0-1,0 0,0 1,0 24,0-25,0 26,0-51,0 26,0 24,0-25,0 0,25 50,0 0,24 0,1 0,-1 0,1 0,0 0,-1 0,26 0,-1 0,-24 0,-1 0,1 0,-1 0,-24-24,-25 24,0 49,0 1,0-25,50 0,-50 49,0-24,25-1,-25 26,49-1,-49 25,0-49,0-1,0-24,0 25,0-1,0-24,0 0,0 25,0-1,25-49,25 0,-25 0,24-25,-24 25,25 0,-26 0,1-24,25 24,-25 0,24-50,26 50,-26-25,1-24,-1 24,-49 0,0-25,0 1,0 24,0 0,-24-49,24 24,0 1,0-1,0-24,0 49,0 0,0 0,0-24,0 24,0-25,74 50,-49 0,0 0,24 0,26 0,-26 0,1 0,-1 0,1-25,0 25,-26 0,26 0,-50-25,0 50,0 0,50 25,-50 24,0 1,0 24,49 0,-49 25,0-25,25-24,-25-26,0 26,0-51,50 1,-50 25,0-75,25 25,24-25,-24 25,0 0,24 0,-24-49,25 49,-1 0,26 0,-50 0,-1 0,1 0,25 0,-25 0,-1 0,26 0,-50-25,0 0,0-25,0 1,0 24,0 0,-25-49,25 24,0 1,0 24,0-25,-25 25,25-24,0-1,0 25,0 1,0-1,50 25,0 0,-1-50,1 50,24 0,-24-49,0 49,-26 0,-24-25,50 25,-50 25,50 74,-50 0,49 25,-49-25,50 0,-50 25,49-49,-49-26,25 1,-25 24,50-49,-50 0,0 49,0-49,0-25,25 0,-1-49,51 24,-50 25,24-50,-24 50,25-25,-26 25,26 0,-25-49,24 49,1 0,-25 0,-25-25,49 25,-24 0,25 0,-50-25,0-24,0 24,0 0,-25-49,25 49,0 0,-25-25,25 1,0-26,-49-24,49-25,0 50,0 24,-25 25,25-24,0 24,0 0,49 25,-24 0,25 0,24 0,26-50,-26 50,0 0,1 0,-1 0,-24-24,-25 24,24 0,-49-50,0 100,0-26,25 26,-25 0,0 24,0 1,50 49,-50-50,0 0,0-24,0-25,0 24,0 1,0-25,0 24,0-49,0 25,0 0,0 25,0 24,-50-49,50 0</inkml:trace>
  <inkml:trace contextRef="#ctx0" brushRef="#br0" timeOffset="84349.82">14883 1687,'25'0,"0"0,24 0,1 0,0 0,24-25,-24 25,-1 0,-24 0,49 0,-74-25</inkml:trace>
  <inkml:trace contextRef="#ctx0" brushRef="#br0" timeOffset="84812.85">15305 943,'0'-25,"0"25,0 74,0-24,0 24,0 50,0-49,0-1,0 0,0-24,0-25,0 24,49-49,-49 50,0-25,25-25,-25-25</inkml:trace>
  <inkml:trace contextRef="#ctx0" brushRef="#br0" timeOffset="86641.95">15230 1042,'25'0,"25"0,24 0,-24 0,-1 0,1 0,24 0,-24 0,0-25,-1 25,26 0,-1 0,1 0,-1 0,-24 0,-1 0,1 0,-1 0,26 0,-26 0,1 0,-25 0,24 0,26 0,-26 0,26 0,-1 0,-24 0,24 0,-24 0,24 0,1 0,-26 0,1 0,0 0,-1 0,26 0,-26 0,1 0,-1 0,1 0,24 0,-24 0,0 0,-1 0,1 0,0 0,24 0,0 0,1 0,-1 0,-24 0,24 0,25 0,-24 0,-1 0,1 0,-1 0,0 0,1 0,-25 0,-1 0,1 0,-1 0,26 0,-26 0,1 0,0 0,-1 0,26 0,-26 0,1 0,-1 0,1 0,0 0,24 0,-24 0,-1 0,-24 0,25 0,-25-50,-1 50,26 0,-25 0,0 0,24 0,-24 0,0 0,24 0,-24 0,0 0,25 0,-1-24,-24 24,0 0,24 0,-24 0,0 0,25 0,-1 0,-24 0,25 0,-26 0,1 0,0 0,25 0,-26 0,1 0,25 0,-25 0,24 0,-49-50,50 50,24 0,1 0,-50 0,-1 0,26 0,0 0,-26 0,1 0,25 0,-25 0,-1 0,51 0,-26 0,1 0,0 0,-1 0,1 0,-1 0,-49-25,25 25,0 0</inkml:trace>
  <inkml:trace contextRef="#ctx0" brushRef="#br0" timeOffset="88234.04">21704 819,'75'24,"-50"-24,-1 0,26 0,0 0,-26 0,26 50,-25-50,0 0,24 0,26 0,-26 25,1-25,0 0,-1 0,26 0,-26 49,1-49,-1 0,1 0,24 0,-24 0,0 0,-1 0,1 0,24 0,-24 0,0 0,-1 25,1-25,-25 0,-1 0,1 0,25 50,-25-50,24 0,1 0,-25 0,-1 0,26 0,-25 0,0 25,49-25,-49 0,0 0,24 0,1 0,-25 0,-1 0,51 0,-50 0,-1 0,1 0,25 0,-25 0,0 0,24 0,1 0,-1 0,-24 0,25 0,-25 0,-1 0,26 0,-25 0,0 0</inkml:trace>
  <inkml:trace contextRef="#ctx0" brushRef="#br0" timeOffset="107208.13">14908 4564,'25'0,"24"0,-24-25,25 25,-1 0,1 0,0 0,-1 0,1 0,24 0,-24 0,-1 0,1 0,0 0,24 0,-24 0,24 0,1 0,-1 0,0 0,26 0,48 0,-24 0,0 0,0 50,25-50,0 0,-25 0,25 0,0 49,24-49,-49 0,25 0,25 0,-25 0,24 0,1 0,0 0,-1 0,1 50,0-50,-1 0,26 0,-26 0,1 0,0 0,-1 0,1 50,-1-50,1 0,0 0,-50 49,49-49,-24 0,-25 0,0 50,25-50,-50 0,0 0,1 0,-26 0,25 50,-49-50,0 0,-1 0,1 0,24 0,-49 0,25 0,-26 0,26 0,0 0,-26 0,1 0,-74 0</inkml:trace>
  <inkml:trace contextRef="#ctx0" brushRef="#br0" timeOffset="108545.2">14065 2505,'0'-49,"49"49,-24 0,0 0,24 0,1 0,-25 0,24 0,26 0,-26-25,26 25,-1 0,26 0,-1 0,25 25,-25-25,0 0,50 49,0-49,24 0,-24 25,0-25,74 0,-24 74,-1-74,26 50,-26-50,25 75,0-75,25 74,-49-74,49 50,25-50,-25 74,25-74,-50 50,50-50,0 49,0-49,-1 50,1-50,0 49,0-49,-25 75,0-75,25 49,-50-49,25 0,25 50,-25-50,-25 0,1 50,-26-50,25 0,-49 0,-1 0,-24 0,-49 0,-1 0,-25 0,1 0,-1 0,-24 0,24 0,-49 49,0-49,49 0,-124 0,26 25</inkml:trace>
  <inkml:trace contextRef="#ctx0" brushRef="#br0" timeOffset="109908.28">15354 7764,'0'-50,"25"50,0 0,25 0,-1 0,26 0,-1-25,1 25,-1 0,0 0,-24 0,-25-49,0 49,-25 0,-25 0,0 0</inkml:trace>
  <inkml:trace contextRef="#ctx0" brushRef="#br0" timeOffset="110750.33">15900 6722,'0'0,"0"25,0 24,0 51,0-26,0 25,0 1,0-26,0-24,0-1,0 26,0-51,0-24,0 25,0-25,0-25</inkml:trace>
  <inkml:trace contextRef="#ctx0" brushRef="#br0" timeOffset="115360.59">15950 6722,'-25'0,"50"0,0 0,49 0,0 0,26 0,24-25,-25 25,-25 0,1-49,-1 49,-49 0,-25 0,0 0,0 74,0-24,0-1,0 1,-50 24,50 26,0 24,-49-50,49 0,0-24,0 24,0-24,0 0,-25-26,25 26,0-25,0-25,0-50,49 50,-24 0,0-25,50 25,-26 0,1 0,-1 0,1 0,0 0,24-49,-24 49,-26 0,26 0,0 0,-1 0,-49-25,25 25,-25-25,50 25,-50-74,0 49,0 0,-25-24,25-26,-50 26,50-1,-49-24,49 24,-50 25,50-24,0-1,-50 25,50-25,0 1,25 24,0 25,25-50,-26 50,26 0,0 0,-1-24,1 24,-1 0,1 0,24 0,26-50,-51 50,-24 0,0 0,-25 25,0 24,0 1,0 24,0 1,50 24,-50 25,0-25,0 1,0-1,0-25,0 1,0-51,0-24,0 25,0-25,0-25,0-24,0 49,0-25,49 25,1-50,-25 50,49-74,-24 74,-1-25,26 25,-26-49,26 49,-51-25,1 25,25-50,-25 50,-25-25,49 25,-49-49,0-1,0 1,0 24,0 0,0-25,-49 26,24-26,-25 25,1-25,49 26,-50 24,50-50,0 25,50-49,24 74,-24-50,24 50,-24-49,-1 49,26-25,-51 25,1 0,25-50,-25 50,-25 25,0 25,0-26,49 26,-49 24,0 26,50 49,-50-1,0-24,25 0,-25-49,0-26,0 1,0 0,0-75,0 0,49 25,-49-50,50 50,0-49,-1 49,1-75,24 75,1-24,-1 24,0-50,-24 50,0-50,-1 50,-24-74,-25 49,0-24,0 24,-50-50,1 75,-26-49,51 49,24-50,-25 50,25-25,0 0,49 25,26-49,-26 49,26 0,-1-50,1 50,24 0,0-25,-24 25,-26 0,-24-49,25 49,-50 49,0-24,0 25,0 24,0 1,0 24,0 0,-25 0,25-24,0-26,0 1,0 0,0-26,0 1,0-25,0-49,74 24,-24 25,-1-50,26 50,24-49,-25-1,-24 25,24 25,1-74,-25 49,-50-25,24 50,-24-49,0 24,0 0,0-24,0 24,0 0,-49 25,49-75,-50 51,50-1,25-25,0 50,24-25,1 25,0 0,-1 0,1 0,-1 0,26 0,-50 0,-1 0,26 0,-25 0,0 0,-1 0,26 25,-50 0,0 25,0-1,50 26,-50 24,0 50,0-50,0 0,0-49,0-1,0-24,0 0,0-25,49-25,-24 25,49-74,1 24,49 25,-25-24,25-1,-49-24,24-1,-50 1,-49 49,25-24,-25 24,0 0,0 0,0 25,-49-99,24 99,-25-25,25 25,1-50,24 50,24-24,51 24,-50 0,24-50,1 50,-25 0,-1 0,1 0,25 0,-25 0,24 0,1 0,-1 0,1 0,0 0,-26 0,26 0,-25 0,-25 25,0 0,0 24,0 26,-75-26,75 1,-24 0,24 24,0-24,-50-1,50-24,0 25,0-1,25-98,74 24,-74 25,24-50,26 50,-25-49,-1 49,26-50,-26 50,-24-50,25 50,-26-24,26-26,-50 25,50 25,-50-50,0 1,0 24,0 0,-25 25,25-74,-25 74,25-25,25 25,0 0,24 0,1 0,-1 0,-24 0,50 0,-26 0,1 0,-25 0,24 0,-24 0,25 0,-1 0,1 0,-50 50,0-1,0 26,-25-1,25 1,-50-1,50 25,-49 0,49-24,-75-26,75 26,-24-50,24-1,0-24,24 0,26-24,24 24,51 0,-1-50,24 50,-48 0,-1-50,-25 50,1 0,-1 0,0-49,-49 49,-50 0,1 0,-1 0</inkml:trace>
  <inkml:trace contextRef="#ctx0" brushRef="#br0" timeOffset="117321.71">14412 546,'0'-50,"0"25,0 0,25 25,-1 0,26 0,25-49,-1 49,0 0,1 0,24 0,-25 49,-24-49,0 75,-50-25,49 49,-49 25,0 25,-25-1,-49 1,0 25,-26-50,51-50,-50 26,-1-1,26-50,-1 26,26-26,49 1,-50-25,50 0,0 24,75-24,-26 25,26-26,24 26,-25 0,-24-26,0-24,24 75,-49-75,-25 49,25-49,-25 25,0 25,0-1,0 1,0 0,0-1,0 26,-50-1,50 1,0-26,74 26,-49 24,50-25,-26 1,26-26,-26 26,26-26,-51 1,-24-1,50 1,-50 0,0-1,-50 26,26-26,-51 1,26 24,-1-49,50 25,0-1,0 51,0-1,0 0,50 50,-1 0,26 0,24 24,-25 1,1 49,-1 25,1-25,24-24,-50 49,1-50,-50 25,0-24,0-1,0-24,-25 24,-24 1,49-26,-100-24,51 0,-1-25,0 0,1 25,-26-25,1 25,0 0,-1-75,26 50,-1-25,0-49,50-25,-24-25,24 0,24-50,-24 1,25 24,-25 0,0-49</inkml:trace>
  <inkml:trace contextRef="#ctx0" brushRef="#br0" timeOffset="118735.79">17388 8632,'0'50,"0"24,0 0,0 26,0 49,0-25,0 24,0-48,0-26,0 0,0-24,0 0,0-26</inkml:trace>
  <inkml:trace contextRef="#ctx0" brushRef="#br0" timeOffset="119246.82">17016 8930,'0'-75,"25"26,25-1,24 0,1 50,24-49,0 49,-25 0,1 0,-26 0,1 25,-50 24,0 26,0 49,-74 49,-1-24,-24-50,0 25,0-49,49-26,0-49,1 25,24-25,25 0,0-49,0-1,50 25,-1 25,-24 0,0 0,24 0,1 50,0-1,24-24,-24 50,-26-51,26-24,-25 75,0-75,24 0,-24 25,25-25,-1-25,-49-50,50 1</inkml:trace>
  <inkml:trace contextRef="#ctx0" brushRef="#br0" timeOffset="119636.84">17959 9451,'50'0,"-50"-50,24 50,-24-25,-49 25,-26 25,1 0,-25 49,24 1,-24-26,49 1,50-1,50-49,24 0,1 0,-25-24,-1-1,-24-25,25-24,-50 49,24 25,-24-25,0 25,0 50,0-1,25-49,-25 50,75-50,-1 0,-24 0,-1 0,1 0,-1-25</inkml:trace>
  <inkml:trace contextRef="#ctx0" brushRef="#br0" timeOffset="120056.86">18381 9302,'0'-25,"-25"25,0 0,-25 0,26 50,24-1,-50 1,50 24,0-24,0-25,0 24,50-49,49 25,0-25,0 0,-24 0,24-50,-25-24,1 24,-26-49,1 50,-50-1,25 50,-25-50,-25 50,-49 50,49 0,-25 24,50-24,0-26,0 1,0 25,50-50,24 25,50-25,0-25,25 0,25-49,-26-1,-48 26,-76-26,-24 50,0 1</inkml:trace>
  <inkml:trace contextRef="#ctx0" brushRef="#br0" timeOffset="121083.92">20985 8930,'-25'0,"-24"0,-51 49,-24 26,25-1,25-24,24-1,50-24,-25 25,25-1,75-49,-1 0,1 0,-1 0,0-49,-24 24,0-25,-50 1,25-1,-25 1,0-1,0 25,-25 25,25 0,0 50,0-25,0-1,25 26,-1-25,26 24,-25-49,24 50,1-25</inkml:trace>
  <inkml:trace contextRef="#ctx0" brushRef="#br0" timeOffset="121429.94">21134 8905,'-25'0,"25"-25,25 25,0 0,49 0,-24 74,-1 1,-49-1,25 1,-25-1,0-49,0 0,0 24,-49-98,49-1,0 1,0-26,24-24,26 0,-25 49,-25 25,74 25,-24 0</inkml:trace>
  <inkml:trace contextRef="#ctx0" brushRef="#br0" timeOffset="121736.96">21630 8855,'0'50,"0"-25,-25 24,25-24,0 25,-49-25,49 24,24-49,1 50,25-50,-1 0,26 0,-26 0,-24-50,25 25,-50 1,25-51,-25 1,0 24,0 0,-25 1,0 49,-49 0,-1 0,1 0,-25 0,74 49,25 1,74-50,1 0</inkml:trace>
  <inkml:trace contextRef="#ctx0" brushRef="#br0" timeOffset="122074.98">22027 8806,'-25'24,"-49"51,74-50,0 24,0-24,24 0,1-25,25 50,24-50,-24 0,-25 0,24-25,-24 0,-25 0,25-25,-25 26,0-26,0-24,0 24,0 25,-50 25,50 25,0 0,0-25,50 49</inkml:trace>
  <inkml:trace contextRef="#ctx0" brushRef="#br0" timeOffset="122434">22399 8806,'0'-25,"0"50,0 24,25-24,-25 0,25 24,-25-24,0 0,49-25,-49 50,0-75,0-50,0 26,0-26,50-24,-50 25,25-1,-1 51,26 24,-25 0,-25 49,74-24,-74 25,50-26,-50 1,49-25,1 50,-25-50,0 0</inkml:trace>
  <inkml:trace contextRef="#ctx0" brushRef="#br0" timeOffset="122929.03">23118 8409,'0'-75,"0"1,50 24,-50 1,0 74,0 49,0 25,50 0,-50 1,0-26,0-24,24-1,-24-24,0-50,-24 25,-26-49,25 49,-24 0,-26 0,1 0,-26 49,51 1,49-25,-25-1,25 26,0-25,25-25,24 25,1-25,0 0,24 0,-49-25,49-25,-74 1,0 24,25 25,-25-25,25 25,25 0,-26 99,26-99,-25 75,24-51,-24 26,-25-25</inkml:trace>
  <inkml:trace contextRef="#ctx0" brushRef="#br0" timeOffset="123560.06">19001 10294,'0'0,"-25"0,-74 74,24 1,1-1,-1 1,51-1,24-24,0-26,0 26,24 0,51-50,74 49,24-49,-49 0,25-25,-25-24,-49-1,-26 1</inkml:trace>
  <inkml:trace contextRef="#ctx0" brushRef="#br0" timeOffset="123862.08">19646 10517,'-25'0,"0"0,0 0,-24 25,24 0,25 24,-50-24,50 0,0 25,0-26,50-24,24 50,1-50,-26 0,1 0,-1-50,26 26,-50-26,-25 25,0-24,0-1,0-49,-50 49,-24 1,24 49,-24 0,-1 0,1 49,24-24,50 25,0-26,25 1,49-25,26 50</inkml:trace>
  <inkml:trace contextRef="#ctx0" brushRef="#br0" timeOffset="124255.1">20191 10393,'0'50,"0"-25,0 24,0-24,0 0,0 24,0 1,0-75,0-24,0-1,0-24,50-50,-50-25,74 74,-74 26,25 49,-25-25,50 25,-25 0,24 0,-24 50,25-1,-50 1,49 49,-49-49,0-26,0 26,50-50,-50 25</inkml:trace>
  <inkml:trace contextRef="#ctx0" brushRef="#br0" timeOffset="124970.14">20960 9773,'0'-50,"0"100,50 24,-50 1,0-1,0 1,0 24,0-25,0-24,0 0,0-26,0-24,-74-24,49 24,0-75,-25 75,25 0,-24 0,-1 0,-24 0,49 50,25-1,0-24,0 25,50-50,-1 0,1 0,-1 0,1 0,-25 0,0-25,-25-49,49 74,-49-50,-24 50,24 0,0 50,49-1,-24-49,0 0,24 0,-24 0,0 0,25-25,-26-24,26 24,-50-25,50 26,-50-26,0 0,0 26,0 24,0 49,24-24,-24 0,0 24,75-24,-75 25,0-1</inkml:trace>
  <inkml:trace contextRef="#ctx0" brushRef="#br0" timeOffset="125120.15">21382 9872,'-25'-25,"50"25,0 0,24 0</inkml:trace>
  <inkml:trace contextRef="#ctx0" brushRef="#br0" timeOffset="125336.16">21680 9723,'-25'0,"25"50,0 0,0 24,0 0,49 1,-49 24,0-24,0-26,0 26,0-51,0 1,-49-25</inkml:trace>
  <inkml:trace contextRef="#ctx0" brushRef="#br0" timeOffset="125493.17">21580 10096,'0'-25,"50"25,0 0,24-50,0 50,1 0,-1 0,-49-25</inkml:trace>
  <inkml:trace contextRef="#ctx0" brushRef="#br0" timeOffset="125660.18">22002 9947,'-25'0,"25"24,0 51,0-25,0-26,25 26,-25-25,50 0,-50 24,25-49</inkml:trace>
  <inkml:trace contextRef="#ctx0" brushRef="#br0" timeOffset="125996.2">22325 9897,'0'25,"0"24,0 1,0 0,0 24,0-24,74-25,0 24,-49-49,25 0,-25-25,-25 1,49-1,-49-50,0 26,0-26,0 26,-49-1,-26 50,50 0,-24 0,24 0,25 0,25 25,24-25,1 0</inkml:trace>
  <inkml:trace contextRef="#ctx0" brushRef="#br0" timeOffset="126320.22">22821 9798,'-25'25,"25"-1,0 1,0 25,0-25,0-1,25-24,-25 50,49-50,26 0,-26-50,-24 26,25-26,-25-24,24 24,-24 25,25-24,-50 49,24 49,-24-24,0 0,0 24,0-24,0 25,-74-25,49-25</inkml:trace>
  <inkml:trace contextRef="#ctx0" brushRef="#br0" timeOffset="126499.23">22424 9599,'25'0</inkml:trace>
  <inkml:trace contextRef="#ctx0" brushRef="#br0" timeOffset="126810.25">19373 11559,'0'0,"0"-25,173-49,51-1,123 1,50 0,0-1,124 1,-149 24,-25 50,-149-74,-74 74,-99 0,-50 0</inkml:trace>
  <inkml:trace contextRef="#ctx0" brushRef="#br0" timeOffset="127002.26">20365 11435,'99'-50,"50"1,25-1,49 1,50-1,0 50,-75-50,-49 50,-50 0,-24-74</inkml:trace>
  <inkml:trace contextRef="#ctx0" brushRef="#br0" timeOffset="128255.33">16272 1662,'0'0,"50"0,-1 0,26-75,-1 75,50-49,-24 49,-26-25,0 25,1-50,-50 50,-50 0</inkml:trace>
  <inkml:trace contextRef="#ctx0" brushRef="#br0" timeOffset="128516.35">16247 1885,'25'0,"25"0,49-49,-25 49,1-50,-1 50,1-74,-1 74,25-75,-49 75,0-25,-1 25,-24-49,-50 49,-24 49,-1-49</inkml:trace>
  <inkml:trace contextRef="#ctx0" brushRef="#br0" timeOffset="128742.36">16471 1885,'24'-49,"26"49,49-50,-24 50,-1-74,25 74,1-50,-26 50,-24 0,-26 0,-24-25,0 50,-49-25</inkml:trace>
  <inkml:trace contextRef="#ctx0" brushRef="#br0" timeOffset="140712.04">2481 11162,'-25'0,"25"-50,-50 50,26 0</inkml:trace>
  <inkml:trace contextRef="#ctx0" brushRef="#br0" timeOffset="141301.08">2357 11137,'-50'0,"75"0,25 0,-26 0,26 0,24 0,50-25,-24 25,-1 0,0 0,25 0,-25 0,-24-49,-1 49,-24 0,-1 0,-24 0,-25-25,-74 25</inkml:trace>
  <inkml:trace contextRef="#ctx0" brushRef="#br0" timeOffset="141865.11">3547 10567,'0'49,"0"1,0 74,0 25,50 24,-50 26,0 24,0 25,0-49,-25 24,25-49,0-50,-49 24,49-48,0-26,0 0,0-49,0 0,0 25</inkml:trace>
  <inkml:trace contextRef="#ctx0" brushRef="#br0" timeOffset="142284.13">3423 13047,'25'0,"0"0,25 0,24 0,75 0,-25-25,50 25,49 0,-25 0,1-49,49 49,-25 0,0 0,-49-50,-50 50,0 0,-25 0,-25 0,-24-49,-75-1</inkml:trace>
  <inkml:trace contextRef="#ctx0" brushRef="#br0" timeOffset="143543.21">3597 10765,'25'0,"24"0,26-49,-1 49,25 0,50 0,-25 0,75-50,24 50,-25 0,26-50,-1 50,0 0,-49-49,-75 49,-25 0,-24 0,0 0,-75 0,0 0,25 25,0 24,0-24,0 25,0 24,50 0,-50 26,49 48,-49-23,50 23,-50 1,0-25,0 25,0-50,0 0,0-24,0-1,0 1,0-1,0-24,-25-1,25 1,0 0,0-26,0 1,0 0,-25 49,25-49,0 0,0 25,0-26,-25-24,25 25,0 50,0-51,-49-24,-1 0</inkml:trace>
  <inkml:trace contextRef="#ctx0" brushRef="#br0" timeOffset="144588.27">3771 11112,'0'-24,"24"-1,1 25,25 0,-1-50,-24 50,0 0,-25-25,50 25</inkml:trace>
  <inkml:trace contextRef="#ctx0" brushRef="#br0" timeOffset="144963.29">3820 11063,'0'25,"25"49,-25 1,0-26,50 1,-50-1,0 26,24-50,-24-1,0 26,0-25,-24 0,-26-25,50 0,-25 0,25-25,0-25,25 1,25 49</inkml:trace>
  <inkml:trace contextRef="#ctx0" brushRef="#br0" timeOffset="145381.31">3845 12427,'-25'0,"25"25,25 0,-25 24,0-24,25 0,-25 25,0-26,49 26,-24-50</inkml:trace>
  <inkml:trace contextRef="#ctx0" brushRef="#br0" timeOffset="145744.33">4068 12353,'0'0,"-24"0,-51 74,75-49,-50 25,50-26,-24-24,24 50,24-50,1 0,0 0,50 0,-26 0,1 0,-1 0,1 0,0 0,-26 0,-24 0,50-50</inkml:trace>
  <inkml:trace contextRef="#ctx0" brushRef="#br0" timeOffset="146792.39">6003 11038,'50'-25,"-1"25,26 0,24 0,0 0,50-49,25 49,-1 0,1 0,0 0,24-50,-24 50,-1 0,-74 0,25-50,-74 50,-25 0,-50 0,-49 0,-1 0</inkml:trace>
  <inkml:trace contextRef="#ctx0" brushRef="#br0" timeOffset="147422.43">5061 11112,'0'25,"0"0,-75 50,75-51,-25 1,25 25,0-25,0-1,50-24,0 50,24-50,0 0,50-25,-49 25,-1-74,-24 24,-50 25,74-24,-74-1,0 0,0 1,0-26,-49 75,-51-24,-24 24,25 24,25 1,24 25,1-25,49 24,0 1,24 0,26-1,0-24</inkml:trace>
  <inkml:trace contextRef="#ctx0" brushRef="#br0" timeOffset="147774.45">5333 11385,'-24'0,"24"0,49 25,-49 25,75-50,-51 49,26-49,-50 25,50-25,-26 0,-24 0,50-25,-50-24,0 24,0 0,25-24,-25 24,49-25,-24 50</inkml:trace>
  <inkml:trace contextRef="#ctx0" brushRef="#br0" timeOffset="148643.5">4366 11782,'0'25,"0"0,0 49,0-49,25 0,-25 24,49-24,-24 50,-25-51,50 1</inkml:trace>
  <inkml:trace contextRef="#ctx0" brushRef="#br0" timeOffset="148855.51">4465 11857,'25'0,"25"0,-26 0,1 24,25-24,-25 0,24 75,1-75,-25 0</inkml:trace>
  <inkml:trace contextRef="#ctx0" brushRef="#br0" timeOffset="149230.53">4837 11807,'0'-25,"-25"50,25 49,-24-24,24 0,-50-1,50-24,0 0,0-50,0 0,0-24,0-1,0 0,25-24,-25 0,25 74,-25-25,24 25,51 25,-50-1,-25 26,49 24,-49-24,25 0,-25-1,0 1,0-1,50-24,-50 25,0-25,0 0,25-25</inkml:trace>
  <inkml:trace contextRef="#ctx0" brushRef="#br0" timeOffset="149823.56">5408 12254,'-25'0,"-25"0,26 0,-26 49,50 26,-25-26,25 1,0-25,0 24,25-24,0-25,49 0,-24 0,-1 0,1 0,-25-50,-25 26,25-26,-25 0,0 1,0-1,0 1,-75 49,26 0,-26 24,26 26,49-25,0 0,0-1,0 26</inkml:trace>
  <inkml:trace contextRef="#ctx0" brushRef="#br0" timeOffset="150114.58">5482 12477,'-49'-50,"49"75,24 0,1 74,25-49,-25-26,24-24,26-24,-75-26,49 25,-49 0,0-24,0 24,0 0,0-24,0 24</inkml:trace>
  <inkml:trace contextRef="#ctx0" brushRef="#br0" timeOffset="150339.59">5408 12154,'49'0,"26"0,-1 0,25-49,1 49,-1 0,0 0,0-50</inkml:trace>
  <inkml:trace contextRef="#ctx0" brushRef="#br0" timeOffset="151051.63">6077 12551,'-49'0,"49"25,49-25,26 0,24 0,75 0,-1 0,-24 0,99 0,25 0,-74 0,49 0,-50-25,-24 25,-25 0,-50 0,-25 0,-49 0,-25-25,0 25,-25 0</inkml:trace>
  <inkml:trace contextRef="#ctx0" brushRef="#br0" timeOffset="151578.66">8186 10468,'0'49,"0"1,0 24,0 50,0 50,0 49,0 50,0 0,0 0,-25 0,25-50,0-50,0-73,0 24,0-50,0 0,0-24,0 0,0-1</inkml:trace>
  <inkml:trace contextRef="#ctx0" brushRef="#br0" timeOffset="151899.68">8111 13146,'0'0,"50"0,49-49,25 49,25-25,-25 25,50-99,49 99,-25-50,-24 50,0-49,-25 49,-50-50,-25 50,1 0,-51-25,1 25,-25-25</inkml:trace>
  <inkml:trace contextRef="#ctx0" brushRef="#br0" timeOffset="152933.74">8335 10641,'99'0,"50"0,24 0,-24-49,25 49,-25 0,49-50,-74 50,0-50,-49 50,-51-49,-24 24,50 25,0 0,-26 25,-24 49,0-49,50 25,-50 49,0 50,0 24,50 26,-50 49,0 25,0-50,0-25,0-24,0-25,0-25,49 25,-49-75,0 0,0-49,0 0,0 0,0 24,0-73,0-51,0 1</inkml:trace>
  <inkml:trace contextRef="#ctx0" brushRef="#br0" timeOffset="153438.77">9947 11485,'25'0,"49"0,50-25,50 25,49 0,-24-50,-1 50,25-74,-49 74,0-75,-26 75,-48-49,-26 49,-24 0,-1-25,-98 25,-1 0,0 0</inkml:trace>
  <inkml:trace contextRef="#ctx0" brushRef="#br0" timeOffset="154080.81">8260 11112,'-24'0,"24"0,49 0,-24 0,25-49,24 49,0 0,-24 0,0 0,-26 0</inkml:trace>
  <inkml:trace contextRef="#ctx0" brushRef="#br0" timeOffset="154404.83">8434 11088,'0'24,"0"1,0-25,0 50,0 0,25-26,-25 26,0 0,49-26,-49 1,0 25,25-1,-25-24,0-25,-25 0,-24 0,24 0,0 0,-24 0,49 0,74-49</inkml:trace>
  <inkml:trace contextRef="#ctx0" brushRef="#br0" timeOffset="154928.86">8608 12303,'0'0,"0"50,0-1,0 26,0-50,0-1,49 26,-49-25,25 0,25-25</inkml:trace>
  <inkml:trace contextRef="#ctx0" brushRef="#br0" timeOffset="155298.88">8856 12303,'-25'25,"-25"0,50 49,-74-24,24-1,50-24,-49-25,49 25,0-25,0-25,0 25,74 0,-49 0,0 0,24 0,-24 0,25 0,-26 0,26 0,-50 0</inkml:trace>
  <inkml:trace contextRef="#ctx0" brushRef="#br0" timeOffset="156749.96">9897 11212,'0'-50,"-74"50,49 0,-24 25,-51 0,51 49,-1-24,1 24,49-24,0-1,0-24,49 25,26-50,-1 0,0 0,1-50,-26 25,26-24,-50-1,-25 1,49-26,-49 1,0 24,-49 0,24 50,-50 0,1 25,-25 25,49 0,50 24,0 0,0-24,25 0,25-1,-26-49</inkml:trace>
  <inkml:trace contextRef="#ctx0" brushRef="#br0" timeOffset="157042.98">9848 11410,'-25'0,"25"50,0-1,0-24,0 0,25-25,-25 50,49-50,1 0,0-25,-50 0,49-25,-49 26,50-26,-50 0,49 26,-24 24</inkml:trace>
  <inkml:trace contextRef="#ctx0" brushRef="#br0" timeOffset="157638.01">9575 12378,'0'0,"-50"49,26 1,24-1,0-24,0 25,0-25,24-25,1 0,0 0,49 0,-24-25,-25 25,-25-75,49 1,-49 24,0 1,0-1,0 1,-49 49,-1 0,1 0,-1 0,25 24,25 1,-49 25,49-25,0-1,24-24</inkml:trace>
  <inkml:trace contextRef="#ctx0" brushRef="#br0" timeOffset="157900.03">9600 12452,'49'25,"1"24,0-49,-50 50,49-50,-24 0,0 0,-25-25,0-24,0 24,0 0,0-49,0 24</inkml:trace>
  <inkml:trace contextRef="#ctx0" brushRef="#br0" timeOffset="158110.04">9476 12229,'-50'-50,"125"50,-1 0,0-25,26 25,-1 0,25 0,-50-74</inkml:trace>
  <inkml:trace contextRef="#ctx0" brushRef="#br0" timeOffset="158667.07">10046 12278,'0'50,"99"-50,50 0,50 0,-1 0,75 0,0 0,0 0,0-50,-25 50,-50-49,-24 49,-50-50,-50 50,-24 0,-50-25,25 25,-25 0,-50 0,0 0</inkml:trace>
  <inkml:trace contextRef="#ctx0" brushRef="#br0" timeOffset="159709.13">9104 11559,'0'-25,"0"25,-50 0,0 0,26 25,-26 25,25-26,25 1,-25 25,25-25,0 24,0 1,25-50,50 0,-1 0,-24 0,-26 0,1 0,25 0,-50 25,-50 24,50-24,-49 0,24-25,-25 74,-24-74,49 25,-25-25,26 0,24 0,0-25,0 25,49-49,-24 49,25 0</inkml:trace>
  <inkml:trace contextRef="#ctx0" brushRef="#br0" timeOffset="162610.3">2382 12576,'0'0,"74"0,-49 0,24 0,26 0,-1 0,1 0,49-25,0 25,25 0,-50-49,-25 49,1 0,-26-25,-24 25,25 0,-26 0,1 0,0 0,-25-50</inkml:trace>
  <inkml:trace contextRef="#ctx0" brushRef="#br0" timeOffset="164117.38">1737 12030,'24'0,"26"0,0 0,-25 0,-1 0,1 0,25 0,-25 0,-1 0,26 0,-25 0,0 0,24 0,-24 0,25-25,-1 25,26 0,-26 0,1 0,-1-24,1 24,24 0,-24 0,-25-50,24 50,-24 0,0 0,25 0,-26 0,51 0,-50-25,24 25,-24 0,0 0,25 0,24 0,-74-25,74 25,-49 0,50 0,-51 0,26 0,-25-49,24 49,-24 0,0 0,25 0,-1 0,-24-25,0 25,24 0,-24 0,-50 0</inkml:trace>
  <inkml:trace contextRef="#ctx0" brushRef="#br0" timeOffset="166337.51">2084 12080,'0'49,"0"1,0 25,0-51,0 26,0 49,0-24,0 24,25 0,-25 50,0-25,0 0,0-50,0 1,0-26,0 26,0-1,0 1,0-26,0 1,0-25,0-1,0 26,0 24,0-24,0-25,0 0,0 49,0-49,0 0,0 24,0 1,0 24,0-49,0 25,0 24,0-49,25-25,-25 50,49-50,-49 0,50 0,24-50,-24 50,-25 0,-1-25,26 25,-25 0,0 0,24 0,-24-50,0 50,24 0,-24 0,0-24,49 24,-24 0,24 0,1-50,-1 50,-24 0,24-25,-24 25,24 0,1 0,-1-49,1 49,-1 0,0 0,26-50,-26 50,0 0,-24 0,25 0,-26-25,26 25,24 0,0 0,0 0,-24 0,-1-49,0 49,1 0,-1 0,1 0,-1 0,1-25,-26 25,1 0,-25 0,49 0,-49 0,0 0,49-50,-24 50,-1 0,1 0,-1-49,26 49,-50 0,-1 0,26 0,-25 0,0 0,24 0,-49-25,75 25,-51 0,1 0,0 0,25-25,-26 25,26 0,-25 0,0 0,24-50,1 50,-25 0,0 0,-25-24,0 24,-25 0</inkml:trace>
  <inkml:trace contextRef="#ctx0" brushRef="#br0" timeOffset="166817.54">6226 13444,'0'-25,"0"25,0 50,0-25,25 0,-25 49,0-24,0-1,0 1,0-1,0 1,0 0,0-26,0 1,0 50,0-51,25-24</inkml:trace>
  <inkml:trace contextRef="#ctx0" brushRef="#br0" timeOffset="167403.57">6226 13419,'0'0,"0"25,100-25,-76 50,1-50,25 25,-25-25,24 49,-24-49,0 0,24 25,-24-25,0 0,25 0,-50 50,-25-50,25 74,-50-49,1 49,-1-24,0-1,-24 26,49-26,-24-24,49 25,-50-50,50 25,0-25,50-50,-26 0,-24 1</inkml:trace>
  <inkml:trace contextRef="#ctx0" brushRef="#br0" timeOffset="167785.59">6722 13568,'-24'0,"24"0,-25 25,25 25,0-26,0 1,0 25,0-25,25-25,-1 0,1 0,50 0,-26 0,1-25,-25 25,24-50,-49 25,25-49,-25 24,0 26,-25-26,0 50,-24 0,-26 0,-24 0,25 25,24-25,50 49,-25-49,25 50,25-50</inkml:trace>
  <inkml:trace contextRef="#ctx0" brushRef="#br0" timeOffset="168165.61">6772 13593,'25'0,"0"0,49 0,0 0,-24 0,24 0,-24 0,0 0,-1-50,-24 50,25 0,-25 0,-25-24,49 24,1 0,-50-25</inkml:trace>
  <inkml:trace contextRef="#ctx0" brushRef="#br0" timeOffset="169035.66">6970 11782,'25'0,"25"0,-25 0,24 0,1 0,24-25,1 25,-1 0,1 0,-1-49,-24 49,-1 0,26 0,-26 0,26 0,-26 0,26-25,-26 25,-24 0,25 0,-1 0,-49-50,25 50,0 0,25 0,-1 0,-24 0,-25 0</inkml:trace>
  <inkml:trace contextRef="#ctx0" brushRef="#br0" timeOffset="169374.68">8062 11534,'-25'0,"50"0,0 25,24-25,1 25,0-25,-1 0,-24 0,0 0,-25 49,-25-24,-25 25,1-25,-1 24,-24 26,49-26,25 1,-50-50</inkml:trace>
  <inkml:trace contextRef="#ctx0" brushRef="#br0" timeOffset="170363.74">6921 11906,'0'-25,"49"25,-49-49,25 49,0 0,25 25,-50-1,24 1,-24 50,75-26,-75 1,50 24,-50-24,0 0,24-1,-24 1,0 24,0 25,0-49,0 24,0 1,0 24,0-49,0 24,0-24,0-1,0-24,0 25,0-26,0 26,0 0,0-1,0-49,0 25,0 0,25-25,-25 25,0 24,0-24,50-25,-50 25,0 25,0-26,0-24,0-49</inkml:trace>
  <inkml:trace contextRef="#ctx0" brushRef="#br0" timeOffset="173403.91">20737 1513,'50'0,"-26"0,26-50,0 50,-1-49,26 49,-26-50,51 50,-51-49,-24 49,-75 24,1 1,-26 25</inkml:trace>
  <inkml:trace contextRef="#ctx0" brushRef="#br0" timeOffset="173640.93">20712 1687,'0'0,"50"-25,-1 25,26-50,-25 50,24-74,0 74,26-75,-26 75,-24-24,-1 24,1 0,-75 0,0 0</inkml:trace>
  <inkml:trace contextRef="#ctx0" brushRef="#br0" timeOffset="173793.94">21084 1513,'25'0,"25"-25,-1 25,1-49,49 49,-49-50,-1 50,-24 0,25 0,-50-25</inkml:trace>
  <inkml:trace contextRef="#ctx0" brushRef="#br0" timeOffset="175460.03">1340 11683,'0'-25,"-25"-24,25 24,-50-25,26 25,-26 25,25 0,-24 0,-1 0,25 25,-24 25,24-1,-25 1,1 49,-1 0,50 50,0-25,0 25,0-74,25-1,24 0,51-24,-26-50,25 50,0-50,1 0,24 0,-50-50,25 25,-49-24,-25-1,24 0,-49 1,50-26,-50-24,0-50,50 0,-50 50,0 0,-25 0,25 24,-75 26,50-1,-24 25,24 25,0-49,-24 49,24 0,-25 0,1 0,-51 25,1 24,-25 26,25-26,0 50,0 1,-1-26,51-49,-1 49,50-49,50 0,-26-25,26 0,0 0</inkml:trace>
  <inkml:trace contextRef="#ctx0" brushRef="#br0" timeOffset="175653.04">1191 12080,'50'0</inkml:trace>
  <inkml:trace contextRef="#ctx0" brushRef="#br0" timeOffset="179673.27">6400 14362,'0'-25,"74"25,-49-25,0 25,25 0,-1-49,1 49,-1 0,26-25,-50 25,-1 0</inkml:trace>
  <inkml:trace contextRef="#ctx0" brushRef="#br0" timeOffset="179907.29">6425 14560,'0'-24,"49"24,1-50,0 50,24-74,-24 74,-1-50,1 50,-1-25,-24 25,-50 0,1 0,-26 0</inkml:trace>
  <inkml:trace contextRef="#ctx0" brushRef="#br0" timeOffset="180019.29">6722 14337,'25'0,"-25"-25</inkml:trace>
  <inkml:trace contextRef="#ctx0" brushRef="#br0" timeOffset="187537.72">5929 11013,'24'0</inkml:trace>
  <inkml:trace contextRef="#ctx0" brushRef="#br0" timeOffset="188210.76">5978 11038</inkml:trace>
  <inkml:trace contextRef="#ctx0" brushRef="#br0" timeOffset="189382.83">5333 10443,'0'-25,"0"-25,-24 50,24-24,0-26,49-24,-49 24,0 25,50-24,-50 24,25 0,24-25,-24 25,49-24,-24 24,0-25,-1 26,50-26,-24 0,-1 50,50-49,-24 49,48-75,1 26,-25 49,25-75,0 75,0-49,49 49,-24 0,24-50,25 50,-24 0,-1 0,-24 75,-25-26,-25 50,-25 25,-25 25,-24-50,0 26,-50-51,49-24,-49 24,50-49,-50 0,-75-25</inkml:trace>
  <inkml:trace contextRef="#ctx0" brushRef="#br0" timeOffset="189724.85">8732 10195,'24'25,"26"-1,24 26,-24-25,0 24,-1-24,1-25,-25 50,49-50,-49 0,-25-25,25 0,-25 0,0-24,74 24,-74-25,25 1,-25 24,50 25,-1 0,-24 0,0 0</inkml:trace>
  <inkml:trace contextRef="#ctx0" brushRef="#br0" timeOffset="202038.55">5408 10567,'-25'0,"-25"0,26 0,24-25,0-25,0 26,0-1,0 0,0-25,0 26,0-1,0-25,0 25,0-24,0 24,49 0,-49-24,25 49,-25-25,25 25,-25-25,49 25,-24 0,-25-50,25 50,-25-25,50 25,-26 0,-24-24,25 24,25 0,-25-50,-1 50,26 0,-50-25,25 25,24 0,1 0,-50-25,50 25,-26 0,1-49,25 49,-1 0,-24 0,-25-25,75 25,-1 0,-49 0,-25-25,25 25,24 0,26 0,-75-49,49 49,-24 0,25 0,-1 0,-24-25,0 25,49 0,-24 0,0 0,-1 0,-24-50,25 50,-26 0,1 0,25 0,-1 0,1 0,-25 0,25-25,-26 25,26 0,24 0,-24 0,0 0,-26 0,26 0,-25 0,0-24,24 24,-24 0,0 0,24 0,-24 0,0 0,0 0,24 0,-24 0,0 0,49 0,-24 0,0 0,-26 0,26 0,-25 0,0 0,24 0,1 0,0 0,-26 0,26 0,-50 0,25 0,0 0,-1 0,-24 24,50-24,-50 25,25-25,-25 50,25-50,24 0,-49 25,25-25,0 49,24-49,-49 25,25-25,-25 50,25-50,-25 24,50 26,-50-25,24-25,-24 25,0 24,0-24,25-25,-25 25,0 25,0-26,0 1,0 25,50-25,-50-1</inkml:trace>
  <inkml:trace contextRef="#ctx0" brushRef="#br0" timeOffset="202189.56">9054 10244,'25'0</inkml:trace>
  <inkml:trace contextRef="#ctx0" brushRef="#br0" timeOffset="203389.63">12874 10790,'0'-50,"0"26,-25 24,-24 49,-1 50,0-24,50-26,0 26,-49 24,49-49,0-25,74 24,-24-49,24 50,25-50,-24 0,-1 0,1-25,-51 25,-24-74,50 24,-50-25,0-24,50 25,-50-1,0 26,-50-1,0 50,-49 0,25 0,24 0,25 75,25-26,0 1,0-1,0 1,25 0</inkml:trace>
  <inkml:trace contextRef="#ctx0" brushRef="#br0" timeOffset="203720.65">13147 11112,'0'25,"25"50,-25-50,74 24,-49-49,-25 50,49-50,-24 0,25 0,-50-25,25-25,-25 1,49-26,-49 1,50 24,0 25,-1 25,-49 50,0-25</inkml:trace>
  <inkml:trace contextRef="#ctx0" brushRef="#br0" timeOffset="204229.68">13097 12278,'0'-24,"0"24,-49 49,49 26,-25-51,25 1,0 25,0-50,0 49,74-49,1 0,-1 0,0 0,1-49,-26 24,1-49,-25 24,-25-24,74-1,-74 1,0-1,0 26,0 49,-74 0,-1 0,-24 49,0 26,74-26,25 26,-49-1,49 1,0-1</inkml:trace>
  <inkml:trace contextRef="#ctx0" brushRef="#br0" timeOffset="204558.7">13320 12427,'0'25,"75"0,-75 0,49 24,-49-24,25-25,-25 50,25-50,50-25,-75 0,0-25,49-49,-49 25,99 24,-74 1,0 49,25 0,-26 0</inkml:trace>
  <inkml:trace contextRef="#ctx0" brushRef="#br0" timeOffset="205076.72">13097 11956,'25'0,"25"0,49 0,0 0,50-50,-25 50,0-49,-25 49,-24-50,24 50,-74-50,-50 75</inkml:trace>
  <inkml:trace contextRef="#ctx0" brushRef="#br0" timeOffset="205249.73">14114 11956,'25'0,"-25"25</inkml:trace>
  <inkml:trace contextRef="#ctx0" brushRef="#br0" timeOffset="207032.84">1910 11956,'0'49</inkml:trace>
  <inkml:trace contextRef="#ctx0" brushRef="#br0" timeOffset="207730.88">943 12278,'-25'0,"25"-24,75-26,-26-25,-49 26,75 24,-51-49,26 24,-25 0,-25 1,49-1,-49 25,50 25,-50-49,25 49,0 0,24 0,-49 25</inkml:trace>
  <inkml:trace contextRef="#ctx0" brushRef="#br0" timeOffset="208159.9">1117 12328,'0'0,"0"-25,24 25,-24-49,75-1,-26 0,-24 1,25-1,-25 0,24-24,-24 24,25 1,-26-1,-24 25,50-24,0-1,-50 25,24 25,-24 0,0 0</inkml:trace>
  <inkml:trace contextRef="#ctx0" brushRef="#br0" timeOffset="208450.92">1613 11782</inkml:trace>
  <inkml:trace contextRef="#ctx0" brushRef="#br0" timeOffset="209786.99">9773 13667,'0'25,"0"25,-49 24,49 50,-75-25,51 25,24-49,-75-26,75 26,-25-1,25-49,0 25,0-50</inkml:trace>
  <inkml:trace contextRef="#ctx0" brushRef="#br0" timeOffset="210243.02">9327 13841,'-25'0,"25"-25,0 25,0 0,50 0,-1 75,1-51,0 26,24-25,50 24,0 1,-25 0,25-1,0 1,-49-50,-1 49,-24-49,-1 50,-24-50,0 0,-25 0</inkml:trace>
  <inkml:trace contextRef="#ctx0" brushRef="#br0" timeOffset="210672.04">9451 14883,'25'-25,"49"25,1-50,-1 50,50-74,-25 74,25-74,-25 24,1 50,-1-74,-49 74,-1-25,-98 25,-1 0</inkml:trace>
  <inkml:trace contextRef="#ctx0" brushRef="#br0" timeOffset="211069.07">9401 14932,'25'-24,"25"24,24-25,1 25,49-50,0 50,74-49,-74 49,0-75,-49 75,-1-74,0 74,-49-25,0 25,-25-25,50 25,-50-49</inkml:trace>
  <inkml:trace contextRef="#ctx0" brushRef="#br0" timeOffset="212509.15">6822 13221,'0'-25,"-50"-25,25 1,0 49,25-25,-49 25,24-50,-25 50,1 0,-1 0,1 0,-1 0,0 0,1 25,-1-25,1 25,-1-25,50 74,-50-49,50 0,-49 50,49-26,0 26,-25-1,25 0,0 1,0-1,0 50,0-25,0 1,25 24,-25-25,24-25,-24-24,100 24,-51-49,1 25,24-50,50 49,-24-49,24 0,24-24,1-26,25 0,-25 1,-25-1,0 0,-25 1,0-1,-49-24,-1 24,-49-24,50-25,-50 24,0 1,50-1,-50 1,0 0,0 24,-25-24,25 24,-25 0,25 1,-74-51,49 26,-25 24,25 1,-24 24,24-25,-25 50,26-24,-1 24,-50 0,26 0,-1 0,1 0,-1 0,0 0,26 0,-26 0,0 0,-49 99,25-50,-26-24,51 25,-1-25,1 24,-1-24,25 25,-24-1,24 1,25 0,0-26,0-24</inkml:trace>
  <inkml:trace contextRef="#ctx0" brushRef="#br0" timeOffset="-214715.45">2754 11981,'24'0</inkml:trace>
  <inkml:trace contextRef="#ctx0" brushRef="#br0" timeOffset="-213148.36">2754 12030,'0'0,"0"25</inkml:trace>
  <inkml:trace contextRef="#ctx0" brushRef="#br0" timeOffset="-212479.32">2754 12105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2:00:42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20985 5457,'-25'-25,"25"25,-24 0,-1 0,25-25,0 25,-25 0,25 0,0 0,-25 0,0 0,25-24,0 24,-25 0,25 0,-24 0,24 0,-50 0,50 0,-25-25,25 25,-25 0,1 0,24 0,-25 0,25 0,-25 0,25 0,-25-25,0 25,1 0,24 0,-50 0,50 0,-25 0,25 0,-25 0,1 0,24 0,0 0,-25 0,25 0,0 25,0-25,-25 49,25-49,0 25,-25-25,25 0,0 25,0-25,0 25,0 0,0-25,0 24,0-24,0 25,0 0,0-25,0 25,0-25,0 25,0-25,0 0,0 24,25-24,-25 25,0-25,0 0,25 0,-25 25,25-25,-25 0,0 0,24 25,1-25,-25 25,0-25,25 0,-25 0,25 0,-25 24,25-24,-25 0,24 0,-24 0,0 25,25-25,-25 0,25 0,0 0,-25 0,0 0,25 0,-25 0,49 0,-49 0,25 0,0 0,0 0,-1 0,1 0,0 0,0 0,-25 0,25 0,0 0,-1 0,-24 0,0 0,25 0,-25 0,25 0,-25-25,25 25,-25 0,0-24,0-1,25 25,-25 0,0-25,0 25,0-25,0 0,-25 25,25 0,0 0,0-24,-25 24,0 0,25-25,0 25,0 0,-25-25,25 0,0 25,0 0,-24-25,24 25,0-24,0-1,0 25,-25 0,25-25,0 25</inkml:trace>
  <inkml:trace contextRef="#ctx0" brushRef="#br0" timeOffset="15695.89">13693 5060,'-25'0,"0"0,-25 0,50-25,-24 25,-1 0,-25 0,25 0,0 25,-24-25</inkml:trace>
  <inkml:trace contextRef="#ctx0" brushRef="#br0" timeOffset="15964.91">13271 5135,'-25'0,"75"0,-1-50,26 25,49-24,-50-1,50 0,-49 1,24 49,-50-50,-24 50,0 0</inkml:trace>
  <inkml:trace contextRef="#ctx0" brushRef="#br0" timeOffset="16346.93">13693 4415,'49'25,"1"49,-1-24,26 0,-26-1,-24-24,25 49,-50-24</inkml:trace>
  <inkml:trace contextRef="#ctx0" brushRef="#br0" timeOffset="18357.05">13742 4440,'0'0,"0"-25,0 25,0-49,50 49,-50-25,74 25,-74-25,50 25,-25-50,24 50,-49-24,50 24,-50-25,49 25,-49-50,50 50,0-74,-26 74,1-50,50 1,-51 49,-24-50,75 25,-26 25,-24-49,25 24,0 25,-26-50,26 50,-25-49,0 49,24-50,-24 50,25-25,24 25,-74-25,25 25,0-49,49 24,-49 25,-25-50,49 50,-49-25,50 25,0-24,-26 24,26-50,0 25,-26 25,-24-49,50 49,-25-25,0-25,-25 25,49 25,-24-24,25 24,-50-50,24 50,-24 25,25 24,50 1,-26 0,1-26,24 26,-49-50,-25 25,25-25,-25 25,0 24,50-49,-26-25,26-24,0-1,-1 25,26-24,24 24,-50-25,1 26,24-26,-49 50,0-25,25 25</inkml:trace>
  <inkml:trace contextRef="#ctx0" brushRef="#br0" timeOffset="20587.17">20365 5283,'-25'0,"25"-49,0 24,-49 25,49-25,-25 25,0 0,-25 0,50 0,-24 0,24 50,-25-1,25 1,-50 0,50 24,-49 0,49 1,0 24,0-49,0-1,0 1,24 0,-24-26,75 1,-26-25,-49 0,75 0,49 0,0 0,25-49,-25-26,0 1,-50-1,25 1,-49 24,0 1,-26-1,-24-24,50 24,-50 0</inkml:trace>
  <inkml:trace contextRef="#ctx0" brushRef="#br0" timeOffset="22587.29">20043 5432,'0'-25,"0"-24,0 24,0 0,0 25,0-49,74 49,-24-25,-26 25,51-50,-1 50,25-74,1 74,24-75,-50 75,-24-24,24 24,1 0,-26 0,1 0,-1 0,1 0,-50 24,25 26,-25-25,0 0,0 49,0-49,0 0</inkml:trace>
  <inkml:trace contextRef="#ctx0" brushRef="#br0" timeOffset="23383.33">21432 4018,'0'-24</inkml:trace>
  <inkml:trace contextRef="#ctx0" brushRef="#br0" timeOffset="23931.36">21754 3522,'0'-25,"0"50,-50 50,26-1,-26 1,0 24,1-25,49-24,-25-1,25 1,-25-50,25 50,0-26,-49-24,49 50</inkml:trace>
  <inkml:trace contextRef="#ctx0" brushRef="#br0" timeOffset="24763.41">21208 3721,'25'0,"25"0,-25 0,-1 0,51 25,-26-1,1 26,24 0,-24-50,24 24,-24-24,0 0,24 0,-24 0,-26 0,1 0</inkml:trace>
  <inkml:trace contextRef="#ctx0" brushRef="#br0" timeOffset="27432.56">18133 4465</inkml:trace>
  <inkml:trace contextRef="#ctx0" brushRef="#br0" timeOffset="31155.78">16173 2977,'25'0,"-25"49,25-49,-25 25,24-25,-24 25,75-25,-26 49,-24-49,-25 50,50-25,-25-25</inkml:trace>
  <inkml:trace contextRef="#ctx0" brushRef="#br0" timeOffset="32637.86">16198 3026,'0'-49,"49"49,-24-25,0 25,49-50,-24 50,-25-25,24 25,-24-49,50 24,-75 50,24-25,-24 49,0-24,25-25,-25 75,25-75,-25 49,50-49,-50 25,25-25,-25 25,24-25,-24 49,0-73,0-1,50 25,-50-25,50 25,-50-50,49 50,-49-24,25 24,-25-25,50-25,-50 25,0 25,0-24,-50 24,50-50,-25 50,25-25,-49 0,49-24,0 49,0-25,49 25,-49-25,50 25,-50-50,49 50,-49-24,25 24,-25 0,25 74,-25-49,50-25,-50 25,24 24,-24-24,50-25,-50 50,25-1,-25 1,25-25,-25-25,49 0,-24-50,25 50,-50-25,24 25,-24-24,25 24,-25-25,50 25,-50 0</inkml:trace>
  <inkml:trace contextRef="#ctx0" brushRef="#br0" timeOffset="38918.22">23218 4142,'-50'-24,"50"-1,0-25,0 25,0 1,-25 24,25-50,-49 50,49-25,-25 25,25-25,-25 25,-25-49,25 49,25-25,-24 25,-26-25,25 25,-24-49,-1 49,25 0,-24-25,-1 25,25-50,0 50,-24-25,24 25,-25-49,26 49,-1 0,-25-25,25 25,-24 0,-1 0,-24-50,24 50,-24 0,-1-25,1 25,24 0,-24 0,-25-49,24 49,26 0,-26 0,1-50,-1 50,1 0,0 0,-50 0,0 0,-1 25,1-25,25 0,-25 0,50 50,24-50,1 0,-75 0,24 49,26-49,24 0,-24 0,-1 25,1-25,-25 50,-50-50,50 49,0-49,24 0,-24 0,-50 50,50-50,24 50,1-50,-25 49,24 1,1-50,0 49,-1-49,-49 75,25-75,-50 99,50-99,-25 74,-25-74,25 75,50-75,-1 0,26 25,24-25,-50 74,26-74,-1 50,-24-1,24-49,25 50,-24-50,-1 49,1 1,-26-25,25 24,1 1,-26 0,26-26,-1 26,1-25,24 25,-25-1,1 26,-51 49,1 0,25 24,24-24,50-74,-49 0,49 24,0-49,-50 0,50 24,0 26,0-1,0 25,0-24,0 24,0-25,25 26,-25 24,74-25,-74 25,75-50,-51-24,51 24,-26-24,26 24,-1-49,1 50,24-1,-25-24,50 24,0 25,0 0,0-24,-24-1,24 1,0-26,-25 26,0-1,25 1,25-26,0 1,24-50,1 74,24-74,26 50,-26-50,1 0,-1 0,50 0,50 0,-25-50,-25 50,-50 0,-24 0,-25 0,-25 0,24-49,-48 49,48-100,51 1,-26 0,-24-25,50-50,-1 1,-24-26,24 50,-49-24,25 24,-25-50,-1 26,-48-26,-1 26,25-51,-25 51,-25-50,-24 24,0 50,-50 1,74-1,-74 25,50-25,-50-25,0 1,0-1,0 75,-25-25,25 24,-99-24,74 50,-50 0,26 49,-1-25,-24 25,24-24,1 24,-1 25,-24-74,24 74,0-25,-24 25,0 0,-1 0,-49 0,25 0,-25 99,0-49,25-1,-1 1,51-25,24-25,25 49,-50 1,50-25,0 74,25 25,-25-50</inkml:trace>
  <inkml:trace contextRef="#ctx0" brushRef="#br0" timeOffset="39681.26">23342 7020,'-50'-25,"0"-49,50 49,-49 25,49-25,0 75,49-1,-49 75,75 25,-26-25,1 0,-25-50,24 26,-49-26,50-24,-50-1,50-24,-26 25,-24-50,0 49</inkml:trace>
  <inkml:trace contextRef="#ctx0" brushRef="#br0" timeOffset="40530.31">23366 7962,'0'0,"25"0,25 0,-25 0,-1 0,26 0,-25 0,0 0,-1 0,-24 0,50 0,24 0,-74-25</inkml:trace>
  <inkml:trace contextRef="#ctx0" brushRef="#br0" timeOffset="41481.37">23738 7565,'0'-24,"-24"24,24-25,0 74,0 1,0 0,0-1,0 1,0-25,0-1,0-24,0 50,0 0,0-26,0 1,24-25</inkml:trace>
  <inkml:trace contextRef="#ctx0" brushRef="#br0" timeOffset="41955.39">23441 8756,'0'-25,"49"25,-24-74,25 24,-25 25,24 1,-24 24,25-75,-26 75</inkml:trace>
  <inkml:trace contextRef="#ctx0" brushRef="#br0" timeOffset="42261.41">23565 8682,'0'24,"0"-24,0 50,25-50,-25 50,24-50,-24 24,0-24,50 50,-50 0,0-26,0 26,0-25,0-25,-74 0,24 0</inkml:trace>
  <inkml:trace contextRef="#ctx0" brushRef="#br0" timeOffset="45441.59">24061 8359,'-25'0,"25"25,0 25,0-1,0 1,50-1,-50 1,0-25,74 24,-74-24,25-25,-25-49</inkml:trace>
  <inkml:trace contextRef="#ctx0" brushRef="#br0" timeOffset="45951.62">24334 8210,'0'-24,"0"24,0 74,-75 50,75-25,-49-24,49-1,0 0,-25 1,25-50,0-1,-50-24,50-24,0-1,25 25,-25-75,25 75,25 0,-26 0,26 25,-25-25,24 0,1 0,-25 0,0 0,-25 0,0-49,0 73</inkml:trace>
  <inkml:trace contextRef="#ctx0" brushRef="#br0" timeOffset="46206.64">23590 9847,'0'0,"49"-49,1-26,-1 26,51-26,-1 1,-25 24,26-24,-51 49,-24-24</inkml:trace>
  <inkml:trace contextRef="#ctx0" brushRef="#br0" timeOffset="46436.65">23714 9922,'49'-25,"1"-25,49-24,-25 0,1 24,-1-24,26 24,-51 25,1-24,-50 73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6:38:55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521 14287</inkml:trace>
  <inkml:trace contextRef="#ctx0" brushRef="#br0" timeOffset="1303.07">3572 8558,'50'0</inkml:trace>
  <inkml:trace contextRef="#ctx0" brushRef="#br0" timeOffset="3445.19">447 14610,'0'0,"0"-25,49 25,-49-49,50-1,0 0,-26 1,26-26,-25 26,49-1,-24-24,0 24,24-49,-24 49,-1 1,-24-26,25 50,-26-24,26 24,-25 25,-25-50,49 50,-49-24,50 24,-50 0</inkml:trace>
  <inkml:trace contextRef="#ctx0" brushRef="#br0" timeOffset="3885.22">670 14461,'0'0,"0"-49,74-1,-74 25,75-25,-50 26,24-26,-24 25,25-24,-25 24,24-25,-24 25,0-24,24 24,-24-25,50 1,-26 24,-24 25,-25-50,0 75</inkml:trace>
  <inkml:trace contextRef="#ctx0" brushRef="#br0" timeOffset="6035.34">348 14139</inkml:trace>
  <inkml:trace contextRef="#ctx0" brushRef="#br0" timeOffset="11405.65">3771 7913,'0'-25,"-25"25,25 25,0 24,0 26,49-26,-49 1,25 0,-25-1,50-24,-25 49,-25-49,49-25,-49 25,0-50</inkml:trace>
  <inkml:trace contextRef="#ctx0" brushRef="#br0" timeOffset="11783.67">3771 7838,'0'-49,"0"49,0-25,49 25,1 0,-1 0,26 0,-75 0,25 0,-25 49,0-24,0 25,0-1,0-24,0 0,0 25,-75-25,50 24</inkml:trace>
  <inkml:trace contextRef="#ctx0" brushRef="#br0" timeOffset="12261.7">3994 7789,'0'-25,"50"-25,-26 50,1 0,25 25,-50 25,49-50,-49 49,25-24,-25 25,0-75,0-25,0 1,0-26,0 26,0-1,0 0,50 26,-25 24</inkml:trace>
  <inkml:trace contextRef="#ctx0" brushRef="#br0" timeOffset="13251.75">4366 7739,'0'-25,"25"-24,-25-26,49 50,-49 1,-24 24,-1 49,25 1,0-25,-50 24,50-24,0 25,0-26,0 26,25-50,0 0,0 0,24 0,-24-25,-25-24,50 24,-50-25,0 1,24 49,-24-25,0-25,0 1,0-1,0 0,0 26,0 24,0 0,-49 24,49 26,0-25,0-25,74 0,-24 0,-25 0,-1 0,51 0,-50 0,-1 25,-24 49,0-24,0-1,-49-49,24 0,25-25,0 1,25-26,-25 25</inkml:trace>
  <inkml:trace contextRef="#ctx0" brushRef="#br0" timeOffset="14307.81">4862 7541,'25'0,"-25"-50,49 50,-24-25,25-49,-25 24,-25 1,0 24,-25 25,-25 25,25-1,-24 26,49-25,-50 24,50 1,0-25,50-25,-1 0,26 0,-50 0,0 0,24-75,-24 75,-25-49,50 49,-50-50,0 25,-25 25,0 0,25 0,0 25,0-25,50 0,-50 50,24-50,-24-25,0-49,0 24,0 25,25 25,-25-25,25 25,25 0,-50 25,24-25,-24 25,25-25,-25 25,50-25,-25 0,-1 0,-24 0,50 0,-50-50,0 25,0-24,0 24,0 0,0-24,-25 24,25 0,-25 25,25 25,0 0,0-1,0 26,0 0,0-26,50-24,-25 0,24 0</inkml:trace>
  <inkml:trace contextRef="#ctx0" brushRef="#br0" timeOffset="14473.82">5433 7193,'24'0,"26"0,0-74,-1 74,1-50,-25 50,-25-24</inkml:trace>
  <inkml:trace contextRef="#ctx0" brushRef="#br0" timeOffset="15456.88">6077 7714,'-49'0,"24"0,-25 0,1 75,-1-1,50 0,-25 26,25-51,0-24,0 25,50-50,0 25,-1-25,26 0,-1-25,25-50,1 1,-76 24,26 1,-50-26,25 26,-25-1,0-24,0 24,-50 0,25 50,-24 0,-26 0,-24 25,49 25,1-1,49 1,0-25,0 0,49-25,26 49,24-49,-24 0</inkml:trace>
  <inkml:trace contextRef="#ctx0" brushRef="#br0" timeOffset="15793.9">6425 7838,'-25'0,"25"0,50 0,-26 50,1-50,25 74,-1-49,1-25,24 0,-74 0,0-50,25 1,-25 24,0-25,0 1,0 24,0 0</inkml:trace>
  <inkml:trace contextRef="#ctx0" brushRef="#br0" timeOffset="16235.92">6871 7714,'0'0,"0"25,0-25,0 50,25-1,-25-24,0-50,0-24,0 24,0-25,0 1,0-1,0 0,0 26,50 24,-1 0,-49 0,50 0,-50 24,25-24,-25 50,49-25,-24-25</inkml:trace>
  <inkml:trace contextRef="#ctx0" brushRef="#br0" timeOffset="16445.94">7194 7565,'0'-49,"74"49,-49-50,0 50,24-49,1-1,0 25</inkml:trace>
  <inkml:trace contextRef="#ctx0" brushRef="#br0" timeOffset="16662.95">7268 7342,'-25'0,"25"0,0 25,75-25,-75 50,25-50,-25 24,24-24,-24 50,50-50</inkml:trace>
  <inkml:trace contextRef="#ctx0" brushRef="#br0" timeOffset="16895.96">7715 7193,'-50'0,"75"0,-25 0,49 50,-49-25,25-25,-25 74,0-24,50-25,-50-1</inkml:trace>
  <inkml:trace contextRef="#ctx0" brushRef="#br0" timeOffset="18013.03">6177 7243,'0'50,"25"-26,-25 1,24 25,-24-25,50 24,-50 1,0-75,0 25,0-50,0 26,0-26,0 0,0-24,0 49,0 0,0 25,50 0,-1 0,26 0,-75 25,24 0,-24 25,0-26,0 26,25-50</inkml:trace>
  <inkml:trace contextRef="#ctx0" brushRef="#br0" timeOffset="18163.03">6623 7169,'0'24</inkml:trace>
  <inkml:trace contextRef="#ctx0" brushRef="#br0" timeOffset="18561.06">6623 7193,'25'-24,"0"-1,-25 0,49 25,-49-50,-24 50,-26 0,25 25,-24 0,24 25,25-26,-50 26,50-25,0 24,25-49,0 0,24 0,26 0,-26-49,1-1,0 25,-1-24,-24 49,25-75,-50 51,0-1</inkml:trace>
  <inkml:trace contextRef="#ctx0" brushRef="#br0" timeOffset="19205.09">6946 6945,'0'-24,"24"-1,-24 25,0 49,0 26,0-50,0-25,0 74,0-49,-24-25,24 0,-50 0,50-75,-25 75,25-49,0 49,50 0,-25 25,-1-25,26 0,-25 0,24 0,1 0,25-25,-75-25,24 25,-24-24,0 24,0 0,-49 25,49 0,0 50,25-50,-25 49,24-49,-24 25,50-25,0 0,-1 0,-24 0,0 0,24 0,-49-25</inkml:trace>
  <inkml:trace contextRef="#ctx0" brushRef="#br0" timeOffset="19377.1">7268 6896,'50'-25,"-1"25,1-50,-25 50,24-25</inkml:trace>
  <inkml:trace contextRef="#ctx0" brushRef="#br0" timeOffset="20533.17">6499 8384,'0'0,"25"0,0-50,0 50,24-74,-24 74,25-25,-26 25,1 0</inkml:trace>
  <inkml:trace contextRef="#ctx0" brushRef="#br0" timeOffset="20757.18">6425 8607,'0'0,"0"0,49-49,-24 49,25-50,-1 25,1 25,0-74,24 74,-49-25</inkml:trace>
  <inkml:trace contextRef="#ctx0" brushRef="#br0" timeOffset="27073.54">1166 12303</inkml:trace>
  <inkml:trace contextRef="#ctx0" brushRef="#br0" timeOffset="28926.65">1117 12254,'0'-50,"24"50,1 0,0 0,49 0,-74-25,50 25,-25 0,0 0,24 0,-24-50,0 50,24 0,-24 0,25-24,-25 24,-1 0,1 0,25-25,-25 25,24 0,-24 0,0 0,25-50,-26 50,1 0,25 0,-1 0,1-25,0 25,-1 0,26 0,-26 0,1-49,-1 49,1 0,24 0,-24-25,0 25,-26 0,26 0,-25 0,0 0,24-50,-24 50,0 0,24 0,-24 0,25 0,0 0,-26 0,1 0,25 0,-1 0,1 0,-25 0,24 0,1 0,0 0,-26 0,26 0,0 0,-26 0,1 0,25 0,-1 0,1 25,0-25,-50 25,49-25,1 25,-25-25,-25 49,49-49,-49 25,25-25,-25 25,0 25,0-1,0-24,0 0,0 25,-25-26,0 26,1-50,24 25,-50-25,0 25,26-25,-26 49,25-49,-24 0,-26 25,26-25,-1 50,0-50,1 0,-50 49,24-49,-24 0,25 25,-1-25,1 0,-26 50,26-50,0 0,-1 49,1-49,-1 0,26 25,-26-25,26 0,-1 0,1 50,-1-50,25 0,0 0,1 0,-51 0,26 0,-1 0,-25 0,1 0,24 0,-24 0,24 0,1 0,-1 0,25 0,-24 0,-1 0,25 0,-24 0,49-25,-25 25,25-25,-25 25,25-25,0-24,-25 49,25-25,-49 0,49-25,0 26,0-1,0-25,25 1,-1 24,26-25,-25 25,24-49,1 74,-25-50,0 50,24-49,1 49,-1-50,-24 50,0-25,25 25,-1-49,-49 98,0-24,0 0</inkml:trace>
  <inkml:trace contextRef="#ctx0" brushRef="#br0" timeOffset="29833.7">620 16247,'-49'0</inkml:trace>
  <inkml:trace contextRef="#ctx0" brushRef="#br0" timeOffset="32293.84">6574 16272</inkml:trace>
  <inkml:trace contextRef="#ctx0" brushRef="#br0" timeOffset="33360.9">4812 14932,'25'0</inkml:trace>
  <inkml:trace contextRef="#ctx0" brushRef="#br0" timeOffset="33606.92">4961 16644,'0'-50,"50"50,-50-24,25 24,-25-25</inkml:trace>
  <inkml:trace contextRef="#ctx0" brushRef="#br0" timeOffset="33833.93">5110 14635,'0'0,"0"25</inkml:trace>
  <inkml:trace contextRef="#ctx0" brushRef="#br0" timeOffset="34045.94">5061 16421,'0'0,"0"-25</inkml:trace>
  <inkml:trace contextRef="#ctx0" brushRef="#br0" timeOffset="34257.95">5160 15106,'0'25</inkml:trace>
  <inkml:trace contextRef="#ctx0" brushRef="#br0" timeOffset="34445.97">5110 16346,'0'-49,"0"-1,0-24,50-26,-50 1</inkml:trace>
  <inkml:trace contextRef="#ctx0" brushRef="#br0" timeOffset="34647.98">5284 14585,'0'0,"-25"0,25 25,0 0,25 24</inkml:trace>
  <inkml:trace contextRef="#ctx0" brushRef="#br0" timeOffset="34842.99">5160 16446,'0'0,"25"0,-25-50</inkml:trace>
  <inkml:trace contextRef="#ctx0" brushRef="#br0" timeOffset="40725.32">5085 17909,'-24'0,"24"0,49 0,-24 0,0 0,24 0,-24 0,0 0,25 0,-26 0,1 0,25 0,-25 0,-1 0,26 0,-50-50,74 50,-49 0,0 0,25 0,-1 0,-24 0,0 0,24 0,-24 0,25 0,-1 0,1 0,0 0,-1-24,-24 24,50 0,-26 0,-24 0,25 0,-50-25,49 25,1 0,-1 0,-24 0,25 0,-1 0,-24 0,0 0,25 0,-50-50,24 50,1 0,25 0,-25 0,-1 0,26 0,-75 0,0 0</inkml:trace>
  <inkml:trace contextRef="#ctx0" brushRef="#br0" timeOffset="42289.41">5333 18033,'0'0,"75"0,-50 0,-1 0,1 0,25 0,-25 0,24-50,26 50,-26 0,-24 0,0 0,49 0,-49 0,0 0,24 0,-24 0,0-24,25 24,-26 0,1 0,25 0,-25 0,0 0,24-50,-24 50,0 0,24 0,-24 0,0 0,0 0,24 0,-24 0,0 0,25-25,-26 25,1 0,25 0,-1 0,1 0,-25 0,24 0,-24 0,-25-25,25 25</inkml:trace>
  <inkml:trace contextRef="#ctx0" brushRef="#br0" timeOffset="58699.35">11584 17636,'50'0,"-1"0,-49 0,50 0,0-25,-26 25,26 0,-50-49,-25 74,-24-1,-26 26,26-25,24-25,25 49,-25-49,25 0,50 0,-50-24,49 24,26-25,-51 25,1-50,-50 50</inkml:trace>
  <inkml:trace contextRef="#ctx0" brushRef="#br0" timeOffset="61084.49">15330 17934,'0'0</inkml:trace>
  <inkml:trace contextRef="#ctx0" brushRef="#br0" timeOffset="67077.83">17165 17835,'25'-25,"25"25,-50-25,49 25,-24 0,25-25,-26 25,26 0,0 0,-26 0,1 0,-25 0,-49 0</inkml:trace>
  <inkml:trace contextRef="#ctx0" brushRef="#br0" timeOffset="67309.84">17190 17909,'-25'0,"25"25,-25-25,25 0,50 0,0 0,-26 0,1-50,25 50,-25 0,-1 0,26-25,0 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0:26:37.6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645 769,'0'-25,"0"-24,0 73,0 1,0 0,0 25,0-1,0 1,0-1,0 1,0 24,0-49,0 25,0-1,0-24,0-25,0-74</inkml:trace>
  <inkml:trace contextRef="#ctx0" brushRef="#br0" timeOffset="458.02">596 843,'0'-49,"0"-1,0 1,49-1,1 25,-25 25,24 0,-24-49,25 49,-25 24,-25 26,0 0,0 24,0 0,0 1,0-1,-25 1,25 24,-25-50,25-24,-50 25,1-25,-1-25,0 0,1 0,49 0,0-50,0 0,49 50</inkml:trace>
  <inkml:trace contextRef="#ctx0" brushRef="#br0" timeOffset="1388.07">968 1091,'25'0,"-25"-24,24 24,-24-50,0 25,0 0,0 25,-49 0,49 25,-50-25,50 50,-25-25,25 24,0-24,-49 25,49-26,0 26,25 0,-1-50,26 0,0 0,24 0,-74-50,50 25,-26-24,26 24,-25-25,-25 25,74 1,-74-51,25 75,-25-25,0 1,0 24,-50 0,26 0,24 49,0-24,0 0,24-25,-24 49,50-49,0 75,-1-26,-49-24,25-25,-25 50,0-1,0-24,-50-25,1 0,49-49,0-1,0 25,49-24</inkml:trace>
  <inkml:trace contextRef="#ctx0" brushRef="#br0" timeOffset="1619.09">1563 1017,'25'0,"0"0,-25 50,0-26,0 1,0 25,0-25,0 24,0 1</inkml:trace>
  <inkml:trace contextRef="#ctx0" brushRef="#br0" timeOffset="1785.1">1613 918,'24'0</inkml:trace>
  <inkml:trace contextRef="#ctx0" brushRef="#br0" timeOffset="2639.15">1910 893,'-24'0,"24"50,-50-26,50 1,-50-25,50 75,0-51,50-24,-25 0,0-24,24 24,-49-25,25 25,-25-25,0 0,0 25,0 25,0 25,0-1,50 50,-50 1,0-1,0-25,0 25,0 26,0-51,-50-24,25-26,0-24,-24 0,49 0,0-49,0-26,0-24,0 0,0-50,49 0,1 0,0 75,-50 0,49 24,1 25,-25 25,-1 0,26 25,-50 0,0 24,25-24,-25 0,0 49,49-74,-24 0,-25-24,50-51,-50 50,25-24,-1 49,-24 0,50 0,-50 74,25-74,-25 50,0-25,25-25,24 0</inkml:trace>
  <inkml:trace contextRef="#ctx0" brushRef="#br0" timeOffset="3231.18">3374 868,'0'-25,"0"25,-50 0,25 0,-24 0,24 50,-25 0,50-26,-24-24,24 50,0 0,24-50,26 0,-25 0,0-25,49-25,-74 25,25 25,-25-74,0 49,25 25,-25 0,49 50,-49-25,0 24,0-24,25 0,-25 24,50-49,-50 25,24-25,26 0,0-25,-50-24,74 24,-74-25,25 50,-25-49</inkml:trace>
  <inkml:trace contextRef="#ctx0" brushRef="#br0" timeOffset="8549.48">4837 744,'-25'0,"1"0,-1 0,25 50,-50-25,50 24,-74 26,74-51,0 1,0 25,0-25,49-1,-24-24,0 0,0 0,24 0,-24 0,25 0,-1-49,-24 24,-25 0,50-49,-50 24,0 1,0-26,0 1,25-1,-25 51,0-1,0 0,0 75,0-1,0 26,0-1,0 0,0-24,0 24,0-24,0-25,0 0,25 24,24-49,1 25,-25-25,-1 0,-24-25,75 0,-75-24,0-1,0 25,0-24,0 49,-25 74,25-24,0-1,74-49,-24 0,0 0,-26 0,26-24,0-26,-50 25,0-24,0-1,0 0,0 1,-50 49,25 0,-24 0,-26 0,26 0,24 74,25-24,49-50</inkml:trace>
  <inkml:trace contextRef="#ctx0" brushRef="#br0" timeOffset="8807.5">5805 794,'0'0,"-25"0,-25 25,25-25,25 49,-74 1,74-25,0 24,25 1,24-50,26 0,-1 0,1 0,-26 0,1 0,-50-25</inkml:trace>
  <inkml:trace contextRef="#ctx0" brushRef="#br0" timeOffset="9008.51">6077 868,'0'0,"0"-49,-49 49,49 24,0 1,0 0,0 25,0-26,0 1,25 50,-1-51,51-24,-1 0</inkml:trace>
  <inkml:trace contextRef="#ctx0" brushRef="#br0" timeOffset="9353.53">6400 843,'0'0,"-25"0,-49 0,24 50,25-25,-24 24,24-24,25 0,-50-25,50 50,0-75,0 25,0-25,25 25,25 0,-25 0,-1 0,-24 0,50 0,-50 50,50-50,-50 24,24-24,1 25</inkml:trace>
  <inkml:trace contextRef="#ctx0" brushRef="#br0" timeOffset="9689.55">6400 1116,'0'-25,"0"-24,50 49,-26-50,26 25,0-24,-26 24,26-25,-50 1,-25 49,-24 0,-1 25,0 24,1-24,24 25,-25-26,50 26,25-50,50 0,24 0,0 0,-25-25,1 25</inkml:trace>
  <inkml:trace contextRef="#ctx0" brushRef="#br0" timeOffset="10214.58">7045 670,'0'-50,"0"-24,0 49,0 25,0 74,0-24,0 0,0-1,0 1,25 24,-25-49,0 0,49 24,-49-73,-25 24,-24 0,24 0,-25 0,-24 0,24 49,26-49,24 50,0-25,49-25,26 0,-26 0,1 0,-1 0,-24 0,-25-50,25 0,-25 26,0 24,0 49,50-49,-50 50,25-25,24-25</inkml:trace>
  <inkml:trace contextRef="#ctx0" brushRef="#br0" timeOffset="11249.64">8087 695,'0'-50,"0"25,-25 25,0 25,-25-25,50 50,-49-26,49 51,0-26,0-24,49-25,1 50,0-50,-26 25,51 24,-75-24,0 0,0 0,-50-25,25 0,1 49,-26-49,25 0,-24 0,49 0,0-74,74 49</inkml:trace>
  <inkml:trace contextRef="#ctx0" brushRef="#br0" timeOffset="12089.69">8310 893,'50'0,"-1"0,26 0,-51 0,1-50,25 50,-50-24,25 24,-25-25,0 25,-50 0,0 0,1 0,-1 0,-24 74,24-49,25-25,25 50,0-26,75-24,24 0,0 0,0 0,25 0,-24-24,-26 24,0-50,-49 0,-25 26,50-26,-50 0,-50 50,-24 0,-1 0,1 25,0-25,24 25,0-25,50 50,0-26,50-24,49 0,-24 0,-1 0,-24 0,-1 0,-24 0,25-74,-50 49,0 25,0-25,0 25,0 25,0 25,0-1,0 1,0 24,0 1,0-1,0 1,0-1,0 0,0-24,0-25,24-50,-24-49,75-1,-75 1,49-1,1-49,0 50,-50 0,0 49,25 25,-25-25,24 25</inkml:trace>
  <inkml:trace contextRef="#ctx0" brushRef="#br0" timeOffset="12569.71">9476 620,'-50'0,"25"0,25 50,0-25,0-1,0 26,0-25,0 0,50 49,-25-74,24 0,1 0,-50-50,25 26,-25-1,0-25,0 1,25 49,-25 24,74 26,-74-25,25 24,-25-24,49 25,-49-1,25-49,25 25</inkml:trace>
  <inkml:trace contextRef="#ctx0" brushRef="#br0" timeOffset="13510.77">9873 943,'-25'0,"25"-25,25 25,24-25,-24 25,0-50,24 50,-49-49,50 49,-50-50,0 25,0 25,-74 0,24 25,25 0,-24 25,49-26,-25-24,25 50,0 0,49-50,1 0,0 0,24 0,0 0,-24 0,-25-50,24 50,-24-50,-25 26,0-26,0 25,0 25,0 50,0-25,0-1,0 26,0-25,0 0,50 24,-50-74,0 1,0-1,0-25,0-24,25 49,-25 0,25 25,-25 25,49 0,-49 24,0-24,25 0,25 25,-1-50,1 0,-50-25,49-25,-49 25,0-24,50-1,-50 1,0-1,0 0,0 26,0 24,0 49,0 1,0-1,0 1,0 24,0-24,0-25,0 0,25-25,-25 49,49-49,1 0,-25 25,0-25,-25 0</inkml:trace>
  <inkml:trace contextRef="#ctx0" brushRef="#br0" timeOffset="13686.78">10666 843,'0'0,"25"0,50-24,-26 24,1 0,-1 0,-24 0,-25-25</inkml:trace>
  <inkml:trace contextRef="#ctx0" brushRef="#br0" timeOffset="13926.79">10989 744,'0'25,"0"0,25 0,-25 24,0-24,0 25,0-26</inkml:trace>
  <inkml:trace contextRef="#ctx0" brushRef="#br0" timeOffset="14076.8">11014 719,'49'0</inkml:trace>
  <inkml:trace contextRef="#ctx0" brushRef="#br0" timeOffset="14474.82">11411 719,'-25'0,"25"0,-75 0,50 50,-24-50,24 50,-25 24,50-49,0-25,25 0,50 0,-26-25,-24-49,-25 24,50 50,-25 0,-25 50,24-50,-24 49,50-49,-50 50,0-25</inkml:trace>
  <inkml:trace contextRef="#ctx0" brushRef="#br0" timeOffset="14886.85">11485 943,'0'0,"25"-50,24 0,1 50,-25-49,24 24,-24-25,25 26,-50-26,25 0,-25 26,0-26,-50 50,0 0,26 0,24 25,0 0,-25-1,25 26,0-25,0 0,0 24,49 1,1-50,-25 0,0 0,24 0,-24 0,0 0,0 0,24 0</inkml:trace>
  <inkml:trace contextRef="#ctx0" brushRef="#br0" timeOffset="16514.94">12849 695,'0'0,"-25"0,-24 0,-1 24,1 26,49 0,0-1,0 1,24-50,26 0,0 0,24 49,-24-49,-26 0,1 0,50 0,-75 0,24 0</inkml:trace>
  <inkml:trace contextRef="#ctx0" brushRef="#br0" timeOffset="16747.95">13221 794,'0'0,"25"0,-25 25,0 24,25-49,-25 25,25-25</inkml:trace>
  <inkml:trace contextRef="#ctx0" brushRef="#br0" timeOffset="17026.97">13370 620,'-50'-25,"50"25,-24 0,-1 0,25 0,0 0,25 0</inkml:trace>
  <inkml:trace contextRef="#ctx0" brushRef="#br0" timeOffset="17435.99">13420 744,'49'0,"-24"0,0 0,25 50,-26-25,-24-1,50 26,-50-25,50 24,-50 1,-25-75,25-24,0 24,0-25,0 25,25 1,-25-26,49 50,-24 0</inkml:trace>
  <inkml:trace contextRef="#ctx0" brushRef="#br0" timeOffset="18262.04">13916 769,'-25'0,"25"50,-25-26,25 26,0 0,0-1,50-49,-25 0,-1 0,26 0,-25 0,-25 0,49 0,-49-74,0 24,0 25,0 25,0 75,0-26,0-49,25 25,50-25,-51 0,1 0,0 0,25 0,-26 0,-24-25,25 25,-25-49,0-1,0 25,0 1,0 24,-25 24,25 26,0 0,0-50,25 0,25 24,-25-24,-1 0,26 0,-25 0,-25-49,25 49,-25-50,0 25,0 1,0-51,0 125,0-25,0-1,0 26,49 24,-24-74,-25 25,50-25</inkml:trace>
  <inkml:trace contextRef="#ctx0" brushRef="#br0" timeOffset="19651.12">14734 992,'25'0,"0"0,-25-49,25 49,-25-25,25 25,-25-25,49-49,-49-1,0 50,0 1,0-26,0-24,0 49,0 25,0 25,0 24,0-24,0 0,0 0,0 24,0-24,0 0,25 24,25-24,-1-25</inkml:trace>
  <inkml:trace contextRef="#ctx0" brushRef="#br0" timeOffset="19830.13">14908 819,'50'0,"-26"-50,51 50,-50 0,-1 0,-24-25</inkml:trace>
  <inkml:trace contextRef="#ctx0" brushRef="#br0" timeOffset="20212.15">14461 620,'50'0,"-25"0,0 0,24 0</inkml:trace>
  <inkml:trace contextRef="#ctx0" brushRef="#br0" timeOffset="24819.41">15826 595,'-25'50,"25"-25,0 24,0 1,0 24,0-24,0-25,25 0,-25 49,0-49,25-25</inkml:trace>
  <inkml:trace contextRef="#ctx0" brushRef="#br0" timeOffset="25061.43">15776 744,'-49'-49,"49"24,24 25,26 0,0-50,-1 50,1 0,24 0,1-25,-26 25,-24 0,-25 0</inkml:trace>
  <inkml:trace contextRef="#ctx0" brushRef="#br0" timeOffset="25246.44">15851 893,'0'-25,"49"25,-24-25,0 25,24 0,-24-49,25 49,-1 0</inkml:trace>
  <inkml:trace contextRef="#ctx0" brushRef="#br0" timeOffset="25585.46">16247 769,'-24'0,"24"50,-25-50,25 24,0 1,0 25,0-50,49 0,1 0,0 0,-26 0,26 0,-25 0,0-25,-25 0,0-24,-25 49,0-50,-25 50,1 0,-1 0,25 0,25 0,0 50,0-50,50 0,24 0</inkml:trace>
  <inkml:trace contextRef="#ctx0" brushRef="#br0" timeOffset="25915.48">16545 794,'25'0,"24"49,-49-24,50 25,-50-25,50 24,-50-49,0-74,0 49,49-25,1 26,-25-26,0 50,24 0</inkml:trace>
  <inkml:trace contextRef="#ctx0" brushRef="#br0" timeOffset="26327.5">17438 595,'25'25,"-25"0,0 25,49-26,-49 1,25 25,-25-25,0-1,25-24,-25 75,0-50</inkml:trace>
  <inkml:trace contextRef="#ctx0" brushRef="#br0" timeOffset="26859.53">17388 794,'0'-50,"0"50,50 0,0 0,24-25,-24 25,-1 0,-24 0,-25-24,50 24,-75 0,25 24,25 1,-25 25,0-25,25-1,-25 51,49-75,-24 0,-25-50,0 25,25 1,-25-26,49 50,-49-25,25 25,0 0,25 0,-50 0,49 50,-49-25,50 24,-50-24,49 0,-49 49,0-49</inkml:trace>
  <inkml:trace contextRef="#ctx0" brushRef="#br0" timeOffset="27286.56">18182 1017,'0'0,"25"0,25-50,-26 50,26-24,0 24,-1-75,1 75,-1-49,-49 24,-24 25,-51 0,50 0,1 25,-26-1,25 51,25-26,50 1,-25-50,24 0,26 0,-26 0,-24-25,25 25,-26-25,1 25,-25-49</inkml:trace>
  <inkml:trace contextRef="#ctx0" brushRef="#br0" timeOffset="28456.62">19968 595,'-25'0,"-49"0,49 0,0 50,-24-50,24 50,-25-26,25 51,25-50,0-25,25 0,50 0,-26 0,1 0,-25 0,24 0,-49-75,25 75,-25-49,0-1,0 25,0 25,50 75,-50-26,25 26,-25-1,0 0,0 1,0-1,0 25,0-24,0-26,0 1,0-25,-50-25,25 0,-24 0,49-25,-50-25,50 1,0-26,0 1,0 0,25-1,24 1,1 49,0-25,24 50,0-24,-24 24,0-50,-26 50,-24-25,50 25,-50-25,-25 25,25 25,25-25,-25 50,0-25,25-25,-25 74,0-49</inkml:trace>
  <inkml:trace contextRef="#ctx0" brushRef="#br0" timeOffset="28613.63">20241 521,'25'0,"0"25</inkml:trace>
  <inkml:trace contextRef="#ctx0" brushRef="#br0" timeOffset="28982.65">20390 595,'0'50,"49"-50,-49 50,25-50,0 74,25-74,-26 50,26-1,-25-49,-25-25,0 1,0-1,0 0,49-25,-49 26,25-26,0 50,-25 25,0 0</inkml:trace>
  <inkml:trace contextRef="#ctx0" brushRef="#br0" timeOffset="29658.69">20787 868,'24'-25,"1"25,25-49,-25 49,-25-50,49 50,-49-49,-49 49,24 0,-25 49,1-49,49 50,-25-50,25 49,25-24,-1-25,51 0,-25 0,-1 0,1 0,-1 0,-24 0,25 0,-25-49,-25-1,0 0,24 50,-24 25,50-25,-50 75,25-75,-25 49,25-49,24-25,-49 1,0-1,50-25,-50 25,49 25,1 0,-25 0,-25 0,25 50,24 24,-24-49,25-25,24 0,-49 0</inkml:trace>
  <inkml:trace contextRef="#ctx0" brushRef="#br0" timeOffset="31419.79">22349 496,'0'-25,"0"-24,-49 49,-1 49,25-24,1 25,-26-50,50 49,0 1,0 0,50-50,49 49,-25-49,-24 0,-1 0,-24 0,-25 25,0 0,-49-25,24 74,-50-74,51 25,-1-25,-25 0,-24 0,49 0,0 0,50 0,49 0,50-74,-49 74</inkml:trace>
  <inkml:trace contextRef="#ctx0" brushRef="#br0" timeOffset="31728.81">22622 496,'0'-50,"0"75,0 0,50 0,-50 25,0-1,25 1,-25-25,0 24,0-24,49 25,-49-1,0-24</inkml:trace>
  <inkml:trace contextRef="#ctx0" brushRef="#br0" timeOffset="31891.82">22548 670,'25'-25,"24"25,26 0,-1 0,25 0,-24 0,-1 0,1 0,-51 0</inkml:trace>
  <inkml:trace contextRef="#ctx0" brushRef="#br0" timeOffset="32738.87">23143 645,'-25'0,"-24"0,24 0,-25 25,25-25,-24 49,49 1,-25-50,25 50,25-50,0 24,24-24,-24 0,0 0,25 0,-26-49,-24-1,50 25,-50-24,0 74,-25-25,25 74,0-49,50 0,24-25,-49 0,25 0,-1 0,-49-50,0 0,0 26,0-1,0-25,0-24,0 49,0 0,0 50,0 0,0 24,0-24,0 0,0 25,0-26,25 26,25-50,-1 50,1-50,-1 0,1 0,-25 0,0 0,-25-25,49 25,-49-75,0 51,50-1,-50-25,0 50,-50 0,1 0,49 25,-25-25,25 74,0-24,0-25,74-25,-24 0,49 0,-25 0,-24 0,-25-25,25 25,-50-50,24 50</inkml:trace>
  <inkml:trace contextRef="#ctx0" brushRef="#br0" timeOffset="33052.89">23317 595,'25'0,"-1"0,51 0,-1 0,25 0,1 0,-26 0,-24 0,-1 0</inkml:trace>
  <inkml:trace contextRef="#ctx0" brushRef="#br0" timeOffset="35101">695 1811,'25'0,"-25"49,0 1,0 0,0-1,0 1,0 24,49-24,-49-25,0 24,25 1,-25-100,-74-24,24 74,25 0,0 0,-24 0,24 25,-25 24,50-24,0 25,0-26,0 1,25 25,0-50,25 0,24 0,-24 0,-1 0,-24-25,25 0,-50-24,25 24,-25 0,0-25,0 26,0 24,0 0,0 74,0-24,0-26,24-24,1 0,25 0,-25 0,24 0,1 0,-25-49,-25 24,0-25,0 26,0-1,0 0,0-49,0 74,0 24,0 1,0 0,49 25,-49-26,25 26,-25-25,50 24,-50 1</inkml:trace>
  <inkml:trace contextRef="#ctx0" brushRef="#br0" timeOffset="35259.01">1092 2059,'0'-25,"25"25,24 0</inkml:trace>
  <inkml:trace contextRef="#ctx0" brushRef="#br0" timeOffset="36258.07">1439 2133,'-25'0,"0"0,1 0,-26 0,50 75,-50-51,50 1,0 50,0-26,0-49,50 0,0 0,-1 0,-24 0,25 0,-26-25,26-24,-50 24,0-25,0 26,-25 24,-24 0,49 24,-50 26,50-25,25 49,0-74,24 50,1-50,24 0,-24 0,-1 0,-24-25,25 25,-50-50,50 50,-50-49,0-1,0 25,0 25,-75 0,50 0,0 0,25 50,0 0,50-1,0-49,-1 0,1 0,0 0,-26 0,-24-49,0 24,0-25,0 75,0 0,0 0,0 49,0 0,0 1,0-1,0 1,0-1,0 1,0-1,0 0,0-24,0-50,-24 0,-51 0,75-25,-25 0,25-24,0-1,0 1,0-1,0-24,50-26,-25 26,24 49,-24 25,-25-50,50 50,-25 0,49-24</inkml:trace>
  <inkml:trace contextRef="#ctx0" brushRef="#br0" timeOffset="36604.09">2208 2307,'0'-25,"0"-25,25 50,24 50,-49-25,25 24,-25-24,0 0,0 0,0 24,0-24,0-50,0 1,0-26,0 25,0 0,0-24,50-1,-1 25,-24 25,25-49,-25 49</inkml:trace>
  <inkml:trace contextRef="#ctx0" brushRef="#br0" timeOffset="37009.11">2630 2183,'-25'25,"0"-25,25 49,-50-49,50 50,-24-50,24 25,0 24,0-49,74 0,-49 0,24 0,-24 0,-25-49,25 49,-25-50,0 25,0 0,0-49,0 99,0 24,0 1,50-25,-26-25,1 0,25 0</inkml:trace>
  <inkml:trace contextRef="#ctx0" brushRef="#br0" timeOffset="37554.14">2853 2257,'0'-49,"0"49,0 49,0 1,25-50,-25 49,24-49,-24-24,0-26,0 25,50 0,-50-24,25 24,0 25,-25 0,0 25,49 24,-49-24,25 25,-25-1,0-73,0-26,50 25,-50-24,25 24,-25 0,49 25,-49-50,25 50,0 0,-25 25,0 0,49 0,-49 24,0-24,25 25,-25-25,25-25,-25 49,50-49</inkml:trace>
  <inkml:trace contextRef="#ctx0" brushRef="#br0" timeOffset="39210.24">4118 1587,'0'0,"0"50,0 25,0-1,0 0,0 26,0-1,0-25,0-24,0-1,0-24,0 25,0-75,0-25,0 26,50-26,-50 25,24-24,26-1,0 25,-1 25,1 0,-50 0,49 50,-49-25,0-1,0 26,0-25,-24 0,-26 24,0-49,50-25,0-24,0 24,25 0,25-24,-25 24,24 25,-24 0,-25 0,0 49,25 1,49 0,1-50,-51 0,1 0,25 0,-50 0,25 0,-25-50,0 0,0 26,0 24,0-50,0 50,0 25,0 24,0 1,0 0,49 24,-49 0,0 1,0 24,0 0,0 1,-49-26,49-24,-25-50,25 24,-50-24,-24 0,74-24,-25-26,25 25,0-24,0-26,25-49,0 50,24 24,-24 0,49 50,-49-49,0 49,25 0,-26 0,1 0</inkml:trace>
  <inkml:trace contextRef="#ctx0" brushRef="#br0" timeOffset="40613.32">5705 1860,'0'25,"0"25,0-1,0 1,0 0,0-26,0 26,50-25,-50 24,25-49,0 0,24 0,-49-49,0 24,25 0,-25-49,0 24,50 1,-50 24,0-25,24 50,1 50,-25-25,0 24,0 1,0-1,50 1,-50-25,25 24,24-49,-24-24,-25-1,50-25,-50 25,25-24,-25-1,49-24,-49 24,25 25,-25-24,0 24,-25 25,0 0,-24 0,24 25,25 0,0-1,25 26,49-50,1 50,24-1,-50-24,1 25,-50-26,25 26,-25 0,0-50,-50 0,25 0,25-25,0-50,0 51,25-1,0-25,0 50,24 0,-49 25,50-25,-50 74,25-49,-25 0,49-25,-49 74,25-74,-25 25,25-25,-25 0</inkml:trace>
  <inkml:trace contextRef="#ctx0" brushRef="#br0" timeOffset="40908.33">6648 1885,'25'0,"0"0,-25 50,0-25,-25-25,-25 0,1 0,49-50,24 25,1 25,0 0,0 0,24 0</inkml:trace>
  <inkml:trace contextRef="#ctx0" brushRef="#br0" timeOffset="41836.39">6797 2034,'0'25,"25"24,-25-24,0 0,24 25,-24-1,0-49,0-49,0 24,50 0,-50-25,25 26,-25-1,49 25,-24 0,0 0,-25 0,0 25,50 24,-50-24,24 25,26-50,0 0,-1 0,1-25,-50-25,0 1,0-1,-50 50,26 0,-1 0,-50 25,75 0,0-1,50-24,0 0,-1 0,1 0,-1 0,1 0,-25 0,-25-24,0 48,0 1,0 0,0 49,0-24,0 0,0 24,0 0,0-24,0 24,0-24,0-25,0-25,-50 0,50 0,-49-50,49 25,0 1,0-51,0 26,49-1,-24 0,25-24,24 49,-24 25,-26-49,26 49,-25 0</inkml:trace>
  <inkml:trace contextRef="#ctx0" brushRef="#br0" timeOffset="45284.58">8285 1910,'25'0,"0"0,24 0,1 0,24 0,1 0,-26 0,1 0,0 0,-26 0,26 0</inkml:trace>
  <inkml:trace contextRef="#ctx0" brushRef="#br0" timeOffset="45668.61">8508 1910,'0'0,"25"74,-25-24,25-25,-25 24,50 51,-50-1,0 0,0-25,0-24,0 0,0-1,0-24,0-25,-50 0,0 0,26 0,-26 0,0 0,26 0,24-50,24 26,51 24</inkml:trace>
  <inkml:trace contextRef="#ctx0" brushRef="#br0" timeOffset="46297.64">9501 1811,'0'49,"0"1,0 24,0 26,0-26,0 0,0 1,0-1,49-24,-49-25,0 24,0-24,25-25</inkml:trace>
  <inkml:trace contextRef="#ctx0" brushRef="#br0" timeOffset="46724.67">9823 1885,'0'0,"-25"50,-24 24,24-24,-50-1,51 1,-26-25,0 24,50-73,0 24,50 0,-25 0,49 49,-24-24,-1 25,1-50,24 49,1-49,-26 0,-24 0,25 0</inkml:trace>
  <inkml:trace contextRef="#ctx0" brushRef="#br0" timeOffset="47430.71">11212 1910,'25'50,"-25"-1,0 26,49-1,-49 0,0-24,0 24,0-24,0 0,0-26,25-24,-25 50</inkml:trace>
  <inkml:trace contextRef="#ctx0" brushRef="#br0" timeOffset="47683.72">11311 1960,'0'-25,"25"25,25 0,-1-50,1 50,24 0,-24 0,0 0,-75 0,-25 25</inkml:trace>
  <inkml:trace contextRef="#ctx0" brushRef="#br0" timeOffset="47872.73">11286 2208,'0'0,"50"0,0-25,-1 25,26 0,-1-25,1 25,-51 0,1 0</inkml:trace>
  <inkml:trace contextRef="#ctx0" brushRef="#br0" timeOffset="48202.75">12403 1860,'0'25,"0"25,0-1,0 26,0-1,49 1,-49-26,0 1,25-1,-25 1,0-25,0-50</inkml:trace>
  <inkml:trace contextRef="#ctx0" brushRef="#br0" timeOffset="48417.76">12452 1960,'0'-25,"25"25,0-50,49 50,-24 0,0 0,-1 0,-24 0,25 0,-75 0,-25 50</inkml:trace>
  <inkml:trace contextRef="#ctx0" brushRef="#br0" timeOffset="48599.77">12279 2257,'24'0,"26"-25,0 25,-1 0,26-24,-26 24,1 0,-25 0</inkml:trace>
  <inkml:trace contextRef="#ctx0" brushRef="#br0" timeOffset="49110.8">11956 2778,'50'-49,"-1"49,26-25,49 25,-25-50,0 50,-24 0,-50 0</inkml:trace>
  <inkml:trace contextRef="#ctx0" brushRef="#br0" timeOffset="49335.82">11832 2927,'25'0,"49"0,1 0,-1 0,25-50,25 50,-24-49,-1 49,0-50,-49 50,-25 0,-50 0,0 25</inkml:trace>
  <inkml:trace contextRef="#ctx0" brushRef="#br0" timeOffset="55424.17">1712 3944,'0'0,"0"0,-25 0,-25 0,26 0,-1 0,25 0,-50 0,50 25,-25-25,25 49,0-24,0 0,0 25,0-26,0 1,0 25,0-1,0-24,50-25,-50 50,25-50,0 0,24 0,-24 0,0 0,-25-25,49 25,-24-25,25-24,-25 24,0 25,-25-25,0-25,49 50,-49-24,0-1,0-25,0 25,-25 25,25-24,-24 24,-1 0,25-50,-50 50,25 0,0 0,-24 0,-1 0,50 25</inkml:trace>
  <inkml:trace contextRef="#ctx0" brushRef="#br0" timeOffset="57068.26">2729 3994,'0'-50,"0"50,-50 0,50 25,0 24,-25 1,25 0,0-26,0 1,0 0,0 25,0-50,0 49,25-49,50 0,-1 0,-49 0,0 0,24 0,-49 0,50 0,-50-49,50 49,-50-50,24 50,-24-50,50 50,-50-49,0-1,0 25,0 1,0-1,-25 25,-24-50,-26 50,50 0,-24 0,24 0,0 0,-49 50,49-25,25 24</inkml:trace>
  <inkml:trace contextRef="#ctx0" brushRef="#br0" timeOffset="59609.4">447 6995,'-25'0,"25"-25,-25 25,-24 0,49 0,-25 50,25-25,-25-25,25 49,-50-24,50 0,0 24,0-24,0 25,0-50,0 25,50-25,-25 0,24 0,1 0,-25 0,-25 0,25 0,-25-25,49-25,-49 1,25 49,-25-25,0 0,0-25,0 26,0-1,0 25,-50 0,26 0,-1 0,-25 0,50 25,25-25,25 0</inkml:trace>
  <inkml:trace contextRef="#ctx0" brushRef="#br0" timeOffset="61642.52">1042 6945,'0'-49,"0"24,0 0,0 25,0 50,0-1,0-24,0 0,0 0,0 24,0 1,0-25,0 24,25-24,-25 25</inkml:trace>
  <inkml:trace contextRef="#ctx0" brushRef="#br0" timeOffset="63997.66">4341 7541,'0'0,"0"24,0 26,0-25,0 24,25 1,-25 24,0 26,0-51,0-24,0 0,0 25,50-50,-50-50,0 0,0 25</inkml:trace>
  <inkml:trace contextRef="#ctx0" brushRef="#br0" timeOffset="64678.69">4837 7615,'0'-25,"0"0,0 50,-25 0,25 25,-24-26,24 26,0 24,0-49,0-25,49 0,1 0,-25 0,-1 0,-24-25,50 25,-50-49,50-1,-50 25,0-24,0 24,0 0,0 25,-75 0,50 0,1 0,-26 0,50 0</inkml:trace>
  <inkml:trace contextRef="#ctx0" brushRef="#br0" timeOffset="65970.77">5631 5011,'0'-50,"0"25,0 0,0 50,0 0,0 25,0 24,0-24,0-1,50-24,-50 25,24-1,-24-24,0-25,50-25</inkml:trace>
  <inkml:trace contextRef="#ctx0" brushRef="#br0" timeOffset="66324.79">5978 4887,'50'0,"-50"0,0 49,0 1,0-1,25 26,-25-26,0-24,0 0,49 25,-49-75</inkml:trace>
  <inkml:trace contextRef="#ctx0" brushRef="#br0" timeOffset="68804.93">2878 3621,'0'0,"0"0,0-24,-25 24,-25 0,25 0,1 0,24-50,-50 50,25 0,25-25,-25 25,-24 0,-26 0,26 0,24 0,25-25,-50 25,1 0,24 0,0 0,0 0,-24-49,24 49,-25 0,1 0,24 0,0 0,-24 0,49 25,-50-25,25 0,-24 24,-26-24,75 25,-25-25,0 0,25 50,-49-50,-1 0,1 25,-1-25,50 49,-50-49,-24 25,24-25,50 25,-24-25,24 50,-50-50,50 24,0 1,0 25,0-25,-25-1,25 51,0-50,0 24,0 1,0-1,0 1,0-25,0 24,0 1,0-25,0 24,75-49,-75 50,24-50,-24 74,50-74,-50 25,50-25,-50 25,74-25,-74 50,50-50,-50 24,49-24,1 25,24-25,26 50,-26-50,-49 0,0 0,-1 0,26 0,-25 0,0 0,24 0,-24 0,25 0,-1 0,1 0,-25 0,-1 0,26 0,0 0,-26 0,1 0,25 0,-25 0,24 0,1 0,-25-50,24 50,-24-25,0 25,24-49,-24 49,25-25,-25 25,-25-50,49 50,-49-24,25 24,-25-25,50 25,-50-50,49 1,-49 24,50-25,-50 25,50 25,-50-24,0-26,0 25,24 25,-24-49,0 24,0-25,0 25,0 1,0-51,0 75,0-25,0 1,-49 24,49-25,-25-25,25 25,-50 25,50-49,-24 49,24-25,-25 25,-25-25,25 25,1-50,-26 50,25 0,-25 0,1 0,49-24,-50 24,25 0,1 0,24-25,-50 25,25 0,-24 0,49 0</inkml:trace>
  <inkml:trace contextRef="#ctx0" brushRef="#br0" timeOffset="71098.06">993 6648,'0'-25,"0"25,0-25,-50 25,25 0,0 0,-24 0,-1 0,0 0,1 0,-1 0,-24 0,24 25,1-25,-1 25,0-25,26 24,-1-24,25 50,-75-50,75 25,-24-25,24 25,-25-25,25 49,-50-49,50 25,-25-25,25 25,0 49,0-49,-24 0,24 25,0-26,0 1,0 25,-50-50,50 49,0-24,0 0,0 25,0-26,0 1,0 25,25-1,-25 1,25-50,-25 50,49-1,-24-24,25 25,-1-50,-49 24,25-24,25 0,24 50,-24-50,-26 0,1 0,25 0,-1 0,26 0,-50 0,24 0,26-25,-50 25,24 0,-49-25,50 25,24-49,-49 49,-25-25,50 25,-50-25,49 25,-49-49,50 49,-50-25,25 25,-25-50,49 50,-49-49,75-1,-75 25,24-24,-24 24,25 25,-25-25,0-25,0 26,0-26,0 25,0-24,0 24,0 0,0-25,0 1,0-1,0 0,0 1,-49 49,49-50,-25 25,0-24,-25 24,1-25,-1 50,50-24,-25 24,1 0,-1 0,-50 0,51 0,-1 0,-25 0,25 0,25 0,0 49</inkml:trace>
  <inkml:trace contextRef="#ctx0" brushRef="#br0" timeOffset="73162.18">5209 7243,'-24'0,"24"-25,-25 25,-25 0,1 0,-1 0,25 0,0 0,-24 0,24 0,0 0,-25 0,26 0,-1 0,-25 0,1 0,-26 25,50-25,-24 0,24 0,0 25,-49-25,24 49,1-49,-1 25,-24-25,74 50,-25-50,25 25,-25-1,25 51,-50-75,50 49,-24 1,24 0,-50 24,50-49,0 24,0 1,0 0,0 24,0-24,0 24,0-24,0-25,25-25,-25 49,0-24,25-25,-1 25,51-25,-50 49,-1-49,51 25,-26-25,1 0,-50 50,50-50,24 0,-24 0,-26 0,1 0,25 0,24 0,-49-25,0 25,24 0,-24 0,0-25,25 25,-26 0,26-49,-25 49,0 0,24-50,1 25,0-24,-1-1,-24 0,25 26,-50-26,24 50,-24-50,50-24,-50 49,0-25,25-24,-25 49,0 0,0-24,0 24,0 0,0-24,0 24,0 25,0-50,0 1,0-1,-25 50,25-25,-50 25,50-25,-24 25,24-49,-25 49,-25 0,25 0,1 0,24-25</inkml:trace>
  <inkml:trace contextRef="#ctx0" brushRef="#br0" timeOffset="75328.3">6226 4638,'0'-49,"0"49,-24 0,-26 0,25-25,-25 25,1 0,-1 0,1 0,24 0,-25 0,1 25,-1-25,50 25,-50-25,-24 0,74 24,-25-24,0 50,-24-50,49 25,-25-25,25 25,0 24,-25-49,25 25,0 25,-49-50,49 49,0 1,-25-50,25 50,0-26,0 1,-25-25,25 50,0-1,0-24,0 0,0 25,0-26,0 1,0 25,0-25,50-25,-50 49,0 1,24-50,-24 25,25-1,25 26,-25-50,-1 0,26 0,24 0,-49 0,0 0,25 0,-26 0,1 0,50 0,-51 0,51 0,-50-25,24 25,-24 0,25-49,24-1,-24 25,-50 0,25 25,-25-49,0-1,49 25,-49-24,0 24,0 0,25-24,-25 24,0-25,0 25,0-24,0 24,0 0,0-24,0 24,0 0,0-25,0 1,0-1,0 0,0 26,-25 24,25-25,-49-25,24 50,25-25,-50 25,1 0,-1 0,50-24,-25 24,25 24</inkml:trace>
  <inkml:trace contextRef="#ctx0" brushRef="#br0" timeOffset="82806.73">2878 3522,'0'0,"0"-25,49 25,-49-24,25 24,25-50,-50 25,25-24,-25 24,0 0,0 0,0-24,0 24,0 0,0-25,0 26,0-1,0-25,0 25,0 25,0-24,0-26,-50 50,50-25,-25 0,0 25,25-49,-49 49,-1-25,25 25,25-25,-49 25,24-49,0 49,-25-25,26 25,-1 0,-50 0,1-50,49 50,-24 0,24 0,-50 0,51 0,-26 0,25 0,0 0,1 0,-26 0,25 0,0 0,-49 0,24 0,26 0,-1 0,-25 0,25 0,0 0,-24 0,24 0,0 0,-24 0,24 0,-25 0,50 50,-25-50,25 25,-49-25,49 24,-50-24,50 75,-49-50,49-1,-75 26,75-25,-49 24,49-24,0 25,0-1,0 1,24 0,51-1,-50-49,-25 25,24-25,26 0,-25 0,0 0</inkml:trace>
  <inkml:trace contextRef="#ctx0" brushRef="#br0" timeOffset="83371.76">1241 3324,'0'-25,"0"25,49 50,1-50,-50 49,49-49,-49 25,50-25,0 50,-26-100,-24 0,0-24,50 49,-50-24,0 24,0 0,0-25,25 50,-25 25,25-25</inkml:trace>
  <inkml:trace contextRef="#ctx0" brushRef="#br0" timeOffset="85117.86">3423 2877,'-24'0,"-26"0,50 0,-25 0,25 50,-25-50,25 25,-49-25,49 25,-25 24,25-24,0 0,0 24,0 1,0-25,0 24,74-49,-74 25,25-25,25 0,-1 0,1 0,-50 0,74 0,-74-49,25 49,-25-25,25 25,-25-25,50-25,-50 26,0-1,0-25,0 1,0-1,0 25,0-24,-25 49,0 0,25-25,-25 25,-24 0,-1 0,0 25,1-1,24-24,25 25,-25-25,25 50,0-25,0-25</inkml:trace>
  <inkml:trace contextRef="#ctx0" brushRef="#br0" timeOffset="85273.87">3448 2977</inkml:trace>
  <inkml:trace contextRef="#ctx0" brushRef="#br0" timeOffset="93440.34">3597 3200,'0'25</inkml:trace>
  <inkml:trace contextRef="#ctx0" brushRef="#br0" timeOffset="98466.63">1538 4688,'0'-50,"25"50,-25-24,0 24,0 0,0 49,-50-24,50 0,-24-25,24 74,-50-49,25 0,25 25,-25-50,25 24,0 1,-49-25,49 50,-25-25,25-1,-50-24,50 75,-24-26,24-24,-25-25,25 50,0-25,-50-25,50 24,-25 26,25-25,-24-25,24 25,-50 24,25-24,25 0,-49 24,49-24,-25 50,25-26,-50-24,50 25,-25-50,25 24,0 1,-24-25,24 25,-50-25,50 75,-25-26,25-24,-50 25,50-26,0 1,-24-25,24 50,-25-50,25 49,-50 1,50-25,-25-25,25 49,0-24,-49-25,49 25,-25 25,25-26,0 1,-25-25,25 50,0-25,-49-25,49 24,0 26,-25-50,50-50</inkml:trace>
  <inkml:trace contextRef="#ctx0" brushRef="#br0" timeOffset="99169.67">397 6176,'0'25,"0"0,0 25,0 24,0-24,0-1,0 1,0-25,0 24,0-24,0-25,0 0,0-50,50 50,24-24,-24 24,-25 0,-1 0,51-50,-26 50,-24 0,0 0,25 0,-1 0,-24 0,-25-25</inkml:trace>
  <inkml:trace contextRef="#ctx0" brushRef="#br0" timeOffset="100109.72">695 4887,'0'-25,"0"0,0-25,-25 50,25 25,0 0,0 25,0-1,0 50,0-24,0-26,50 1,-50-25,0 24,24-49,-24 50,0-50,25 0</inkml:trace>
  <inkml:trace contextRef="#ctx0" brushRef="#br0" timeOffset="104848.99">1117 6449,'-50'0,"50"0,0-25,0-24,0 24,0 0,0 0,0-24,0-1,25 1,-25-26,0 1,0 49,25-25,-25 1,49-26,-49 26,25 24,-25-25,50 50,-50-25,24 1,-24-26,25 50,25-25,-25 25,-25-25,24 25,-24-49,75 49,-26-25,-24 25,25 0,-25-50,24 50,26-24,-26 24,-24 0,0 0,25 0,-50 24,74-24,-74 50,50-50,-50 50,49-50,-49 49,25-49,-25 75,50-51,-50 1,24 50,-24-51,0 1,50 50,-50-50,0-1,0 51,0-26,0-24,0 0,0 25,0-26,0 1,0 25,0-25,-25-1,25 26,0-25,0 0,-25 24,25-24,0 0,-49 49,49-49,-25 0,25 24,-25-24,-24 25,24-1,-25-49,50 25,-25-25,25 50,-24-50,-26 25,0-25,25 25,-24-25,24 0,0 0,25 49,-49-49,24 0,0 0,50-49,-25 24</inkml:trace>
  <inkml:trace contextRef="#ctx0" brushRef="#br0" timeOffset="105398.02">1687 6722,'0'-25,"0"25,-25 0,25 50,-25-50,25 74,-49-74,49 50,-50-50,50 50,-49-50,49 24,-25-24,25 50,-25-50,25 25,0 0,0 24,50-49,-1 25,-24-25,0 0,24 50,1-50,-25 0,24 0,-49 24,0-24,0-49</inkml:trace>
  <inkml:trace contextRef="#ctx0" brushRef="#br0" timeOffset="105936.05">1687 6028,'0'-25,"0"74,0 26,0-1,0 1,0-1,0 0,0 1,0-26,0 1,0-25,50-25,-50 25</inkml:trace>
  <inkml:trace contextRef="#ctx0" brushRef="#br0" timeOffset="107759.16">1216 7590,'0'0,"25"0,24 0,-24 0,0 0,24 0,-24 0,-25 0,50 0,-25 0,49 0,-24 0,-26 0,1 0,25 25,-25-25,-1 0,76 50,-51-50,1 0,0 0,-1 0,-24 0,0 0,24 24,-24-24,0 0,25 0,-26 0,1 0,0 0,25 0,-26 0,1 0,25 0,-25 0,-1 50,26-50,-25 0,0 0,24 25,-24-25,25 0,-26 0,1 0,0 0,25 0,-26 0,26 49,-25-49,0 0,0 0,24 0,-24 0,0 0,24 0,-24 0,0 25,25-25,-26 0,1 0,25 0,-25 0,24 0,1 0,-25 0,-1 0,1 0,25 0,-25 0,-1 0,26 0,0 0,-1 0,1 0,-1 0,1 0,-25 0,-25 50,-25-50,0 0</inkml:trace>
  <inkml:trace contextRef="#ctx0" brushRef="#br0" timeOffset="108636.21">2134 8012,'0'-50,"-25"50,25 50,0-25,0 0,-50 49,50-24,0-26,0 1,0 25,0-25,25-1,0-24,24 0,-49 0,75 0,-75-49,25 49,-25-50,24 1,-24 24,50-25,-50 1,0 24,0 0,0 25,-50-50,26 50,-26 0,0 0,26 25,-1-25,-25 25,25-25,25 50,0-26,50-24</inkml:trace>
  <inkml:trace contextRef="#ctx0" brushRef="#br0" timeOffset="109896.28">3746 7541,'-50'0,"50"0,0 49,25-49,-25 75,50-75,-50 49,49-49,1 50,-25-50,-1 0,26 49,0-49,-25 0,-25 25,0 0,0 25,-75-1,75 26,-50-1,1 1,49-26,-50 1,50-1,-49-24,49 0,0-50</inkml:trace>
  <inkml:trace contextRef="#ctx0" brushRef="#br0" timeOffset="113622.49">4242 8359,'-25'0,"0"0,25 0,-24 0,-26 25,25-25,25 50,-25-50,25 24,0 1,-49-25,49 50,0-25,0-1,-25 26,25 0,0-26,0 1,0 25,0-25,0-1,0 26,0 0,0-26,0 51,0-50,50 0,-50 24,24-49,-24 25,50 25,-25-1,-25 26,25-75,-25 24,49 1,-24 25,25-50,-50 25,24-25,-24 49,50-49,0 0,-26 0,26 25,0-25,-1 0,-24 0,0 0,24 0,-24 0,25 0,-1 0,-49 0,75 0,-26 0,-24-50,0 50,25-24,-25 24,-25-25,49 25,-49-50,50 50,-50-25,25 25,-25-49,24 49,-24-75,50 26,-50 24,50 25,-50-74,49 24,-49 25,50 25,-50-50,0 1,25 24,-25 0,0-24,24 24,-24 0,0-49,0 49,0 0,0-25,0-24,0 24,0 26,0 24,0-25,0-25,-24 50,24-25,0-24,-50 49,50-25,-25 25,0 0,1 0,24-50,-50 50,75 0,0 25</inkml:trace>
  <inkml:trace contextRef="#ctx0" brushRef="#br0" timeOffset="114219.53">5234 8384,'-25'0,"25"0,0-25,0-24,0 24,25 25,-25-50,50-24,-50 24,25 25,-25 25,49 0,-49 25,50-25,-50 75,49-75,-49 24,75-24,-26 25,-49-25</inkml:trace>
  <inkml:trace contextRef="#ctx0" brushRef="#br0" timeOffset="115260.59">4688 8855,'0'-49,"0"73,-49-24,49 50,0-25,-25 24,25-24,0 0,0 25,0-25,0-1,0 26,0 0,0-26,0 1,0-25,0 75,25-75,49 0,-49 0,25 0,-50-25,24 25,-24-25,50 25,-50-74,0 49,25-25,-25 25,0-24,0-1,0 0,0 26,0-1,0-25,0 50,0-25,-50 25,1 0,-1 0,0 0,1 50,49-25,-50-25,50 49,25-49,25 0</inkml:trace>
  <inkml:trace contextRef="#ctx0" brushRef="#br0" timeOffset="119419.83">5309 7268,'49'0,"-49"-50,25 50,-25-25,25 25,-25-24,49 24,-49-50,25 25,-25 0,25-24,-25 24,50-25,-50 26,24-1,-24-25,50 50,-50-25,0-24,25 49,-25-25,0-25,0 1,25 24,-25-25,0 25,49 1,-49-51,25 50,-25 1,0-26,50 0,-50 1,24-1,-24 1,0-1,0 25,0-24,0 24,50 25,-50-25,0-25,0 26,25 24,-25-25,0 0,0-25,25 50,-25-25,0 1,0-26,49 50,-49-25,0 0,0-24,25 49</inkml:trace>
  <inkml:trace contextRef="#ctx0" brushRef="#br0" timeOffset="120029.86">5829 5755,'-24'0,"24"0,24 0,26 0,-50-50,25 50,0-50,-25 26,49 24,-49-25,25 25,-25 0,25 0,24 25,1-25,0 0,-1 0,-49 49,0-24</inkml:trace>
  <inkml:trace contextRef="#ctx0" brushRef="#br0" timeOffset="120667.9">5805 6598,'49'0,"-24"0</inkml:trace>
  <inkml:trace contextRef="#ctx0" brushRef="#br0" timeOffset="121224.93">5978 6524,'-49'0,"49"24,0 1,0 25,0-1,0 26,0-1,0 1,0-1,0-24,0-1,24-24,-24 25,0-75,0-49</inkml:trace>
  <inkml:trace contextRef="#ctx0" brushRef="#br0" timeOffset="124363.11">6326 5333,'0'0,"0"50,0-26,0 1,24-25,-24 50,50-50,-50 25,25-25,-25 24,49-24,-24 0,25 0,-25 50,-1-50,51 0,-26 0,1 0,0 0,-1 0,1 0,-1-25,1 25,0 0,24-25,-49 25,0-49,24 49,-24-50,25 1,-1 24,1-25,0 1,-26-1,26 0,-50-24,50 24,-50 1,0-1,49 1,-49-1,0 25,0-25,0 1,0 24,0 0,0-24,0 24,-25-25,25 25,-24 1,24-26,-50 25,25-24,25 24,-74-25,-1 25,26 25,49-24,-50 24,-24 0,24-50,25 50,0 0,1 0,-51 0,26 0,-1 0,0 0,1 0,-26 0,26 0,-1 25,25-25,-24 25,24 24,25-24,-50-25,50 25,0 24,0 1,0-25,-24-25,24 0</inkml:trace>
  <inkml:trace contextRef="#ctx0" brushRef="#br0" timeOffset="124872.14">6450 4242,'-25'49,"25"1,-50-25,50-1,-25 26,25-25,-49 24,74-49,-1 0,51 0,-50 0,49 0,-24 0,-1 0,1 0,-1 0,1 0,-50 25</inkml:trace>
  <inkml:trace contextRef="#ctx0" brushRef="#br0" timeOffset="125953.2">7268 4638,'0'-24,"-25"24,1 0,-26 0,25 99,25-74,-50 24,50 1,0-25,-24 0,24 49,0-24,49-50,-49 24,50-24,0 0,-1 0,-49-24,50 24,-50-50,74 0,-74 26,50-26,-50 25,25 0,-25-49,0 49,0 0,0 25,0-49,-25 49,-25 0,25 0,1 0,-26 0,25 0,-24 0,24 0,25 24,0 1,0 0,0-25,25 50,24-50</inkml:trace>
  <inkml:trace contextRef="#ctx0" brushRef="#br0" timeOffset="126087.21">7367 4713,'0'-25</inkml:trace>
  <inkml:trace contextRef="#ctx0" brushRef="#br0" timeOffset="128029.32">3101 4390,'50'0,"-26"0,26 0,0 0,-26 0,26 25,-25-25,0 0,-1 0,26 50,0-50,24 0,0 49,1-49,24 0,-25 25,-24-25,0 0,-1 50,1-50,-25 0,24 25,1 24,0-24,-26-25,26 0,0 50,-1-50,1 0,24 24,-24-24,-1 50,1-50,24 25,-24-25,0 0,-1 50,26-50,-1 0,-24 24,-1-24,1 0,0 50,-26-50,26 0,0 0,-26 25,1-25,25 0,-25 49,-1-49,26 0,-75 0</inkml:trace>
  <inkml:trace contextRef="#ctx0" brushRef="#br0" timeOffset="128976.37">3498 4192,'25'0,"-50"0,25-25,-25 25,25 0,-74 0,24 50,25-50,0 49,-24-49,24 50,-25-50,50 25,0 24,25-49,-25 75,50-75,-50 49,49-49,-49 25,50-25,-50 25,50-25</inkml:trace>
  <inkml:trace contextRef="#ctx0" brushRef="#br0" timeOffset="129785.42">4242 3994,'0'24,"0"26,0 49,0-24,0-1,0 0,0-24,0-25,0 24,50-49,-50 0,0-24</inkml:trace>
  <inkml:trace contextRef="#ctx0" brushRef="#br0" timeOffset="192085.98">8087 3746,'0'-25,"-25"25,25-25,0-25,0 75,0 25,0-1,0 26,0-1,0-24,0-1,0 26,0-50,0-1,0 51,0-50,49-25,-49-50</inkml:trace>
  <inkml:trace contextRef="#ctx0" brushRef="#br0" timeOffset="192391">8111 3721,'0'-75,"0"26,50 49,-50-25,50 25,-1 0,1 0,-50 25,0 24,0 1,0 24,0-49,0 0,0 25,-25-50,25 49,-25-49,25 25,-49-25,-1 25</inkml:trace>
  <inkml:trace contextRef="#ctx0" brushRef="#br0" timeOffset="192787.02">8335 3621,'0'-24,"49"24,-24 0,25 0,-50 24,49 1,-49 25,0 24,0-24,0 0,0-26,0 26,0-25,-24-50,24-25,0 1,0-26,24-24,-24 25,25-1,-25 50,50 25</inkml:trace>
  <inkml:trace contextRef="#ctx0" brushRef="#br0" timeOffset="193576.07">8682 3770,'0'0,"25"-49,24-26,1 26,-50-1,0 0,-25 50,25 50,-25-50,25 50,-49-26,49 26,0-25,0 0,0 24,0 1,25-25,-1-25,26 0,24 0,-74 0,25 0,-25-50,25 1,-25 24,50-25,-50 25,0 0,0-24,24 24,-24 0,0 25,-24 0,24 0,0 25,0 49,0-24,0 0,74-1,-24 26,-1-50,-49 24,50-49,-50 25,-25-25,-25 0,26 0,24 0,0-74,0 24</inkml:trace>
  <inkml:trace contextRef="#ctx0" brushRef="#br0" timeOffset="194497.12">9252 3721,'25'0,"-25"-50,75 50,-75-50,74 50,-74-24,0-26,-25 50,1 0,-26 50,25-26,0 26,25-25,-74-25,74 50,0-26,49-24,-24 0,25 0,0 0,-1 0,26-24,-51 24,26-50,-50 0,0-24,0 123,0 1,50 0,-26-1,-24-73,0-1,0-25,0 0,50 1,-25 49,-25 25,49-1,-49 1,25 25,25 0,-25-50,-1 0,-24-50,50 25,-50-25,0 1,0-1,0 1,0 24,0 25,0 25,0 24,0 26,0-51,0 1,0 25,0-25,25 0,-25 24</inkml:trace>
  <inkml:trace contextRef="#ctx0" brushRef="#br0" timeOffset="194657.13">9897 3696,'0'-25,"0"25,50-25,0 25,-1-49,1 49,-1-25</inkml:trace>
  <inkml:trace contextRef="#ctx0" brushRef="#br0" timeOffset="195654.19">10766 3423,'0'-25,"0"-24,-25 73,-25-24,50 50,-25-50,25 50,0-1,0-24,0-25,50 25,-25-25,0 0,-25 49,49-49,-49 50,0-25,0 0,0 24,-49 1,24-50,0 0,-25 0,50 0,0-25,0-24,50-1,-25 0</inkml:trace>
  <inkml:trace contextRef="#ctx0" brushRef="#br0" timeOffset="195894.2">10939 3398,'0'-25,"0"25,0 75,0-50,0 24,0 26,50-26,-50 1,0-25,25 24,-25-24,24-25,-24 50,50-50,-50 49</inkml:trace>
  <inkml:trace contextRef="#ctx0" brushRef="#br0" timeOffset="196775.25">10989 3671,'0'-50,"49"-24,1 74,0-25,-1 25,50-49,-49 49,-25 0,0 0,-50 24,0 1,-25 0,26 25,-26-26,25 51,25-50,0-25,25 0,25 0,-1 0,-24-25,25-25,-25 25,-25-24,0-1,-25 75,0 25,25-26,0-24,25 0,0 0,24 0,-24 0,25 0,-26 0,-24-49,25-1,-25 25,0 1,0-26,0-24,0-1,0 26,0 24,0 25,0 74,0 1,0-1,0 0,0-24,0 0,75-26,-26 26,-24-50,25 0,-26 0,1-25,-25-24,75 24,-75-25,0 25,0 1,0-26,-25 50,25 50,-25-1,25-24,0-25,74 0,-24 0,24 0,-24 0,-50-25</inkml:trace>
  <inkml:trace contextRef="#ctx0" brushRef="#br0" timeOffset="196943.26">11510 3423,'0'0,"74"0,25-50,1 50,-1 0,-50-24</inkml:trace>
  <inkml:trace contextRef="#ctx0" brushRef="#br0" timeOffset="197972.32">8608 4440,'0'-25,"0"0,0 75,0 24,-50 1,50-1,-50 50,50-49,-49-26,49-24,0 25,0-50,0-25,49 0,-49-24,0-26,50-49,-50 25,0 24,25 26,-25 24,49 25,-49 50,75-26,-75 1,49 50,-49-26,25 1,-25-1,0 26,0-25,0-26</inkml:trace>
  <inkml:trace contextRef="#ctx0" brushRef="#br0" timeOffset="198144.33">8484 4837,'0'-50,"49"50,26-25,-1 25,50-49,-50 49,26 0,-26-75</inkml:trace>
  <inkml:trace contextRef="#ctx0" brushRef="#br0" timeOffset="198977.38">9848 4440,'0'-25,"0"50,0 25,25-1,-25 1,0-1,0 1,0 24,0-24,0-25,24-25,-24 50,50-50,-25 0</inkml:trace>
  <inkml:trace contextRef="#ctx0" brushRef="#br0" timeOffset="199517.41">9798 4490,'0'-75,"0"75,0-25,75 25,-51-24,26 24,-25 0,24-50,-24 50,-25 25,0 0,0-1,0 26,0 24,0-24,-49-25,49 24,24-49,1 0,25-49,-25 49,-1-50,51 50,-50 50,-25-25,0 24,0 1,0 24,-75-24,75-25,-49-25,-1 49,25-49,0 0,1 0,-51 0,50-24,25-1,0 0,25-25,25 25,-25 25,-1-49</inkml:trace>
  <inkml:trace contextRef="#ctx0" brushRef="#br0" timeOffset="201032.49">13048 3274,'0'-25,"0"100,0-1,0-24,0 24,0-49,0 0,49 49,1-74,-1 0,26 0,-50-49,-25 24,0 0</inkml:trace>
  <inkml:trace contextRef="#ctx0" brushRef="#br0" timeOffset="201197.5">13048 3076,'0'0</inkml:trace>
  <inkml:trace contextRef="#ctx0" brushRef="#br0" timeOffset="201504.52">13544 3125,'0'50,"-25"0,25 24,-50 75,50-50,-74 25,74-49,-25-1,25-24,0-26,0 26,0-25,25-25,0 0</inkml:trace>
  <inkml:trace contextRef="#ctx0" brushRef="#br0" timeOffset="201727.53">13668 3398,'0'0,"0"50,0-1,0 1,0 0,0-1,0 1,0-25,0 0,0 24,49-49,-49 25</inkml:trace>
  <inkml:trace contextRef="#ctx0" brushRef="#br0" timeOffset="201967.55">13693 3448,'0'-50,"0"25,0-24,24-1,1 50,0 0,25 0,-26 0,-24 0,25 50,-25-1,0 26,0-26,-49 26,-1-26,0 1,-24 0,24-25,1-25,-1 49</inkml:trace>
  <inkml:trace contextRef="#ctx0" brushRef="#br0" timeOffset="205803.77">12775 4564,'-25'0,"25"0,0-25,0 25,25-49,24 49,1 0,0 0,-26 0,26 0,-25 49,-25-24,0 0,0 24,0-24,0 0,0-25,0 50,-25-50,25 49,-50-49,1 25,24-25,-25 0,50 0,0-25,0-24,50 49</inkml:trace>
  <inkml:trace contextRef="#ctx0" brushRef="#br0" timeOffset="206625.81">13320 4440,'0'-25,"0"25,-49 0,-1 0,1 0,-1 50,0-25,50 24,-24-24,24 25,0-1,0 26,0-26,0-24,49 25,-24-50,0 0,24 0,26 0,-26 0,-49-25,50 25,-50-25,50 25,-50-25,24 25,-24-49,50 49</inkml:trace>
  <inkml:trace contextRef="#ctx0" brushRef="#br0" timeOffset="209702.99">15826 3324,'0'-50,"0"50,-25 0,-25 0,50 25,0 49,0-49,0 0,0 49,0-49,0 0,0 0,0 24,25-49,-25 25,0-25,0-49</inkml:trace>
  <inkml:trace contextRef="#ctx0" brushRef="#br0" timeOffset="210046.01">15751 3324,'25'0,"-25"0,50 0,-50 49,49 1,-49-25,75 24,-26 1,-24-25,25 24,-25-49</inkml:trace>
  <inkml:trace contextRef="#ctx0" brushRef="#br0" timeOffset="210337.03">16049 3175,'0'25,"0"0,0 24,0-24,0 0,0 49,0-49,0 0,0 0,25-25,-25 74,0-49,0 0,25-25</inkml:trace>
  <inkml:trace contextRef="#ctx0" brushRef="#br0" timeOffset="210749.05">16223 3522,'49'-25,"-24"-49,49 24,-74 1,25 49,-25-50,0 50,-49 0,-1 0,0 50,26-50,-26 74,50-24,0-1,0-24,50-25,-1 0,1 0,-25 0,24 0,-24 0,25 0</inkml:trace>
  <inkml:trace contextRef="#ctx0" brushRef="#br0" timeOffset="210998.06">16719 3225,'-25'49,"25"-24,-50 0,50 24,-74 1,74-25,-25-25,25 74,0-49,-25-25</inkml:trace>
  <inkml:trace contextRef="#ctx0" brushRef="#br0" timeOffset="211200.07">16471 3373,'24'0,"1"0,-25 0,50 0,-50 25,49-25,-49 25,50-25,0 0,-1 0</inkml:trace>
  <inkml:trace contextRef="#ctx0" brushRef="#br0" timeOffset="211516.09">16843 3150,'-25'0,"25"25,0 25,0-26,0 1,0 0,0 25,0-26,0 1,0 50,25-75,-25 24,49-24,-24 0,25 0,-50 0</inkml:trace>
  <inkml:trace contextRef="#ctx0" brushRef="#br0" timeOffset="211682.1">16744 3324,'49'-25,"-24"25,25 0,-1-50,1 50</inkml:trace>
  <inkml:trace contextRef="#ctx0" brushRef="#br0" timeOffset="212250.14">17215 3200,'0'-50,"0"50,-50 0,50 25,-74-25,74 50,-25-50,25 24,0 26,25-25,0-25,-1 0,1 0,-25 25,75-25,-75 74,0-24,0-1,-25-24,0-25,0 0,-24 0,49 0,24-25,1-24</inkml:trace>
  <inkml:trace contextRef="#ctx0" brushRef="#br0" timeOffset="212565.15">17388 3150,'0'25,"0"49,25-24,-25-25,0 0,0 24,0-24,50-25,-50 50,0-1,25-49,-25 25</inkml:trace>
  <inkml:trace contextRef="#ctx0" brushRef="#br0" timeOffset="212723.16">17388 3349,'0'-50,"25"50,50-25,-1 25,-24-49,-1 49,1-25</inkml:trace>
  <inkml:trace contextRef="#ctx0" brushRef="#br0" timeOffset="213586.21">17761 3200,'0'-50,"0"50,0 25,-25-25,-25 50,50-26,-25 26,25-25,0 24,0 1,0-50,50 0,-25 0,24-50,1 1,-50-1,0 25,-25 25,25 0,-25 0,25 50,0-25,0-25,50 0,24 0,-24-25,-25-25,-25 1,0 24,0 0,0-24,0 24,0 0,0-25,0 26,0 24,0 74,0-49,0 0,0 24,0-24,0 49,0-24,74 0,-49-50,0 0,24 0,-24 0,0 0,25-25,-26-25,-24 25,0 1,0-26,0 50,-49 25,-1 24,50-24,0 25,0-50,50 0,24 0,-49 0,-25-25,25 25</inkml:trace>
  <inkml:trace contextRef="#ctx0" brushRef="#br0" timeOffset="213786.22">17885 3175,'24'0,"1"0,50 0,-26 0,26 0,-26 0,1 0,-50-50</inkml:trace>
  <inkml:trace contextRef="#ctx0" brushRef="#br0" timeOffset="-214697.45">15702 3870,'-25'0,"25"0,25 0,24 0,1 0,0 0,24 0,25 0,50 0,-25 0,74-50,-74 50,50 0,-25 0,-25 0,25-50,0 50,-50 0,-50 0,1 0,-25 0,24 0,-49-49</inkml:trace>
  <inkml:trace contextRef="#ctx0" brushRef="#br0" timeOffset="-212777.34">8161 4291,'0'0,"75"0,-51 0,1 0,0 0,25 0,-26 0,51 0,-50 0,24 0,-24 0,0 0,24 0,-24 0,25 0,-1 0,26-25,-26 25,1 0,0 0,-1 0,26 0,-26 0,1 0,-1 0,1 0,-25-24,0 24,24 0,-24 0,0 0,25 0,-26 0,1 0,0 0,25 0,-26 0,1 0,25-50,-1 50,1 0,0 0,24 0,-24 0,-1 0,1 0,-1-25,26 25,-26 0,1 0,0 0,-1 0,26 0,-26-49,1 49,0 0,-1 0,26 0,-51 0,1 0,25 0,-25 0,-1 0,26-25,-25 25,0 0,24 0,-24 0,0 0,0 0,24 0,-24-50,25 50,-26 0,1 0,25 0,0 0,-50-25,24 25,1 0,25 0,-25 0,-1 0,26 0,-25 0,0 0</inkml:trace>
  <inkml:trace contextRef="#ctx0" brushRef="#br0" timeOffset="-212588.33">11882 4018,'25'0,"24"0</inkml:trace>
  <inkml:trace contextRef="#ctx0" brushRef="#br0" timeOffset="-210812.23">11485 4018,'0'0,"50"0,-1 0,-24 0,0 0,0 0,24 0,-24 0,25 0,-1 0,26 0,-26 25,1-25,-1 0,1 0,24 0,1 0,-26 0,26 0,-26 0,1 0,25 0,-26 0,1 0,-1 0,1 0,0 0,24 0,-24 0,-1 0,1 0,-1 0,26 0,-26 0,1 0,0 0,-1 0,1 0,-1 0,-24 0,25 25,0-25,-26 0,1 0,25 0,-25 0,-1 0,26 0,0 0,-1 0,-24 0,49 0,-24 0,-25 0,0 0,24 0,-24 0,0 0,24 0,-24 0,0 0,25 0,-26 0,1 0,25 0,-25 0,-1 0,26 0,-25 0,25 0,-26 0,51 0,-50 0,-1 0,1 0,25 0,-25 0,-1 0,26 0,-25 0,0 0,24 0,-24 0,0-50,24 50,-24 0,0 0,25 0,-26 0,26 0,-25 0,49 0,-24 0,-1 0,-24 0,-25-24,50 24,-25 0,-1 0,26-50,-25 50,0 0,24 0,-24-25,25 25,-1 0,26 0,-50 0,24 0,1-49,-1 49,-24 0,25 0,24-25,-49 25,0 0,0 0,24 0,1-50,-1 50,1 0,-25 0,0 0,24 0,26 0,-26 0,-24 0,25 0,-1 0,26 0,-50 0,24 0,-49-25,50 25,24 0,-49 0,0 0,0 0,24 0,-49-24,25 24,0 0</inkml:trace>
  <inkml:trace contextRef="#ctx0" brushRef="#br1" timeOffset="-197918.49">8682 5432,'-25'0,"-24"0,24 0,25 50,-50-1,50 1,0-25,0 24,0 1,0 0,25-50,-25 24,25-24,-25 50,49-50,1 0,-25 0,0 0,-25-25,49 25,-49-25,75 25,-75-24,24 24,-24-25,25-25,-25 25,50-24,-50 24,0 0,-25-24,0 24,0 25,25-50,-49 50,24 0,0 0,-24 0,24 0,0 0,-49 0,49 0,0 25,-25-25,50 25,0 24,0 1,25-50</inkml:trace>
  <inkml:trace contextRef="#ctx0" brushRef="#br1" timeOffset="-196260.39">10046 5407,'-25'0,"1"0,-1 0,-25 0,50 0,-25 50,25-25,-49 24,49 26,-25-50,25 24,0 1,0 24,0-49,50 0,-26 25,26-50,24 0,-49 0,0 0,25 0,-26-25,1 25,25-50,-1 25,-49-24,0-1,0 0,0 26,0-26,0 25,0 0,0 25,0-49,-49 49,-50-50,74 50,0 0,0 0,-24 0,24 0,25 50,-50-50,50 25,0-1,0 26,25-50,0 0</inkml:trace>
  <inkml:trace contextRef="#ctx0" brushRef="#br1" timeOffset="-196104.39">10220 5531,'25'0</inkml:trace>
  <inkml:trace contextRef="#ctx0" brushRef="#br1" timeOffset="-195512.35">8111 5631,'0'0</inkml:trace>
  <inkml:trace contextRef="#ctx0" brushRef="#br1" timeOffset="-195218.33">10666 5928</inkml:trace>
  <inkml:trace contextRef="#ctx0" brushRef="#br1" timeOffset="-194837.31">8955 5928,'0'-24,"49"24,-49-25,50 25</inkml:trace>
  <inkml:trace contextRef="#ctx0" brushRef="#br1" timeOffset="-193264.22">3126 4142</inkml:trace>
  <inkml:trace contextRef="#ctx0" brushRef="#br1" timeOffset="-192873.2">1935 4118</inkml:trace>
  <inkml:trace contextRef="#ctx0" brushRef="#br1" timeOffset="-192543.18">3175 4118,'0'0</inkml:trace>
  <inkml:trace contextRef="#ctx0" brushRef="#br1" timeOffset="-192309.17">1960 4242,'50'0</inkml:trace>
  <inkml:trace contextRef="#ctx0" brushRef="#br1" timeOffset="-189716.02">12824 5457,'0'-25,"-24"25,-1 0,-25 0,25 0,1 0,24 0,-50 0,50 50,-25-50,25 25,-25-25,25 49,-49 1,49-25,0-1,0 26,0-25,0 0,0-1,0 26,25-25,-25 25,24-50,1 0,25 24,-25-24,-1 0,26 0,-25 0,0 0,24 0,-49 0,50 0,-25 0,-25-49,24 49,-24-25,50 25,-50-25,25 25,-25-50,25 50,-25-24,0-1,49-25,-49 25,0 1,0-26,-25 25,1 0,-1 25,25-49,-50 49,25 0,1 0,-26 0,25 0,0 0,-24 25</inkml:trace>
  <inkml:trace contextRef="#ctx0" brushRef="#br1" timeOffset="-189573.01">12998 5507</inkml:trace>
  <inkml:trace contextRef="#ctx0" brushRef="#br1" timeOffset="-187352.89">2952 4217,'0'0,"0"0</inkml:trace>
  <inkml:trace contextRef="#ctx0" brushRef="#br1" timeOffset="-186993.86">1935 4192</inkml:trace>
  <inkml:trace contextRef="#ctx0" brushRef="#br1" timeOffset="-180164.47">15727 5482,'-25'0,"0"0,25-25,-25 25,-25 0,26 0,-1 0,25 0,-25 0,25 25,0 24,-50-49,50 25,0 0,0 25,0 24,0-49,0 0,25-25,-25 49,25-49,25 0,-26 0,26 0,-25 0,-25-25,25 25,-25-49,49 49,-49-50,50 50,-50-25,25 25,-25-49,0 24,25 25,-25-25,0-24,0-1,0 50,0-25,-25 25,25-25,-50 25,1-49,-1 49,0 0,1 25,-1-25,50 24,-25-24,25 25,0 0,0-25,50 0</inkml:trace>
  <inkml:trace contextRef="#ctx0" brushRef="#br1" timeOffset="-179259.42">17339 5457,'0'-25,"-25"25,0 0,0 0,-24 0,49 75,-50-26,50-24,0 25,0-26,0 26,0-50,50 0,-1 0,26 0,-26 0,1 0,24-50,-24 1,-25 24,24 0,-49-24,25 24,-25-25,0 1,-25 49,1-25,-51 25,1 0,24 0,-24 0,24 0,1 0,-1 0</inkml:trace>
  <inkml:trace contextRef="#ctx0" brushRef="#br1" timeOffset="-178120.36">15602 4465,'0'-50,"0"75,-24 25,24-1,0 1,0-1,0 1,0-25,0 0,0 24,0-24,0 0,0-25,0-25,0-25,0 26,0-26,0 0,0 1,0-26,0 26,0 24,0-25,49 26,-24 24,25 0,-25 0,-25 49,0 1,49-1,-49-24,0 25,0-25,0-1,25-24,-25 75,0-50,0-1</inkml:trace>
  <inkml:trace contextRef="#ctx0" brushRef="#br1" timeOffset="-177857.34">15652 4638,'0'-49,"25"49,0 0,24-25,-24 25,25-50,-25 50,-25 25</inkml:trace>
  <inkml:trace contextRef="#ctx0" brushRef="#br1" timeOffset="-177034.29">17165 4291,'0'0,"0"75,0-26,25-24,-25 0,0 24,25 1,-25-25,0 24,0-24</inkml:trace>
  <inkml:trace contextRef="#ctx0" brushRef="#br1" timeOffset="-176259.25">17116 4390,'0'-49,"0"24,0 0,24 25,-24-49,50 49,0 0,-1-25,26 25,-26 0,-49-25,25 25,-25 0,0 25,0 24,0 26,0-26,-50 1,50 0,-49-50,49 49,-25-49,25-25,50 1,24-26,-24 50,24-25,-49 25,-25 25,25-25,-25 50,0-26,0 26,-25-25,25 24,-25-49,25 50,-74-50,49 25,0-25,-25 0,26 0,-1 0,25-25,0 25,25 0</inkml:trace>
  <inkml:trace contextRef="#ctx0" brushRef="#br1" timeOffset="-173996.12">10840 5705,'0'50,"0"-50,74 0,-49 0,25 0,-1 0,26 0,-1 0,25-25,-24 25,-1 0,1-50,-1 50,1 0,-26-25,1 25,-25 0</inkml:trace>
  <inkml:trace contextRef="#ctx0" brushRef="#br1" timeOffset="-173613.1">11634 5581,'0'-25,"-25"25,50 0,24 0,-24 0,0 50,25-50,-1 0,-24 0,25 0,24 0,-49 0,0 0,-1 0,-24 49,-24 1,-26-25,25-25,-24 49,24 26,25-25,0-50</inkml:trace>
  <inkml:trace contextRef="#ctx0" brushRef="#br1" timeOffset="-172256.02">13569 5705,'-25'0,"50"0,-1 0,26 50,0-50,-1 0,1 0,24 0,1 0,24 0,-25 0,1-25,24 25,-25 0,1-50,-1 50,-24 0,-1 0,-24-25,25 25,-25 0,-1 0,-24 0</inkml:trace>
  <inkml:trace contextRef="#ctx0" brushRef="#br1" timeOffset="-171906">14461 5556,'25'0,"25"0,-25 25,24-25,1 0,24 0,-24 0,0 0,-26 0,26 0,-25 25,-25 0,0 24,0 1,0-25,-99 24,99-24,-50-25</inkml:trace>
  <inkml:trace contextRef="#ctx0" brushRef="#br1" timeOffset="-168668.82">8905 6623,'0'-50,"-49"50,24 0,0 0,-25 0,26 0,-1 0,25 25,-50-25,50 25,-25 24,25 1,0 24,0-49,-24-25,24 50,0-25,0 24,0 1,49 0,-24-50,-25 49,25-49,24 0,1 0,-25 0,24-25,26 25,-75-24,25 24,-25-50,24 50,-24-25,50 0,-50-24,0 24,25 25,-25-25,0-25,0 26,0-1,0-25,0 25,0 1,-50-26,25 50,-24 0,-1 0,1 0,24 0,25 25,-50-25,50 25,50-25</inkml:trace>
  <inkml:trace contextRef="#ctx0" brushRef="#br1" timeOffset="-167548.75">10145 6524,'0'-25,"-24"25,-1 0,0 0,-25 25,26-1,-26 26,50 0,0-26,0 26,0 0,25 24,0-49,24-25,-24 50,0-50,49 0,-24-25,-1-25,1 0,-50 1,25 49,-25-50,0 1,0-1,0 25,0 0,0-24,0 49,-50-25,25 25,1-50,-26 50,25 0,-24 25,-1-25,25 25,25 25,0-1,25-49,0 0</inkml:trace>
  <inkml:trace contextRef="#ctx0" brushRef="#br1" timeOffset="-166803.71">11237 6747,'-75'0,"51"0,24 0,74 0,-49 0,0 0,49 0,1 0,-1-50,0 50,1 0,-1-25,-24 25,24 0,-24 0,-25-49,24 49,-24 0,0 0</inkml:trace>
  <inkml:trace contextRef="#ctx0" brushRef="#br1" timeOffset="-166405.69">11882 6499,'0'0,"0"0,49 0,-24 0,25 0,-25 25,-1-25,26 0,-25 0,0 0,24 0,-49 49,25-49,-25 25,-25 25,-24 49,49-74,-50-25,50 49,-50-49,50 50,0 0</inkml:trace>
  <inkml:trace contextRef="#ctx0" brushRef="#br1" timeOffset="-165646.64">12824 6424,'0'-49,"0"74,25-1,-25 1,0 25,25-25,-25 24,0 1,50 24,-50-24,0-25,24-25,-24 49,25-49</inkml:trace>
  <inkml:trace contextRef="#ctx0" brushRef="#br1" timeOffset="-157436.17">2977 4118</inkml:trace>
  <inkml:trace contextRef="#ctx0" brushRef="#br1" timeOffset="-156858.14">1935 4167,'0'0</inkml:trace>
  <inkml:trace contextRef="#ctx0" brushRef="#br1" timeOffset="-155708.08">645 7342,'0'0</inkml:trace>
  <inkml:trace contextRef="#ctx0" brushRef="#br1" timeOffset="-155177.04">1117 7243</inkml:trace>
  <inkml:trace contextRef="#ctx0" brushRef="#br1" timeOffset="-153766.96">769 4812,'-25'0,"1"0,24-25,-50 25,50-25,-25-24</inkml:trace>
  <inkml:trace contextRef="#ctx0" brushRef="#br1" timeOffset="-153638.96">620 4688,'-49'0</inkml:trace>
  <inkml:trace contextRef="#ctx0" brushRef="#br1" timeOffset="-151044.81">13767 6548,'-50'0,"75"0,0 0,0 0,24 0,1 0,24 0,26 0,-1 0,0 0,25-24,-25 24,1 0,24 0,-25-50,25 50,-50 0,1 0,-26 0,-24 0,0 0,49 0,-49 0,-25-25,25 25,24 0,-73 0</inkml:trace>
  <inkml:trace contextRef="#ctx0" brushRef="#br1" timeOffset="-150685.79">15131 6276,'-49'0,"49"0,24 0,26 0,-25 0,24 0,1 49,24-49,-24 0,0 0,-26 0,26 25,-25-25,-25 50,0-1,-25-24,-25 25,26-26,-1-24,-25 50,25 24,25-49</inkml:trace>
  <inkml:trace contextRef="#ctx0" brushRef="#br1" timeOffset="-149844.74">15900 6251,'-25'-50,"-24"50,49 25,-25 25,25-26,-50 26,50-25,-49 0,49 24,0-24,0 25,25-50,-25 24,49-24,-24 0,25 0,-1 0,1 0,-25 0,-1 0,26 0,-25 0,24-49,-49-1,25 25,-25 1,0-26,0 0,0 1,-49 49,24-50,-25 50,-24 0,24 0,1 0,24 0,-25 0,50 25,0 25,25-50,25 0</inkml:trace>
  <inkml:trace contextRef="#ctx0" brushRef="#br1" timeOffset="-149050.69">17339 6226,'0'-50,"0"125,0-26,0 1,0 0,0-1,0 1,0-1,0-24,49 25,-24-50</inkml:trace>
  <inkml:trace contextRef="#ctx0" brushRef="#br1" timeOffset="-142936.34">8955 7665,'0'0,"-50"24,1 26,49 0,-25-26,25 1,0 25,0-25,0 24,0-24,0-25,49 0,26 0,-26 0,1 0,-25 0,-25-50,74 50,-74-49,25 49,-25-75,25 51,-25-1,0-25,0 25,0 25,-25-24,-49 24,49 0,0 0,-25 0,26 0,-26 49,50 1,74-50</inkml:trace>
  <inkml:trace contextRef="#ctx0" brushRef="#br1" timeOffset="-142240.3">10220 7665,'0'-25,"0"50,0-1,0 26,25 24,-25-24,0 0,0 24,0-24,49-1,-49-24,0 0,25-25,25-50</inkml:trace>
  <inkml:trace contextRef="#ctx0" brushRef="#br1" timeOffset="-141356.25">11336 7838,'-25'0,"25"25,0-25,75 0,-26 0,1 0,24 0,1 0,24 0,-25 0,1 0,-1-25,1 25,-26 0,-24 0,25-25</inkml:trace>
  <inkml:trace contextRef="#ctx0" brushRef="#br1" timeOffset="-141017.23">11907 7714,'-50'0,"50"-49,25 49,24 24,-24-24,25 0,-1 0,26 25,-26-25,1 0,0 0,-1 0,-24 0,-25 50,25-50,-25 25,0-1,-25-24,0 75,-24-75,24 49,-25-49,50 25,-25-25,25 25</inkml:trace>
  <inkml:trace contextRef="#ctx0" brushRef="#br1" timeOffset="-140065.18">12924 7565,'0'-24,"0"-26,-25 50,25 25,-50 0,50 24,-49 26,49-26,0-24,-50 25,50-26,0 26,25-50,24 0,-24 50,0-50,25 0,-26 0,1 0,25-25,-25 25,24-25,-24 25,-25-50,25 1,-25 24,0-25,0 26,0-26,0 0,0 50,-25 0,-25-49,1 49,24 0,0 0,-24 25,24-25,-25 24,50 26,-25-50,25 25,0 0,25-25</inkml:trace>
  <inkml:trace contextRef="#ctx0" brushRef="#br1" timeOffset="-139302.14">14015 7665,'-25'0,"-24"0,49 24,24-24,26 0,0 0,24 0,0 0,1 0,24 0,25-24,-25 24,-24 0,-26 0,26-50,-26 50,-24 0,25 0,-25 0,-1-25,26 25,0 0</inkml:trace>
  <inkml:trace contextRef="#ctx0" brushRef="#br1" timeOffset="-138976.12">14883 7491,'25'0,"0"0,24 50,1-50,0 0,-1 24,1-24,-25 0,-1 0,51 0,-75 50,-25 0,-25-26,1 26,-1-25,1 24,-26 1,-24-25,25-25</inkml:trace>
  <inkml:trace contextRef="#ctx0" brushRef="#br1" timeOffset="-136075.95">645 7417</inkml:trace>
  <inkml:trace contextRef="#ctx0" brushRef="#br1" timeOffset="-134980.89">5036 7937,'49'0</inkml:trace>
  <inkml:trace contextRef="#ctx0" brushRef="#br1" timeOffset="-133434.8">15900 7367,'0'-25,"0"0,0 50,0 0,0 25,0 24,-49 25,49-24,0-1,0-24,0-1,0 1,0-25,0-1,0-24,24-49,1-1</inkml:trace>
  <inkml:trace contextRef="#ctx0" brushRef="#br1" timeOffset="-132205.73">17066 7392,'0'0,"-50"0,50 0,-24 0,24 74,0-49,-50 0,50 24,0-24,0 0,0 25,0-26,0 1,0 0,25 49,24-74,-49 25,50-25,0 0,-26 0,1 0,25 0,24 0,-24 0,-25-49,24 49,-24-50,25 0,-50 26,49-26,-49 25,25 0,-25-24,0 24,0 0,0-24,0-26,0 50,-50 25,1-49,-1 49,1 0,-1 0,-24 0,-1 49,26-49,24 25,-25-25,50 50,-49-50,49 25,-25-25,25 24,-25-24,25 50,0-25,0-25</inkml:trace>
  <inkml:trace contextRef="#ctx0" brushRef="#br1" timeOffset="-132034.72">17190 7441</inkml:trace>
  <inkml:trace contextRef="#ctx0" brushRef="#br1" timeOffset="-130930.66">1042 7640,'25'0,"-25"-25,50 25,-26 25,26 0</inkml:trace>
  <inkml:trace contextRef="#ctx0" brushRef="#br1" timeOffset="-130362.63">4292 7789</inkml:trace>
  <inkml:trace contextRef="#ctx0" brushRef="#br1" timeOffset="-128125.5">9079 8830,'-50'0,"50"-49,-25 49,25-25,-24 25,-26 0,25 0,0 0,-24 0,24 0,25 50,-25-50,25 24,0 1,-49 50,49-26,0 1,0-25,0 24,0 1,24 0,1-1,25-24,-1-25,-24 0,25 0,-1 0,26 0,-26 0,-24 0,0 0,25 0,-50 0,49 0,-24-74,25 24,-50 25,0 0,25-24,-25 24,0-25,0 1,0 24,0 0,0-25,0 50,0-49,-25 49,25-25,-50 25,0 0,26-50,-1 50,-25 0,25 0,1 0,-26 25,25-25,25 25,-25-25,25 74,0-24,0-25,0 0,25 49,25-74</inkml:trace>
  <inkml:trace contextRef="#ctx0" brushRef="#br1" timeOffset="-127592.47">10121 8830,'0'25,"0"25,0 24,0 1,0-1,0-24,0 24,0-24,0-25,0-1,0 26,0-25,0 0,24-25,-24 49,75-49</inkml:trace>
  <inkml:trace contextRef="#ctx0" brushRef="#br1" timeOffset="-127083.44">11162 9153,'50'0,"0"0,24 0,1-50,-1 50,0 0,-24-24,24 24,1-50,-1 50,-49 0,0 0,24-50,-24 50,0 0,-25-49</inkml:trace>
  <inkml:trace contextRef="#ctx0" brushRef="#br1" timeOffset="-126737.42">11783 8781,'0'0,"49"0,-24 49,0-49,24 0,1 25,-25-25,24 0,-24 0,0 50,25-50,-26 0,26 25,-50 24,0 26,-50-50,1 24,-1-24,-24 25,49-26,-25 26,50 0,50-50</inkml:trace>
  <inkml:trace contextRef="#ctx0" brushRef="#br1" timeOffset="-126078.38">12924 8533,'-25'0,"25"-25,0 25,0 0,0 50,49-1,-49 1,0 24,25 25,-25 25,0-74,0 0,0-1,50 1,-50 0,0-75,0-25</inkml:trace>
  <inkml:trace contextRef="#ctx0" brushRef="#br1" timeOffset="-123956.26">1786 6474,'0'25,"-49"24,-1-24,50 0,-50-25,26 50,-26-50,50-25</inkml:trace>
  <inkml:trace contextRef="#ctx0" brushRef="#br1" timeOffset="-122282.16">13792 8930,'0'0,"49"0,1 0,0 0,24 0,0 0,50 0,-24 0,-1 0,25-50,0 50,25-50,0 50,-50 0,-25-49,1 49,-1 0,-49 0,0 0,-1 0,-24 0</inkml:trace>
  <inkml:trace contextRef="#ctx0" brushRef="#br1" timeOffset="-121953.14">15206 8582,'49'0,"-24"25,25-25,24 0,-24 25,-1-25,1 0,-1 0,-24 50,0-50,25 24,-50 1,0 25,-50-25,0 24,1-24,-1-25,1 74,24-74,25 25,-50-25,100 0</inkml:trace>
  <inkml:trace contextRef="#ctx0" brushRef="#br1" timeOffset="-121045.09">16446 8384,'0'-25,"-25"25,0 0,-24 0,24 0,25 25,-75 25,26-26,24 26,25 0,-74-1,74-24,0 25,0-26,0 1,24-25,1 50,25-50,24 0,-24 0,-1 0,-24 0,25 0,-25-25,-1-25,-24 26,0-26,50 0,-50 1,0-1,-25 1,-24 49,-1-25,0 25,1 0,-1 0,1 0,24 25,25 24,0-49,74 50,1-50</inkml:trace>
  <inkml:trace contextRef="#ctx0" brushRef="#br1" timeOffset="-119480">17215 8285,'49'0,"-49"74,25-24,-25-25,25 24,-25 1,0-25,50 24,-50 1,0-25,24-25</inkml:trace>
  <inkml:trace contextRef="#ctx0" brushRef="#br1" timeOffset="-114231.7">9104 10145,'0'-25,"0"50,0 25,0 24,24 50,-24-49,0-1,0-24,50-1,-50 26,0-51,25-24,-25 25,49-25</inkml:trace>
  <inkml:trace contextRef="#ctx0" brushRef="#br1" timeOffset="-113510.66">10245 10244,'0'-24,"-25"24,25 0,-25 49,25 26,-50-26,50 1,0-1,0 26,0-50,0-1,0-24,50 50,-25-50,49 0,-24 0,0 0,-1 0,-24 0,25-50,-50 1,49 24,-49-25,50-24,-50 0,0 24,0 25,0-24,-25 49,-25-25,1 25,-26 0,1 25,-1-1,51 26,24-25,0 0</inkml:trace>
  <inkml:trace contextRef="#ctx0" brushRef="#br1" timeOffset="-112764.62">11609 10344,'-50'0,"26"-25,73 25,1 0,-1 0,26 0,-1 0,1 0,-1 0,25 0,-24 0,-26 0,1-25,-1 25,1 0,-25-50,0 50,24 0,-49-24,-25 24,25-50</inkml:trace>
  <inkml:trace contextRef="#ctx0" brushRef="#br1" timeOffset="-112433.6">12204 10120,'0'0,"25"0,25 0,-26 0,26 0,0 0,24 0,-24 0,-1 50,-24-50,25 0,-50 25,25-25,-25 49,-25-49,-50 100,26-100,-1 74,-24-74,24 50,25-50,25 49,0 1,50-50</inkml:trace>
  <inkml:trace contextRef="#ctx0" brushRef="#br1" timeOffset="-111483.55">13271 10021,'0'-50,"0"50,-25 0,25 50,-74 0,74-25,-25 24,25-24,0 0,0 24,0-24,0 0,0-25,49 50,-24-50,25 0,-1 0,1 0,24-25,-49 0,50-49,-75 49,25 0,-25-49,0 49,0 0,0-25,-50 50,0 0,-24 0,-1 0,1 0,24 0,1 25,49 0,0-25</inkml:trace>
  <inkml:trace contextRef="#ctx0" brushRef="#br1" timeOffset="-111328.54">13469 10046,'0'0,"0"0</inkml:trace>
  <inkml:trace contextRef="#ctx0" brushRef="#br1" timeOffset="-108535.38">14213 10096,'-24'0,"24"0,24 0,26 0,49 0,-24 0,-1 0,1 0,24 0,0 0,-25 0,1 0,24 0,25-50,-25 50,0 0,-24 0,-1-25,-24 25,-25 0,-1 0,26-50,0 50,-25 0,-25-24</inkml:trace>
  <inkml:trace contextRef="#ctx0" brushRef="#br1" timeOffset="-108197.36">15528 9798,'-25'-25,"75"25,-25 0,24 0,26 50,-26-50,-24 0,25 24,-25-24,24 0,1 50,-50-25,0 0,-25-25,0 74,-49-49,24-25,-24 74,-1-49,50-25,1 50</inkml:trace>
  <inkml:trace contextRef="#ctx0" brushRef="#br1" timeOffset="-105688.21">16619 9550,'0'-50,"0"75,0 25,0-1,0 1,-49 24,49 1,0-26,0 1,0-1,25 1,-25-25,0 0,24-25,-24 49</inkml:trace>
  <inkml:trace contextRef="#ctx0" brushRef="#br1" timeOffset="-105131.18">17438 9649,'-25'25,"-24"0,24 24,25-24,-50 0,50 24,0-24,0 0,0 25,0-26,25-24,0 0,24 0,26 0,-26 0,1 0,-25 0,24-24,-24 24,-25-75,50 50,-50 1,50-51,-50 50,0 1,0-26,-25 50,-25-25,0 25,1 0,-26 0,51 0,-1 50,-25-1,50 1,0-50</inkml:trace>
  <inkml:trace contextRef="#ctx0" brushRef="#br1" timeOffset="-104928.17">17736 9823</inkml:trace>
  <inkml:trace contextRef="#ctx0" brushRef="#br1" timeOffset="-101512.98">9426 11683,'0'0,"0"-25,0-24,-25 49,25-25,0 25,0 74,0 1,0-1,0 0,0 1,0-26,0 1,0 0,0-1,0-24,50-25,-50 25,50-25</inkml:trace>
  <inkml:trace contextRef="#ctx0" brushRef="#br1" timeOffset="-101089.95">10170 11633,'0'0,"0"50,0-25,-25 24,25 1,-49 0,49-26,0 26,0-50,49 50,-24-50,25 0,24 0,-24 0,0-50,-1 50,1-50,-1-24,-49 24,0-24,0 49,0 0,-24 25,-26-49,-24 49,-1 0,-24 25,49-25,25 49,25 1</inkml:trace>
  <inkml:trace contextRef="#ctx0" brushRef="#br1" timeOffset="-100552.92">10865 11633,'-25'0,"50"25,49-25,1 0,24 0,25 0,-25 0,0 0,-24 0,24 0,-49 0,-26 0,1 0,25-49,-1 49,-24 0,-25-25,0 0</inkml:trace>
  <inkml:trace contextRef="#ctx0" brushRef="#br1" timeOffset="-100253.9">11683 11460,'-49'0,"98"0,-24 0,25 0,-1 49,51-49,-51 0,1 0,-25 0,24 25,1-25,-50 25,0 49,-50-49,-24-25,24 75,-24-51,-1-24,26 100,49-76</inkml:trace>
  <inkml:trace contextRef="#ctx0" brushRef="#br1" timeOffset="-99495.86">12924 11336,'0'-25,"0"75,0-1,0 1,0 24,0-24,0 24,24-49,-24 0,0 24,0 26,0-50</inkml:trace>
  <inkml:trace contextRef="#ctx0" brushRef="#br1" timeOffset="-98569.81">13965 11609,'50'0,"24"0,26 0,-1 0,50 0,49-25,50 25,-49-50,73 50,-24-49,-49 49,-25 0,-1 0,-24-50,-50 50,0 0,-24 0,-26-50,1 50,-75-49</inkml:trace>
  <inkml:trace contextRef="#ctx0" brushRef="#br1" timeOffset="-98251.79">16371 11137,'-24'0,"24"0,49 25,1-25,24 25,1-25,24 50,-49-50,-1 0,-24 49,25-49,-50 50,-25-1,0-24,-25 25,-24-1,24-24,-24 25,-25-25,49 24,25-49</inkml:trace>
  <inkml:trace contextRef="#ctx0" brushRef="#br1" timeOffset="-97126.72">4440 7962</inkml:trace>
  <inkml:trace contextRef="#ctx0" brushRef="#br1" timeOffset="-96840.71">5160 7739</inkml:trace>
  <inkml:trace contextRef="#ctx0" brushRef="#br1" timeOffset="-96533.69">4812 7913</inkml:trace>
  <inkml:trace contextRef="#ctx0" brushRef="#br1" timeOffset="-95790.65">6102 7193</inkml:trace>
  <inkml:trace contextRef="#ctx0" brushRef="#br1" timeOffset="-94996.6">5234 7565</inkml:trace>
  <inkml:trace contextRef="#ctx0" brushRef="#br1" timeOffset="-93944.54">6152 5085,'0'-25,"25"25,-25 0,49 0</inkml:trace>
  <inkml:trace contextRef="#ctx0" brushRef="#br1" timeOffset="-90929.37">17116 10988,'0'0,"0"0,0-49,0 49,0 49,0 1,0 24,0 1,0-25,0-1,49 26,-49-26,0 1,0-25,0 24,0-24,0-50,25-24,-25-1</inkml:trace>
  <inkml:trace contextRef="#ctx0" brushRef="#br1" timeOffset="-90425.34">17636 10864,'0'0,"0"100,0-51,0 1,0 24,0 1,0-1,0 1,0-26,0 26,0-51,0 1,0-25,0-74,0 24</inkml:trace>
  <inkml:trace contextRef="#ctx0" brushRef="#br1" timeOffset="-87487.17">9401 12725,'-24'0,"24"49,0 1,0 24,0 26,0-26,0-24,0-1,0 1,0-25,0 24,0-49,49 0,-24-49</inkml:trace>
  <inkml:trace contextRef="#ctx0" brushRef="#br1" timeOffset="-86998.15">10369 12626,'0'24,"0"26,0 24,0 1,0 24,0-25,49 26,-49-51,0 1,0-25,0 24,0-98,0 24,0 0</inkml:trace>
  <inkml:trace contextRef="#ctx0" brushRef="#br1" timeOffset="-85597.07">6202 5308,'49'0,"-24"0</inkml:trace>
  <inkml:trace contextRef="#ctx0" brushRef="#br1" timeOffset="-82870.91">11063 12898,'-25'0,"25"0,50 0,-25 0,24 0,1 0,49 0,1 0,-1 0,25 0,25 0,-1 0,-48-24,-1 24,25 0,-50-50,1 50,-26 0,1 0</inkml:trace>
  <inkml:trace contextRef="#ctx0" brushRef="#br1" timeOffset="-82538.89">12279 12725,'24'0,"1"0,25 49,-25-49,-1 0,26 25,0-25,-1 0,-24 0,-25 50,75-50,-75 25,0 24,-50 1,25-50,-24 49,24-49,25 25,-25-25,50 0</inkml:trace>
  <inkml:trace contextRef="#ctx0" brushRef="#br1" timeOffset="-82076.86">13296 12626,'-25'0,"-25"49,50-24,-49 0,49 24,0-24,0 0,0 25,24-50,1 0,25 0,24 0,1 0,24-25,-74 25,0-50,-25 1,49 49,-49-50,-25 0,1 50,-26 0,-25 0,1 0,0 0,-1 0,75 0</inkml:trace>
  <inkml:trace contextRef="#ctx0" brushRef="#br1" timeOffset="-80966.8">14486 12700,'0'0,"50"0,0 0,49 0,-25 0,25 0,1 0,-1 0,0 0,25 0,-50 0,26 0,-51 0,1 0,-25 0,24 0,-49-25</inkml:trace>
  <inkml:trace contextRef="#ctx0" brushRef="#br1" timeOffset="-80643.78">15429 12576,'-50'0,"50"25,25-25,49 25,-24-25,24 0,1 49,-25-49,-1 0,1 25,-25-25,24 50,-49-26,-25-24,-24 50,24-50,-25 25,26-25,24 25,-25-25,25 49,0-49</inkml:trace>
  <inkml:trace contextRef="#ctx0" brushRef="#br1" timeOffset="-64859.88">16570 12254,'0'-25,"0"25,0 25,0 24,25 26,-25-1,0 0,0 1,0-1,0-24,0-1,0-24,0 0,0 25,0-75,49-25,-49 25,0-24</inkml:trace>
  <inkml:trace contextRef="#ctx0" brushRef="#br1" timeOffset="-63708.81">17736 12254,'-25'-50,"50"75,-25 0,0 24,25 1,-25-1,0 1,74 24,-74-24,0-25,25 24,-25 1,0-25</inkml:trace>
  <inkml:trace contextRef="#ctx0" brushRef="#br1" timeOffset="-61742.7">9451 13791,'0'-24,"0"48,0 26,0 24,50 1,-50-1,0 1,24-1,-24-24,0-26,50 26,-50 0,25-1,0-49</inkml:trace>
  <inkml:trace contextRef="#ctx0" brushRef="#br1" timeOffset="-61263.67">10493 13891,'0'24,"0"51,49-26,-49 26,0-1,0-24,25-1,-25 1,0-25,0 0,0 49,25-74,25 0</inkml:trace>
  <inkml:trace contextRef="#ctx0" brushRef="#br1" timeOffset="-60820.65">11411 14213,'49'0,"1"0,-1 0,51 0,-1 0,25 0,-25 0,-25 0,26 0,-1 0,-25-25,25 25,-49 0,0 0,-25 0,24 0,-49-25,-25 25</inkml:trace>
  <inkml:trace contextRef="#ctx0" brushRef="#br1" timeOffset="-60514.63">12353 14015,'25'0,"24"24,-24-24,25 25,0-25,-26 50,1-50,25 0,-50 25,25-25,-25 24,0 26,-50 24,0-49,1-25,-1 75,25-75,25 25</inkml:trace>
  <inkml:trace contextRef="#ctx0" brushRef="#br1" timeOffset="-58871.54">13196 13841,'0'0,"0"74,0 1,50 24,-50-25,0-24,0 0,50-1,-50-24,24 25,-24-50,0-50,50 25</inkml:trace>
  <inkml:trace contextRef="#ctx0" brushRef="#br1" timeOffset="-58264.5">14065 14188,'24'0,"26"0,24 0,50 0,25 0,25 0,24 0,1-25,24 25,-74 0,24 0,-24 0,-49-49,24 49,-50 0,-24 0,-1 0,-49-25</inkml:trace>
  <inkml:trace contextRef="#ctx0" brushRef="#br1" timeOffset="-57964.48">15999 13891,'0'0,"0"0,50 24,0-24,-1 50,26-50,-26 0,-24 25,25-25,-50 49,0 1,-50-25,0 24,1-49,-50 75,-1-75,26 25,24-25,1 49</inkml:trace>
  <inkml:trace contextRef="#ctx0" brushRef="#br1" timeOffset="-56742.41">6202 5060</inkml:trace>
  <inkml:trace contextRef="#ctx0" brushRef="#br1" timeOffset="-55812.36">4217 4440</inkml:trace>
  <inkml:trace contextRef="#ctx0" brushRef="#br1" timeOffset="-55061.32">6127 5333,'-50'0,"26"0,-1-25,-25 25</inkml:trace>
  <inkml:trace contextRef="#ctx0" brushRef="#br1" timeOffset="-53304.22">1365 3795,'24'0,"1"0,25 0,-25 0</inkml:trace>
  <inkml:trace contextRef="#ctx0" brushRef="#br1" timeOffset="-52968.2">2506 4167</inkml:trace>
  <inkml:trace contextRef="#ctx0" brushRef="#br1" timeOffset="-50710.07">16868 13643,'0'-50,"-25"50,25-25,-50 50,1 25,49-26,-75 26,75-25,0 24,-25 26,25-26,0-24,0 0,25-25,25 74,-25-74,-1 25,51-25,-26 0,-24 0,0 0,25 0,-26-74,26 49,-25-25,-25 26,49-1,-49-25,0 25,0 1,0-26,0 0,-24 50,-26 0,25 0,0 0,-49 0,24 0,26 50,24 0,0-26</inkml:trace>
  <inkml:trace contextRef="#ctx0" brushRef="#br1" timeOffset="-50100.03">17959 13618,'0'-25,"-25"25,0 50,25-1,-74 1,74-25,-25 24,25-24,0 0,0 24,50-49,-1 0,1 0,24 0,1 0,-26-24,26-1,-26-25,1 25,-50 1,50-26,-50 0,0 1,0-26,0 51,-25-1,-25 25,1 0,-1 0,0 0,1 0,49 0,-25 0,25 25,25 24,0-49</inkml:trace>
  <inkml:trace contextRef="#ctx0" brushRef="#br1" timeOffset="-49883.02">18430 13543,'0'-24</inkml:trace>
  <inkml:trace contextRef="#ctx0" brushRef="#br1" timeOffset="-43120.64">13246 5953,'0'0,"0"0,-50 0</inkml:trace>
  <inkml:trace contextRef="#ctx0" brushRef="#br1" timeOffset="-42686.61">13444 6028,'0'0</inkml:trace>
  <inkml:trace contextRef="#ctx0" brushRef="#br1" timeOffset="-41672.55">12924 6821</inkml:trace>
  <inkml:trace contextRef="#ctx0" brushRef="#br1" timeOffset="-38456.37">10394 5978,'0'-50</inkml:trace>
  <inkml:trace contextRef="#ctx0" brushRef="#br1" timeOffset="-26026.66">8583 2853,'-50'0,"25"0,25 0,50 0,0 0,-26-75,51 75,-26-49,-24 49,25 0,-25-50,-25 75,0 0</inkml:trace>
  <inkml:trace contextRef="#ctx0" brushRef="#br1" timeOffset="-25766.64">8508 2977,'0'0,"50"0,-25-25,0 25,24-75,-24 75,49-49,-24 49,-25-50,24 50,-49 0,-24 0</inkml:trace>
  <inkml:trace contextRef="#ctx0" brushRef="#br1" timeOffset="-25143.61">9525 2877,'0'-24,"0"-1,50 25,0-50,-1 50,26-25,-26 25,1-49,-25 49,24 0</inkml:trace>
  <inkml:trace contextRef="#ctx0" brushRef="#br1" timeOffset="-24871.59">9550 3026,'0'0,"50"0,-25-74,24 49,26-25,-26 50,1-74,24 74,-49-50,0 50,24-24,-49 48,-24-24</inkml:trace>
  <inkml:trace contextRef="#ctx0" brushRef="#br1" timeOffset="-15835.07">15975 4018,'-25'0,"25"-24,-50 24,25 0,1 0,-26 0,25 0,0 0,1 0,24 0,-75 0,50 0,25 49,-25-49,-24 0,49 25,-25-25,0 25,-24 24,49-24,-25 25,25-25,-50-25,50 24,-25 26,25-25,0 0,-24 24,24-24,0 25,0 24,-50-49,50 0,0 24,0-24,0 0,0 24,25-24,-25 0,25 25,-25-25,24-25,-24 24,50-24,-50 50,25-50,0 0,-25 25,49-25,-24 0,0 0,0 0,49 0,-74 0,50 0,-1-50,1 50,-50-25,74 25,-74-24,50 24,-50-50,25 50,-25-25,25 25,-25-50,49 50,-49-49,0-1,25 25,-25-24,0-1,0 1,0-1,0 0,0 1,0-1,0 1,0 24,0-25,0 25,0 1,0-26,0 50,0-25,-50 25,1 0,24 0,0 0,-24 0,24 0,25 0,25 0</inkml:trace>
  <inkml:trace contextRef="#ctx0" brushRef="#br1" timeOffset="-14451">17686 4043,'-25'-49,"25"24,-49 25,49-25,-50 25,25 0,0 0,25-50,-49 50,24 0,0 0,-24 0,49 25,-25-25,0 0,25 25,-25-25,-24 25,49 24,-25-49,25 25,-50 25,50-1,-25-49,25 75,0-50,0-1,-24 26,24-25,0 24,0-24,0 25,0 24,0-49,0 25,0-1,0-24,0-25,0 50,24-50,-24 74,25-74,-25 25,75-25,-75 25,49-25,-24 0,0 0,24 0,-24 0,0 0,25 0,-26 0,1 0,25 0,-25 0,-1 0,26-50,-25 50,25-50,-50 26,49-26,-49 25,50-24,-50-26,0 50,0 1,0-26,0 0,0 26,0-1,0-50,0 51,-50-1,25-50,-49 51,24 24,1 0,24 0,-25 0</inkml:trace>
  <inkml:trace contextRef="#ctx0" brushRef="#br1" timeOffset="-12219.87">14139 1860,'-25'0,"25"0,50 0,-1-49,1 49,24-50,1 50,-1-74,-24 74,-25-25,24 25,-49-25,-24 25,24 25,-25-25,25 74,0-24,0-25,0 0,0 24,0-24,0 0,0 24,49-24,-49 25,0-25,0-1,0 1,0 50,0-51,0-24,0 25,-74-25,49 0,0 0,0 0,-24 0,24 0,25 0,50 0,24-25</inkml:trace>
  <inkml:trace contextRef="#ctx0" brushRef="#br1" timeOffset="-11688.84">14933 1860,'0'25,"0"25,-25-1,25 1,0 24,-25-24,25-25,0 24,0-24,0 0,0-50,0 0,0-24,0-26,0 1,0 24,0 26,0 24,0-50,50 50,-50 25,49-25,1 25,0 49,24-24,-49-1,-25 1,25-50</inkml:trace>
  <inkml:trace contextRef="#ctx0" brushRef="#br1" timeOffset="-11458.82">14933 2158,'0'-25,"0"-24,49 49,1-50,24 50,1-50,-1 50,-49-49</inkml:trace>
  <inkml:trace contextRef="#ctx0" brushRef="#br1" timeOffset="-10969.8">15429 1712,'-50'0,"50"0,25 0,0-25,24 25,26-50,-26 50,1-25,0 25,-1-49,-24 49,-50 0,25 0,-24 0</inkml:trace>
  <inkml:trace contextRef="#ctx0" brushRef="#br1" timeOffset="-9380.71">15255 1290,'0'-25,"0"25,25 50,-25-26,0 26,50 24,-50-24,24 0,-24-1,50 1,-50-25,50 24,-50-24,49 0,-24 49,-25-49,50 0,-50-25,0-25,0-24,0 24,0 0,0 0,24 25,-24-74,0 24,0 25,25-24,-25 24,0 0,75-49,-75 24,49 0,-49 26,25 24,-50 74,-24 0,-1 26,0-1,26 0,-26-49,50-1,-25 1,25-25,0-25,0-50,0 25,0 25,25 0,74 0,-74 0,0 0,0 0,24 0,-24 25,25-25,-25 50,24-25,1-25,-50 49,25-49,-25-25,0 1</inkml:trace>
  <inkml:trace contextRef="#ctx0" brushRef="#br1" timeOffset="-8876.68">16148 1712,'0'0,"0"49,0-24,0 0,0 24,0-24,0 25,0-50,0-25,0-25,0 1,0-1,0 1,0-26,0 50,0 25,0-25,25 25,25 0,-1 100,-49-75,50-1,-50 26,25-50,-25 74,24-74,-24 50,0 0,0-1,0-49</inkml:trace>
  <inkml:trace contextRef="#ctx0" brushRef="#br1" timeOffset="-8632.66">16223 1960,'0'-50,"0"25,24 25,51-49,-26 49,1-50,-25 50</inkml:trace>
  <inkml:trace contextRef="#ctx0" brushRef="#br1" timeOffset="-8321.65">16818 1339,'0'-49,"0"24,0 25,0 50,-74 74,-1 74,1 25,-26 1,-24-26,25-49,25-25,24-50,1-24,49-25,-25-25,25 49,0-49,49-49</inkml:trace>
  <inkml:trace contextRef="#ctx0" brushRef="#br1" timeOffset="-7021.57">17364 1860,'-25'0,"25"0,0 0,49-49,-24 49,50-75,-26 51,26 24,-1-100,1 100,-1-49,-49 49,-75 24,25-24</inkml:trace>
  <inkml:trace contextRef="#ctx0" brushRef="#br1" timeOffset="-6642.55">17612 1687,'-25'0,"25"25,0 24,0-24,25-25,-25 74,74-24,-74-25,50 0,-50 24,25-24,-25 25,49-50,-49 49,0-24,-25-25,1 0,-1 50,-25-50,25 0,0 0,-24 0,24 0,75-50,-1 25,1 25,24-99</inkml:trace>
  <inkml:trace contextRef="#ctx0" brushRef="#br1" timeOffset="-6351.53">18033 1860,'0'-49,"0"74,25-25,-25 49,50-49,-50 50,25-1,-25-24,24-25,-24 50,50-50</inkml:trace>
  <inkml:trace contextRef="#ctx0" brushRef="#br1" timeOffset="-5823.5">18157 1811,'0'-50,"0"1,0 24,50 25,-25-50,0 50,24 0,-24 0,-25 25,0 0,-25 24,-24 26,24-50,-25 24,1 1,73-50,1 0,25-25,-25 25,24-25,-24 25,0 0,-25 0,0 50,0-25,0-1,-50 51,1-50,-1-25,0 0,50 0,50-50,0 0</inkml:trace>
  <inkml:trace contextRef="#ctx0" brushRef="#br1" timeOffset="-5510.48">18554 1513,'25'25,"-25"0,0 24,0 26,50-26,-50-24,0 25,0-1,24-49</inkml:trace>
  <inkml:trace contextRef="#ctx0" brushRef="#br1" timeOffset="-5156.46">18777 1488,'-24'0,"-1"25,25 0,-75 24,75 1,-49 0,49-25,-25-25,25 24,25-24,-25 0,49 0,1 0,24 0,-49 0,0 0,25 50,-1-50</inkml:trace>
  <inkml:trace contextRef="#ctx0" brushRef="#br1" timeOffset="-4851.45">19150 1563,'-25'0,"25"24,0 1,49 25,-49-25,0 24,25-24,-25 0,0 25,0-1,50-49</inkml:trace>
  <inkml:trace contextRef="#ctx0" brushRef="#br1" timeOffset="-4414.42">19150 1538,'0'-25,"0"0,49 25,1 0,-1-49,26 49,-50 0,-1 24,-24 26,0 0,0-1,-24 1,24 0,-25-26,25 26,25-50,-1 0,1-25,25 25,-25 0,-25 0,0 75,-50-75,25 49,-24-49,24 50,0-50,25 49,-74-49</inkml:trace>
  <inkml:trace contextRef="#ctx0" brushRef="#br1" timeOffset="-4101.4">18356 2555,'25'-50,"49"50,25-49,25 49,25-75,-50 75,25-74,-24 74,-26-50,-24 50,-1 0</inkml:trace>
  <inkml:trace contextRef="#ctx0" brushRef="#br1" timeOffset="-3801.39">18629 2629,'0'0,"49"-25,1 25,-1-49,1 49,49-75,-24 75,-1-49,1 49,-26-50,1 50,-50 0</inkml:trace>
  <inkml:trace contextRef="#ctx0" brushRef="#br1" timeOffset="-3349.36">17636 4465,'0'0,"0"-50</inkml:trace>
  <inkml:trace contextRef="#ctx0" brushRef="#br1" timeOffset="-3057.34">18257 2406,'24'0,"1"0</inkml:trace>
  <inkml:trace contextRef="#ctx0" brushRef="#br1" timeOffset="-2824.33">17587 4390,'0'0,"0"0,49-49</inkml:trace>
  <inkml:trace contextRef="#ctx0" brushRef="#br1" timeOffset="1554.92">8831 5606</inkml:trace>
  <inkml:trace contextRef="#ctx0" brushRef="#br1" timeOffset="2335.96">10021 5804,'0'25,"25"-25</inkml:trace>
  <inkml:trace contextRef="#ctx0" brushRef="#br1" timeOffset="4660.1">17562 5705</inkml:trace>
  <inkml:trace contextRef="#ctx0" brushRef="#br1" timeOffset="7305.25">14908 2381,'0'25</inkml:trace>
  <inkml:trace contextRef="#ctx0" brushRef="#br1" timeOffset="8009.29">15999 1935,'-24'49,"-26"-24</inkml:trace>
  <inkml:trace contextRef="#ctx0" brushRef="#br1" timeOffset="13642.61">18951 4018,'-25'0,"50"0,0 0,25 0,-1 0,1 0,24-24,1 24,-26 0,26 0,-51 0,1 0,25 0,-75 0</inkml:trace>
  <inkml:trace contextRef="#ctx0" brushRef="#br1" timeOffset="14075.64">19249 3994,'0'49,"0"-24,0 25,0-26,0 26,0 0,25 24,-25-24,0-26,0 26,0-25,0 0,-25 24,0-49,-25 0,1 0,24 0,-25 0,26 0,24-25,0 1,0 24,49-50,1 50</inkml:trace>
  <inkml:trace contextRef="#ctx0" brushRef="#br1" timeOffset="14682.67">19596 4390,'-25'0,"25"50,0 24,-25-24,25 0,0-1,-49 26,49-26,0-24,0-50,0 0,0-49,0 24,25 1,-25-1,24 1,-24 24,50 25,-25 0,-25 0,25 49,-25-24,49 0,-49 25,25-1,-25 1,0-1,0-24</inkml:trace>
  <inkml:trace contextRef="#ctx0" brushRef="#br1" timeOffset="14886.68">19621 4738,'0'-25,"0"25,74-50,-24 50,-1 0,1 0,0-25,-25 25</inkml:trace>
  <inkml:trace contextRef="#ctx0" brushRef="#br1" timeOffset="15734.73">20191 4068,'-49'-25,"98"25,-24 0,0-49,49 49,-24 0,24-25,1 25,-26 0,1 0,-25 0,-50 0</inkml:trace>
  <inkml:trace contextRef="#ctx0" brushRef="#br1" timeOffset="16170.76">20365 3969,'0'0,"0"0,0 49,0-24,0 25,50-1,-50 26,0-1,49 1,-49-1,0-24,0-26,0 1,25-25,-25 50,0-25,-25-25,-24 0,-26 0,50 0,-24 0,49 0,0-50,0 25,49 25,1-49</inkml:trace>
  <inkml:trace contextRef="#ctx0" brushRef="#br1" timeOffset="17463.83">20811 3944,'0'-50,"0"50,0 25,-49 0,49 25,-75 24,26-24,24-1,-49 26,49-51,25-24,0 0,0 75,0-50,0-1,49 26,-49-25,50-25,-50 49,50-49,-50 50,24-50,-24 25,50-25,-25 0,-25 0,49 0,-24 0,50-50,-50 50,-25-25,-25 25</inkml:trace>
  <inkml:trace contextRef="#ctx0" brushRef="#br1" timeOffset="20014.98">21060 4242,'0'-25,"49"25,-49 49,0 26,0 24,0 0,0-24,-25 24,25-50,0-24,0 0,0 25,0-75,0 0,0 0,0-24,0-26,0 1,0-25,0 24,0 26,25-1,-25 0,25 50,-25-24,25 24,24 0,-24 0,0 24,25 51,-50-26,0 1,0 0,0 24,0-49,0 0,0 24,0 1,0-25</inkml:trace>
  <inkml:trace contextRef="#ctx0" brushRef="#br1" timeOffset="20329.99">21109 4589,'0'-25,"50"25,-25-25,-1 25,26 0,0 0,-26-49,26 49,-25 0,-25 0</inkml:trace>
  <inkml:trace contextRef="#ctx0" brushRef="#br1" timeOffset="21172.04">21804 3820,'0'0,"49"0,26 0,-26 0,1 0,24 0,-24 0,0 0,24 0,-24 0,-26 0,26-25,-75 25,0 0</inkml:trace>
  <inkml:trace contextRef="#ctx0" brushRef="#br1" timeOffset="21561.06">22101 3845,'0'25,"0"-1,0 26,50-25,-50 0,0 49,25-24,-25-1,0 1,0-1,0-24,0 25,0-25,0-25,0 49,-50-49,1 0,24 0,-25-25,50-24,0 24,0-25,50 50,24-24,-24 24</inkml:trace>
  <inkml:trace contextRef="#ctx0" brushRef="#br1" timeOffset="21995.09">22498 4068,'0'-50,"0"75,0 0,0 25,0-1,0 1,0-25,0-1,0 26,0-25,0 24,0 1</inkml:trace>
  <inkml:trace contextRef="#ctx0" brushRef="#br1" timeOffset="22559.12">22498 4093,'0'-50,"25"25,0 25,24 0,-24-49,25 49,-25 0,24 0,-49 25,0-1,0 26,-49 24,-1-24,25-25,0 24,25-24,-49-25,74 0,24 0,-24 0,0 0,24 0,-24 0,25-49,-25 49,-25 24,0 26,0-25,0 0,-25 24,25-24,-75-25,75 25,-99-25,74 0,-24 0,24 0,25 0,0-25,50-25,-1 26,1 24</inkml:trace>
  <inkml:trace contextRef="#ctx0" brushRef="#br1" timeOffset="23083.15">23515 3870,'0'-50,"0"75,0 24,0 1,0 24,0-24,50 24,-50-49,0 0,0 25,0-1,49-49</inkml:trace>
  <inkml:trace contextRef="#ctx0" brushRef="#br1" timeOffset="23533.18">23912 3870,'-74'24,"24"26,0 24,1-24,24 0,-49-1,98-24,1 25,50-1,-26 1,1-50,-1 0,1 0,-50-25,0-25,25 26,0 24,24-50</inkml:trace>
  <inkml:trace contextRef="#ctx0" brushRef="#br1" timeOffset="23907.2">24235 3994,'0'24,"0"26,0-25,0 0,0 24,0 1,49-1,-49 1,25 0</inkml:trace>
  <inkml:trace contextRef="#ctx0" brushRef="#br1" timeOffset="24291.22">24334 4043,'0'-25,"25"-24,49 49,-49 0,0 0,24-25,-24 25,-25 0,0 50,0-1,0-24,0 0,0 49,0-49,0 0,50-25,-1 49,-49-24,0 0,0 25,-74-26,24-24,1 50,-26-50,-24 50,-25-50,50 24,49-24</inkml:trace>
  <inkml:trace contextRef="#ctx0" brushRef="#br1" timeOffset="27006.38">17885 5110,'0'-25,"49"25,-24 0,25 0,-1 0,1 0,-25 0,49 0,-24 0,-26 0,26 0,-25 0,0 0,49 0,-49 0,24 0,1 0,0 0,-26 0,26 0,-25 0,24 0,1 0,0 0,-1 0,1 0,24 0,-24 0,-25 0,0 0,24 0,-24 0,25 0,-1 0,26 0,-26 0,-24 0,0 0,24 0,-24 0,25 0,-1 0,26 0,-26 0,-24 0,0 0,25 0,-25 0,-1 0,26 0,-25 0,24 0,-24 0,25 0,-25 0,-1 0,26 0,-25 0,0 0,24 0,-24 0,0 0,24 0,-24 0,0 0,25 0,-26 0,1 0,0 0,25 0,-26 0,1 0,50 0,-26 0,-24 0,0 0,25 0,-26 0,1 0,50 0,-26 0,1 0,-1 0,1 0,0 0,-26 0,1 0,0 0,25 0,-26 0,1 0,25 0,-25 0,-1 0,51 0,-50 0,24 0,1 0,-1 0,-24 0,25 0,-25 0,24 0,-24 0,0 0,25 0,-26 0,26 0,0 0,-1 0,1-25,-25 25,24 0,-24 0,0-49,24 49,-24 0,0 0,25 0,-26 0,1 0,0 0,25 0,-26 0,1 0,50 0,24 0,-74 0,-1 0,1 0,25 0,0-25,-1 25,1 0,-25 0,-1 0,26 0,0 0,-1 0,1 0,-1 0,1 0,24 0,-24 0,0 0,-1 0,1 0,24 0,-24 0,-1 0,-24 0,25 0,-25 0,0 0,-1 0,51 0,-26 0,-24-50,25 50,-25 0,-1 0,26 0,-25 0,0 0,24-25,-24 25,0 0,24 0,26 0,-50 0,-1 0,26 0,-25 0,0 0,24 0,-24 0,0 0,0 0,24 0,-49-24,50 24,-25 0,24 0,-24 0,0 0,0 0,24 0,-24 0,0 0</inkml:trace>
  <inkml:trace contextRef="#ctx0" brushRef="#br1" timeOffset="33446.74">596 11088,'-25'0,"-25"0,50 24,25-24,25 0,-26 0,26-49,0 49,24-50,50 1,-25 49,25-75,-24 75,-1-74,-50 74,-24 0,-50 0,1 25</inkml:trace>
  <inkml:trace contextRef="#ctx0" brushRef="#br1" timeOffset="34163.78">918 10988,'0'25,"0"0,0 49,0-49,75 0,-75 25,49-1,-49-24,50 25,-50-25,49-25,-49 49,0 1,25-50,-50 49,1 1,-26-25,25-25,-24 49,-1-49,0 50,26-50,24-25,0-24,0 24,0 0,74-25,-24 1,-50 24</inkml:trace>
  <inkml:trace contextRef="#ctx0" brushRef="#br1" timeOffset="34916.83">1761 10691,'0'-25,"-24"75,24 24,0 0,0 26,0-26,0-24,0-1,0-24,49 25,-24-25,25-25,-1 0</inkml:trace>
  <inkml:trace contextRef="#ctx0" brushRef="#br1" timeOffset="35235.85">2010 10840,'0'0,"-50"0,50 74,-74 0,24-24,25 0,-25-1,26 1,24-50,24 0,26 0,-25 0,0 0,24 0,1 0,0 0,-26 0,26 0,-25 0,0 0,24 0,-24 0,0 0</inkml:trace>
  <inkml:trace contextRef="#ctx0" brushRef="#br1" timeOffset="36572.92">1067 12378,'0'-50,"0"25,-25 25,25 50,-49-1,49 51,0-26,-25 0,25-24,0-25,0 24,0-24,0-74,0-1,0 0,0-49,0 25,0-25,0-25,0-1,0 101,74 24,-49 24,25 26,-50-25,49 25,-24-26,-25 1,74 25,-74-25,25-25,-25 49,0 1,0-25,0-1</inkml:trace>
  <inkml:trace contextRef="#ctx0" brushRef="#br1" timeOffset="36840.94">943 12526,'50'-49,"-1"49,26-50,-1 50,25-74,0 74,25-75,-49 75,-26-49</inkml:trace>
  <inkml:trace contextRef="#ctx0" brushRef="#br1" timeOffset="37335.97">2059 11658,'0'-25,"0"75,0 0,25-1,-25 1,74 24,-74-49,25 25,-25-26,25-24,-25 50,0-25</inkml:trace>
  <inkml:trace contextRef="#ctx0" brushRef="#br1" timeOffset="37859">2010 11807,'-25'-50,"25"26,25-26,-1 50,51-74,-26 74,1-50,0 50,-26-25,1 25,-25 0,0 25,0 25,0 49,-49-50,49 1,-50 0,100-50,-1-25,1 25,-25 0,-1-25,51 25,-75 50,0-26,0 26,0 0,-50 24,25-49,-24 24,-1-24,1-25,24 0,25 0,0-25,0-74,0 74</inkml:trace>
  <inkml:trace contextRef="#ctx0" brushRef="#br1" timeOffset="39804.11">3448 10443,'0'-50,"-49"50,24 75,-25-1,50 25,-74 0,74-24,0-26,0 1,0 0,25-26,-1-24,26 50,0-50,-1 0,1 0,24-25,-49 25,0-49,24-1,-49 25,25-24,-25-1,0-24,0-26,0 1,0 25,0 24,-49 50,-1 0,0 0,1 0,-1 75,50-26,-25 26,25-1,0-24,50-1,-25-49</inkml:trace>
  <inkml:trace contextRef="#ctx0" brushRef="#br1" timeOffset="40154.13">3523 10716,'0'24,"0"1,24 25,1-25,25 24,-25-49,-1 50,51-50,-26 0,-24 0,-25 0,0-50,0 1,0-1,0 0,0-24,0 0,25 74,-25-25</inkml:trace>
  <inkml:trace contextRef="#ctx0" brushRef="#br1" timeOffset="41068.18">4019 10641,'0'-25,"0"25,0 0,0 0,0 50,49 24,-49-24,25-50,-25 25,0-25,0-25,0-49,0 24,0-24,25 24,-25 0,50 50,-50-49,24 49,1 0,-25 25,50-25,-50 49,49-49,-49 25,50-25,-25 0,24 0,-24 0</inkml:trace>
  <inkml:trace contextRef="#ctx0" brushRef="#br1" timeOffset="42250.25">794 11956,'-50'0,"75"0,0 0,0 0,25 0,-26 0,51-25,49-25,0 50,74-99,-24 50,49-26,0 26,25-1,-24 0,-26 50,-24-74,-25 74,24-74,1 74,-25-75,-1 26,-24 49,25-75,-25 25,0 1,-49 49,-1-75,1 75,-26-24,26 24,-26-50,1 50,-1-25,26 25,-26-49,1 49,0-25,24 25,-49-50,0 50,24 0,-24-25,0 25,25 0,-50-24,-75 48,1-24</inkml:trace>
  <inkml:trace contextRef="#ctx0" brushRef="#br1" timeOffset="43066.29">1414 12998,'-49'0,"49"49,-25 1,25 24,0-24,0-25,0 0,0 24,0-49,0 25,74-25,-24 0,-1 0,51-25,-26 0,-24-24,-1 24,-24-25,-25 25,50-24,-50-1,0 1,0 24,-25 25,-25-50,1 50,-1 0,-49 50,24-1,26-24,-1 25,50-25,0-1,25-24,49 0</inkml:trace>
  <inkml:trace contextRef="#ctx0" brushRef="#br1" timeOffset="43462.32">2183 12824,'0'0,"-49"25,49 24,0-24,0 0,0 25,49-1,-24-49,25 0,-1 0,50 0,-24 0,-26-25,1 25,0-99,-50 74,49 1,-49-26,0 25,0-24,0-1,-25 0,-24 50,24-24,0 24,-49 0,24 0,1 0,49 49,-25 1,50-25</inkml:trace>
  <inkml:trace contextRef="#ctx0" brushRef="#br1" timeOffset="43947.34">3200 12626,'-49'0,"98"0,1 0,-1 0,1-50,0 50,24-25,-24 25,-26-49,26 49,-25-25,-25 25,0-50</inkml:trace>
  <inkml:trace contextRef="#ctx0" brushRef="#br1" timeOffset="44249.36">3498 12353,'-25'0,"25"0,0 0,50 0,-1 49,26-49,-1 0,25 0,-49 0,-25 0,-1 0,-48 50,-1-25,-25 24,25-24,-24-25,49 50,-25-50,25 49,25-49,49 0,1 0</inkml:trace>
  <inkml:trace contextRef="#ctx0" brushRef="#br1" timeOffset="44931.4">4391 11906,'0'-49,"0"49,0 24,0 1,0 25,0-1,0 1,49-25,-49 24,0-24,25 25,-25-25</inkml:trace>
  <inkml:trace contextRef="#ctx0" brushRef="#br1" timeOffset="45210.42">4391 11981,'25'0,"-1"0,26 0,-25 0,0 49,24-49,-24 25,25-25,-50 50,49-50,-24 0</inkml:trace>
  <inkml:trace contextRef="#ctx0" brushRef="#br1" timeOffset="45439.43">4688 11832,'-24'0,"24"0,0 49,0-24,0 0,74 25,-74-26,25 26,-25 0,25-50,-25 49,0-24,49-25</inkml:trace>
  <inkml:trace contextRef="#ctx0" brushRef="#br1" timeOffset="45868.45">5234 11708,'0'-25,"0"25,-49 0,-1 25,0 0,50-1,-49 51,49-26,0-24,0 25,0-25,0 24,25-49,24 0,1 0,-1 0,1 0,-25 0,24 0,-24 0,25 0,-50-74,49 74,-49-25</inkml:trace>
  <inkml:trace contextRef="#ctx0" brushRef="#br1" timeOffset="47070.52">2010 13891,'0'-25,"0"25,-50 0,0 0,50 25,-49 24,49 26,-50-26,50 1,0-1,0 1,0-25,25 24,25-49,-26 0,1 0,25 0,-1 0,1-49,-25-1,-25 25,49-24,-49 24,0-25,0-24,0 24,-49-24,24 74,-25-25,26 25,-1 0,-25 25,25 25,25-26,0 1,0 0,25 25,25-50</inkml:trace>
  <inkml:trace contextRef="#ctx0" brushRef="#br1" timeOffset="47421.54">2778 13395,'0'49,"0"1,50-1,-50 1,0 0,25-26,-25 26,49 0,-49-26,50-24,0 0,-1 0</inkml:trace>
  <inkml:trace contextRef="#ctx0" brushRef="#br1" timeOffset="47776.56">3349 13543,'-25'0,"25"0,75 0,-1 0,0-24,1 24,-1-25,1 25,-1-50,-24 50,-26-25,26 25,0 0,-50-24</inkml:trace>
  <inkml:trace contextRef="#ctx0" brushRef="#br1" timeOffset="48088.58">3895 13320,'-50'0,"100"0,-26 0,26 0,0 0,24 0,-24 0,-25 0,-1 0,51 0,-75 50,0 24,-25-49,0 25,-24-26,24 26,-25-25,25-25,25 49,0 1</inkml:trace>
  <inkml:trace contextRef="#ctx0" brushRef="#br1" timeOffset="50518.72">5110 12849</inkml:trace>
  <inkml:trace contextRef="#ctx0" brushRef="#br1" timeOffset="51099.75">5135 12725,'0'-50,"0"25,0 25,-50 0,26 50,-26 49,0-24,25-26,25 26,-74-26,74-24,0 25,50-1,-1-49,26 0,-26 0,1-25,24 25,-49-24,25-26,-50 25,0 0,0 1,0-26,0 25,0 0,0 25,0-74,-25 74,-25-25,1 25,-26 0,51 0,-26 0,25 25,-25-25,26 74,24-49,-25 0</inkml:trace>
  <inkml:trace contextRef="#ctx0" brushRef="#br1" timeOffset="52259.82">2332 14709,'-25'-49,"25"73,25 1,-25 25,50-25,-50-1,24 51,-24-50,50-1,-50 26,0 0,25-50,-25 24,49-24,1 0</inkml:trace>
  <inkml:trace contextRef="#ctx0" brushRef="#br1" timeOffset="52756.85">3250 14610,'0'0,"0"50,0-26,0 1,0 0,0 49,0-74,25 25,74-25,-74 0,-1 0,26-74,-25 74,-25-50,49 25,-49-24,0 24,0-25,0 1,0-1,-24 25,-26-24,25 49,-24 0,24 0,-25 25,25-25,25 49,-24-49,24 50</inkml:trace>
  <inkml:trace contextRef="#ctx0" brushRef="#br1" timeOffset="53312.88">4192 14287,'-24'0,"48"0,26 0,0 0,24-24,0 24,1-50,-26 50,1-50,24 50,-49-74,0 74,49-25,-49 25,-25-49</inkml:trace>
  <inkml:trace contextRef="#ctx0" brushRef="#br1" timeOffset="53656.9">4738 13965,'-50'0,"1"0,49 0,49 0,-24 0,25 0,-1 0,26 0,-26 0,1 0,-25 0,25 0,-50 0,0 25,0 24,0-24,-50 25,0-25,1 24,49 1,0-25,49-25</inkml:trace>
  <inkml:trace contextRef="#ctx0" brushRef="#br1" timeOffset="54376.94">5457 13543,'0'-24,"0"24,0 24,0 26,0 0,25-1,-25 1,0-1,50 1,-50-25,0 24,25-49,-25 50,49-25,-49-50</inkml:trace>
  <inkml:trace contextRef="#ctx0" brushRef="#br1" timeOffset="55230.99">2679 15503,'0'25,"25"24,-25-24,50 25,-50-25,24-1,-24 51,0-50,50-1,-50 26,0-25,25 0,49-25</inkml:trace>
  <inkml:trace contextRef="#ctx0" brushRef="#br1" timeOffset="55615.01">3622 15255,'49'25,"-49"-1,25 26,-25 25,50-26,-50 1,0-1,25 1,-25-25,49-50</inkml:trace>
  <inkml:trace contextRef="#ctx0" brushRef="#br1" timeOffset="56167.04">4366 15329,'0'0,"0"0,25 0,24-25,-24 25,25-49,-1 49,26-50,24 1,-25-1,50 0,-24 26,24-26,-25 50,25-74,-50 74,1-50,-26 50,26 0,-50-25,-1 25,26 0,0-49,-26 49,-24-25</inkml:trace>
  <inkml:trace contextRef="#ctx0" brushRef="#br1" timeOffset="56558.07">5606 14635,'-49'0,"49"0,0 0,74 0,-49 0,0 0,24 0,-24 0,0 0,24 0,1 0,-25 0,-25 49,-25 26,-25-26,26 1,-26-25,25 0,25 24,-49-49,49 25,49-25,-24 0</inkml:trace>
  <inkml:trace contextRef="#ctx0" brushRef="#br1" timeOffset="57532.12">6202 14263,'0'-25,"0"25,0 25,0 24,0 1,24 49,-24-24,0-26,25-24,-25 25,25-26,-25-48</inkml:trace>
  <inkml:trace contextRef="#ctx0" brushRef="#br1" timeOffset="57938.14">5953 14287,'0'-49,"25"49,0-25,25 25,24-50,-24 50,24-49,-24 49,24-75,-49 75,25-24,-26 24,-24 0</inkml:trace>
  <inkml:trace contextRef="#ctx0" brushRef="#br1" timeOffset="58841.2">6698 14263,'0'0,"-25"-25,-25 25,25 0,-24 25,49 24,-75-24,75 0,0 25,0-1,0-24,25-25,0 0,0 0,24 0,-24 0,0 0,25-50,-26 1,-24-1,0 0,0 50,0-49,-49 49,24 0,-25 0,26 0,-1 0,25 25,25-25</inkml:trace>
  <inkml:trace contextRef="#ctx0" brushRef="#br1" timeOffset="59673.24">7119 14064,'0'-25,"0"1,-25 24,-24 0,24 0,-25 24,26 1,-26 25,0-25,26 49,24-49,24-25,26 0,0 0,-1 0,26 0,-26-25,-24 25,-25-50,50 50,-50-49,0-1,-25 50,25 25,0 25,0-26,25 26,-25-25,0 24,25-24,-25 25,0 0,49 24,-49-24,0-1,0 1,0-1,0-24,0 0,-25-25,-24 0,-1 0,50-50,-50 26,50-1,0-25,-24 25,24-24,0-26,0 51,49-26,-24 25,25 0,-25 25,-25-49,49 49,1-25,-50-25,0 25,25 25,-25-49</inkml:trace>
  <inkml:trace contextRef="#ctx0" brushRef="#br1" timeOffset="60436.29">7591 13866,'0'0,"-50"0,0 25,26-1,-26 26,50-25,-25 24,25-24,0 0,0 25,50-50,-1 0,1 0,-25-25,24 25,-49-25,25-25,-25 26,0-1,0-25,0 25,0 25,0 50,0 24,50-24,-50-25,0 49,25-24,-25-1,0-24,0 25,0-25,0 0,0 24,0-24,0 0,0-25,-25 0,-25 0,50 0,0-25,0-25,0 26,0-1,0-25,0 25,25-24,0-26,24 50,-49 1,25 24</inkml:trace>
  <inkml:trace contextRef="#ctx0" brushRef="#br1" timeOffset="60854.31">7764 13395,'-49'-25,"49"25,0 25,0 24,0 1,0-1,24 1,-24 0,0 24,0-24,0-26,25 26,-25-25,0 0,50-25,-1 0</inkml:trace>
  <inkml:trace contextRef="#ctx0" brushRef="#br1" timeOffset="61408.34">7913 13891,'0'0,"25"-50,49 25,-24-49,-50 49,25 0,-25-24,49 24,-49 0,0-49,0 49,0 25,-74 25,24 24,50-24,-49 25,49-26,0 1,0 25,0-1,49-24,-24-25,0 0,24 0,-24 0,0 0,50 0,-26-49,-49 24</inkml:trace>
  <inkml:trace contextRef="#ctx0" brushRef="#br1" timeOffset="62167.39">6450 15280,'24'-50,"51"0,-26 50,1-74,0 74,24-50,-49 50,0 0,-25 0</inkml:trace>
  <inkml:trace contextRef="#ctx0" brushRef="#br1" timeOffset="62411.4">6474 15329,'25'-25,"25"25,-1-49,26 49,24-75,-25 75,-24-24,-25 24,24 0</inkml:trace>
  <inkml:trace contextRef="#ctx0" brushRef="#br1" timeOffset="69391.8">19274 3894,'0'25,"-50"-25</inkml:trace>
  <inkml:trace contextRef="#ctx0" brushRef="#br1" timeOffset="69734.82">19398 4167</inkml:trace>
  <inkml:trace contextRef="#ctx0" brushRef="#br2" timeOffset="80829.45">8756 5482</inkml:trace>
  <inkml:trace contextRef="#ctx0" brushRef="#br2" timeOffset="81734.51">8880 5556,'0'-49</inkml:trace>
  <inkml:trace contextRef="#ctx0" brushRef="#br2" timeOffset="82252.54">8905 5507</inkml:trace>
  <inkml:trace contextRef="#ctx0" brushRef="#br2" timeOffset="83439.6">8880 5383,'-49'0,"49"-25,-25 25,0 0,-24 0,24 0,0 0,-25 0,50 0,-24 0,48 0,26 0</inkml:trace>
  <inkml:trace contextRef="#ctx0" brushRef="#br2" timeOffset="90585.01">15727 5804,'-25'0</inkml:trace>
  <inkml:trace contextRef="#ctx0" brushRef="#br2" timeOffset="92137.1">8781 5507</inkml:trace>
  <inkml:trace contextRef="#ctx0" brushRef="#br2" timeOffset="93300.17">15727 5829</inkml:trace>
  <inkml:trace contextRef="#ctx0" brushRef="#br2" timeOffset="94170.22">8781 5655,'-49'0,"73"0</inkml:trace>
  <inkml:trace contextRef="#ctx0" brushRef="#br2" timeOffset="96991.38">8756 5581,'50'0,"-25"0,24 0</inkml:trace>
  <inkml:trace contextRef="#ctx0" brushRef="#br2" timeOffset="98282.45">15751 5804,'0'25,"-49"-25</inkml:trace>
  <inkml:trace contextRef="#ctx0" brushRef="#br2" timeOffset="103107.73">5805 11708,'24'-25,"26"-25,-25 50,24-49,-24 49,25-50,-1-49,26 49,-75 26,50-26,-50 25,24 25,-24-49,25 49,-25-50</inkml:trace>
  <inkml:trace contextRef="#ctx0" brushRef="#br2" timeOffset="105667.87">5755 12750,'25'0,"-25"-25,49 25,-24-50,74-24,-74 49,25-25,-1 26,-24 24,25-75,-25 50</inkml:trace>
  <inkml:trace contextRef="#ctx0" brushRef="#br2" timeOffset="107130.96">1117 13271,'0'-25,"0"0,-50 25,0 0,-24 0,24 99,50-74,-49 25,49-26,0 1,0 0,0 25,0-26,0 1,25 25,-1-25,26 24,-25-24,24 25,-49-26,50 26,-50-25,0 0,0 24,0 1,0-50,-50 25,50-25,0-25,25 25,25 0,-1 0,-49 49,50 1,-50 24,0 1,0-1,0-24,0 24,0-49,0 0,0 0,50-25,-1 0,1-25,-25 25,24-50,-24 50,25 0,-50-49,24 49</inkml:trace>
  <inkml:trace contextRef="#ctx0" brushRef="#br2" timeOffset="108842.06">1538 13221,'50'0,"-25"0,-25 25</inkml:trace>
  <inkml:trace contextRef="#ctx0" brushRef="#br2" timeOffset="109195.08">1836 14238,'50'0,"-50"0</inkml:trace>
  <inkml:trace contextRef="#ctx0" brushRef="#br2" timeOffset="109494.09">1563 13146,'25'0</inkml:trace>
  <inkml:trace contextRef="#ctx0" brushRef="#br2" timeOffset="110124.13">1886 14188,'24'0</inkml:trace>
  <inkml:trace contextRef="#ctx0" brushRef="#br2" timeOffset="110874.17">5507 12874</inkml:trace>
  <inkml:trace contextRef="#ctx0" brushRef="#br2" timeOffset="111158.19">5408 12030</inkml:trace>
  <inkml:trace contextRef="#ctx0" brushRef="#br2" timeOffset="111758.22">5259 12973</inkml:trace>
  <inkml:trace contextRef="#ctx0" brushRef="#br2" timeOffset="112478.26">1290 13246,'50'0</inkml:trace>
  <inkml:trace contextRef="#ctx0" brushRef="#br2" timeOffset="112738.28">1687 14238,'25'0</inkml:trace>
  <inkml:trace contextRef="#ctx0" brushRef="#br2" timeOffset="112982.29">1637 13543,'0'0</inkml:trace>
  <inkml:trace contextRef="#ctx0" brushRef="#br2" timeOffset="113326.31">1985 14387,'0'0,"0"-25</inkml:trace>
  <inkml:trace contextRef="#ctx0" brushRef="#br2" timeOffset="113640.33">1737 13171,'24'0,"-24"50</inkml:trace>
  <inkml:trace contextRef="#ctx0" brushRef="#br2" timeOffset="114865.4">5681 12229</inkml:trace>
  <inkml:trace contextRef="#ctx0" brushRef="#br2" timeOffset="120549.73">1613 13097</inkml:trace>
  <inkml:trace contextRef="#ctx0" brushRef="#br2" timeOffset="120954.75">1886 14015,'0'49,"24"-49</inkml:trace>
  <inkml:trace contextRef="#ctx0" brushRef="#br2" timeOffset="121277.77">1662 13097,'25'0,"25"0</inkml:trace>
  <inkml:trace contextRef="#ctx0" brushRef="#br2" timeOffset="121541.78">1985 14312,'49'0</inkml:trace>
  <inkml:trace contextRef="#ctx0" brushRef="#br2" timeOffset="126211.05">19497 5407,'-50'-49,"25"24,1 25,-26 0,25 0,25 0,-25 0,25 25,-49-25,49 74,-25-49,25 0,-25 24,25-24,0 0,-49-25,49 74,0-49,0 0,0 25,0-26,0 26,24-50,-24 25,25-25,0 0,-25 50,25-50,49 0,-49 0,25-25,24 0,-49 25,0-75,24 75,-49-49,25 49,-25-50,50 1,-50-26,0 26,0 24,0 0,0-25,0 26,-25 24,0 0,-49 0,49 0,-74 0,49 0,25 0,25 49</inkml:trace>
  <inkml:trace contextRef="#ctx0" brushRef="#br2" timeOffset="129136.22">2555 12874,'0'0</inkml:trace>
  <inkml:trace contextRef="#ctx0" brushRef="#br2" timeOffset="129662.25">2927 13791,'50'-24</inkml:trace>
  <inkml:trace contextRef="#ctx0" brushRef="#br2" timeOffset="131740.37">20936 5333,'0'-25,"0"75,0-1,-50 26,50-26,-50 1,50-25,-49 24,49-24,-50-25,50 50,0-25,-25-25,25 24</inkml:trace>
  <inkml:trace contextRef="#ctx0" brushRef="#br2" timeOffset="132234.39">20687 5333,'25'25,"25"74,-1-74,-24 24,0-24,25 0,-25 25,49-26,-49-24,24 75,-24-75,-25 25,25-25</inkml:trace>
  <inkml:trace contextRef="#ctx0" brushRef="#br2" timeOffset="160683.02">8707 7342,'0'0,"74"0,-24-25,-1 25,1-24,-25 24,24-50,-24 50,25-25,-25 25</inkml:trace>
  <inkml:trace contextRef="#ctx0" brushRef="#br2" timeOffset="161011.04">8732 7392,'0'0,"24"0,51-50,-50 50,24-25,1 25,-25 0</inkml:trace>
  <inkml:trace contextRef="#ctx0" brushRef="#br2" timeOffset="161995.1">15751 6772,'25'0,"25"0,-25 0,-1 0,26 0,-25 0,0 0,24-25,-24 25,25 0,-1 0,-49-25,-25 25</inkml:trace>
  <inkml:trace contextRef="#ctx0" brushRef="#br2" timeOffset="163292.17">8756 7466,'25'-49,"0"49,49-25,-49 25,0 0,25-50,-26 50,26-25,0 25,-26 0,-24-24,25 24</inkml:trace>
  <inkml:trace contextRef="#ctx0" brushRef="#br2" timeOffset="164928.26">15900 6846,'0'0,"50"0,-1 0,1 0,0 0,-26 0,-24 0,50 0,-75 0</inkml:trace>
  <inkml:trace contextRef="#ctx0" brushRef="#br2" timeOffset="165233.28">15900 6871,'25'0,"0"0,24 0,-24 0,0 0,-25 0,74 0,-49 0</inkml:trace>
  <inkml:trace contextRef="#ctx0" brushRef="#br2" timeOffset="167538.41">19398 6474,'0'-25,"0"0,0-24,-25 49,0 0,-25 49,-24 1,49 24,25-49,-49 0,49 25,0-26,0 1,0 25,0-1,24-49,1 0,0 0,25 0,-26 0,1 0,25 0,-25-24,-1 24,-24-25,75 25,-26-50,-49 1,50 49,-50-50,50 0,-50 26,0-26,0 25,-25 25,25-25,-50 25,25 0,-24 0,-1 0,1 0,24 25,-50-25,75 50,-49-50,49 49,0 1</inkml:trace>
  <inkml:trace contextRef="#ctx0" brushRef="#br2" timeOffset="168217.45">21109 6276,'-25'0,"25"0,-74 74,24-24,26 24,-26 25,25-49,25-25,-99 24,99-24,-25-25,25 50</inkml:trace>
  <inkml:trace contextRef="#ctx0" brushRef="#br2" timeOffset="168563.47">20811 6375,'0'0,"0"25,75-25,-50 24,-25 26,49-25,1 24,-25-24,24 0,-24-25,-25 74,50-74,-50 25,49-25,-49 0</inkml:trace>
  <inkml:trace contextRef="#ctx0" brushRef="#br2" timeOffset="183556.33">8756 8310,'0'0,"25"0,25 0,-50 0,25 0,-1 0,26-25,-25 25,0 0,24-50,-24 50,0 0,-25-25,49 25,-24 0,0 0,25-49,-26 49,1 0,-25-25,50 25,-25 0,-25 0</inkml:trace>
  <inkml:trace contextRef="#ctx0" brushRef="#br2" timeOffset="184358.38">8707 8458,'25'0,"24"0,-24 0,49 0,-24-49,-25 49,0-25,24 25,-24-25,25 25,-26 0,1-49,25 49,-1-25,1 25,0-50,-25 50,-25-25,24 25</inkml:trace>
  <inkml:trace contextRef="#ctx0" brushRef="#br2" timeOffset="185955.47">15801 8186,'-25'0,"50"0,25 0,-1 0,-24-50,0 50,24 0,-24 0,0-25,49 25,-49 0,-25-49</inkml:trace>
  <inkml:trace contextRef="#ctx0" brushRef="#br2" timeOffset="186264.48">15801 8210,'50'0,"-1"0,-24 0,0 0,24 0,-24 0,0-49,25 49,-1-25,-24 25,-25 0</inkml:trace>
  <inkml:trace contextRef="#ctx0" brushRef="#br2" timeOffset="193455.9">5581 14163,'0'0,"75"-49,-50 49,-25-25,49 25,-49-25,50 25,-50-25,49 25,-49-49,50 49,-50-25,25 25,0 0</inkml:trace>
  <inkml:trace contextRef="#ctx0" brushRef="#br2" timeOffset="193875.92">5631 14287,'0'-24,"25"-1,49-25,-24 25,-1-24,1 49,-50-25,25 25,0-50,24 50,-24-24,0 24</inkml:trace>
  <inkml:trace contextRef="#ctx0" brushRef="#br2" timeOffset="194347.95">5656 14263,'0'0,"0"0,49 0,-24-50,25 25,-25-24,-1 49,-24-25,50 25,-25 0,-25-25</inkml:trace>
  <inkml:trace contextRef="#ctx0" brushRef="#br2" timeOffset="196914.09">7343 12799,'-25'0,"25"-25,0 1,0-1,0 0,25-49,-25 24,49 50,-49-50,25 50,-25-49,50 49,-1-50,1 50,-25 0,24 0,-49 25,25 0,-25 0,25 24,-25-24,0 0,0 49,0-24,49-1,-49-24,0 25,0-1,25-49,-25 25,50-25,-25 0,24 0,1 0,-50 0,49 0,-24 0,-25-25,0 25,0 25,0 25,0-1,0-24,25 25,-25-1,74 26,-49-25,25-1,-25 26,-25-26,74 1,-74-1,50 26,-50-26,49 1,-49 24,75-24,-75-25,49 24,-49-24,0 0,50 25,-50-26,0 26,0 0,-25-50,0 24,1-24,-26 0,25 0,0 0,-24 0,24 0,-25 0,1-49,49-26,0 51,0-26,0 25</inkml:trace>
  <inkml:trace contextRef="#ctx0" brushRef="#br2" timeOffset="208829.78">8012 12650</inkml:trace>
  <inkml:trace contextRef="#ctx0" brushRef="#br2" timeOffset="210175.85">9128 8037,'0'-25,"50"25,24 0,-24-75</inkml:trace>
  <inkml:trace contextRef="#ctx0" brushRef="#br2" timeOffset="211472.93">16024 7689,'-25'0,"25"50,0-50</inkml:trace>
  <inkml:trace contextRef="#ctx0" brushRef="#br2" timeOffset="213421.04">2778 15925,'50'0,"-50"0</inkml:trace>
  <inkml:trace contextRef="#ctx0" brushRef="#br2" timeOffset="213837.06">2406 14635,'0'49</inkml:trace>
  <inkml:trace contextRef="#ctx0" brushRef="#br2" timeOffset="214163.08">2878 15850,'49'-25</inkml:trace>
  <inkml:trace contextRef="#ctx0" brushRef="#br2" timeOffset="-214681.61">2654 14932</inkml:trace>
  <inkml:trace contextRef="#ctx0" brushRef="#br2" timeOffset="-214366.59">2902 15825</inkml:trace>
  <inkml:trace contextRef="#ctx0" brushRef="#br2" timeOffset="-214091.58">2431 14833,'25'0</inkml:trace>
  <inkml:trace contextRef="#ctx0" brushRef="#br2" timeOffset="-213840.56">2778 15478,'25'0,"-25"0</inkml:trace>
  <inkml:trace contextRef="#ctx0" brushRef="#br2" timeOffset="-213218.53">3547 15230</inkml:trace>
  <inkml:trace contextRef="#ctx0" brushRef="#br2" timeOffset="-212872.51">3349 14808,'0'25,"0"-25,25 25</inkml:trace>
  <inkml:trace contextRef="#ctx0" brushRef="#br2" timeOffset="-212635.5">3572 15627,'0'0</inkml:trace>
  <inkml:trace contextRef="#ctx0" brushRef="#br2" timeOffset="-212380.48">3423 14858,'0'0</inkml:trace>
  <inkml:trace contextRef="#ctx0" brushRef="#br2" timeOffset="-209331.31">19348 7268,'0'-50,"0"75,0 0,0 0,0 24,0-24,0 0,0 24,0 1,0-25,0 0,0 24,0-24,0 0,0 24,0 1,0 0,0-1,0-24,0 25</inkml:trace>
  <inkml:trace contextRef="#ctx0" brushRef="#br2" timeOffset="-208423.25">21109 7317,'-25'50,"25"-25,-74 24,49 1,25-25,-74 24,49-24,25 25,-50-25,50 24,-25-49,25 25,-24 25</inkml:trace>
  <inkml:trace contextRef="#ctx0" brushRef="#br2" timeOffset="-207955.23">20836 7367,'0'0,"0"0,50 0,-50 74,50-74,-1 75,-49-50,75 24,-75-24,49-25,-49 50,50-50,-25 0</inkml:trace>
  <inkml:trace contextRef="#ctx0" brushRef="#br2" timeOffset="-204441.03">3969 16619,'0'-25,"0"-24,0 24,-50 25,26 0,-26 74,25-24,25 0,-74-1,74-24,0 0,0 24,25-49,-1 25,26-25,24 0,1 0,-25 0,-1-74,1 74,-25-50,-25 25,49-24,-49-1,0 25,0-24,-25-1,1 50,-51-25,26 25,-26 0,1 25,24-25,0 50,50-1,0-24,25-25,50 0</inkml:trace>
  <inkml:trace contextRef="#ctx0" brushRef="#br2" timeOffset="-203870.99">4589 16520,'50'0,"24"-25,-24 25,24-49,1 49,-1 0,1-50,-1 50,0 0,-49-25,0 25,-50 0,25-25,-25 25</inkml:trace>
  <inkml:trace contextRef="#ctx0" brushRef="#br2" timeOffset="-203576.98">5085 16272,'-49'0,"24"0,25 0,50 0,-26 0,26 0,0 0,-1 0,26 0,-26 0,-24 0,-25 0,25 0,-25 25,0 49,0-49,-50 25,25-26,-24 26,-1-50,1 25,24-25,25 25,49-25</inkml:trace>
  <inkml:trace contextRef="#ctx0" brushRef="#br2" timeOffset="-202945.94">5805 16098,'0'-25,"-25"50,25 0,-75 0,75 24,-24 1,24 0,0-50,49 49,-24-49,25 0,-1 0,26 0,-26 0,-24-25,49 1,-74-26,25 25,-25 0,0-24,0-1,0 50,-49 0,24 0,-25 0,1 0,-1 0,0 0,50 0,0 50</inkml:trace>
  <inkml:trace contextRef="#ctx0" brushRef="#br2" timeOffset="-191061.26">8756 9624,'25'0,"74"-25,-49 25,24-24,1 24,-1-50,1 50,-51 0,1 0,-25-25,0 25</inkml:trace>
  <inkml:trace contextRef="#ctx0" brushRef="#br2" timeOffset="-190781.25">8831 9699,'0'0,"99"0,-74 0,0 0,49-50,-24 50,-1-25,-24 25,25 0,-50-49,24 49,-24 24,25-24</inkml:trace>
  <inkml:trace contextRef="#ctx0" brushRef="#br2" timeOffset="-189786.19">16347 9054,'0'0,"74"0,-49 0,0 0,-1 0,26 0,-25-25,24 25,1 0,-50-25,0 25,-25 0</inkml:trace>
  <inkml:trace contextRef="#ctx0" brushRef="#br2" timeOffset="-189460.17">16371 9178,'25'0,"50"-25,-26 25,1-25,-25 25,-25 0</inkml:trace>
  <inkml:trace contextRef="#ctx0" brushRef="#br2" timeOffset="-185149.92">19150 8483,'0'-25,"0"25,-50 0,50 50,-25-25,25 24,0 26,-49-26,49-24,0 0,24 25,51-1,-50-49,24 0,-24 0,0 0,24 0,-24 0,25-49,-50-1,0 25,25-24,-25-1,0 0,0 26,0-1,-75-25,50 50,1 0,-1 0,-50 0,51 25,-26 25,50-26,0 1,50-25</inkml:trace>
  <inkml:trace contextRef="#ctx0" brushRef="#br2" timeOffset="-184497.89">20985 8458,'0'-24,"0"-26,0 75,-74 74,-1-25,50 26,-24-26,24-24,-25 24,50-49,-49 24,49 1,0-50</inkml:trace>
  <inkml:trace contextRef="#ctx0" brushRef="#br2" timeOffset="-184145.87">20638 8607,'49'0,"1"0,24 99,-49-74,25 25,-25-25,49 24,-49-24,25 0,-1 24,-49-49</inkml:trace>
  <inkml:trace contextRef="#ctx0" brushRef="#br2" timeOffset="-181910.74">9054 11088</inkml:trace>
  <inkml:trace contextRef="#ctx0" brushRef="#br2" timeOffset="-181189.7">9228 8111,'0'25,"24"-25</inkml:trace>
  <inkml:trace contextRef="#ctx0" brushRef="#br2" timeOffset="-179833.62">9203 11162,'25'0,"-1"0</inkml:trace>
  <inkml:trace contextRef="#ctx0" brushRef="#br2" timeOffset="-177679.5">8781 11112,'0'-24,"25"24,25-25,-1 25,1-75,49 75,-25-49,1 49,-1-75,1 75,24-24,-49 24,-1-50,1 50,-1 0,-49-25,50 25,-75 0,0 0</inkml:trace>
  <inkml:trace contextRef="#ctx0" brushRef="#br2" timeOffset="-177315.48">9079 11137,'0'0,"0"0,49 0,1-49,0 49,-1-50,26 50,-26-50,1 50,0-49,-1 49,-24-25,25 25,-50-50,49 50,-24 0</inkml:trace>
  <inkml:trace contextRef="#ctx0" brushRef="#br2" timeOffset="-176277.42">16446 10319,'49'0,"-24"0,0 0,0 0,24 0,-24-25,25 25,0 0,-50-25,49 25,-24 0,-75 0</inkml:trace>
  <inkml:trace contextRef="#ctx0" brushRef="#br2" timeOffset="-175935.4">16421 10468,'0'0,"50"0,-1 0,-24-25,0 25,24 0,-24-25,0 25,25 0,-25-50,24 50,1 0,-50-24,49 24</inkml:trace>
  <inkml:trace contextRef="#ctx0" brushRef="#br2" timeOffset="-175686.38">16892 10344,'25'0</inkml:trace>
  <inkml:trace contextRef="#ctx0" brushRef="#br2" timeOffset="-175057.35">9302 10864,'-50'0,"75"0,-25 25</inkml:trace>
  <inkml:trace contextRef="#ctx0" brushRef="#br2" timeOffset="-171944.17">16619 10096,'0'24,"25"-24,25 0</inkml:trace>
  <inkml:trace contextRef="#ctx0" brushRef="#br2" timeOffset="-164666.75">7863 5482,'0'-25,"0"25,0 25,0 49,0-24,0-25,0-1,0 26,0-25,0 24,0 1,0-25,50 25,-25-1</inkml:trace>
  <inkml:trace contextRef="#ctx0" brushRef="#br2" timeOffset="-163529.69">7764 6821,'-49'-49,"49"24,24-25,26 25,-25 25,24 0,-24-49,25 49,-1 0,-49 49,0 26,0-1,-24-24,24-25,-50 24,0 1,26-50,24 25,24-25,-24 0,50 0,0 0,-26-25,1 25,25 0,-25-50,24 50</inkml:trace>
  <inkml:trace contextRef="#ctx0" brushRef="#br2" timeOffset="-162051.6">7963 7764,'-25'0,"25"-25,0-25,0 50,74-24,-49 24,0 0,-25-25,74 25,-49 0,-25 0,0 25,0-1,-25 26,25-25,-49 24,49-24,-25-25,25 50,25-50,24 0,1 0,-50 0,25 25,-25 24,0 1,0 0,-25 24,25-24,-75-26,26 26,-1-50,25 25,25-25,0-25</inkml:trace>
  <inkml:trace contextRef="#ctx0" brushRef="#br2" timeOffset="-161058.55">7963 9203,'0'-25,"-25"50,0 24,-25 1,1-1,49 26,-50-50,25 24,25-49,25 0,50-49,-26 49,1-50,-1 50,1-25,-25 25,24 0,1 0,-50-49</inkml:trace>
  <inkml:trace contextRef="#ctx0" brushRef="#br2" timeOffset="-160762.53">8012 9277,'0'0,"0"25,25 49,-25 1,0-1,0 0,0 1,0-1,0 1,0-51</inkml:trace>
  <inkml:trace contextRef="#ctx0" brushRef="#br2" timeOffset="-159889.48">8310 10368,'0'50,"0"24,0-24,0 0,0-26,0 26,0 0,0-75,50 0,-26 25,-24-25,25 25,25 0,-25 0,-25 25,49 25,-49-26,0 26,0-25,-25 24,-24 26,-26-50,51-25,24 49,0-74,0 1</inkml:trace>
  <inkml:trace contextRef="#ctx0" brushRef="#br2" timeOffset="-159570.46">8310 10517,'50'-25,"-26"25,26-49,-25 49,24-25,1 25,0-50,-26 50,1 0,-25 25,0-25</inkml:trace>
  <inkml:trace contextRef="#ctx0" brushRef="#br2" timeOffset="-158817.42">8856 11857,'0'-25,"0"0,0 25,0 0,-50 50,50-1,-74 50,74-24,0-26,0-24,0 25,49-25,26-25,-26 0,1 0,-1-25,1 25,-50-25,0-25,0 26,-50 24,-24 24,24 1,1 25,-1 24,50-24,0-25</inkml:trace>
  <inkml:trace contextRef="#ctx0" brushRef="#br2" timeOffset="-157721.35">8781 13122,'50'0,"-1"-25,-24 25,0 0,25-50,-50 25,0 50,0 0,0 25,0 24,0 1,-25 24,25 0,0-25,-50 50,50-24,0-76</inkml:trace>
  <inkml:trace contextRef="#ctx0" brushRef="#br2" timeOffset="-157003.31">8905 14362,'0'-25,"0"-25,-25 50,-24 50,-1 0,50-25,-25-25,25 49,0-49,50 25,-25-25,24 0,-24 50,0-50,-25 24,50 1,-50 25,0-1,0-24,0 0,-25-25,25 50,-25-50,0 0,25-25,0 0,0-25,0-24,0-25,0 24,0 1,50 24,-50 25,49-24,1 24,-25-25</inkml:trace>
  <inkml:trace contextRef="#ctx0" brushRef="#br2" timeOffset="-150629.95">8409 10220,'0'-50,"-25"50,1-25,-1 25,25-25,-50 25,25 0,1 0,24 0,-50 0,25 25,0-25,25 50,-49-25,49-1,-25 26,25-25,-50 24,50-24,0 0,-25-25,25 50,0-26,-49 26,49 0,0-26,0 1,-25 25,25-25,0 24,0-24,0 49,0-49,0 0,0 25,0-1,0-49,0 25,0 0,50 24,-50-24,24-25,-24 25,50 25,-50-25,25-25,-25 49,25-49,-25 25,24-25,26 25,-25-25,25 49,-26-49,1 0,25 0,-1 0,-49-24,25 24,0 0,-25-25,50 25,-50-25,24 25,-24-50,25 50,-25-49,50-1,-50 25,25 25,-25-49,49 24,-49 0,25-49,-25 49,50 0,-50-25,0 26,0-1,0-50,0 26,24 24,-24-25,0 26,0-1,0 0,0 25,0-50,-49 1,49-1,-25 50,25-49,-25 49,25-75,-49 75,49-25,-25 25,0-24,-25 24,26-50,-26 50,25 0,0 0,1 0,24 0,0 0</inkml:trace>
  <inkml:trace contextRef="#ctx0" brushRef="#br2" timeOffset="-125869.53">2778 12576,'0'-25,"50"25,-50-99,74 74,-49-24,50-1,-26 0,1-24,24 24,-49 1,25-1,-50 25,25 25,-25-25,24 25</inkml:trace>
  <inkml:trace contextRef="#ctx0" brushRef="#br2" timeOffset="-124961.48">3696 14610,'-49'0,"49"-74,24 74,-24-50,25 25,-25 0,50-24,-50 24,49-25,-49 25,25 25,-25-24,50 24</inkml:trace>
  <inkml:trace contextRef="#ctx0" brushRef="#br2" timeOffset="-121668.29">2679 12750,'-25'0,"1"0,24 24,-50-24,50 25,-25-25,25 25,-25-25,25 50,-49-50,49 74,-25-49,-25 24,50 26,-74-1,24 1,1 24,24-49,25-1,-99 50,99-49,-50 24,50 1,-74 24,74-25,-25 1,25 24,-50 0,50-24,-49-1,49 1,-25-1,25 0,-50 26,50-26,-25-24,25-1,-49 26,49-51,-25 26,25-25,0 24,-50-24,50 25,0-25,-24-1,24 26,0-25,0 24,-50 1,50 25,0-26,0-24,0 0,0 49,-25-49,25 0,0 24,0-24,0 0,0 25,-49-26,49 1,0 25,0-75,0 0,0 0,0-24,24 49,-24-25,25 25,0 0,-25-25,25 25,24-49,-24 49,-25-25,50 25,24-25,-24-25,24 1,-24 49,-50-25,74 25,-49 0,-25-25,75 25,-51-49,26 49,-50-25,74 25,-49-25,25 25,-25 0,-1-50,26 50,-25 0,0-25,24 25,-24-49,25 49,-26-25,1 25,-25-50,75 50,-51 0,1-49,25 49,-25-25,-1 25,26-50,0 50,-50-24,49 24,1 0,-25-50,0 50,24-25,-24 25,25-49,-26 49,1 0,-25-25,50 25,-1 0,-73 0</inkml:trace>
  <inkml:trace contextRef="#ctx0" brushRef="#br2" timeOffset="-120364.22">1439 15751,'0'25,"0"24,0-24,0 0,0 49,0-24,-50-25,75-25,25 0,24 0,-49 0,25-50,-26 50,26-25,0 25,-50-24</inkml:trace>
  <inkml:trace contextRef="#ctx0" brushRef="#br2" timeOffset="-119988.2">1712 15925,'25'0</inkml:trace>
  <inkml:trace contextRef="#ctx0" brushRef="#br2" timeOffset="-117222.04">571 16520,'0'-25,"0"50,0 25,0-26,0 51,0-50,0-1,0 26,0-25,0 0,0 24,0-24</inkml:trace>
  <inkml:trace contextRef="#ctx0" brushRef="#br2" timeOffset="-116892.02">323 16694,'25'0,"24"0,-24 0,0 0,24 0,-24 0,0 24,25-24,-26 0,-24 25,50-25,0 0,-50 25</inkml:trace>
  <inkml:trace contextRef="#ctx0" brushRef="#br2" timeOffset="-116007.97">968 16173,'0'-50,"0"100,0 24,0-24,0-1,0 1,0-25,0 49,0-74,49 25,-24-25,50-25,-51 0,-24-24,0 24,0-25,0 25,0 1,-24-51,-26 75,25 0,0 0,25 25,-49-25,49 25,-25-25,25 25,0-1</inkml:trace>
  <inkml:trace contextRef="#ctx0" brushRef="#br2" timeOffset="-115696.95">1241 16222,'24'0</inkml:trace>
  <inkml:trace contextRef="#ctx0" brushRef="#br2" timeOffset="-112028.74">17984 9798,'25'49,"24"-49,-24 0,25 0,24 0,0 0,1 0,24-24,-25 24,1 0,-26 0,1 0,0 0,-1-25,-24 25,-50 0</inkml:trace>
  <inkml:trace contextRef="#ctx0" brushRef="#br2" timeOffset="-111701.72">18604 9699,'-25'-50,"25"75,50-25,-26 0,1 0,25 25,-25-25,24 0,-24 0,-25 24,25-24,-25 50,0 0,0-26,-50 26,1-25,-1 24,-24-24,49-25,-25 75,50-50</inkml:trace>
  <inkml:trace contextRef="#ctx0" brushRef="#br2" timeOffset="-110333.64">19571 9475,'0'-24,"-74"73,49 26,-25-26,26 1,-26-1,25-24,25 25,-49-25,49-1,24-24,-24 0</inkml:trace>
  <inkml:trace contextRef="#ctx0" brushRef="#br2" timeOffset="-109986.62">19323 9451,'0'24,"50"51,-50-50,25-1,-25 26,74-25,-24 24,-26-49,-24 25,50-25,0 50</inkml:trace>
  <inkml:trace contextRef="#ctx0" brushRef="#br2" timeOffset="-106758.44">20613 9599,'0'-49,"-25"74,25-1,-74 26,74-25,-75 24,75-24,-49 25,49-1,0-24,0 0,0 25,0-26,25 26,24-50,1 50,-25-50,-1 0,26 0,24 0,-24-25,0 25,-1-50,1 25,-25-24,-25 24,49-49,-49 49,25 0,-25-25,0 1,0-1,0 50,0-49,-49 49,-1-50,25 50,0 0,-24-25,24 25,0 0,-25 0,26 0,24 0,-25 0,25 50,0-1,25-49,24 0</inkml:trace>
  <inkml:trace contextRef="#ctx0" brushRef="#br2" timeOffset="-106473.42">21010 9723</inkml:trace>
  <inkml:trace contextRef="#ctx0" brushRef="#br2" timeOffset="-101453.14">18182 11361,'-25'0,"25"0,50 0,-25 0,49 0,1-50,-1 50,25 0,-49 0,-25 0,-1 0,26-25,-25 25,0 0,24 0,-24 0,-25-25,-25 25,0 0</inkml:trace>
  <inkml:trace contextRef="#ctx0" brushRef="#br2" timeOffset="-101066.11">18579 11162,'-25'0,"50"0,0 0,24 0,26 0,-26 0,1 0,-25 0,25 0,-1 0,-49 25,0 49,-25-49,-24 25,-1-25,0-25,1 49,24-49,25 75,-50-75,50 24</inkml:trace>
  <inkml:trace contextRef="#ctx0" brushRef="#br2" timeOffset="-100188.06">19571 10988,'0'0,"0"50,-74 0,74-26,-50 26,50 0,-49-50,49 25,0 24</inkml:trace>
  <inkml:trace contextRef="#ctx0" brushRef="#br2" timeOffset="-99856.04">19373 11013,'0'0,"49"25,-24 0,25 24,-25-24,24 25,-24-25,0-25,-25 49,49-49,-49 75,50-75,-50 25</inkml:trace>
  <inkml:trace contextRef="#ctx0" brushRef="#br2" timeOffset="-99387.02">20489 10939,'-50'25,"26"24,24-24,-75 0,75 24,0-24,0 25,25-50,0 50,24-50,26 0,-26 0,1 0,0 0,-1-25,-24 25,0-50,24 0,-24 26,-25-1,50-25,-50 25,0 25,-50 0,-24 0,-1 0,1 0,24 0,1 0,-1 0,50 50,-25-50,25 50,50-50</inkml:trace>
  <inkml:trace contextRef="#ctx0" brushRef="#br2" timeOffset="-99120">20762 11038</inkml:trace>
  <inkml:trace contextRef="#ctx0" brushRef="#br2" timeOffset="-95494.8">18505 12477,'24'0,"1"0,25 0,-25 0,24 0,26 0,-1 0,-24 0,24 0,-24 0,-25 0,-1 0</inkml:trace>
  <inkml:trace contextRef="#ctx0" brushRef="#br2" timeOffset="-95157.78">18926 12353,'25'0,"0"0,49 0,-24 0,0 0,-1 49,1-49,-25 0,-1 25,-24 0,-24-25,-26 99,-24-74,-1-25,26 74,-1-74,0 25,50 0,25-25</inkml:trace>
  <inkml:trace contextRef="#ctx0" brushRef="#br2" timeOffset="-94878.76">19968 12254,'-25'0,"25"24,-99 51,74-26,-24 1,24-25,-25 24,25-49,25 50,-24-50,24 25,-50-25</inkml:trace>
  <inkml:trace contextRef="#ctx0" brushRef="#br2" timeOffset="-94565.74">19596 12303,'25'0,"0"50,24-25,1 24,-25-24,24-25,-24 50,25-50,-50 49,49-49,-49 25,25-25,0 0,25 0</inkml:trace>
  <inkml:trace contextRef="#ctx0" brushRef="#br2" timeOffset="-93985.71">20663 12254,'0'24,"0"26,-50-25,50 0,0 24,0-24,0 25,25-50,0 49,-1-49,26 0,-25 0,0 0,24 0,-24-25,50-24,-26-1,-49 25,25-24,-25 24,-25 25,-24 0,-1 0,0 0,1 0,-1 0,50 0,25 50</inkml:trace>
  <inkml:trace contextRef="#ctx0" brushRef="#br2" timeOffset="-93663.69">20936 12402,'0'50</inkml:trace>
  <inkml:trace contextRef="#ctx0" brushRef="#br2" timeOffset="-91015.54">9451 14684,'-50'0,"75"0,50 0,-26 0,1-24,24 24,1 0,24-25,-25 25,-24 0,-25 0,24 0,-24 0,0-50</inkml:trace>
  <inkml:trace contextRef="#ctx0" brushRef="#br2" timeOffset="-90048.48">16892 14511,'0'0,"25"0,0 0,25-50,-26 50,26 0,-25 0,0 0,24-25,-24 25,-25 0</inkml:trace>
  <inkml:trace contextRef="#ctx0" brushRef="#br2" timeOffset="-89691.46">16793 14585,'25'0,"0"0,0 0,24 0,-24 0,0-49,24 49,-24 0,25-25</inkml:trace>
  <inkml:trace contextRef="#ctx0" brushRef="#br2" timeOffset="-80933.96">19646 13568,'0'-49,"49"49,-49-25,0 25,-49 49,24-24,-25 50,25-26,-24 1,49-1,-50-24,50 0,-49 25,24-1,-25 1,25-50</inkml:trace>
  <inkml:trace contextRef="#ctx0" brushRef="#br2" timeOffset="-80586.94">19447 13494,'0'0,"0"49,50-24,-50 25,0-1,25 26,-25-26,49 1,-49 0,25-26,25 26,-50 0,24-50</inkml:trace>
  <inkml:trace contextRef="#ctx0" brushRef="#br2" timeOffset="-79395.87">20663 13295,'0'-24,"0"48,0 26,0 49,0-24,-50 24,50 0,-50 25,50-25,0-24,-24-26,24 1,0-1,-50-73</inkml:trace>
  <inkml:trace contextRef="#ctx0" brushRef="#br2" timeOffset="-67905.22">20712 13419,'0'-24,"0"73,0 1,0-1,0 26,0 24,0 0,-49-24,49-26,0 1,0-25,0 24,0-49</inkml:trace>
  <inkml:trace contextRef="#ctx0" brushRef="#br2" timeOffset="-67597.2">20663 14039</inkml:trace>
  <inkml:trace contextRef="#ctx0" brushRef="#br2" timeOffset="-60652.8">22845 5358,'0'-25,"0"25,-24 0,-51 25,50 0,-24 49,24-24,25-1,-50 1,50-1,0-24,0 0,0 25,0-50,25 49,50-49,-26 0,1 0,-1 0,1 0,24 0,-49-74,-25 49,75-25,-75 1,0-1,0 1,-50-26,25 50,-24 25,-51-49,26 49,0 25,-1 24,1-24,74 25,0-1,0-24,49-25</inkml:trace>
  <inkml:trace contextRef="#ctx0" brushRef="#br2" timeOffset="-58371.67">24235 5432,'0'-25,"0"-24,0 74,0-1,0 26,0 0,-75 24,50-49,25 0,-49 24,49 1,0-25,-25-25</inkml:trace>
  <inkml:trace contextRef="#ctx0" brushRef="#br2" timeOffset="-58025.65">24061 5432,'0'0,"50"0,-50 25,49 25,-49-1,50 1,-50-1,49 26,-49-50,50-25,-50 49,25-49,-25 50,49-50,-73 0</inkml:trace>
  <inkml:trace contextRef="#ctx0" brushRef="#br2" timeOffset="-56487.56">22721 6300,'0'-24,"0"98,25 0,-25 1,0-1,0-24,50 24,-50-24,0-25,0 24,25-49,24 0</inkml:trace>
  <inkml:trace contextRef="#ctx0" brushRef="#br2" timeOffset="-55925.53">24160 6424,'0'-24,"-25"24,1 74,24-24,-100 24,75 0,-24-24,49 0,-25-1,25-24,0 0,0-25,0 0</inkml:trace>
  <inkml:trace contextRef="#ctx0" brushRef="#br2" timeOffset="-55608.51">23862 6474,'0'25,"25"0,25 24,-25-24,-25 0,74 49,-74-24,50-25,-50 24,49-49,-49 50,25-50,-25 25,0-25</inkml:trace>
  <inkml:trace contextRef="#ctx0" brushRef="#br2" timeOffset="-53662.4">22945 7392,'0'-25,"0"25,0 50,0-1,0 1,-75-1,75 26,-74-26,49 1,-25-25,26 24</inkml:trace>
  <inkml:trace contextRef="#ctx0" brushRef="#br2" timeOffset="-53354.39">22622 7441,'0'0,"50"50,-1-25,1 24,24-24,-24 25,0-25,24 24,-49-24,-25 25,50-50,-50 74</inkml:trace>
  <inkml:trace contextRef="#ctx0" brushRef="#br2" timeOffset="-52638.34">24111 7218,'0'-49,"0"73,0 1,0 0,0 49,0 1,0 24,0 0,0-24,0-1,0-24,0-1,0-24,0-50</inkml:trace>
  <inkml:trace contextRef="#ctx0" brushRef="#br2" timeOffset="-50038.2">22746 8682,'0'-25,"0"50,0 24,-74 1,74-1,-25 1,25-25,-25 24,25-24</inkml:trace>
  <inkml:trace contextRef="#ctx0" brushRef="#br2" timeOffset="-49708.18">22573 8657,'0'0,"0"25,24 24,1 1,25-1,-25-24,24 0,-24-25,0 74,24-74,-24 50,25-50</inkml:trace>
  <inkml:trace contextRef="#ctx0" brushRef="#br2" timeOffset="-48778.12">23962 8508,'0'-50,"0"100,-50-25,25 49,25-49,-49 0,49 24,0-24,0 25,49-50,-24 49,0-49,24 0,1 0,0 0,-25-49,24 49,-49-50,50 25,-50-24,0 24,0-25,0 1,0 24,0 25,-50-25,1 25,-1 0,0 0,1 0,-1 0,50 50,0-1</inkml:trace>
  <inkml:trace contextRef="#ctx0" brushRef="#br2" timeOffset="-46286.98">22672 9748,'0'-49,"0"24,0 0,0-25,-50 75,25 0,-24 49,-1-24,50-25,-49 49,49-49,0 0,24 49,1-74,25 0,24 0,-24 0,-1-25,-24 25,25-49,-50 24,25-25,-25 26,0-26,0 0,-25 26,0 24,0 0,-49 0,24 0,1 0,24 0,25 49,0-24,25-25</inkml:trace>
  <inkml:trace contextRef="#ctx0" brushRef="#br2" timeOffset="-45786.95">24235 9550,'0'-25,"0"25,-25 50,0-1,-25 1,26 24,-26-49,50 0,-50 24,50 1,-49-50,49 25</inkml:trace>
  <inkml:trace contextRef="#ctx0" brushRef="#br2" timeOffset="-45430.93">23986 9624,'-49'-25,"98"75,26-25,-25 24,-1 1,26-25,-26 24,1 1,-1-50,1 50,-25-50,-25 24</inkml:trace>
  <inkml:trace contextRef="#ctx0" brushRef="#br2" timeOffset="-42042.74">22151 10914,'0'-50,"50"125,-50-50,0-1,0 26,0-25,0 0,0 24,0-24,0 0,24 25,26-26</inkml:trace>
  <inkml:trace contextRef="#ctx0" brushRef="#br2" timeOffset="-41474.71">24433 10567,'-25'0,"-49"49,74-24,-50 25,1 24,49-49,-50 25,50-26,-50 1,1 50,49-51</inkml:trace>
  <inkml:trace contextRef="#ctx0" brushRef="#br2" timeOffset="-41102.68">23986 10641,'0'0,"50"25,-25 25,25-26,-26 1,26 25,-25-25,0-25,24 74,1-49</inkml:trace>
  <inkml:trace contextRef="#ctx0" brushRef="#br2" timeOffset="-39536.59">22399 12005,'-25'25,"0"25,-24 24,-1-24,50 0,-49-1,49 26,-25-51,25 1,0 25,25-50,-1-50</inkml:trace>
  <inkml:trace contextRef="#ctx0" brushRef="#br2" timeOffset="-39180.57">22176 12030,'0'25,"49"0,-24 24,25-24,-1 25,1-25,24 24,-24-24,-25 25,24-50,1 49,0-49</inkml:trace>
  <inkml:trace contextRef="#ctx0" brushRef="#br2" timeOffset="-38353.53">24135 11807,'-24'0,"-1"0,-75 99,76-49,-26-1,50 1,-25-25,25 0,0 24,25-24,0-25,49 0,1 0,-26 0,1 0,0 0,-1-50,-24 1,-25 24,50-25,-50 1,0-1,-25 1,-25-1,25 50,-24 0,-50 0,24 25,1 0,74 24,-50-24,50 0,25-25</inkml:trace>
  <inkml:trace contextRef="#ctx0" brushRef="#br2" timeOffset="-36884.44">22597 13171,'-24'0,"24"25,0 0,-25 25,25-26,0 26,0-25,-25 0,25 24,0-24,-50-25</inkml:trace>
  <inkml:trace contextRef="#ctx0" brushRef="#br2" timeOffset="-36590.43">22449 13146,'-25'0,"50"25,-1 0,26 0,-25 25,24-50,-24 49,25 1,-25-25,24 24,50 1</inkml:trace>
  <inkml:trace contextRef="#ctx0" brushRef="#br2" timeOffset="-35991.39">23962 12774,'0'-24,"0"-1,24 25,-24 74,0 25,0 1,0-26,0 0,0 1,50-25,-50-26,0 26,25-75</inkml:trace>
  <inkml:trace contextRef="#ctx0" brushRef="#br2" timeOffset="-30808.1">18951 3646,'0'-49,"0"24,25 25,-25-25,50 25,-50-50,49 50,-49-24,50 24,-50-25,49 25,-49-50,50 50,-50-25,25 25,0 0,24 0,-49 50,25 0,-25-26,50 1,-1 50,1-75,-1 24,-24-24,0 0,25 0,-1 0,-24 0,25-49,-26 49,-24-75,25 75,-25-24,0-1,0-25,50 25,-50 25,-25 0,25 50,0-25,0 0,25 24,0-49,-25 25,49-25,-24 0,0 0,0 0,49 0,-49 0,0-25,24 25,-24 0,0 0,25 0,-26 0,1-25,25 25,-25 0,-1 0,51 0,-26 0,-24 0,0 0,49 0,-49 0,0 0,0 0,24 0,-24 0,0 0,25-24,-1 24,1 0,0 0,24-50,-24 50,-26 0,26 0,24 0,-24 0,0-25,-1 25,1 0,24 0,-24-49,-1 49,1 0,0 0,24 0,-24 0,-26 0,26 0,25 0,-26-50,1 50,-1 0,1 0,24 0,-24-25,0 25,-1 0,1 0,-1 0,-24 0,0 0,25 0,-26 0,1 0,50 0,-51-49,1 49,25 0,-25 0,-1 0,26-25,25 25,-51 0,51 0,-26-25,-24 25,0 0,0 0,24 0,1 0,0 0,-1-50,26 50,-51 0,1 0,-25 0,50 75,-50-1,25-49,-25 0,99 24,-74 1,-1-25,-24 0,50 24,-50-24,0 0,0 24,0-49</inkml:trace>
  <inkml:trace contextRef="#ctx0" brushRef="#br2" timeOffset="-29961.05">20936 2580,'0'-75,"-25"75,-50 99,26-49,-26 0,50 24,25-49,0 0,0 24,0-24,0-25,50 0,0 0,-1 0,26 0,-1-49,-24-1,-25 25,-25-24,49 24,-49 0,0-25,-25 25,-49 25,24 0,-24 0,24 0,1 0,49 50,24-50,26 0</inkml:trace>
  <inkml:trace contextRef="#ctx0" brushRef="#br2" timeOffset="-29616.03">21407 2257,'0'-25,"0"25,0 50,0 0,0-1,0 26,0-1,49 0,-49 1,0-1,0-24,0-25,25 0,-25 24,0-24,0 0,50-25</inkml:trace>
  <inkml:trace contextRef="#ctx0" brushRef="#br2" timeOffset="-29281.01">21630 2480,'0'50,"0"-25,50 0,-50 49,24-24,-24-25,0 24,25-24,-25 0,0 24,50-49,-50 50,0-75</inkml:trace>
  <inkml:trace contextRef="#ctx0" brushRef="#br2" timeOffset="-28966.99">21580 2530,'0'-50,"0"26,25 24,0-25,25 25,-26-50,26 50,0 0,-26 0,1 0,-25 25,0 0,0 0,0-1,-25 26,-24 0,-1-50,25 0,25-25</inkml:trace>
  <inkml:trace contextRef="#ctx0" brushRef="#br2" timeOffset="-28922.99">21828 2530</inkml:trace>
  <inkml:trace contextRef="#ctx0" brushRef="#br2" timeOffset="-27875.93">20514 2952,'25'0,"-1"0</inkml:trace>
  <inkml:trace contextRef="#ctx0" brushRef="#br2" timeOffset="-26643.86">8682 4589,'50'0,"-1"0,26 0,24-50,50 50,-1-99</inkml:trace>
  <inkml:trace contextRef="#ctx0" brushRef="#br2" timeOffset="-26202.83">10344 4589,'0'0,"25"0,49-50,1 50,-1-49,0 49</inkml:trace>
  <inkml:trace contextRef="#ctx0" brushRef="#br2" timeOffset="-25679.8">13147 4638,'25'0,"-25"-74,99 49,-25-24,50-1,0 0,-24 50,-26-24,-24 24</inkml:trace>
  <inkml:trace contextRef="#ctx0" brushRef="#br2" timeOffset="17439.66">19472 7218,'0'-25,"0"-24,-50 49,50-25,-24 25,-1 0,25-25,-50 25,25 0,1-49,-26 49,25 0,0 0,-24 0,24 0,0 0,-49 0,49 0,0 24,-24-24,49 25,-25-25,25 25,-25-25,25 50,-50-26,25 26,25 0,-49-50,49 49,0-24,-25 25,25-26,0 26,0 0,0 24,0-49,0 0,0 24,0-24,0 0,0 0,0 24,0-24,0 0,0 24,25-24,-25 25,0-25,74-25,-74 49,50-49,-50 50,74-50,-49 50,25-50,-25 0,-1 24,26-24,0 0,-1 0,1 0,-1 0,1 0,0 0,-1 0,-24 0,25 0,-26 0,1 0,50 0,-26 0,-24-74,25 74,-26-50,-24 26,50-26,-50 25,50-25,-50 26,0-1,25-25,-25 25,0 1,0-26,0 25,0 0,0-24,0 24,0-25,0 26,0-26,0 50,0-50,-25 50,25-49,-50 49,50-25,-25 25,25-50,-25 50,-24-24,-1 24,1-50,24 50,-25-25,25 25,-24-49,24 49,0 0,-24 0,49-25,-25 25,25 0,0 74,0-49</inkml:trace>
  <inkml:trace contextRef="#ctx0" brushRef="#br2" timeOffset="19494.78">19646 7937,'24'0</inkml:trace>
  <inkml:trace contextRef="#ctx0" brushRef="#br2" timeOffset="21227.88">9079 7962,'0'25</inkml:trace>
  <inkml:trace contextRef="#ctx0" brushRef="#br2" timeOffset="22036.93">10294 8285,'75'0,"-50"0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0:40:44.94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397 1513,'0'0,"0"0,50-74,-1 49,1-25,0 25,-1 25,-49-24,25 24,-25 0,-25 0</inkml:trace>
  <inkml:trace contextRef="#ctx0" brushRef="#br0" timeOffset="369.02">472 1439,'-25'0,"25"49,49 1,-49-25,25 24,-25-24,75 25,-75-1,24 26,-24-26,0-24,0 25,0-25,0-1,-24-24,-1 0,0 0,-49 0,49 0,25 0,49 0</inkml:trace>
  <inkml:trace contextRef="#ctx0" brushRef="#br0" timeOffset="861.04">918 1563,'0'-25,"-25"50,25 24,0 26,-49-26,49 26,0-26,0-24,0 25,0-25,0-50,0 0,0-25,0 1,0-1,0 1,0-1,0 25,25 25,-1 25,26 25,-25-1,24 1,-49-1,25-49,-25 25,0 0</inkml:trace>
  <inkml:trace contextRef="#ctx0" brushRef="#br0" timeOffset="1005.05">794 1935,'25'-25,"49"25,1-50,-1 50,-24-74</inkml:trace>
  <inkml:trace contextRef="#ctx0" brushRef="#br0" timeOffset="1449.08">1315 1315,'0'49,"50"1,-1 49,1-25,24 26,1-26,-26 25,1-24,-1 24,-24-25,25-49</inkml:trace>
  <inkml:trace contextRef="#ctx0" brushRef="#br0" timeOffset="1994.11">1861 2183,'25'0,"-1"0,1 0,25 0,49 0,-25 0,26 0,24 0,49 0,75 0,25 0,25 0,-1 0,1 0,25 49,-1-49,125 100,-75-100,49 49,-49-49,-49 0,-26 50,-49-50,-24 0,-100 0,-25 0,-25 0,-49 0,-50 0</inkml:trace>
  <inkml:trace contextRef="#ctx0" brushRef="#br0" timeOffset="3527.2">1960 2183,'0'-25,"0"25,0 50,-25-1,25 26,0 24,0 50,-49 49,49 50,0-25,0-24,0 24,0-49,0-50,0-25,0 25,0-50,0-24,0-25,0-25,0 0,0-50,74 50,-49 0,0 0,24 0,26 0,24 0,50-25,-1 25,26-74,74 74,0-74,-25 74,25 0,-49 0,24 0,50 0,-25 0,25 24,-50-24,25 0,-49 0,-1 0,25 0,1 0,24 0,-50 0,50 0,-50 0,-24-24,0 24,-50 0,0-50,-50 50,1 0,-1-25,0 25,-24 0,-25-49,-50 49</inkml:trace>
  <inkml:trace contextRef="#ctx0" brushRef="#br0" timeOffset="4214.24">7665 2456,'0'-25,"0"50,25 24,-25 1,0-1,25 51,-25 49,0-25,74 74,-74 25,50-49,-50-25,49-25,-49-50,0-24,50-25,-50 24,0-74</inkml:trace>
  <inkml:trace contextRef="#ctx0" brushRef="#br0" timeOffset="5566.31">869 2431,'0'-25,"0"-25,0 75,0 50,0-1,24 0,-24 1,0-25,0-1,50-24,-50 0,0-25,-25-75,25 26,0-26,0 26,0 24,0 0,0-49,0 49,0 25,50 0,-25 0,24 25,-49 24,75-24,-75 25,24-50,-24 49,25-24,-25 25</inkml:trace>
  <inkml:trace contextRef="#ctx0" brushRef="#br0" timeOffset="5863.33">968 2654,'0'0,"0"-50,49 50,-49-24,50 24,0 0</inkml:trace>
  <inkml:trace contextRef="#ctx0" brushRef="#br0" timeOffset="6738.38">1811 1389,'0'-25,"0"25,0 25,0 0,0 24,50-24,-50 0,0 25,25-26,-25 26,0 0,0-25,24-25</inkml:trace>
  <inkml:trace contextRef="#ctx0" brushRef="#br0" timeOffset="7298.41">1712 1389,'0'-50,"0"1,49 49,-24-50,25 50,-25-49,0 49,-25-50,74 50,-74 25,0 0,0-1,-50 26,50-25,-24-25,24 49,0 1,24-75,26 25,-25-25,0 25,24-49,1 49,-25 0,-25 25,0 24,0-24,0 25,-25-50,25 49,-50-49,25 0,-24 50,-1-50,50-25,75 0,-26-49</inkml:trace>
  <inkml:trace contextRef="#ctx0" brushRef="#br0" timeOffset="7703.44">2282 1166,'0'-50,"50"50,0 50,-50 24,24-49,-24 25,0-1,0-49,0 25,-24-25,24-25</inkml:trace>
  <inkml:trace contextRef="#ctx0" brushRef="#br0" timeOffset="7971.45">2530 1017,'0'0,"-24"50,-1-26,-25 26,50-25,-25 24,25-24,0 0,0-25,25 0,25 0,24 0,25 0,-24 0,-1 0,-24-50,-25 50</inkml:trace>
  <inkml:trace contextRef="#ctx0" brushRef="#br0" timeOffset="9982.57">2927 2232,'0'-24,"25"24,-25 0,0 49,25-24,-25 25,0 24,0 0,50 1,-50-1,0 1,0-1,24 25,-24 1,0-26,0 0,0 1,0 24,0 0,0-24,0-1,0-24,0 24,0-49,0 0,0 0,0 24,0-24,0 0,0 24,0-24,0 0,0 25,0-26,50-24,-50 25,0 25,25-50,24-50</inkml:trace>
  <inkml:trace contextRef="#ctx0" brushRef="#br0" timeOffset="11011.62">4515 2208,'0'-25,"0"25,25 0,-25 74,0-24,0-1,0 26,0-1,49 1,-49-1,0 1,0 24,0 25,0-50,0 1,0-1,50 0,-50 26,0-1,0-25,25 25,-25-24,0-25,49-1,-49 1,0-1,0-24,0 0,0 25,0-1,25 1,-25-1,0 1,0-25,0 0,50-25,-50 0,24 0,-24-50,0 0</inkml:trace>
  <inkml:trace contextRef="#ctx0" brushRef="#br0" timeOffset="11977.68">6152 2356,'0'0,"0"50,0-25,0 0,0 24,0-24,0 25,0-1,0 26,0-1,0 1,0-1,0 50,25-25,-25-24,0-1,0-24,49 24,-49-24,0-1,0 1,0-1,25-24,-25 0,0 50,0-51,50-24,-50 50,0-25,0 24,0-24,0 0,0 25,0-26,25-24,-25 25,0-50,0 1,-25-76</inkml:trace>
  <inkml:trace contextRef="#ctx0" brushRef="#br0" timeOffset="12984.74">1513 2753,'0'-49,"-24"98,-1 1,25 0,-75 24,75 0,0 1,-24-1,24-49,0 0,0-25,0 49,49-49,1 0,24-49,-24 24,24-49,-49 49,-25 0,0-25,25 1,-25-1,0 25,-25-24,0 49,-24-25,-26 25,26 0,24 25,-25 0,50 24,0 1,0-25</inkml:trace>
  <inkml:trace contextRef="#ctx0" brushRef="#br0" timeOffset="14225.81">1960 3274,'-25'0,"25"0,75 0,-26 0,-24 0,25 0,-1 0,26 0,-1 0,0 0,26 0,24 0,-25 0,25 0,25 0,24 0,-49 0,25 0,-25 0,25 0,0 0,-25 0,0 0,-25 0,0 0,-24 0,-26 0,26 0,-26 0,1 0,24 0,1 0,-1 0,1 0,-1 0,25 0,-24 0,-1 0,25 0,-24 0,-26 0,1 0,0 0,-1 0,26-49,-26 49,1 0,-1 0,26-25,-1 25,1 0,-26-50,-24 50,25 0,-1 0,1-49,0 49,-1 0,26 0,-26 0,1-25,-1 25,1 0,-25 0,0 0,24 0,1 0,-25 0,-1 0,26-25,-25 25,0 0,24 0,-24 0,0 0,49 0,-24 0,-25 0,0-50,24 50,-24 0,0 0,49 0,-24 0,-25 0,-25-24,24 24,26 0,0 0,-26 0,26-50,-25 50,-25-25</inkml:trace>
  <inkml:trace contextRef="#ctx0" brushRef="#br0" timeOffset="15180.86">1489 3597,'0'-25,"-25"25,25 0,0 74,0-24,0 0,0-1,0 1,0-1,0-24,0 25,0-50,0 0</inkml:trace>
  <inkml:trace contextRef="#ctx0" brushRef="#br0" timeOffset="15991.91">2406 1736,'-49'0,"49"75,-50-50,50-1,-25 26,25 0,0-26,0-24,50 0,-25 0,24 0,1-49,0-1,-50-24,0 49,-25-25,-50 50,51 25,-26 0,75 25,0-50</inkml:trace>
  <inkml:trace contextRef="#ctx0" brushRef="#br0" timeOffset="16303.93">2729 1712,'-25'0,"0"24,-24 1,49 25,0-25,24-25,1 0,25 0,-1 0,1-25,-25 25,-25-75,49 75,-49-24,0-1,0-25,-74 50,24 0,1 0,24 50,25-25</inkml:trace>
  <inkml:trace contextRef="#ctx0" brushRef="#br0" timeOffset="16949.96">3944 1736,'-25'25,"-24"25,-1-25,25 24,25-24,-24-25,24 25,0 24,0-49,24 0,26 0,24 0,-24-49,-25 49,-25-25,50 25,-50-50,0 26,0-26,0 25,0 0,-25 25,0 0,0 0,-25 0,26 0,48 0,26 0</inkml:trace>
  <inkml:trace contextRef="#ctx0" brushRef="#br0" timeOffset="17159.98">4242 1587,'0'50,"0"0,0-1,25 1,-25 0,0-1,0 1,0 24,0-49</inkml:trace>
  <inkml:trace contextRef="#ctx0" brushRef="#br0" timeOffset="17766.01">5433 1811,'-25'0,"25"25,0 24,0-24,0 25,0-1,0 26,0-51,0 1,0 25,49-50,-24 0</inkml:trace>
  <inkml:trace contextRef="#ctx0" brushRef="#br0" timeOffset="17977.02">5730 1910,'25'50,"-25"-26,0 51,50-50,-50-1,0 26,0-25,0 0</inkml:trace>
  <inkml:trace contextRef="#ctx0" brushRef="#br0" timeOffset="19170.09">6822 1910,'0'-25,"0"50,0 25,0-1,0 1,0 24,0-24,0-1,0-24,0 25,49-25,1-25</inkml:trace>
  <inkml:trace contextRef="#ctx0" brushRef="#br0" timeOffset="19514.11">7293 2034,'-25'0,"25"0,-74 25,74 49,0-24,49-25,-24-25,0 0,25 0,-26 0,26-25,-25-25,-25-24,0 24,0 25,0-24,-75 49,26 0,-1 0,1 25,24 24,25 1,25-50</inkml:trace>
  <inkml:trace contextRef="#ctx0" brushRef="#br0" timeOffset="19671.12">7491 2133,'25'0</inkml:trace>
  <inkml:trace contextRef="#ctx0" brushRef="#br0" timeOffset="41936.39">6673 2530,'0'-25,"0"25,0 50,0-1,0 26,0-25,0-1,0-24,0 25,0-26,0 1,0 25,0-75,25-49,-25 49</inkml:trace>
  <inkml:trace contextRef="#ctx0" brushRef="#br0" timeOffset="69883.99">2382 3621,'0'-24,"-25"24,25-50,0 100,0-1,-25 26,25-1,0-24,0-1,-50 1,50-25,0 0</inkml:trace>
  <inkml:trace contextRef="#ctx0" brushRef="#br0" timeOffset="70303.02">2158 3770,'-49'0,"98"25,1 25,-25-50,24 49,-24-49,50 75,-26-75,1 25,-25-25,24 0,-49 24,25-24</inkml:trace>
  <inkml:trace contextRef="#ctx0" brushRef="#br0" timeOffset="71435.08">4068 3597,'0'0,"0"24,0 26,0 25,0-51,-49 1,49 25,-25-25,25 24,-25-49,25 50</inkml:trace>
  <inkml:trace contextRef="#ctx0" brushRef="#br0" timeOffset="71885.11">3845 3522,'0'0,"50"75,-50-51,49 26,-24-25,50 25,-51-50,1 49,25-49,-25 25,24-25,-24 0,0 0,24 50</inkml:trace>
  <inkml:trace contextRef="#ctx0" brushRef="#br0" timeOffset="72725.15">7219 3547,'24'0,"-24"-25,0 0</inkml:trace>
  <inkml:trace contextRef="#ctx0" brushRef="#br0" timeOffset="72971.17">7243 3448,'0'-25,"50"25,-50-25,-25 50,25 25,-49 24,-1-24,50-1,-50 1,50 0,-49-26,49 26,-25-25,25 0</inkml:trace>
  <inkml:trace contextRef="#ctx0" brushRef="#br0" timeOffset="73497.2">7045 3497,'0'0,"0"0,25 0,-25 100,49-76,1 1,0 25,-1 0,26-26,-51-24,26 50,-25-50,-25 25</inkml:trace>
  <inkml:trace contextRef="#ctx0" brushRef="#br0" timeOffset="74434.25">5532 3572,'0'-25,"0"0,0 100,0-1,0 1,-75-26,75 1,-49-1,49-24,-25 0,25 25</inkml:trace>
  <inkml:trace contextRef="#ctx0" brushRef="#br0" timeOffset="74748.27">5284 3746,'0'0,"74"0,-49 0,25 49,-26-49,26 50,0-50,-1 49,-24-49,25 50,-26-50,26 0,-50 25</inkml:trace>
  <inkml:trace contextRef="#ctx0" brushRef="#br0" timeOffset="81468.65">7268 2555,'0'-25,"0"0,-25 25,-24 0,49-49,-25 49,25-25,-25 25,-25 0,26 0,24-25,-25 25,-25 0,25 0,1-50,-26 50,25 0,0 0,-24 0,24 0,0 0,-24 0,24 0,0 0,-25 0,26 0,24 25,-25-25,-25 25,25-25,25 25,-24-25,24 49,-50-24,50 0,0 25,0-26,-25 26,25 0,0 24,0-24,0-1,0 1,0 0,0-1,0-24,0 25,0-1,0-24,0 25,0-1,0 1,0-25,0-1,50-24,-50 50,0 0,0-26,25 26,-25-25,0 0,0 24,24-49,-24 50,0-25,50 0,-50 24,0-24,25-25,-25 25,0 24,49-24,-49 0,0 25,25-50,-25 24,0 1,25-25,-25 50,50-25,-50-1,24-24,-24 50,25-50,25 0,-25 0,-1 0,-24 25,50-25,-25 0,24 0,1 0,0 0,-1 0,-24 0,0 0,-25 0,50 0,-26 0,-24-50,50 50,-50-25,25 25,-25-24,49 24,-49-25,25 25,-25-50,25 50,-25-25,50-24,-50-1,24 25,-24 1,50-26,-50 25,0-24,25 24,-25-25,0 0,49 50,-49-74,0 49,0 0,0-24,0 24,0 0,0-24,0-26,0 26,0-1,-24 50,24-50,0 1,-25 49,25-50,-50-24,50 24,-25 25,25-24,0 24,-24 0,24-24,-50-1,50 25,-25 25,25-50,-49 26,24-26,-25 50,25 0,1 0,24-25,-25 25,-25 0,50-25,-25 25,0 0,25 0</inkml:trace>
  <inkml:trace contextRef="#ctx0" brushRef="#br0" timeOffset="83223.76">1067 5035,'0'-24,"0"-26,0 75,-25 24,25 51,-49 48,49 1,-50-50,50-24,0-26,0 26,-25-50,25-1,0-24,0-24,0-26,0 0,0 1,0-50,0-1,50-48,-50 73,49 26,-24 49,0 0,49 24,-74 26,50 0,-50 24,50 0,-50-24,49-25,-49 24,0-24,0 25,0-50</inkml:trace>
  <inkml:trace contextRef="#ctx0" brushRef="#br0" timeOffset="83389.76">1042 5383,'0'-50,"50"50,24-25,1 25,24-49,25 49,-75-50</inkml:trace>
  <inkml:trace contextRef="#ctx0" brushRef="#br0" timeOffset="83844.79">1737 5085,'0'-50,"0"75,0 0,0 25,0 24,0-24,49-1,-49-24,0 25,0-26,0 26</inkml:trace>
  <inkml:trace contextRef="#ctx0" brushRef="#br0" timeOffset="84320.82">1712 5060,'0'-25,"0"1,25-26,-1 50,-24-25,75 25,-25 0,-1 0,-49 0,0 25,0 49,0-24,-74 0,49 24,-25-49,25 24,25-49,50-49,-25 49,-25-25,50 25,-1 0,-24 50,-25-1,0-24,0 0,0 24,-50 1,1-50,49 25,-50-25,50 0,0-25</inkml:trace>
  <inkml:trace contextRef="#ctx0" brushRef="#br0" timeOffset="84715.84">2382 5011,'0'-25,"0"-25,0 50,49 0,-24 25,-25 25,50-26,-50 26,0 0,0-1,0 1,-25-1,0-24,-25-25,50 0,50-49</inkml:trace>
  <inkml:trace contextRef="#ctx0" brushRef="#br0" timeOffset="85074.86">2729 4887,'0'-25,"25"25,-25 0,0 49,-75 1,26 0,49-26,-25 1,25 25,0-25,0-1,25 26,-1-50,26 0,-25 0,0 0,-1 0,-24 0,75 0,-75-50,25 50,-1-24</inkml:trace>
  <inkml:trace contextRef="#ctx0" brushRef="#br0" timeOffset="85218.87">2977 5135</inkml:trace>
  <inkml:trace contextRef="#ctx0" brushRef="#br0" timeOffset="86712.95">1513 5953,'-24'0,"24"-25,-50 25,25 0,25 25,-49 0,49 49,-75-24,75 0,0-26,-25 26,25 0,0-50,75 0,-26 0,1 0,-25 0,24-25,1-74,-50 74,0-25,0 1,0-1,0 25,0 25,-25 0,-24 0,-1 0,25 0,-24 25,49 49,24-74,51 0</inkml:trace>
  <inkml:trace contextRef="#ctx0" brushRef="#br0" timeOffset="88162.04">2208 5705,'0'-25,"0"25,0 25,0 25,0 24,0-49,0 25,0-26,0 26,25-25,-25 24,0-24,0 0,49-25,-24 0</inkml:trace>
  <inkml:trace contextRef="#ctx0" brushRef="#br0" timeOffset="88593.06">2729 5705,'0'50,"0"-1,0 1,0-25,0 24,0-24,0 25,0-50,25 0,24 0,-24 0,0 0,24 0,-24 0,-25-50,25 50,-25-74,0 24,0 25,0-24,-50 49,1 0,24 0,0 0,-24 0,49 24,0 26</inkml:trace>
  <inkml:trace contextRef="#ctx0" brushRef="#br0" timeOffset="88743.07">2952 5879</inkml:trace>
  <inkml:trace contextRef="#ctx0" brushRef="#br0" timeOffset="91555.23">1637 6821,'0'-25,"0"50,0 0,25 25,-25-25,0-1,0 1,0 25,50-50,-50 25,0-1,25-24,49 0</inkml:trace>
  <inkml:trace contextRef="#ctx0" brushRef="#br0" timeOffset="92082.26">2332 6623,'0'-50,"0"75,0 0,0 0,0 24,0 1,0-25,0-1,0 51,0-50,25-25,24 0</inkml:trace>
  <inkml:trace contextRef="#ctx0" brushRef="#br0" timeOffset="92515.29">2952 6474,'0'-25,"0"50,-25 49,25-49,0 0,0 25,0-26,0-24,25 0,50 0,-26 0,1 0,-1-24,-24 24,0-75,-25 50,50-24,-50 24,0 0,-25-24,0 49,0 0,-24 0,-26 24,26-24,24 50,25 0,0-26</inkml:trace>
  <inkml:trace contextRef="#ctx0" brushRef="#br0" timeOffset="93012.32">1340 7640,'-50'0,"100"0,-1 0,26-25,-1 25,50-50,-25 1,50-26,25 1,24-25,1 24,49 26,0-1,-25-24,-24-1,-26 26,-74 49,1-25,-51 25,-24 0,-25-50,-25 50,0 0</inkml:trace>
  <inkml:trace contextRef="#ctx0" brushRef="#br0" timeOffset="100669.75">1761 5804,'0'-49,"0"24,0-25,0 25,-24 25,24 25,-75 124,26 50,-1 49,-24 49,24 26,50-50,-74-25,74-75,0-49,-50 0,50-49,0-51,0 1,0 25,0-75,0 0,0 0,0-49</inkml:trace>
  <inkml:trace contextRef="#ctx0" brushRef="#br0" timeOffset="105380.02">3101 5953,'0'-49</inkml:trace>
  <inkml:trace contextRef="#ctx0" brushRef="#br0" timeOffset="115794.62">2754 7516,'0'25,"49"-1,-49 51,0-26,0 1,25 0,-25-1,0 26,0-51,0 1,25-25,-25 50</inkml:trace>
  <inkml:trace contextRef="#ctx0" brushRef="#br0" timeOffset="116380.65">2754 7565,'0'-49,"0"24,0 0,24 25,1-49,25 49,-50-25,74 25,-49 0,-25 25,0-1,0 51,0-26,-25 1,25-25,-25 24,25-24,25-50,25 25,-25-49,24 49,1 0,-50 49,0 1,0 0,0-1,-50 1,50 24,-24-49,24 0,-50-25,50 50,-75-50,26 0,24-25,25-25,0 25,0-24,0 24</inkml:trace>
  <inkml:trace contextRef="#ctx0" brushRef="#br0" timeOffset="117190.7">3423 7565,'-49'0,"49"-24,49 24,-49-25,25 25,0 0,25 25,-26 49,-24-24,0-26,0 1,0 25,0-25,0-25,-24 49,-26-49,25 50,-24-50,49-25</inkml:trace>
  <inkml:trace contextRef="#ctx0" brushRef="#br0" timeOffset="117550.72">3696 7516,'0'0,"0"0,-49 0,-1 74,25-49,25 0,-49 24,49 1,0-25,49-25,1 0,24 0,-24 0,-1 0,-24 0,50 0,-75 0,-25 0</inkml:trace>
  <inkml:trace contextRef="#ctx0" brushRef="#br0" timeOffset="118052.75">3771 7169,'0'-50,"0"75,0 24,0 1,0-25,0 24,0-24,0 25,0-50,0 25,0-25</inkml:trace>
  <inkml:trace contextRef="#ctx0" brushRef="#br0" timeOffset="119718.84">4366 5060,'-50'0,"50"-25,25 25,25 0,-1 0,1 0,24 0,1 0,-1 0,1 0,-1 0,-24-49,-26 49,-24 0,-74 0,74 0,-50 0</inkml:trace>
  <inkml:trace contextRef="#ctx0" brushRef="#br0" timeOffset="120160.87">4589 5035,'-25'0,"25"25,0 50,0-1,0-24,0-1,0 1,50 24,-50-24,0-25,0-1,25 26,-25 0,0-26,-25-24,25 50,-50-50,1 0,24 0,0 0,25-25,0 0,0-24,0-1,50 50,24 0,-49-49</inkml:trace>
  <inkml:trace contextRef="#ctx0" brushRef="#br0" timeOffset="120767.9">5110 5407,'0'50,"-49"24,-1-24,25 24,25 1,-74 24,74-49,-25-1,25-24,0 25,0-75,0-25,0 26,0-1,0-50,0 26,0-1,74 0,-74 1,25 49,0 0,25 25,-26 49,-24-49,50 24,-50-24,25 25,-25-25,49 24,-49 1,25-50</inkml:trace>
  <inkml:trace contextRef="#ctx0" brushRef="#br0" timeOffset="120984.92">4961 5904,'0'-50,"25"50,25 0,-25 0,-1-25,51 25,-26 0</inkml:trace>
  <inkml:trace contextRef="#ctx0" brushRef="#br0" timeOffset="121372.94">5656 5556,'-25'0,"25"-49,25 49,24 0,1 0,-25-25,24 25,-24 0,0 0,25 0,-75 0</inkml:trace>
  <inkml:trace contextRef="#ctx0" brushRef="#br0" timeOffset="121583.95">5656 5606,'25'0,"-1"0,1 0,25 0,-25 0,-1 0,26 0,-25 0</inkml:trace>
  <inkml:trace contextRef="#ctx0" brushRef="#br0" timeOffset="122341.99">6450 5184,'0'-25,"0"75,0-25,0 49,0-49,0 0,0 0,0 24,0-24,0 25,0-1</inkml:trace>
  <inkml:trace contextRef="#ctx0" brushRef="#br0" timeOffset="122854.02">6400 5184,'0'-25,"0"-49,50 74,-26-25,26 25,24-49,-24 49,0 0,-26 0,26 0,-50 24,0 1,0 0,-50 25,1-26,24 26,-25-50,50 50,-24-50,73 0,1 0,-25 0,24 0,-24 0,-25 49,0-24,0 0,0 24,0-24,-50-25,50 25,-49-25,-26 0,51 0,24 0,0-50,49 1</inkml:trace>
  <inkml:trace contextRef="#ctx0" brushRef="#br0" timeOffset="123341.05">6995 5184,'-25'-49,"50"24,0 25,25 0,-26 0,1 0,-25 25,50 24,-50-24,0 25,0-26,0 51,0-50,-50-1,25 26,1-50,24 0,0-50</inkml:trace>
  <inkml:trace contextRef="#ctx0" brushRef="#br0" timeOffset="123576.06">7343 5135,'0'0,"-100"24,76-24,-26 100,50-76,-50 1,50 50,0-51,0-24,75 0,-26 0,26 0,-1 0,-24 0,-1-24</inkml:trace>
  <inkml:trace contextRef="#ctx0" brushRef="#br0" timeOffset="135712.76">7615 4663,'0'0,"0"50,0-25,0-1,0 26,0-25,0 0,0 49</inkml:trace>
  <inkml:trace contextRef="#ctx0" brushRef="#br0" timeOffset="138546.92">9699 1538,'-25'0,"25"-50,50 25,-1 25,1-49,0 49,-1-25,26 25,-1-50,-24 50,-26-24,26 24,-124 0,49 0,0 74,-25-74</inkml:trace>
  <inkml:trace contextRef="#ctx0" brushRef="#br0" timeOffset="138928.94">9873 1439,'-25'0,"25"49,49 26,-49-51,25 26,-25 0,50-1,-50 1,25 24,-25-49,0 0,0 25,0-26,0 1,-25-25,0 0,0 0,-24 0,24 0,25 0,0-25,25-24,24 49</inkml:trace>
  <inkml:trace contextRef="#ctx0" brushRef="#br0" timeOffset="140391.02">10294 1240,'0'0,"0"50,-74 24,24 50,-24-25,49 26,-25-51,1 25,49-49,-25-25,25 49,0-99,0-24,0-1,0 0,50 50,-26 0,26 0,0 0,-1 0,-24 0,0 25,24-25,-24 25,0-25,25 50,-25-50,24 24,26-24,-51 0,1 0,-25 0,0-49,50 49,-50-50,0 1,0 73</inkml:trace>
  <inkml:trace contextRef="#ctx0" brushRef="#br0" timeOffset="141232.07">10840 1712,'0'-25,"0"25,0 49,0 1,0 24,0-24,0 0,0-26,0 26,0-25,0-50,0-25,0 1,0-1,0-24,0-1,0 26,0-1,0 0,50 50,-26 25,-24 0,50 0,-50 25,50-26,-50 1,0 25,0-25,0-1,0 26,0-25,-25 24,0-49</inkml:trace>
  <inkml:trace contextRef="#ctx0" brushRef="#br0" timeOffset="141389.08">10790 1910,'0'-25,"25"25,25 0,24 0,-24-25,-1 25,1 0,0 0</inkml:trace>
  <inkml:trace contextRef="#ctx0" brushRef="#br0" timeOffset="141975.12">11931 1439,'0'24,"0"51,50-1,0 1,-1 24,26-25,-1 26,-49-26,24 25,-49-49,50-1,-50 26,0-1,0-49</inkml:trace>
  <inkml:trace contextRef="#ctx0" brushRef="#br0" timeOffset="142470.14">12353 2356,'-25'0,"25"0,25 0,49 0,1 0,24 0,75 0,24 0,75 0,25 0,24 0,25 0,26 0,73 0,50 0,50 0,-25 50,-100-50,1 0,-75 0,25 0,-74 0,0 0,-50 50,-50-50,1 0,-51 49,-48-49,-1 0,-25 0,-24 0,-25 0,-100 0</inkml:trace>
  <inkml:trace contextRef="#ctx0" brushRef="#br0" timeOffset="144045.23">12651 2381,'0'-25,"-25"25,25 0,-25 25,25 50,0-1,-49 25,49 50,-75 0,75 49,-50 75,50-74,0-1,0-24,0-25,0-50,0-25,0-24,0-1,0 26,0-50,0-1,0-24,25 0,0 0,50 0,-26 0,1 0,24 0,1 0,49 0,49 0,1 0,49-49,0 49,25 0,50 0,-25 0,0 25,0-25,-1 0,1 0,-25 0,25 0,50 0,-75 0,25 0,-25 0,0 49,-50-49,1 0,-26 0,1 0,-1 0,1 0,-50 0,25 0,-50 0,-24 0,-26 0,1 0,-1 0,-24 0,0 0,25 0,-1 0,-24 0,-25-49,0 24</inkml:trace>
  <inkml:trace contextRef="#ctx0" brushRef="#br0" timeOffset="145078.29">19968 2629,'0'-49,"0"98,0 26,0-50,0-1,50 51,-50-26,0 26,0-1,0 25,0 1,0 48,0 26,-25-25,25-50,0-24,0-26,0 1,-50 24,50-24,0-1,0 1,0-25,0 24,0 1,25-50,-25 25,-25-25,-24 49,-1-49,0 0,1 0,-26 0,26 25,-26-25,1 0,24 0,1 0,24 50</inkml:trace>
  <inkml:trace contextRef="#ctx0" brushRef="#br0" timeOffset="147770.45">12452 3473,'25'0,"50"0,-26 0,-24 0,25 0,-1 0,1 0,24 0,-24 0,24 0,-24 0,24 0,1 0,24 0,25 0,0 0,25 0,-25 0,25 0,24 0,-49 0,-25 0,50 0,0 0,-25 0,25 49,0-49,-25 0,25 0,-25 0,24 0,-23 0,-1 50,-25-50,-25 0,1 0,-1 0,0 0,50 0,-49 0,-1 0,25 0,1 25,24-25,-25 0,-25 0,1 0,-1 0,1 0,-1 0,0 0,1 0,-1 0,1 0,24 0,25 0,-25 0,0 0,-24 0,-1 0,1 0,-1 0,-24 0,-1 0,1 0,24 0,1 0,24 0,-25 0,1 0,24 0,-25 0,1 0,-26 0,1 0,0-50,24 50,-24 0,-1 0,1 0,-1 0,26 0,-26 0,-24 0,0 0,49 0,-74-25,50 25,0 0,-25 0,24 0,-24 0,0 0,24 0,-24 0,0 0,0 0,-25-25,0 25</inkml:trace>
  <inkml:trace contextRef="#ctx0" brushRef="#br0" timeOffset="149039.52">13841 2356,'0'-24,"25"73,-25 1,0 24,50 1,-50-1,0 50,0 50,0 24,0 1,0 24,-25-25,25-24,0-75,0 0,0 1,0-76,0 1,0 0,0-25,99-25,-74-24</inkml:trace>
  <inkml:trace contextRef="#ctx0" brushRef="#br0" timeOffset="149642.55">15702 2356,'0'0,"0"75,0-50,0 24,0 1,0 49,0 0,0 50,0 25,0 24,0 1,-50-26,50 1,0 0,0-26,0-24,0 25,0-50,0-49,0 0,0-50,0 49,0-49,0-25,50-24,-50-50</inkml:trace>
  <inkml:trace contextRef="#ctx0" brushRef="#br0" timeOffset="150503.6">17463 2530,'0'0,"0"50,0-26,49 51,-49 24,0 75,0-1,0 26,-49 49,-1 0,50-50,-74-24,74-25,0-50,0-49,0 24,25-49,-25 0,0-50,24 0</inkml:trace>
  <inkml:trace contextRef="#ctx0" brushRef="#br0" timeOffset="151568.66">12973 2952,'0'-25,"0"25,75 0,-51 0,26 0,0 0,-50 25,74 24,-74-24,25 25,-25-1,0 1,0 0,0-26,0 26,-50-25,1-25,24 0,-25 49,1-49,49-24</inkml:trace>
  <inkml:trace contextRef="#ctx0" brushRef="#br0" timeOffset="152090.69">13420 2729,'0'49,"-25"1,-25 49,1-25,24-24,-25 24,50-49,-49 25,49-1,-25-49,25 50</inkml:trace>
  <inkml:trace contextRef="#ctx0" brushRef="#br0" timeOffset="152346.71">12899 2902,'25'0,"-1"0,26 25,24 0,-24 24,24 1,26-25,-26 24,50 1,-25-50,25 74,-49-74,-26 25,-24-25,25 50</inkml:trace>
  <inkml:trace contextRef="#ctx0" brushRef="#br0" timeOffset="152744.73">14759 2803,'-25'0,"-74"74,25-24,24 24,-24-49,49 25,-25-25,25-25,25 49,-24-49,24 50</inkml:trace>
  <inkml:trace contextRef="#ctx0" brushRef="#br0" timeOffset="152963.74">14238 2853,'-25'0,"50"0,25 49,24-24,50 25,0-1,-24 1,-1-1,-25-24,1 25,24-1,-25-49,1 25</inkml:trace>
  <inkml:trace contextRef="#ctx0" brushRef="#br0" timeOffset="153358.77">16570 3051,'0'-50,"0"1,0 74,-50-1,25 26,-24-25,24 24,-25-24,-24 25,49-50,0 49,-49-24</inkml:trace>
  <inkml:trace contextRef="#ctx0" brushRef="#br0" timeOffset="153571.78">16123 2927,'50'50,"0"-26,24 26,0 24,26 1,-26-50,50 24,25 1,0-1,-25-49,-25 0</inkml:trace>
  <inkml:trace contextRef="#ctx0" brushRef="#br0" timeOffset="153927.8">18678 3001,'-25'0,"-24"75,-1-26,1 1,24 0,-25-26,25 26,-24-50,49 50,-25-50</inkml:trace>
  <inkml:trace contextRef="#ctx0" brushRef="#br0" timeOffset="154108.81">18331 3101,'50'24,"49"1,-25 25,25-1,-24-24,-26 50,26-51,-50-24</inkml:trace>
  <inkml:trace contextRef="#ctx0" brushRef="#br0" timeOffset="154753.85">16619 3870,'0'-75,"25"75,-25-25,0 50,0 25,50 24,-50-24,0-1,0 1,0 0,0 24,0-49,0 0,0 24,0-24</inkml:trace>
  <inkml:trace contextRef="#ctx0" brushRef="#br0" timeOffset="156254.93">11882 2406,'-25'25,"25"24,0 26,0 24,0-24,0-26,0-24,0 25,0-26,-25-24,25-49,0 24,-49 0,49-49,0-26,0 1,0 25,24 24,-24 1,25 49,25 0,-1 0,-24 0,0 24,25-24,-26 75,26-26,-50-24,25 0,-25 25,0-26,0 51,-25-25</inkml:trace>
  <inkml:trace contextRef="#ctx0" brushRef="#br0" timeOffset="156404.94">11832 2679,'0'-50,"0"25,50 25,-1-24,26 24,49-50,-25 50,-49-50</inkml:trace>
  <inkml:trace contextRef="#ctx0" brushRef="#br0" timeOffset="156769.96">12651 1836,'49'-25,"1"25,0 25,-50-1,49 51,-49-50,0-1,0 1,0 25,0-25,0-1,0 26,0 0</inkml:trace>
  <inkml:trace contextRef="#ctx0" brushRef="#br0" timeOffset="157227.99">12700 1786,'25'-25,"25"-49,-1 49,26 25,-1-75,1 75,-26 0,-24 0,-25 25,-50 25,1 0,-1-26,1-24,49 75,0-50,24-25,51 0,-26 0,-24 0,0 0,25 0,-50 49,0-24,0 25,0-26,-50 1,0 25,26-50,-26 0,25 0</inkml:trace>
  <inkml:trace contextRef="#ctx0" brushRef="#br0" timeOffset="157570.01">13320 1761,'0'-25,"0"-24,50 49,0-25,24 25,1 0,-75 25,24 0,-24 24,0-24,0 0,-24-25,24 74,-50-74,-25 25,51-25,24 0</inkml:trace>
  <inkml:trace contextRef="#ctx0" brushRef="#br0" timeOffset="158000.03">13643 1612,'0'-25,"0"25,0 25,-50 25,50-25,0 0,0 49,25-49,0-25,0 0,24 0,1 0,24 0,-49 0,0 0,25 0,-26-50,-24 75</inkml:trace>
  <inkml:trace contextRef="#ctx0" brushRef="#br0" timeOffset="160574.18">16669 2753,'0'-49,"0"24,-25 0,0 25,1 0,24-50,-50 50,25 0,0 0,-24 0,24 0,25 25,-25-25,25 25,-49-25,49 50,-50-50,50 25,-50 24,50-24,-24-25,24 74,-50-24,50-25,-25 0,25 24,-49-24,49 25,-25-26,25 26,-50 0,50-1,0-24,0 0,-25 24,25-24,0 25,0-25,0 24,0 1,-49 24,49 1,0-26,0 1,0 0,-25-1,25-24,0 0,0 24,0-24,0 0,0 25,0-26,0 1,0 25,0-1,50-49,-50 25,24-25,-24 25,25-25,25 0,-1 0,-24 0,25 0,-25 0,24 0,1 0,-1 0,1 0,0 0,-26-50,51 1,-26-1,-24 25,25 1,-25-26,24 25,-49-24,50-1,-50 0,50 1,-50-26,49 26,-49-1,25-24,-25 24,0 25,50 0,-50-24,0 24,0 0,24-24,-24-1,0 0,0 1,0-1,0 25,0 1,0-26,0 25,0 0,0-24,-49 24,49-25,0 26,-25-1,25-25,-25 50,25-74,-49 74,49-25,-25 25,-25-50,1 50,24 0,-25 0,0 0,1 0,-26 0,51 0,-1 0,-25 0,50 25,0 0</inkml:trace>
  <inkml:trace contextRef="#ctx0" brushRef="#br0" timeOffset="163034.32">12080 5060,'25'-49,"-25"-1,0 0,25 26,-25-1,0 74,0 26,0 24,0 25,0 25,0-50,0-25,0 1,0-1,0 1,49-51,-24-24,25 50</inkml:trace>
  <inkml:trace contextRef="#ctx0" brushRef="#br0" timeOffset="163409.34">12502 5184,'0'0,"-25"0,-25 25,1 49,-26-24,26 0,-1 24,50-49,-25-25,25 25,25-25,50 0,-26 0,-24 0,25 0,-50 49,24-24,26 25,49-1,-49-49,0 0,-1 0,26 0</inkml:trace>
  <inkml:trace contextRef="#ctx0" brushRef="#br0" timeOffset="163843.37">12924 5482,'0'-25,"0"50,0 0,0 24,0-24,0 0,24-25,-24 49,0 1,0-75,0 0,0-24,0-1,0-24,0-1,50 26,-50 24,25 25,24-50,1 50,-50 50,74 0,-74-1,25 1,-25 24,0-24,50-25,-50-1,0 51,0-50,-25-25</inkml:trace>
  <inkml:trace contextRef="#ctx0" brushRef="#br0" timeOffset="164047.38">13122 5581,'-50'-50,"75"50,50 0,-51 0,26 0,0 0,24 0,-49 0,0 0</inkml:trace>
  <inkml:trace contextRef="#ctx0" brushRef="#br0" timeOffset="164346.4">13717 5507,'50'0,"-25"-25,49 25,-24 0,-1 0,1 0,-25 0,24 0</inkml:trace>
  <inkml:trace contextRef="#ctx0" brushRef="#br0" timeOffset="164597.41">13742 5755,'0'0,"25"0,25 0,24 0,-24 0,-1 0,1 0,-25 0,24 0,-24 0,-25 0</inkml:trace>
  <inkml:trace contextRef="#ctx0" brushRef="#br0" timeOffset="165622.47">14883 5159,'0'25,"25"99,-25-25,0 1,0-1,0-25,50 25,-50-49,0 0,0-25,0 24,0-24</inkml:trace>
  <inkml:trace contextRef="#ctx0" brushRef="#br0" timeOffset="166131.5">14858 5407,'0'-49,"0"24,0-49,25 49,0 25,25-75,49 75,-25 0,1 0,-51 0,-24 25,25 0,-25 25,0-1,0 1,-49-1,-1 26,0-50,1 24,24-49,25 25,25-25,24 0,1-25,-25 25,0 0,-25 50,0-25,0 24,0 1,-25 24,0-49,-25 25,26-50,24 25,-50-25,0 0,1 0,49-25,0-25,0 0,25 26,24-51</inkml:trace>
  <inkml:trace contextRef="#ctx0" brushRef="#br0" timeOffset="166574.52">15553 5432,'0'-25,"0"-24,25 49,-1 0,26 25,-25-1,-25 26,74 0,-74-1,0 1,0 24,0-49,0 0,-24-25,24 49,-50-49,25 0,-25 0,26 0,24-49,24 24</inkml:trace>
  <inkml:trace contextRef="#ctx0" brushRef="#br0" timeOffset="166934.54">16024 5432,'-25'0,"-24"25,-1 0,-24 24,49-24,-25 74,50-74,0 25,25-50,50 49,-26-49,1 0,-1 0,1 0,24 0,-49 0,0 0,25-24,-26 24,-24 0</inkml:trace>
  <inkml:trace contextRef="#ctx0" brushRef="#br0" timeOffset="169139.67">1067 9525,'-50'0,"75"0,0 0,0-50,49 50,1-49,49-1,-25 1,25-1,-25 50,-49-25,-1 25,-74 0,-24 0</inkml:trace>
  <inkml:trace contextRef="#ctx0" brushRef="#br0" timeOffset="169507.69">1389 9327,'0'49,"0"1,0-1,0-24,50 25,-50-1,25 26,-25 24,49 25,-49-50,0 1,0-25,0 24,0-49,0 0,-24 24,-1-49,-25 0,25 0,1 0,-26 0,0 0,50-25,0-49,25 24,0 26,25 24,-1-50</inkml:trace>
  <inkml:trace contextRef="#ctx0" brushRef="#br0" timeOffset="170352.74">1861 9798,'0'-25,"0"75,0-1,0 26,0-26,25 1,-25 24,0-49,0 0,0 25,0-26,24-24,-24 50</inkml:trace>
  <inkml:trace contextRef="#ctx0" brushRef="#br0" timeOffset="170812.76">1935 9823,'0'-75,"0"75,50-49,-25 49,24-25,1 25,-25 0,-1 25,-24-1,0 26,0 24,-24-24,24 0,-75-1,26-24,73-25,26 0,-25 0,0 0,24 0,-24 0,-25 50,0-1,0-24,0-25,-50 50,26-50,-1 0,-25 0,25 49,-24-49,24 0,25-24,0-1,50 0</inkml:trace>
  <inkml:trace contextRef="#ctx0" brushRef="#br0" timeOffset="171229.79">2853 8756,'0'0,"0"50,0 24,49 50,26 25,-1 0,1 0,-26-1,-49-24,50 0,-50-24,0-26,0-24,0-25</inkml:trace>
  <inkml:trace contextRef="#ctx0" brushRef="#br0" timeOffset="171667.81">3126 9947,'25'0,"24"0,26 0,24 24,74-24,26 0,49 0,50 0,49 0,-25 0,26 0,24 0,0 0,-25 0,25 0,-25 0,-49 0,-25 0,24-24,-48 24,-26 0,0 0,-49 0,-50 0,24 0,-48 0,-26 0,-49 0,-50 0</inkml:trace>
  <inkml:trace contextRef="#ctx0" brushRef="#br0" timeOffset="173172.9">3299 9922,'-49'-25,"49"25,0 74,0-24,0 25,0 24,25 50,-25-25,0 24,0-24,0 25,0 25,0 24,0-24,0 0,0-50,0 0,0-50,0-24,0-26,0 26,0-25,0 24,0-24,49-25,-24 0,0 0,49 0,-24 0,24 0,1 0,24 0,0 0,25-25,50 25,24 0,1-49,24 49,0 0,-24 0,24 0,-25 0,1 0,-1 0,50 0,-25 0,25 0,-24 0,24-50,0 50,25-49,-50 49,25 0,0-50,-50 50,-24 0,-50 0,25-50,-25 50,-25 0,25 0,0-49,-25 49,-24 0,-26 0,26-50,-50 50,24 0,1 0,-25 0,-1 0,-24-25,25 25,-74 0,-1 0,25-49</inkml:trace>
  <inkml:trace contextRef="#ctx0" brushRef="#br0" timeOffset="174667.99">9203 9947,'0'24,"0"-24,74 0,-24 0,0 0,-1 0,1 0,24 0,1 0,24 0,-25-24,1 24,-1 0,0-50,1 50,-26 0,1-25,-25 25,-25 0,0 25,0 25,0-1,0-24,0 25,0-1,0 1,0 24,0 26,0-26,0 0,0 1,0-1,0 1,0-1,0-24,0-1,0 1,0 24,0-49,0 25,0-1,0 1,0-25,0 24,0 1,0 24,0-49,0 0,0 25,0-1,0-24,0 0,0 24,0 26,0-50,-25-25,-49 0,-1 0,1-25,-25 25,-1 0,-24 0,25 0,74 0</inkml:trace>
  <inkml:trace contextRef="#ctx0" brushRef="#br0" timeOffset="176024.06">3101 11212,'0'-25,"25"25,0 0,-1 0,26 0,0 0,-1 0,26 0,-1 0,0 0,26 0,24 0,-25 0,0 0,50 0,-25 0,25 0,24-50,1 50,0 0,-50 0,49-49,1 49,0 0,-1 0,1 0,-1 0,1 0,0 0,-1-50,-49 50,25 0,0-50,-25 50,25 0,0 0,-25 0,25 0,-50-49,25 49,-25 0,25 0,0 0,-25 0,-24 0,-1-25,1 25,-1 0,0 0,1 0,-1 0,1 0,24 0,0 0,0-50,-24 50,-1 0,1 0,-1 0,-24-49,-1 49,-24 0,49 0,-24 0,0 0,-1 0,1 0,24 0,-49-25,0 25,24 0,1 0,-25 0,0 0,24 0,-24 0,-50 0,-24 0,-26 0</inkml:trace>
  <inkml:trace contextRef="#ctx0" brushRef="#br0" timeOffset="176728.1">4366 10120,'0'-49,"0"24,25 25,0 0,-25 25,0 49,0 100,0-1,0 26,0-1,0-24,49 0,-49-26,50-48,-50 24,49-50,-49-24,0-1,0 1,0 24</inkml:trace>
  <inkml:trace contextRef="#ctx0" brushRef="#br0" timeOffset="177337.14">6474 9823,'0'74,"0"50,0 0,0 25,0-25,0 25,0 24,0 1,0 0,0-25,0 24,0 1,0-25,0 24,0-74,0 1,25-51,-25 1,0-25,0-50</inkml:trace>
  <inkml:trace contextRef="#ctx0" brushRef="#br0" timeOffset="178062.18">8012 9922,'0'0,"0"25,0 24,0 26,0 24,0 50,0 0,0-25,-25 49,25 26,0 24,0-49,0-26,0 26,0-25,0-25,0 0,0-75,0-24,0 0,0 25</inkml:trace>
  <inkml:trace contextRef="#ctx0" brushRef="#br0" timeOffset="179601.27">2654 10492,'0'-24,"-24"24,-26 24,0 26,1 24,-26 50,51-49,24-1,-50-49,50 0,0 24,25-49,24 0,26 0,24 0,25-24,-50-51,-24 26,24-1,-74 0,50 1,-50-1,0-24,0 24,0 25,-50 25,26-49,-26 49,-49 25,24 49,1 0,74 1,0 24,0-49</inkml:trace>
  <inkml:trace contextRef="#ctx0" brushRef="#br0" timeOffset="180028.29">2754 11807,'0'50,"0"-1,0 1,0-1,0 26,0-50,0-1,0 26,-50 0</inkml:trace>
  <inkml:trace contextRef="#ctx0" brushRef="#br0" timeOffset="181078.35">2530 9277,'0'74,"0"50,0 0,0-49,0-26,0 26,0-50,0-1,0-24,0 50,0-100,0 26,0-26,-24-24,24-50,0 24,0 26,0 49,24 25,26 0,-25 25,-25 0,74 24,-74-24,50 25,-50-25,49 24,-49 1,-24-25</inkml:trace>
  <inkml:trace contextRef="#ctx0" brushRef="#br0" timeOffset="181222.36">2530 9575,'0'-25,"25"25,50-75,-1 75,0-49,26 49,24-75,-75 75</inkml:trace>
  <inkml:trace contextRef="#ctx0" brushRef="#br0" timeOffset="181648.38">3423 9029,'0'-25,"0"25,0 25,0 25,0-1,0 1,50 24,-50-49,0 0,0 0,0 24,0 1</inkml:trace>
  <inkml:trace contextRef="#ctx0" brushRef="#br0" timeOffset="182099.41">3399 9103,'0'-49,"0"24,0-25,24 25,1 25,25-49,-1 49,-24 0,0 0,-25 49,-25 1,0 0,-24-1,24-24,-25 25,75-50,0 0,0 0,24-25,-24 25,25 0,-50 25,0 24,0-24,0 0,-75 25,51-50,24 24,-25-24,25 0,0-24,0-26</inkml:trace>
  <inkml:trace contextRef="#ctx0" brushRef="#br0" timeOffset="182443.43">3795 9004,'0'-50,"0"26,50 24,-25 0,-25 24,49 1,-49 25,0-25,0 0,0-1,-24 26,-1-25,25-25,0-25</inkml:trace>
  <inkml:trace contextRef="#ctx0" brushRef="#br0" timeOffset="182652.44">4168 8731,'0'25,"-50"25,25-1,-49 1,49 24,25-24,-50-25,50 24,50 1,0-50,24 0,25 0,0 0,-24 0,-1-25</inkml:trace>
  <inkml:trace contextRef="#ctx0" brushRef="#br0" timeOffset="183389.48">3572 9798,'0'-25,"-25"50,25 24,-49-49,49 50,0-25,74-25,-24 0,-1 0,1-25,0 25,-1-74,26-1,-75 50,0-24,-25-1,0 50,-25 0,1 0,-26 50,26-25,-1 24,50 1,50-50</inkml:trace>
  <inkml:trace contextRef="#ctx0" brushRef="#br0" timeOffset="183727.5">4168 9624,'0'0,"-25"0,-25 25,25 0,-24 24,49-24,-25 25,25-1,50-49,-1 25,1-25,-1 0,26-25,-50 25,24-49,-49-1,25 25,-25 1,0-26,0 25,-25 25,-24-49,-1 49,0 0,1 49,-26-24,51 25,24-26</inkml:trace>
  <inkml:trace contextRef="#ctx0" brushRef="#br0" timeOffset="184371.54">5681 9649,'0'-25,"0"25,-100 0,76 50,-1-25,-25 24,50 1,0-25,0-25,75 0,-26 0,1 0,-1 0,1 0,-25-50,-25 25,49 0,-49-24,0 24,0 0,-24 25,-1-49,-25 49,1 0,-1 0,25 24,25 1,25-25</inkml:trace>
  <inkml:trace contextRef="#ctx0" brushRef="#br0" timeOffset="184572.55">6028 9500,'0'50,"0"-1,0 1,0 24,0 1,0 24,-25-25,25 1</inkml:trace>
  <inkml:trace contextRef="#ctx0" brushRef="#br0" timeOffset="185371.6">7318 9550,'0'-50,"0"75,0 49,0-49,0 25,0-1,0-24,0 0,-50 25,50-1</inkml:trace>
  <inkml:trace contextRef="#ctx0" brushRef="#br0" timeOffset="185560.61">7516 9550,'0'0,"0"49,0-24,0 25,0-1,0 26,0 24</inkml:trace>
  <inkml:trace contextRef="#ctx0" brushRef="#br0" timeOffset="186402.66">9079 9426,'0'25,"0"24,-50 1,50-1,0-24,0 0,0 25,-25-26,25 26,0-50,25 0</inkml:trace>
  <inkml:trace contextRef="#ctx0" brushRef="#br0" timeOffset="186713.67">9352 9550,'-25'0,"0"25,25 24,-50-24,50 25,0-26,0 1,25-25,0 50,25-50,24 0,-24 0,-1 0,-24 0,25 0,-50-50,25 1,-25 24,0-25,0 25,-25-24,-25 49,-24 0,-50 49,49-24,26 50,49-51</inkml:trace>
  <inkml:trace contextRef="#ctx0" brushRef="#br0" timeOffset="188905.8">5805 10319,'0'0,"0"74,0-24,0-1,0 1,0 0,0-1,0 26,0-26,0 1,0-1,0 1</inkml:trace>
  <inkml:trace contextRef="#ctx0" brushRef="#br0" timeOffset="191208.93">5755 11460,'0'0,"0"25,0 24,0 1,0-25,0 49,0-49,0 0,0 24,0-24,0-25,50-50,-26 26</inkml:trace>
  <inkml:trace contextRef="#ctx0" brushRef="#br0" timeOffset="191934.97">7442 10294,'-25'-50,"-25"50,1 75,49-50,-75 49,26-24,24-1,25-24,-50 25,50-26,-74 26,74-25,-25 24</inkml:trace>
  <inkml:trace contextRef="#ctx0" brushRef="#br0" timeOffset="192185.99">7045 10368,'25'0,"-1"0,1 0,25 25,-25 25,24-25,-24-1,-25 26,75 0,-75-1,24 26,-24-51</inkml:trace>
  <inkml:trace contextRef="#ctx0" brushRef="#br0" timeOffset="192678.02">7219 11435,'-25'25,"-25"24,-24 51,24-51,25 1,-24-1,-1 1,50-25</inkml:trace>
  <inkml:trace contextRef="#ctx0" brushRef="#br0" timeOffset="192894.03">6921 11485,'49'24,"-24"1,25 50,-1-51,1 26,0-25,-25 24,24-24,-24-25</inkml:trace>
  <inkml:trace contextRef="#ctx0" brushRef="#br0" timeOffset="193511.06">9104 10344,'0'0,"-50"74,0-24,26-1,-51 26,50-51,25 1,-49 25,49-25,-75 24,51-24</inkml:trace>
  <inkml:trace contextRef="#ctx0" brushRef="#br0" timeOffset="193759.08">8732 10468,'0'24,"24"26,-24 0,75 24,-50 0,24 1,-49-26,50 1,-50 0,0-1,49 1</inkml:trace>
  <inkml:trace contextRef="#ctx0" brushRef="#br0" timeOffset="194140.1">9029 11410,'0'-25,"-74"100,24-26,1 1,-1 24,25-24,-24 0,24-1,-25-49,25 25</inkml:trace>
  <inkml:trace contextRef="#ctx0" brushRef="#br0" timeOffset="194320.11">8707 11509,'49'50,"-24"-25,50 24,-26-24,1 25,-1-25,-24 24</inkml:trace>
  <inkml:trace contextRef="#ctx0" brushRef="#br0" timeOffset="197426.29">5061 10244,'-25'0,"50"-24,49 24,-49 0,0 0,24 0,26 0,24 0,-50 0,26 0,-1 0,25 0,1 0,-26 0,0 0,1 0,-1 0,1 0,-26 24,26-24,-1 0,-24 25,-1-25,26 0,-26 0,1 0,0 0,-1 0,-24 0,0 0,24 0,26 0,-26 0,-24 0,0 0,25 0,-26 0,1 0,25 0,0 0,-26 0,26 0,0 0,24 0,-49 0,24 0,-24 0,25 0,-50 0,25 0,-1 0,-24-25,50 25,-50 0,0 25,0 50,0-51,0 1,-25 25,25 24,0-24,-25-1,25 26,-74 24,74-49,-50-1,50 1,0-1,-49-24,49 0,0 25,0-26,0 1,0 50,0-26,0 1,0 0,0-1,0 1,0-1,0-24,0 0,0 25,0-1,0 1,0-25,0 49,0-24,0-26,0 1,0 50,0-51,0 1,-25 25,25-25,-25-25,-24 0,24 0,-25 0,1 0,-51 0,26 0,-25 0,-1 0,1 0,0 0,-50 0,50 0,0 0,0 49,49-49,0 0,1 25,-26-25,26 0,24 0,-25 50,25-50,-49 0,49 25,-24-25,24 0,-25 0,25 0,-24 0,24 0,0 0,-24 0,49 0,0-50,-25 50,25-25,0-25,0 26,0-26,0 0,0 1,0-1,25-24,-25-25,0 24,0 1,0-1,0 1,0 0,0-1,0 1,0 24,0 0,24-24,-24 24,0 1,0-1,0 1,0-1,0 25,0 0,0-49,0 24,0 1,0 24,0-25,0 1,0 24,0 0,0-24,0 24,0 0,25 25,-25-50,50 50,-50-24,0 48,0 26,0 0,0-26</inkml:trace>
  <inkml:trace contextRef="#ctx0" brushRef="#br0" timeOffset="198737.36">3523 12626,'-50'0,"75"0,24 0,26 0,-1-50,1 50,-1-25,50 25,-25 0,-24-49,-50 49,-25 0</inkml:trace>
  <inkml:trace contextRef="#ctx0" brushRef="#br0" timeOffset="199131.38">3895 12576,'-50'0,"25"0,25 50,0-1,50-24,-50 49,0-24,0 0,25-1,-25 26,0-1,0-24,0-1,0 1,0-25,0 49,0-74,0 25,-25-25,-25 0,1 0,49 0,-50 0,50-74,0 49,-25 0,25-25,25 50,0-25,24 25,1 0</inkml:trace>
  <inkml:trace contextRef="#ctx0" brushRef="#br0" timeOffset="199434.4">4168 12998,'-25'0,"25"24,0 26,0 0,0-1,49-24,-49 0,0 25,0-26,0 1,0 25,25-50,-25 49</inkml:trace>
  <inkml:trace contextRef="#ctx0" brushRef="#br0" timeOffset="199901.43">4242 12973,'0'-25,"0"0,0 25,50-49,-1 49,1 0,-25 0,24 24,-49 1,0 25,-25-1,1 26,-26-26,25-24,-24 25,-1-25,50-25,50 0,-26 0,1 0,25 0,-1 0,-49 49,0 1,0 0,0-50,0 24,-74-24,49 0,0 0,-24 0,-1 0,50 0,0-49,50-1</inkml:trace>
  <inkml:trace contextRef="#ctx0" brushRef="#br0" timeOffset="200218.45">4961 13122,'-25'0,"50"0,25 0,24 0,26 0,-26 0,-24 0,-1 0,-49 49</inkml:trace>
  <inkml:trace contextRef="#ctx0" brushRef="#br0" timeOffset="200420.46">4912 13419,'24'0,"26"-24,0 24,24 0,1 0,-26 0,1 0,-25 0,-25-25</inkml:trace>
  <inkml:trace contextRef="#ctx0" brushRef="#br0" timeOffset="202555.58">5829 13047,'-24'0,"24"-49,0 49,24 0,-24-25,50 25,0 0,-1 0,1 25,-50 24,0-24,0 0,0 24,0-24,-50 25,25-25,1-25,-26 25,25-25,-24 0,24 0,0 0,0 0,-24 0,49 0,49-25,26-50</inkml:trace>
  <inkml:trace contextRef="#ctx0" brushRef="#br0" timeOffset="202997.61">6425 12898,'0'0,"-50"0,-24 0,24 0,1 50,-1 0,-25-1,51 1,24-25,-50 24,50 1,74-25,-24-25,25 0,-1 0,0 0,-24 0,0 0,24 0,-24 0,-26 0,26 0,-25 0,-25-25</inkml:trace>
  <inkml:trace contextRef="#ctx0" brushRef="#br0" timeOffset="206083.78">11683 8086,'0'0,"0"50,0 24,0 1,0-1,25 1,-25-26,0 1,25-1,-25-24,25-25,24 25,-24-25</inkml:trace>
  <inkml:trace contextRef="#ctx0" brushRef="#br0" timeOffset="206426.8">12179 7987,'-49'0,"24"25,-25 25,-24 24,24-24,1-1,49 1,-50-50,50 25,0-25,75 0,-26 0,-24 0,0 0,49 0,-24 24,-1-24,1 0,24 50,-24-50,0 0,-1 0,-24 0,25 0</inkml:trace>
  <inkml:trace contextRef="#ctx0" brushRef="#br0" timeOffset="206675.82">12626 8086,'0'25,"0"0,0 25,50-1,-50 1,24-1,-24-24,0 0,0 25,0-26,0 26,50-50</inkml:trace>
  <inkml:trace contextRef="#ctx0" brushRef="#br0" timeOffset="207141.84">12700 8037,'0'-50,"0"25,0 0,50-24,0 49,-1 0,1 0,-1 25,-49 24,25 1,-25 24,0-24,-49 24,24-24,-25-25,25-25,25 49,-49-49,98-24,-24-1,25 25,-1-75,-24 75,25 0,-25 0,-25 50,0-25,0 0,0 24,-25 1,-25-25,25-25,-24 0,24 0,0 0,-24 0,49 0,24-25</inkml:trace>
  <inkml:trace contextRef="#ctx0" brushRef="#br0" timeOffset="208159.9">13916 8384,'-50'0,"50"-50,50 75,-25 0,24 25,50-1,25 50,50 50,-25-25,25-25,-26 1,26-26,0 1,-26-26,-48 1,-76-50,-24 25,-49-25,-1 0,1 0,49 0</inkml:trace>
  <inkml:trace contextRef="#ctx0" brushRef="#br0" timeOffset="208866.94">15330 9327,'24'0,"26"0,0 0,49 0,25 0,50 0,24 0,75 0,0 0,49 24,1-24,24 0,25 0,25 0,99 0,-25 0,-49 0,-75 0,-74 0,-50 0,0 0,-98 0,23 0,-48 0,-1 0,0 0,25 0,-25 0,0 0,50 0,-50 50,1-50,-26 0,1 0,-26 50,-24-50,25 0,-26 0</inkml:trace>
  <inkml:trace contextRef="#ctx0" brushRef="#br0" timeOffset="210338.03">15404 9327,'-50'0,"50"-25,0-25,0 100,0 24,0 1,0 24,-49 50,49-25,-25 24,25 26,-74 25,74 24,0 50,0-25,-50-25,50 0,0 0,0-49,0-50,0-25,0-24,0-26,0-73,0-1,25 25,0-25,-1 25,51 0,-1 0,25 0,25 0,25 0,25 0,24-50,1 50,49 0,25 0,24 0,1 0,74 0,-25 0,25 0,-49-74,49 74,-25 0,25-50,-74 50,24-49,-24 49,-25 0,0 0,-50-75,25 75,-49 0,-26 0,-24 0,-25 0,-25 0,25 0,-49-25,-1 25,-24 0,-1-49,-24 49,25 0,-50-25,49 25,-49-25,25 25,-25-74,0 49,0-25</inkml:trace>
  <inkml:trace contextRef="#ctx0" brushRef="#br0" timeOffset="211798.11">21977 9376,'25'0,"0"0,25 0,24 0,-24 0,-1 0,1 0,24 0,1 0,24-49,-25 49,1 0,-1 0,0-50,1 50,-26 0,1 0,0 0,-25 0,-25 25,24-25,-24 49,0 1,50 0,-50 49,0 0,0 0,0 0,0 1,0-1,0 0,0 25,0-49,0-1,0 0,0-24,0 0,0-1,0 26,0-51,0 1,0 25,0-25,0 24,0-24,0 49,0-49,0 0,25 25,-25-26,0 1,0 25,0-25,0 0,0 24,0 1,0-25,0-1,0 26,0-25,49 0,-49 24,0-24,0 0,0 24,-24-24</inkml:trace>
  <inkml:trace contextRef="#ctx0" brushRef="#br0" timeOffset="214012.24">15131 10889,'-25'0,"50"0,25 0,-25 0,24 0,26 0,-26 0,26 0,-1 0,0-49,26 49,24 0,0 0,25 0,24 0,26 0,-1 0,50 0,-25 0,-24 0,24 0,-74 0,25 0,-1 0,26 0,24 0,-50-50,1 50,-50 0,0-50,-25 50,-24 0,-1 0,1 0,-1 0,0 0,-24 0,24 0,1 0,-1 0,-24 0,0 0,-1 0,1 0,-25 0,24 0,1 0,-1 0,-24 0,25 0,-1 0,26 0,-26 0,26 0,-1 0,-24 0,-1 0,26-24,-26 24,1 0,0 0,-1-50,26 50,-26 0,1 0,0 0,-1-25,1 25,-1 0,1 0,0 0,24-49,-24 49,-1 0,1 0,-1 0,1 0,-25 0,0 0,24 0,-24 0,0 0,24 0,-24-25,0 25,25 0,-1 0,1 0,0 0,-1 0,26 0,-26 0,-24 0,0 0,24 0,-24 0,0 0,49 0,-74-50,50 50,-25 0,0 0,24 0,-24 0,25-25,24 25,-24 0,-1 0,-24 0,-25 0,-25 0</inkml:trace>
  <inkml:trace contextRef="#ctx0" brushRef="#br0" timeOffset="-214533.44">16446 9426,'0'0,"25"25,-25 49,0 0,24 1,-24 49,0 25,0 49,0 75,0-25,-24-25,24 25,0-49,0-26,0-24,0-50,0-24,0-26,0-24,0 25,-25-1,25-49,0 0,49 0,-49-49,0-1,50 25,-50-24</inkml:trace>
  <inkml:trace contextRef="#ctx0" brushRef="#br0" timeOffset="-213663.39">17959 9624,'-25'-49,"25"24,0 50,0-25,0 49,0 50,0-49,0 24,0 26,0 24,0 49,0 1,-25 49,25-24,-99 49,99-25,-74 75,74-100,0 0,0-24,0 0,0-75,49 25,-49-50,75 1,-75-26,25 1,-25-25,0-25,24-50,26-24,0 24</inkml:trace>
  <inkml:trace contextRef="#ctx0" brushRef="#br0" timeOffset="-212944.35">19546 9376,'0'0,"0"50,50-1,-50 1,50 24,-50 50,24 0,-24 25,0 25,0 49,-24 25,24 0,-75-49,75-26,-49-24,49-50,0 25,-50-49,50-26,0 1,0-25,0 24,25-49,0 25,24-25,-74-49,25-1</inkml:trace>
  <inkml:trace contextRef="#ctx0" brushRef="#br0" timeOffset="-210977.24">15925 8880,'-25'0,"-74"25,74 0,-24 24,49-24,-50 25,50-25,0-1,0 1,0-25,50 50,-1-50,1 0,-1 0,26-25,-50 25,-1-25,26-24,-50-1,0 25,0-25,0 1,-25 49,-24-25,24 25,0 0,-25 0,50 0,50 0,74 0</inkml:trace>
  <inkml:trace contextRef="#ctx0" brushRef="#br0" timeOffset="-210655.22">16347 8880,'-25'50,"0"-50,0 49,25-24,-49-25,49 75,0-51,24 1,26-25,0 0,-1 0,1 0,-25 0,-1-25,-24-24,0 24,0-25,-24 25,-1-24,-25 49,1 0,-1 0,25 0,25 25,-49-1</inkml:trace>
  <inkml:trace contextRef="#ctx0" brushRef="#br0" timeOffset="-209980.18">17240 9004,'-25'0,"0"25,0-25,-24 50,24-1,25-24,0-25,25 0,24 0,1 0,-1 0,-24 0,25 0,-25-50,-25-24,0 49,0-25,-25 26,0 24,-49 0,49 0,0 24,75-24</inkml:trace>
  <inkml:trace contextRef="#ctx0" brushRef="#br0" timeOffset="-209764.17">17587 8930,'0'0,"25"49,-25 26,0-26,0 1,0 0,0-1,0 1,0-1,49-49</inkml:trace>
  <inkml:trace contextRef="#ctx0" brushRef="#br0" timeOffset="-209405.15">18381 8905,'0'-25,"0"50,0 24,49 51,-49-51,0 1,0 0,0-26,0 26,0-25</inkml:trace>
  <inkml:trace contextRef="#ctx0" brushRef="#br0" timeOffset="-208983.12">18951 8954,'0'50,"0"0,0-1,0 1,0 0,0 24,0-24,0-26</inkml:trace>
  <inkml:trace contextRef="#ctx0" brushRef="#br0" timeOffset="-208055.07">20663 8930,'0'49,"0"-24,0 25,0-25,0 24,-25-24,25 25,0-26,0 26</inkml:trace>
  <inkml:trace contextRef="#ctx0" brushRef="#br0" timeOffset="-207709.05">20985 9079,'-49'0,"24"0,25 49,-25-24,25 0,0 24,0-24,25-25,0 25,-1-25,51 0,-26 0,-24 0,0 0,49 0,-49 0,-25-25,0-24,0 24,0-25,-49 50,-26 0,-24 0,25 0,24 25</inkml:trace>
  <inkml:trace contextRef="#ctx0" brushRef="#br0" timeOffset="-206936.01">14784 10021,'0'0,"-25"0,-74 75,25-26,-1 1,50-25,-24 24,49 1,0-25,24-25,26 0,0 0,-1 0,26 0,-26 0,-24 0,-25-50,50 0,-50 26,0-1,0-25,0 25,-50 25,-24 0,-1 0,1 50,-1 24,75-24</inkml:trace>
  <inkml:trace contextRef="#ctx0" brushRef="#br0" timeOffset="-206464.98">14437 11435,'0'0,"0"50,0-1,0 1,0-1,0 1,0-25,0 0,0 24,0-24</inkml:trace>
  <inkml:trace contextRef="#ctx0" brushRef="#br0" timeOffset="-204805.88">16074 10021,'0'-50,"0"26,0 48,-50 26,1 49,24-49,-25 0,1 24,-1-49,0 24,50-24,-24-25,24 50</inkml:trace>
  <inkml:trace contextRef="#ctx0" brushRef="#br0" timeOffset="-204573.87">15677 10021,'74'0,"-24"50,24-1,26 1,-26 24,25-49,-24 50,24-1,-74-24,49-26,-24-24</inkml:trace>
  <inkml:trace contextRef="#ctx0" brushRef="#br0" timeOffset="-203982.84">17587 10195,'0'-50,"0"100,-50-1,25-24,-24 50,24-51,25 26,-74-25,74 0,-75 24,26 1</inkml:trace>
  <inkml:trace contextRef="#ctx0" brushRef="#br0" timeOffset="-203755.82">17240 10344,'49'0,"-24"0,0 0,24 49,-24-24,25 25,-25-26,-25 1,74 25,-74-25,50-25</inkml:trace>
  <inkml:trace contextRef="#ctx0" brushRef="#br0" timeOffset="-202766.77">15999 11336,'0'-25,"0"-25,-49 75,-1 50,-24 24,24-50,-24 26,24-26,0-24,1 25,49-25,0 24</inkml:trace>
  <inkml:trace contextRef="#ctx0" brushRef="#br0" timeOffset="-202562.76">15627 11361,'50'99,"0"-50,-1 1,50 24,-24 1,-1-26,-49 1,25 24,-26-74</inkml:trace>
  <inkml:trace contextRef="#ctx0" brushRef="#br0" timeOffset="-202135.73">17240 11361,'-25'49,"-50"1,51 49,-26-25,0-24,-24 24,49-24,25-25,-49-25,49 49</inkml:trace>
  <inkml:trace contextRef="#ctx0" brushRef="#br0" timeOffset="-201941.72">16942 11509,'0'25,"0"25,74-1,-24 26,24-50,-24 24,0-24,-26-25</inkml:trace>
  <inkml:trace contextRef="#ctx0" brushRef="#br0" timeOffset="-181476.55">18579 11137,'0'-25,"-25"25,0 25,25 0,0 0,0 0,-49 49,49 1,0 24,0 0,0-25,-25-24,25 24,0-24,0 0,0-26,0 26,-50-50</inkml:trace>
  <inkml:trace contextRef="#ctx0" brushRef="#br0" timeOffset="-180279.48">20638 9823,'0'24,"0"26,0 0,0-1,0 1,0 0,0-1,0-24,0 0,0 49,0-49,-25-25</inkml:trace>
  <inkml:trace contextRef="#ctx0" brushRef="#br0" timeOffset="-177351.31">23912 9500,'0'-49,"-25"49,-24 0,24 0,-25 0,25 0,1 0,-26-25,0 25,26 0,-1 0,-50 0,51 0,-1 0,-25 0,1-50,-1 50,0 0,1 0,-26 0,26 0,-1 0,25 0,-24 0,24 0,-25 0,1 0,-26 0,26 0,-1 0,25 0,-24 0,24 0,0 0,0 0,-49 0,49 0,-25 0,1 0,-26 0,1-25,0 25,-1 0,1 0,24-49,0 49,1 0,24 0,-25 0,1 0,-1 0,1 25,24-25,-25 0,25 24,1-24,-26 50,25-50,-24 25,24-25,0 0,-25 25,26-25,-1 0,-25 49,25-49,-24 25,24-25,0 0,-24 50,24-50,0 0,-25 24,25-24,1 0,-26 50,25-50,0 0,-24 50,24-50,25 24,-50-24,50 50,-74-50,74 25,-25-25,25 25,-25-25,25 49,-49-49,49 50,-25-1,25-24,-50 25,50-25,0 0,-24-25,24 49,0 1,0-1,24 1,-24-25,25-25,-25 49,50-49,-1 50,1-50,-25 25,24-25,1 25,0-25,-1 49,1-49,49 0,0 50,25-50,50 0,0 0,49 49,0-49,50 0,0 0,0 50,24-50,-24 0,0 0,0 0,-50 0,25-25,-49 25,-51 0,-24-49,-49 49,-26 0,-24 0,25 0,-50-25,25 25,24 0,1 0,-1 0,1 0,-100 0</inkml:trace>
  <inkml:trace contextRef="#ctx0" brushRef="#br0" timeOffset="-175165.19">14263 9748,'25'0,"24"-25,1 25,-25 0,24 0,1 0,0 0,-1 0,1 0,-25 0,0 0,24 0,1 0,-25 0,24 0,1 0,-25 0,-1 0,1 0,25 0,-25 0,-1 0,26 0,-25 0,24 0,1 0,24 0,-24 0,24 0,-24 0,0 0,-26 0,26 0,-25 0,25 0,-1 0,-24 0,25 0,-50 25,49-25,26 50,-51-50,1 0,25 25,-25-25,-1 0,-24 49,75-49,-50 25,24 25,1-50,-50 24,74-24,-49 0,-25 25,50-25,-1 50,-49-25,0 24,0 1,0-25,0 0,0-1,0 26,0-25,0 24,-25-49,25 50,-24-50,24 50,-25-50,25 49,-50-49,50 50,-74-50,74 25,-50-25,25 49,-24-49,24 0,0 0,-24 25,-26-25,1 0,-1 0,-24 0,-25 0,-50 0,-24 0,24 0,-49 0,25 0,-50 74,0-74,0 0,0 50,49-50,1 0,49 50,50-50,24 0,50 0,50 24</inkml:trace>
  <inkml:trace contextRef="#ctx0" brushRef="#br0" timeOffset="-172262.02">19224 11088,'0'-25,"0"25,0-25,-50-25,26 50,-26 0,25 0,-24-24,24 24,-25 0,1 0,24 0,0-50,-25 50,25 0,1 0,-26 0,0 0,1 0,-1 0,1 0,-26 0,26 0,-1 0,-24-25,24 25,-24 0,-1 0,26 0,-1 0,-24 0,-1 0,26 0,-1 0,0 0,25 0,1 0,-26 0,25 0,-24 0,24 0,0 0,-25 50,26-50,-1 0,-25 25,25-25,1 0,-26 0,25 49,0-49,-49 0,24 25,26-25,-1 0,25 25,-75-25,75 49,-49-49,49 25,-25-25,25 50,-50-50,50 50,-74-50,74 74,-50-74,50 50,-25-50,25 49,-49 1,49-1,0-24,0 0,0 25,0-26,0 1,-25 25,25-25,0-1,0 26,0-25,0 0,74 24,-49-24,-25 25,75-26,-75 26,74-25,-49 24,25-24,-26 25,26 24,-25-24,24 0,1-1,0-24,24 25,0-50,-24 49,24-49,1 50,-26-50,-24 74,25-74,-25 25,-1-25,26 0,0 0,-1 0,26 0,-1 0,25 0,1 0,-51 0,1-50,-1 50,51-49,-51 24,1-25,-1 26,51-51,-51 26,26-1,-26-24,1 49,24-25,-49 25,-25-24,50 24,-50-25,49 25,-49 1,50-26,-25 25,24 25,-49-49,50 49,0-75,-26 26,26-26,-50 26,0 24,25 0,-25-25,0 26,0-1,0-25,0 1,-50-1,1-24,-1 74,25-25,0 25,-24 0,24-50,-25 50,1-25,49 50</inkml:trace>
  <inkml:trace contextRef="#ctx0" brushRef="#br0" timeOffset="-169030.84">13866 13171,'0'-25,"0"50,0 25,0 24,25 26,-25-26,0 0,50 1,-50-26,0 26,0-50,49-1,1 26</inkml:trace>
  <inkml:trace contextRef="#ctx0" brushRef="#br0" timeOffset="-168679.82">14362 13221,'0'-50,"-25"50,-24 100,-50-51,-1 50,26 1,0-26,24 0,0-49,75-25,50-49,-26 24,-24 25,25-50,-26 50,1 0,50 25,-26-25,1 50,-1-50,26 49,-50-49,24 25,1 25,-25-26</inkml:trace>
  <inkml:trace contextRef="#ctx0" brushRef="#br0" timeOffset="-168431.8">14858 13494,'0'-50,"0"75,0 25,0-1,50 26,-50-26,0 26,25-26,-25-24,0 25,0-26,0 1,0 25</inkml:trace>
  <inkml:trace contextRef="#ctx0" brushRef="#br0" timeOffset="-167928.77">14858 13494,'0'-50,"50"25,0 25,-1 0,1 0,-25 0,24 0,-49 25,0 50,-74 49,-1-25,51-50,-26-24,0 50,50-75,50-25,-25 25,24-50,-24 50,25-49,-1 49,-49 24,0 1,0 0,0 25,0-26,-49 1,24 25,0-50,-24 25,24-25,0 0,-25 0,26 0,-1 0,25-50,49 0,1-24</inkml:trace>
  <inkml:trace contextRef="#ctx0" brushRef="#br0" timeOffset="-167680.76">15999 13593,'0'-25,"-24"25,73 0,26 0,24-49,-25 49,-24 0,-1 0,-49 0</inkml:trace>
  <inkml:trace contextRef="#ctx0" brushRef="#br0" timeOffset="-167536.75">15801 13767,'25'0,"24"0,51 0,-26 0,0-50,1 50,-1 0,-24-25</inkml:trace>
  <inkml:trace contextRef="#ctx0" brushRef="#br0" timeOffset="-166525.69">17562 13692,'0'-49,"0"73,0 51,0-1,-25 1,25-1,-74-24,74 24,-25-49,25 0,0 24,0-74,0-24,0-1,0 1,0-26,50-24,-1 25,-49 49,25 25,-25-50,50 50,-1 25,-49 0,75 24,-75-24,49 25,-49-25,0-1,25 26,-25-25,0 0,0 24</inkml:trace>
  <inkml:trace contextRef="#ctx0" brushRef="#br0" timeOffset="-166358.68">17562 14015,'0'-50,"74"-24,-24 74,25-25,-1 25,-24 0,-50-50</inkml:trace>
  <inkml:trace contextRef="#ctx0" brushRef="#br0" timeOffset="-166097.67">17909 13271,'25'74,"-25"-49,50 0,-50 24,74-24,-74 25,50-1</inkml:trace>
  <inkml:trace contextRef="#ctx0" brushRef="#br0" timeOffset="-164880.6">18430 13791,'-25'0,"25"0,50-49,-25 49,24 0,1-50,24 50,-24 0,-25 0,0 0,-25 25,49-25,-49 74,0-49,0 25,-49-1,24-24,25 25,-50-50,50 25,-49-25,49 0</inkml:trace>
  <inkml:trace contextRef="#ctx0" brushRef="#br0" timeOffset="-164647.59">19050 13568,'0'-25,"-49"25,24 25,-25 25,26-25,24-1,-50 26,50 0,0-26,25-24,24 0,26 0,-1 0,1 0,-26 0,1 0</inkml:trace>
  <inkml:trace contextRef="#ctx0" brushRef="#br0" timeOffset="-164268.56">19150 12998,'24'0,"-24"49,25 1,-25 24,50-24,-50 24,25-24,-25 0,0-1,49 26,-49-1</inkml:trace>
  <inkml:trace contextRef="#ctx0" brushRef="#br0" timeOffset="-163945.55">19894 13667,'74'0,"1"0,24 0,25-24,25 24,-50-25,-25 25,-24-50</inkml:trace>
  <inkml:trace contextRef="#ctx0" brushRef="#br0" timeOffset="-163741.53">20340 13395,'0'0,"0"49,0 26,0-26,0 1,25-1,-25 1,50 0,-50-26,49-24</inkml:trace>
  <inkml:trace contextRef="#ctx0" brushRef="#br0" timeOffset="-163208.5">21258 13171,'50'50,"-50"0,0-1,0 26,0-26,0-24,0 0,0 49,-25-74,25-74,0 49,-25-25,25 1,0-26,0 1,25-1,-25 26,49-1,26 50,-1 25,-49 25,25-26,-50 1,24 25,-24-25,0 0,0 24,0-24,0 0,0 24,0-24,-49-25,24 0</inkml:trace>
  <inkml:trace contextRef="#ctx0" brushRef="#br0" timeOffset="-163065.5">21308 13370,'24'-50,"51"50,-26 0,26-25,-1 25,-24 0</inkml:trace>
  <inkml:trace contextRef="#ctx0" brushRef="#br0" timeOffset="-162727.48">22002 12923,'0'25,"25"25,-25-1,50 1,-50-1,0 1,0-25,0 0,-50 24,50 1,-25-50</inkml:trace>
  <inkml:trace contextRef="#ctx0" brushRef="#br0" timeOffset="-162225.45">21828 13022,'0'-24,"0"24,100-50,-76 50,26 0,0 0,24 0,-49 0,0 25,-25 0,49-1,-49 51,0-50,0 24,-24 1,24 0,-50-26,0 26,-24-50,24 0,25 0,25-25</inkml:trace>
  <inkml:trace contextRef="#ctx0" brushRef="#br0" timeOffset="-161894.43">22672 12824,'-50'0,"1"0,-1 0,0 50,1-26,24 26,25 0,-50-1,50-24,0 25,25-1,25-24,-25-25,24 0,26 0,-26 0,1 0,-25 0,24 0,-24 0,-25 0,25 0,-25 0,-25 0</inkml:trace>
  <inkml:trace contextRef="#ctx0" brushRef="#br0" timeOffset="-161123.38">15007 15701,'-49'0,"98"-24,26 24,24 0,0-50,25 50,-50-50,-24 50,0 0,-50-24,-50 24,-24 24</inkml:trace>
  <inkml:trace contextRef="#ctx0" brushRef="#br0" timeOffset="-160885.37">14982 16024,'0'0,"75"-25,49 25,0-50,25 50,-1-49,-23 49,-26-25,-50 25,-24-50,-25 50</inkml:trace>
  <inkml:trace contextRef="#ctx0" brushRef="#br0" timeOffset="-159887.31">17587 15156,'0'-25,"-50"74,1 51,-26-26,1 50,-1-25,51-24,-26-26,50 26,-25-75,25 25,0-50,50-25,-25 1,24-1,1-49,-25 24,24 1,1-25,-25 24,24 26,-24 49,-25 24,50 51,-50-26,24 1,-24 0,50 24,-50-24,0-1,0-24,0 25,0-25,0-1,0 26</inkml:trace>
  <inkml:trace contextRef="#ctx0" brushRef="#br0" timeOffset="-159698.3">17165 15577,'0'-49,"25"49,25 0,24 0,50 0,25-50,-25 50,0 0,-50 0</inkml:trace>
  <inkml:trace contextRef="#ctx0" brushRef="#br0" timeOffset="-158904.26">18653 15280,'0'0,"0"24,-74 26,49-50,0 0,25 0,0-50,25 50,-25-49,25 49,25 0,-26 25,-24 49,0-49,-49-25,24 0,25-25,0-25,25 50,-25 0</inkml:trace>
  <inkml:trace contextRef="#ctx0" brushRef="#br0" timeOffset="-157855.2">18852 14908,'0'-25,"0"0,0 25,0-50,-50 50,50-24,-49 24,-1 0,25 0,-49 0,24 0,1 24,-26-24,75 50,-49-50,49 25,-50-25,50 49,-50-49,50 50,-49-50,49 74,-50-74,50 50,-25-50,25 74,-24-49,24 25,0-25,-50-1,50 51,0-50,0 0,0 24,0-24,0 49,25-24,-25 0,25-50,-25 74,24-74,-24 25,50-25,49 49,-49-49,-1 0,1 0,0 0,-26 0,1 0,0 0,25-24,-26 24,51-50,-50 0,24 26,26-26,-50 50,-25-50,49 50,-49-49,50-1,-50-24,25 74,-25-50,0 25,0 0,24-24,-24-1,0 1,0-1,0-24,0 24,-49 25,24 25,0-49,-24 49,-1 0,0-25,1 25,-1 0,-24 0,24 0,50 0,-50 0,50 25,0 24</inkml:trace>
  <inkml:trace contextRef="#ctx0" brushRef="#br0" timeOffset="-156534.12">19720 15007,'-25'0,"25"-50,0 50,50 0,-25 0,24 0,1 0,-50 25,50-25,-50 74,49-49,-49 25,0-1,0 1,-25-25,1 24,-1-49,-25 50,0-50,1 25,-26-25,26 0,-1 0,25 0,-24 0,98-25,26-25</inkml:trace>
  <inkml:trace contextRef="#ctx0" brushRef="#br0" timeOffset="-156129.1">20340 14858,'0'-25,"-25"25,1 0,-51 25,26 0,-1 24,-24-24,24 25,25-25,25 24,-49-24,49 0,0 49,24-74,51 25,-1-25,1 0,-26 0,1 0,-1 0,1 0,-25 0,0 0,24 0,-24 0,-25 0</inkml:trace>
  <inkml:trace contextRef="#ctx0" brushRef="#br0" timeOffset="-155379.06">18356 16123,'0'-25,"25"25,24-25,1 25,24 0,1-49,24 49,-25 0,26-50,-51 50,1 0,-50 0,-75 0,51 25,-1-25</inkml:trace>
  <inkml:trace contextRef="#ctx0" brushRef="#br0" timeOffset="-155108.04">18405 16247,'0'0,"25"0,50-50,-26 50,26-24,24 24,0-50,-24 50,-1 0,-24-50,-26 50,-24 0,-24 25</inkml:trace>
  <inkml:trace contextRef="#ctx0" brushRef="#br0" timeOffset="-152918.92">19745 16396,'0'-25,"0"0,0 25,0 50,0 0,25 24,-25-24,0-1,49 1,-49-25,25 24,-25 1,0-25,50-25,-1-25,1 25,0-50,24 50,0-25,1 25,-26 0,1 0,-25 0,-25 0,-50 0</inkml:trace>
  <inkml:trace contextRef="#ctx0" brushRef="#br0" timeOffset="-152630.9">19993 16545,'-25'0,"25"-50,0 50,0-25,75 25,-26-24,26 24,-26-50,26 50,-26-50,1 50,-100 25</inkml:trace>
  <inkml:trace contextRef="#ctx0" brushRef="#br0" timeOffset="-152446.89">19993 16594,'0'0,"74"0,1 0,-1 0,-24 0,-1 0,1 0,0 0</inkml:trace>
  <inkml:trace contextRef="#ctx0" brushRef="#br0" timeOffset="-152198.87">20936 16421,'0'0,"-50"49,50-24,-50 25,50-25,-25-25,25 49,0 1,-24-50,24 25,-25-25,-50 0</inkml:trace>
  <inkml:trace contextRef="#ctx0" brushRef="#br0" timeOffset="-152027.86">20613 16495,'25'0,"0"0,24 0,26 0,-1 25,-24-25,-1 25,-24-25,25 49,-25-49</inkml:trace>
  <inkml:trace contextRef="#ctx0" brushRef="#br0" timeOffset="-151740.85">21258 16297,'0'24,"0"26,0-25,50 0,-50 24,24 1,-24 0,0-26</inkml:trace>
  <inkml:trace contextRef="#ctx0" brushRef="#br0" timeOffset="-151501.83">21258 16222,'0'0,"25"50,24-25,1 24,24-24,-24-25,-25 75,24-75,-49 24,50-24,-25 25</inkml:trace>
  <inkml:trace contextRef="#ctx0" brushRef="#br0" timeOffset="-151246.82">21605 16123,'0'-50,"0"100,0-25,25 0,-25 24,25 1,-25-25,49 24,-49-24,25 0,-25 49,50-74</inkml:trace>
  <inkml:trace contextRef="#ctx0" brushRef="#br0" timeOffset="-150917.8">21878 16197,'-25'0,"25"25,-74 25,74-25,0-1,0 26,0-25,25-25,24 50,1-50,-1 0,1 0,-25 0,0 0,24 0,-49-25,25 0,-25-25,0 1,0-1,0 25,0 25,-49-49,24 49,0 0,-25 0,50 24</inkml:trace>
  <inkml:trace contextRef="#ctx0" brushRef="#br0" timeOffset="-150638.79">22349 16049,'0'24,"50"1,-50 25,0-25,0-1,0 26,0-25,0 0,0 24,0 1,0-50</inkml:trace>
  <inkml:trace contextRef="#ctx0" brushRef="#br0" timeOffset="-150137.76">22349 15850,'50'0,"0"-74,24 74,0 0,1 0,-50 0,-1 49,-24-24,0 25,-49 24,-26-49,1 25,24-50,1 49,24-49,-25 0,50 0,50 0,24 0,-74 50,50-1,-25-24,49 25,-24-50,-1 0,-24 0,25 0,-50 0,49 0,-49-75,25 51,25-26</inkml:trace>
  <inkml:trace contextRef="#ctx0" brushRef="#br0" timeOffset="-149957.75">23193 16446</inkml:trace>
  <inkml:trace contextRef="#ctx0" brushRef="#br0" timeOffset="-149475.72">22151 16495,'50'-49,"49"49,74-50,1 50,24 0,-24 0,-50 0,-49 0,-51 0,-123 0</inkml:trace>
  <inkml:trace contextRef="#ctx0" brushRef="#br0" timeOffset="-149288.71">22250 16768,'99'0,"25"0,50-74,-25 74,49-50,-98 50,-26 0,-49-50,24 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12:07:48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869 819,'0'-25,"0"-25,-25 25,25 1,0 48,0 26,0 24,0 1,0 24,0 0,0-24,0-1,0-24,49-26,-49 26,0-25,25-25,-25 0,0-50</inkml:trace>
  <inkml:trace contextRef="#ctx0" brushRef="#br0" timeOffset="299.01">869 967,'-50'-49,"50"24,0 0,0-24,25 49,-25-50,25 50,24 0,1 0,49 74,-99-24,50 0,-50 24,49 25,-49-24,0-26,0 1,0-25,-49 24,24-24,0 25,-49-50,49 24,0-24,-25 0,50-74,25 0</inkml:trace>
  <inkml:trace contextRef="#ctx0" brushRef="#br0" timeOffset="1176.06">1315 1166,'0'0,"25"-75,-25 26,49 24,1-25,-50 26,25-1,-25-25,0 25,0 25,-25 0,-49 100,-1-26,50 50,25-25,-74 0,74-49,0-25,0 24,0-24,25-25,0 0,49 0,0 0,-24-25,0-24,24 24,-49-49,24 24,-49-24,50-1,-50 26,0 24,0 0,0-25,0 50,-74 25,49 25,25-1,0-24,0-25,49 25,-24-25,25 74,-25-74,-1 75,26-50,-50 24,25-24,-25 0,0 24,0-24,-25-25,-25 0,50-25,0-24,0-26,0 1,50-25,-50 74,50 25,-1-50,1 50,0 0,-50 50,24-25,-24 0,0 24,50 1</inkml:trace>
  <inkml:trace contextRef="#ctx0" brushRef="#br0" timeOffset="1326.07">2034 992,'-24'-49,"48"49,1 0</inkml:trace>
  <inkml:trace contextRef="#ctx0" brushRef="#br0" timeOffset="2047.11">2406 819,'-24'0,"-1"0,-25 49,1 1,-1 24,0 1,1-26,49 1,0-25,0-1,49-24,1 0,0-49,-1-1,-24 25,-25 1,50-26,-50 0,0 26,0 73,24 26,-24-1,50 75,0-25,-50 49,49-24,-49-49,0 24,0-75,0-24,0-25,0-50,-49-24,49-25,0-50,0-25,0-24,0 49,0 75,24 49,-24 0,50 25,-25 0,0 0,49 0,-49 50,24-1,-49 1,50-1,-50 1,25-25,24-25,-49-50,25 1,-25-1,50 0,-25 26,24 24,-49 0,50 0,-50 49,25-49,-25 75,25-75,24 49,1-49,-1 0</inkml:trace>
  <inkml:trace contextRef="#ctx0" brushRef="#br0" timeOffset="2444.13">4118 794,'-25'0,"0"25,-24 24,24 1,-25 24,25 1,25-51,-49 26,49 0,49-50,-24 0,0-25,25 0,-25-25,-25 26,49-1,1 25,-25 49,24 1,1-25,-1-25,-49 0</inkml:trace>
  <inkml:trace contextRef="#ctx0" brushRef="#br0" timeOffset="3578.2">5408 595,'25'-24,"-25"-1,24 25,-24-50,-24 50,-1 25,-74 25,49 49,0-50,50 1,-24 24,24-49,0 0,0-25,49 74,26-74,-1 0,-24 0,-26 25,26-25,-50 25,25 25,-25-26,0 26,-25 0,-25-26,-24 26,24-50,1 25,-1-25,1 0,24 0,25 0,0-50,25-24,74-50,0 25</inkml:trace>
  <inkml:trace contextRef="#ctx0" brushRef="#br0" timeOffset="4326.24">5780 943,'-25'0,"99"-25,-24-25,0 1,24-1,-49 25,-25-24,25 49,-25-25,-25 25,-25 0,-49 99,25-49,-26 49,51-50,49 1,-75 0,75-1,50-49,0 0,74 0,24-25,1-49,-25 0,0-26,-49 51,-1-26,-74 51,25 24,-25-25,-25 25,-74 25,0 49,-25 0,24 26,51-51,49-24,-50 25,75-26,25-24,49 0,25-74,-50 49,26-49,-51 24,-49 1,75 24,-75-25,-25 50,25 75,0-26,0 50,0 1,0-1,25 25,-25-25,0 0,0-24,0-1,0-49,0-50,49-74,-24 24,25-49,-1 25,1 0,-25 49,49 1,-49-26</inkml:trace>
  <inkml:trace contextRef="#ctx0" brushRef="#br0" timeOffset="6095.34">7045 719,'0'-49,"0"98,0 51,0-26,0-24,0-1,0-24,49 25,-49-1,25-49,0 0,-25-49,50 24,-50-25,0 1,0-1,0 0,0 1,25 49,-25 49,49 1,-49-25,50 24,-50-24,49 25,1-25,-25-25,24-25,1 0,-25 0,-25-24,49-1,-49-24,25 24,-25-24,0 49,0 0,0 25,0 0,-74 50,24-1,50 1,-25-1,25 26,0-50,0-1,0 26,25-50,50 0,-1 0,0 0,1-25,-1-24,1 24,-51-25,-24 1,50-1,-50 25,0-24,0 98,0-24,0 25,0-26,25 26,-25-25,25-25,-25 49,0 1,0-75,0 0,0-24,0-1,0-24,49-1,-49 51,25 24,-25 24,75 26,-75 0,49-26,-49 51,50-50,-50-1,25-24,24 0,-24 0,-25-24,0-51,0 26,0-1,0-24,0-1,0 50,0-24,0 24,50 25,-50 74,24 1,-24-1,50 1,-50-1,50 0,-50-24,24 0,-24-1,25-49,-25 50</inkml:trace>
  <inkml:trace contextRef="#ctx0" brushRef="#br0" timeOffset="6263.35">8384 843,'0'-49,"50"49,24-50,26 50,24 0,-25-49,-25 49,1-50,-51 50</inkml:trace>
  <inkml:trace contextRef="#ctx0" brushRef="#br0" timeOffset="6426.36">9004 645,'0'50,"0"24,0-49,0 0,0 24,0 1,0-1,0-49</inkml:trace>
  <inkml:trace contextRef="#ctx0" brushRef="#br0" timeOffset="6563.37">8955 719,'0'-24,"0"-26,49 50,1 0,24 0</inkml:trace>
  <inkml:trace contextRef="#ctx0" brushRef="#br0" timeOffset="6906.39">9401 670,'-49'25,"-1"24,0-24,1 25,-26-1,51-24,24 25,-50-26,50 26,25-50,49 0,1 0,-26-50,1 26,0-26,-50 25,24-24,-24-1,0 25,-24 25,24 50,-25-25,25 24,0-24,0 0,25-25,49 0,-24 0,-1-25,1-25,-1-24</inkml:trace>
  <inkml:trace contextRef="#ctx0" brushRef="#br0" timeOffset="7071.4">9699 496,'0'-50,"-25"50,25-49,0 98,0 26,0 24,0 0,25 25,-25-24,50 24,-50-50,0 0</inkml:trace>
  <inkml:trace contextRef="#ctx0" brushRef="#br0" timeOffset="8444.48">10468 645,'-25'0,"0"0,-49 50,24-1,25 26,-24-26,49 1,0-25,0 24,25-24,49-25,1 0,24 0,-25-25,1-24,-51 24,-24-25,25 25,-25 1,0-26,-74 50,49 0,-25 0,50 0,25 0,50 0,-1 0,-24 0,-1 0,1 0,-50-25,25 25,-25-49,0 73,0-24,0 75,0-50,0-25,0 49,24-49,26 50,-25-50,-25-25,0 0,0 25</inkml:trace>
  <inkml:trace contextRef="#ctx0" brushRef="#br0" timeOffset="9532.54">10914 620,'0'0,"-24"0,24 25</inkml:trace>
  <inkml:trace contextRef="#ctx0" brushRef="#br0" timeOffset="9846.56">10790 595,'0'-24,"0"24,0 49,0 26,0 24,0-25,0 1,0-1,0-49,0 0,75 24,-1-49,-24 0</inkml:trace>
  <inkml:trace contextRef="#ctx0" brushRef="#br0" timeOffset="10341.59">11187 670,'0'0,"-74"0,-1 74,26-24,24-25,-25 24,26-24,48-25,1 0,25 0,24 0,-24 0,-25 0,-25 0,24 0,51 50,-50-50,24 0,26-25,-26 25,1-75,0 26,-50 24,24 0,-24-24,0 24,0 0,0-25,0 50,-49 25,49 0,0 0,0 24,0-24,0 0,0 25,49-50,-49 49,50-49,0 0</inkml:trace>
  <inkml:trace contextRef="#ctx0" brushRef="#br0" timeOffset="10492.6">11485 794,'-25'0,"50"-50,25 50,24 0,25-49,0 49,25 0,-49-50</inkml:trace>
  <inkml:trace contextRef="#ctx0" brushRef="#br0" timeOffset="10664.61">12130 744,'49'0</inkml:trace>
  <inkml:trace contextRef="#ctx0" brushRef="#br0" timeOffset="12636.72">12824 645,'0'-50,"0"26,0-1,0 25,-49 0,49 49,-25 51,25-1,0 0,0 0,0 0,25 25,-25-24,25-1,-25-25,49-24,-49-1,0 26,0-25,-25-50</inkml:trace>
  <inkml:trace contextRef="#ctx0" brushRef="#br0" timeOffset="12983.74">12700 1265,'25'-124,"25"50,-25 49,74-25,-50 50,1 0,-25 0,24 50,-49-25,25 24,-25-24,0 0,50-25,-1 0,-24-25,50-49,-75 24,0 0,0 26,0-26,-25 50,-50 0,1 0,0 0,24 0,25 25,25 24,0-49,50 0,24 0</inkml:trace>
  <inkml:trace contextRef="#ctx0" brushRef="#br0" timeOffset="13240.75">13345 893,'25'0,"25"50,-50-1,49-24,-49 0,0-75,0 25,0-24,25-26,-25 26,99 24,-24-25,-50 50</inkml:trace>
  <inkml:trace contextRef="#ctx0" brushRef="#br0" timeOffset="13761.78">14982 645,'-49'0,"49"25,0 49,0 25,0 1,0-1,0-25,0 1,0-1,0-24,0-1,0-24,-25-25</inkml:trace>
  <inkml:trace contextRef="#ctx0" brushRef="#br0" timeOffset="14203.81">14660 1067,'0'-50,"0"0,74 50,1-49,24 49,25-50,-50 50,1 0,-26-49,1 49,-75 0,0 49,25-24,-49 0,49 24,0-24,0 0,0 25,0-26,25-24,-25 50,24-50,-24 0,25-50,-25 26,50-26,-50 0,25 50,-1 0,51 0,-75 50,49-25,-49 0,0 24,25-24,-25 25,0-26</inkml:trace>
  <inkml:trace contextRef="#ctx0" brushRef="#br0" timeOffset="14512.83">15553 1166,'0'-50,"25"25,24-24,51-1,-26 25,0-24,1-1,-50 25,-75 25,-24 0,-1 50,1 0,49-50,25 49,0 1,50-50,49 0,0 0,25 0,-25 0,-24 0,-1-50,-24 25</inkml:trace>
  <inkml:trace contextRef="#ctx0" brushRef="#br0" timeOffset="15237.87">16868 719,'0'-24,"-25"24,0 0,-25 0,-24 0,-1 0,1 74,49-24,25-1,25-49,49 0,1 0,-1 0,-24 0,0 0,-1-74,-49 24,0 50,0 75,0-26,0 26,0 24,0 0,0 0,0-24,-25 24,1-50,-26-24,25-25,-24 0,-1 0,50-25,0-24,0-50,25 24,24-24,26-25,-1 25,-24 49,-1 1,1 49,0-50,-26 50,26-25,-50 50,0 0,0 24,25 1,-25-25,49 0,-24 49</inkml:trace>
  <inkml:trace contextRef="#ctx0" brushRef="#br0" timeOffset="15396.88">17140 571,'-24'-50,"73"50,1 25,-1-25</inkml:trace>
  <inkml:trace contextRef="#ctx0" brushRef="#br0" timeOffset="15696.89">17438 645,'0'25,"0"24,0 1,0-25,25 24,-25-24,74-25,-74 25,25-25,0 0,-25 0,49-25,-49-49,0 24,25 1,-25-1,50 50,-50-50,0 100</inkml:trace>
  <inkml:trace contextRef="#ctx0" brushRef="#br0" timeOffset="15957.91">17835 819,'25'-25,"-25"-25,49 25,-49-24,-49 49,-1 0,1 49,49-24,-25 0,25 25,25-50,24 49,1-49,-1 0,26-25,-26 25,26-49</inkml:trace>
  <inkml:trace contextRef="#ctx0" brushRef="#br0" timeOffset="16355.93">18157 645,'0'50,"0"-1,0 26,0-51,25 1,-25 25,0-100,0-24,25 49,-25 0,50-49,-50 49,49 25,-24 0,25 0,-50 50,74-1,-49-24,24 25,-49-1</inkml:trace>
  <inkml:trace contextRef="#ctx0" brushRef="#br0" timeOffset="17091.97">19596 521,'0'0,"-74"0,24 0,0 0,26 50,24-26,-50 26,50-25,0 0,0 24,50-24,-1-25,1 50,-1-50,1 0,-50 24,74-24,-74 50,0-25,-49 49,-1-49,-24-25,-1 74,1-74,49 0,0 0,25-49,50-26,24 51,50-51,-24 1</inkml:trace>
  <inkml:trace contextRef="#ctx0" brushRef="#br0" timeOffset="17277.98">19943 521,'0'0,"0"25,0 24,0 1,0 0,25-1,-25 26,0-26,0 1,0-25,0 24,0-24</inkml:trace>
  <inkml:trace contextRef="#ctx0" brushRef="#br0" timeOffset="18112.03">19894 769,'0'-25,"99"-24,0 49,0 0,1 0,-1 0,0 0,-49 0,-26 0,-73 0,-26 49,-24-24,50 25,-1-26,0-24,50 75,-24-75,24 25,24-1,26-24,0 0,-1 0,1 0,-1 0,1-49,0-26,-50 51,0-1,0 25,-25 49,25 26,0-75,49 0,-24 0,0 0,25 0,-26-25,1 0,-25-24,50 24,-50-25,0-24,0-1,0 1,0-1,-25 26,25 24,-25 25,0 25,25 49,-49 1,49-1,0 1,0-1,49-24,-24-26,50-24,-1 50,1-50,-1 0,-24 0,-1 0,-24-74,-25 24,0 25,-25 25,0 0,25 25,-74-25,74 25,0 24,50 1,-1-50,26 0,-1 0,-24 0,-1-25</inkml:trace>
  <inkml:trace contextRef="#ctx0" brushRef="#br0" timeOffset="18262.04">20911 645,'0'-50,"25"50,49 0,0 0,1 0,-1 0</inkml:trace>
  <inkml:trace contextRef="#ctx0" brushRef="#br0" timeOffset="19484.11">22225 322,'0'50,"0"24,0 1,0-1,0 1,0-26,0 1,0 0,25-50,-25-25,0-25,-74 50,-1 0,-24 0,-25 50,50-1,-1-24,50-25,25 50,0-1,0-49,50 0,24 0,1 0,-26 0,1 0,0-49,-1-1,-49 25,0 25,25 50,25 0,-25-50,24 0,-24 0,0 0,0 0,-25-25,74 25,-74-75,0 51,25-1,-25-25,0 25,0 25,0 50,0-25,49 0,-49 24,0 1,0-25,25-25</inkml:trace>
  <inkml:trace contextRef="#ctx0" brushRef="#br0" timeOffset="19627.12">22424 695,'0'-25,"25"25,74 0,0 0,-25 0</inkml:trace>
  <inkml:trace contextRef="#ctx0" brushRef="#br0" timeOffset="19814.13">22969 670,'0'0,"-24"0,-51 0,-24 25,49-25,1 99,-1-74,25-25,25 49,0 26,50-75,0 0,24 0,-24 0,24 0,-24-50</inkml:trace>
  <inkml:trace contextRef="#ctx0" brushRef="#br0" timeOffset="20444.16">22969 819,'0'-50,"0"50,-24 0,-26 50,50-1,0 1,50-50,24 0,1 0,-1 0,0 0,1 0,-50 0,24-75,-49 26,0 24,0-25,-49 50,-1 0,25 0,0 0,25 0,-49 0,49 25,0 25,25-50,49 0,-24 0,-26 0,1 0,-25-25,50 25,-50-25,0 50,25 25,-25 24,0 25,49 0,-49 25,75 25,-75-25,0-25,0 26,0-76,-25-49,0 0,-25 0,1-124,24 50,25-1,-50 1,50-1,0-24,0-25,25 50,0-1,25 1,-26 49,51 25,-26-49,1 49,24 0,-24 0,24 0</inkml:trace>
  <inkml:trace contextRef="#ctx0" brushRef="#br0" timeOffset="20722.18">23813 744,'0'0,"0"25,0 25,0-26,49 1,-49 25,0-75,0 0,0 0,0 1,25-26,-25 25,75-24,-26 49,-24 0</inkml:trace>
  <inkml:trace contextRef="#ctx0" brushRef="#br0" timeOffset="21088.2">24210 719,'-25'-24,"0"24,0 0,-24 24,24-24,-25 75,25-1,25-24,25-50,0 49,25-49,24 0,-24-24,-25 24,24-50,-24 0,-25 1,0 24,0 0,0 25,0 25,0 25,0-26,0 26,50 0,-26-50</inkml:trace>
  <inkml:trace contextRef="#ctx0" brushRef="#br0" timeOffset="21605.23">24483 769,'0'0,"0"50,0-1,49-49,-49-49,25-26,-25 50,50 25,-50-49,49 49,-24 0,-25 25,0-1,25 1,-25 25,0-25,0 24,49-49,-49 0,50-49,-50 24,50 0,-1-25,-49 26,50 24,-25 0,-25 0,0 24,49 51,-49-26,0-24,0 0,0 25,0-26,25 26</inkml:trace>
  <inkml:trace contextRef="#ctx0" brushRef="#br0" timeOffset="24536.4">893 1612,'0'-25,"-49"25,49-49,-50 49,50 49,0 26,0 49,50 50,-50-1,25-24,-25-25,0 0,0-50,0-24,49-25,-49-50,0-25,0 1,50-50,-50 49,0 0,25 26,-1-26,51 50,-75 50,25-1,-25 26,0-26,0 1,0-25,0 24,-50-49,50 25,0-25,0-50,25-24,0 24,24 1,-24-1,25 50,-50-25,24 25,1 0,-25 0,50 50,-1-50,1 0,0-25,-50-24,24 49,-24-50,0 100,0 24,0 0,50 26,-50 24,0-25,0 0,0-24,0 24,-25-25,0-74,-24 0,-1-74,50 49,0-49,0-1,0-24,75-25,-1 25,-24 49,24 0,50 1,-49 24</inkml:trace>
  <inkml:trace contextRef="#ctx0" brushRef="#br0" timeOffset="25406.45">2729 2332,'-25'0,"25"-50,50 50,49-25,0 25,25-74,-25 74,-24-50,-26 50,1-25,-100 25,1 0,-26 25,26-25,-1 50,1-50,24 49,-25-24,50 50,0-1,25-49,-25 24,50 26,-50-26,74 1,-74-25,50 25,-50-26,0 26,-50-25,0-25,26 0,-1 0,-25 0,25-25,25 0,0-24,0-1,50 0,24 1,1-1,-1 25</inkml:trace>
  <inkml:trace contextRef="#ctx0" brushRef="#br0" timeOffset="25678.46">3820 1984,'0'0,"0"25,0 50,0 24,0 0,0 0,25 0,-25-24,0-1,0-24,0-25,25-25,-25 49,49-49,1-24</inkml:trace>
  <inkml:trace contextRef="#ctx0" brushRef="#br0" timeOffset="25946.48">4118 2232,'-25'0,"-74"50,49 24,-24 1,24-1,1-49,49 0,-25 24,25-49,49 0,1 0,-25 0,0 0,24 0,-24 50,25 0,-25-50,-25 49,49-49,-49 25,50-25,-1 0</inkml:trace>
  <inkml:trace contextRef="#ctx0" brushRef="#br0" timeOffset="26425.51">4812 2108,'-49'100,"49"24,0-25,0-25,0 1,0-1,25 1,-25-26,0 1,24-25,26-25</inkml:trace>
  <inkml:trace contextRef="#ctx0" brushRef="#br0" timeOffset="26628.52">4812 2431,'25'-25,"50"25,24-74,0 74,0-50,-24 50,-1 0,-99 0</inkml:trace>
  <inkml:trace contextRef="#ctx0" brushRef="#br0" timeOffset="26789.53">4664 2753,'0'0,"74"0,0 0,26-24,24 24,25-75,-25 75,0-74,-75 74</inkml:trace>
  <inkml:trace contextRef="#ctx0" brushRef="#br0" timeOffset="27003.54">5656 2307,'49'49,"-49"26,0-1,50 1,-50-26,0 1,0 0,0-26,25-24,-25 25</inkml:trace>
  <inkml:trace contextRef="#ctx0" brushRef="#br0" timeOffset="27167.55">5631 2356,'50'-49,"-1"49,50 0,25-75,-49 75,-1 0,-24 0</inkml:trace>
  <inkml:trace contextRef="#ctx0" brushRef="#br0" timeOffset="27312.56">5705 2580,'25'-25,"25"-25,49 25,-25 25,1-74,-1 74,-24-25</inkml:trace>
  <inkml:trace contextRef="#ctx0" brushRef="#br0" timeOffset="27827.59">3374 3324,'25'0,"74"-75,50 75,24-74,26 24,-50 50,-25-49,-50 49,-24 0</inkml:trace>
  <inkml:trace contextRef="#ctx0" brushRef="#br0" timeOffset="28067.6">3349 3522,'0'0,"50"0,49-49,0 49,50-50,0 50,0-74,-25 74,24-75,-73 75,-26 0,-98 0,-1 25,1-25</inkml:trace>
  <inkml:trace contextRef="#ctx0" brushRef="#br0" timeOffset="37047.11">10269 2431,'0'0,"0"-25,0 25,0-25,-49 25,24 0,0 0,-24 0,24 0,0 0,-25 0,50 25,-24 25,24-26,0 1,0 25,-50-25,50-1,0 26,25-25,-25 25,25-50,24 24,-24-24,0 0,24 0,26 0,-26 0,-24 0,0 0,-25 0,50 0,-50-49,25 49,-25-25,49 0,-49-25,0 26,0-1,0-25,0 25,-25 25,25-24,-24 24,24-50,-25 50,-25 0,50-25,-25 25,-24 0,-1 0,0 0,26 0,24 0,0 50,0-50</inkml:trace>
  <inkml:trace contextRef="#ctx0" brushRef="#br0" timeOffset="37743.15">10642 2406,'0'-25,"0"25,0 50,0-25,0-1,0 26,-25-25,25 0,0 24,0-24,0-25,74 0,-49 0,25 0,-26 0,1 0,25 0,-50-74,49 74,-49-25,25 25,-25-50,0 25,25 25,-25-49,0 24,0 25,0-25,-25 25,25-49,-49 49,-1 0,25 0,-24 0,-1 0,0 0,50 24,-24-24,24 50</inkml:trace>
  <inkml:trace contextRef="#ctx0" brushRef="#br0" timeOffset="39588.26">11038 2009,'-24'0,"-1"0,25-49,-25 49,0 0,25-25,-74 25,49 0,0 0,-24 0,-1 0,25 0,0 0,-49 0,0 0,49 0,0 0,-25 0,1 0,-1 0,50 0,-50 0,26 0,-26 49,-24-49,74 25,-50-25,0 50,-24-50,24 25,1-25,49 49,-50-49,1 0,49 25,-50-25,0 25,1 24,24-49,25 50,-50 0,50-26,-49-24,49 25,-25 25,25-1,-25-24,25 25,0-25,0-1,0 26,0-25,0 0,0 0,0 49,0-74,0 50,50-50,-50 49,49-49,-49 50,50-50,0 49,-26-49,-24 75,50-75,-50 25,74-25,-49 24,0-24,25 0,-26 0,26 50,-25-50,0 0,-1 0,26 0,0 0,-1 0,1 0,-1 0,-24 0,0 0,25 0,-25-25,49 25,-74-49,50 49,-50-25,49 25,-49-25,75 25,-75-50,49 50,-24-24,49-26,-24 25,-25-24,24-1,-24 25,25-24,-25 24,24-25,-24 25,25-49,-50 49,24 25,-24-50,0 26,25-26,-25 0,0 26,50 24,-50-50,0 25,0 0,0-24,-25 24,25 0,-25-24,25 24,-25 25,25-25,-49 25,49-50,-25 50,-25-24,26 24,-26 0,25-50,-24 50,24 0,0 0,25 25,0 0</inkml:trace>
  <inkml:trace contextRef="#ctx0" brushRef="#br0" timeOffset="41117.35">10964 1836,'0'-25,"0"-25,0 25,0 1,0-26,0 0,0 50,0-25,0 1,-25 24,25-50,-49 50,49-25,-25 25,25-25,-50 25,25-49,-24 49,24-25,-25 25,26-50,-1 50,-50-24,26 24,-1-50,1 50,-1 0,-25-25,26 25,24 0,-25 0,1 0,-1 0,25 0,-24 0,24 0,0 0,-24 0,-26 0,26 0,-1 0,-24 0,24 0,-24 0,24 0,0 50,26-50,-26 0,25 49,-25-49,26 50,-1-50,-25 50,25-50,25 49,-49-49,49 75,-50-26,50-24,0 0,0 49,0-24,0 0,0-1,0 1,25 24,-25-24,50-1,-1 1,-24-25,0-25,24 49,-24-49,25 75,0-75,-1 25,1-25,-1 0,-24 0,0 0</inkml:trace>
  <inkml:trace contextRef="#ctx0" brushRef="#br0" timeOffset="41448.37">9128 2332,'0'0,"50"0,0 0,-26 0,26 0,-25 49,0-49,24 0,-24 25,0-25,25 0,-1 0,-24 0</inkml:trace>
  <inkml:trace contextRef="#ctx0" brushRef="#br0" timeOffset="41800.39">9625 2084,'-25'-50,"25"100,0 24,0-24,0-1,0 1,0-1,0 1,0-25,0 0,0-25,0-50</inkml:trace>
  <inkml:trace contextRef="#ctx0" brushRef="#br0" timeOffset="42806.44">9997 1538,'0'-25,"-25"25,0 0,25 25,-74 24,74-24,-25 25,25-25,0 0,0 49,0-49,0-25,74 25,-49-25,0 0,24 0,-24 0,0 0,25 0,-26-50,26 0,-50 26,50-26,-50 0,0 25,0 1,-25-26,0 50,-25 0,26 0,-26 0,25 0,0 0,-24 25,24-25,0 0,25 25,-74-25,74 24,74 26,-49-50</inkml:trace>
  <inkml:trace contextRef="#ctx0" brushRef="#br0" timeOffset="46480.65">7987 5283,'0'-49,"0"49,0-25,-24 25,-26 0,25 0,0 0,-24 0,24 0,25 0,-25 0,25 50,-49-1,49-24,0 25,0-26,0 26,0-25,0 24,24-49,-24 50,75-50,-50 0,24 0,1 0,-1 0,51-25,-51 25,1-49,0-1,-26 25,-24-24,75-26,-75 26,0-1,0 25,0-24,-25 49,25-25,-50 25,26 0,-26 0,-25 0,51 0,-1 25,-25-25,50 49,0 1,0-25,75-25,-1 0,1 0</inkml:trace>
  <inkml:trace contextRef="#ctx0" brushRef="#br0" timeOffset="46809.67">8707 4986,'0'-50,"0"75,0 0,0 24,0 1,0 24,0-24,0 0,0-26,0 26,25-75</inkml:trace>
  <inkml:trace contextRef="#ctx0" brushRef="#br0" timeOffset="47905.74">8880 4738,'0'-50,"-24"50,-1 0,25-25,-25 25,-25 0,26 0,-51-49,26 49,24 0,0 0,-25 0,26 0,-1 0,-25 0,1 0,24 0,0 0,-49 24,24-24,25 0,-25 50,26-50,-1 50,-50-50,26 49,-1 1,-24-25,24 24,1-24,-1 25,0-25,26 24,24-24,-50 0,50 24,0-24,-25 25,25-25,0-1,0 1,0 25,0-1,0-24,0 25,0-25,0-1,50 26,-50-25,74 24,-49-24,25 25,-26-25,26 24,-25-24,24-25,1 50,-25-50,24 49,26-49,-26 0,1 25,25-25,-1 0,25 0,-49-74,-1 49,26-25,-1 25,-24-24,-1 24,1-25,-25 1,24-1,-24-24,-25 24,50 1,-50-1,25-24,-25 49,0 0,0-25,49 26,-49-51,0 1,0 49,0-25,-25 26,-49-26,0 50,49-25,0 25,-25 0,26 0,-1 0,-25 0,75 0</inkml:trace>
  <inkml:trace contextRef="#ctx0" brushRef="#br0" timeOffset="48947.79">9897 3051,'-24'-25,"-26"25,50-49,-25 49,0 0,-49 49,49-49,25 50,-49-25,49 24,-50-24,0 25,26-1,-26 26,0 24,-24 0,24 25,-49 25,49-25,-24-50,24 26,26-51,-26 26,25-1,-24-49,24 24,-25-24,50 0,-49 25,-1-1,50 1,-25-50,25 25</inkml:trace>
  <inkml:trace contextRef="#ctx0" brushRef="#br0" timeOffset="49337.82">8682 4192,'-25'0,"25"0,0 50,0-1,0 26,0-26,0 1,0-25,0 24,0-24,25-25,25 0,-26 0,1 0,25-50,-25 50,24 0,1 0,-25 0,-25-24</inkml:trace>
  <inkml:trace contextRef="#ctx0" brushRef="#br0" timeOffset="50133.86">8756 3398,'-49'0,"49"-49,0 24,-25 25,25 25,0-1,0 26,0 0,50 24,-50 0,49 26,-49-26,25-24,-25-1,50 1,-50-25,0-25,24 0</inkml:trace>
  <inkml:trace contextRef="#ctx0" brushRef="#br0" timeOffset="52638.01">7963 4837,'0'-25,"0"25,0-50,-50 26,25-1,0-25,-24 25,24-24,-25 24,1 25,49-50,-75 50,51 0,-51-24,50 24,1 0,-26-50,25 50,0 0,-49 0,49 0,0 0,-24 0,-1 0,25 0,0 25,-24-25,24 0,25 25,-50-25,50 49,-49-49,49 25,-25-25,25 25,-25-25,25 49,-74 1,49-25,0 24,-24-24,24 25,-50 0,75-1,-24-49,24 50,0-1,0-24,-25 0,25 25,0-26,0 1,-50 25,50-25,0-1,0 26,0-25,0 0,0 24,0-24,25 25,-25-26,0 1,0 0,25-25,-25 99,0-74,49 0,-49 49,50-49,-50 0,74 25,-24-1,0 1,-26-50,-24 25,25-25,0 0,-25 24,74-24,-24 0,-25 0,24 0,1 0,0 0,-25-49,24 49,-24 0,-25-50,50 50,-1-25,-49-24,25 49,-25-25,25 25,-25-25,49-25,-49 26</inkml:trace>
  <inkml:trace contextRef="#ctx0" brushRef="#br0" timeOffset="53140.03">7367 5631,'-24'0,"24"0,49 0,-24 0,0 0,24 0,-24 0,0 0,25 0,-1 0,-24 0,0 0,-25 0,0 0,0 74,0-24,0-1,0 1,-50 24,50-49,-49-25,49 50</inkml:trace>
  <inkml:trace contextRef="#ctx0" brushRef="#br0" timeOffset="54933.14">6946 3919,'0'-49,"-25"49,25-25,0 25,0 74,0-24,0 24,0 1,0-1,0-24,49 24,-49-49,25 0,-25-25,0-25</inkml:trace>
  <inkml:trace contextRef="#ctx0" brushRef="#br0" timeOffset="56358.22">8707 5854,'-50'0,"50"25,50-25,-25 49,24-49,50 25,-24-25,-1 50,25-50,25 49,-24-49,49 50,-1 0,1-1,25-49,-50 50,25-50,0 49,-75-49,-24 50,-1-50,-49 25,25-25</inkml:trace>
  <inkml:trace contextRef="#ctx0" brushRef="#br0" timeOffset="57701.3">11038 6201,'0'-25,"0"50,0 50,25-26,-25 1,0-1,0 1,0 24,50-49,-50 0,0 25,0-26,0-48,25-26</inkml:trace>
  <inkml:trace contextRef="#ctx0" brushRef="#br0" timeOffset="58089.32">11411 6201,'0'50,"0"-1,0 26,0-26,0 26,0-50,0-1,49-24,26 0,-51 0,26-24,24-26,-49 25,-25 0,50-24,-50-1,0 1,0 24,0 25,-25 0,-25 0,-49 0,25 0,-1 25,51-25</inkml:trace>
  <inkml:trace contextRef="#ctx0" brushRef="#br0" timeOffset="59487.4">11733 5705,'-50'0,"-24"0,74-25,-25 25,-24 0,-1 0,0 0,1 0,24 0,0 0,-49 0,24 0,25 50,-24-50,24 49,0-49,25 25,-74-25,74 25,-50-25,50 75,-50-75,50 24,-24-24,24 25,-50 25,50-25,-25-25,25 24,0 26,-25-50,25 25,0 0,-49-25,49 49,0-24,0 0,0 24,0 26,0-26,0 1,0 0,25-1,-25-24,24 0,26 24,-25-24,24 25,26-50,-75 25,49-25,-24 0,25 49,-25-49,-1 0,26 0,-25 0,0 0,-1 0,26 0,-25 0,0 0,49 0,-49-49,0 49,24-25,-24 25,25-50,-25 50,-1-25,26 25,-50-24,50 24,-50-50,49 50,-49-25,25 25,-25-25,50 25,-50-49,24-1,-24 25,0-24,50 24,-50 0,0-49,0 24,0-24,0 49,0 0,0-49,0 24,0 25,0-24,-25 49,25-50,0-24,0 49,-25 25,25-25,-24 25,-26 0,50-50,-50 50,-24 0,49 0,-24 0,-26 0,1 25,-1-25,26 50</inkml:trace>
  <inkml:trace contextRef="#ctx0" brushRef="#br0" timeOffset="60866.48">9252 6400,'0'-25,"0"25,-49 0,24 49,25-24,-50 25,50-1,0 1,0 0,25-1,0 1,25-50,-1 0,-24 0,0 0,25 0,-26 0,1 0,25 0,-50 0,49 0,-49-50,25 50,-25-25,50 1,-50-26,0 25,0 0,0-24,0 24,-25 25,25-25,-25 25,25-49,-25 49,-24 0,24-25,-25 25,26 0,-1 0,0 0,-25 0,50 0,-25 0,25 49,-24-49,24 25,0-25,49 0</inkml:trace>
  <inkml:trace contextRef="#ctx0" brushRef="#br0" timeOffset="62569.57">11063 6697,'0'-49,"0"49,-49 0,24 0,0 0,25 24,-25-24,25 25,0 0,-49-25,49 50,0-1,-25-49,25 50,0 0,0-1,0 26,0-51,0 26,0-25,0 24,0-24,0 0,49 25,-49-26,25 26,-25-25,50-25,-50 49,99 26,-74-50,24 24,-24-24,25 25,-25-1,24-24,1 25,0-50,-1 24,-24-24,0 0,24 0,-24 0,25 0,-1 0,-24 0,0-74,25 49,-26 0,51-49,-26 24,-24 1,25 24,-50 0,49-24,-49-1,50 0,-50 26,0-26,25 0,-25-24,49 24,-49 1,0-1,25-24,-25 49,0 0,0 0,0-24,0 24,0-25,0 1,0 24,0 0,0-25,-49 50,49-24,-25 24,25-25,-25 25,25 0</inkml:trace>
  <inkml:trace contextRef="#ctx0" brushRef="#br0" timeOffset="63040.6">11931 6772,'-24'0,"48"-50,26 0,0 26,-26-26,-24 25,75-24,-75 24,0 0,0-25,25 50,-25 25,49-25,-49 50,50-50,-1 25,-24-25,0 0,25 49,-26-49,-24 25,25-25</inkml:trace>
  <inkml:trace contextRef="#ctx0" brushRef="#br0" timeOffset="64953.71">12477 7045,'-25'24,"25"1,0 0,-49 74,49-49,0-1,0 1,0 0,24-26,51-24,-50 0,24 0,1-24,0 24,-26-100,-24 76,50-1,-50-25,0 25,0-24,0 24,0-25,0 26,-25 24,-24 0,24 0,0 0,-25 0,26 0,24 74,-25-74,25 25,0 0,0-25,25 0</inkml:trace>
  <inkml:trace contextRef="#ctx0" brushRef="#br0" timeOffset="66395.79">11981 5953,'-50'0,"75"0,-25-49,50 49,-50-50,25 50,-25-50,24 50,-24-49,75-1,-50 25,24-49,1 24,-1 1,26-1,-50 25,24-24,1-1,24-49,-74 74,50 0,-50-24,50 24,-50-25,74 25,-74 1,50 24,-50-75,49 75,-49-49,50 49,-50-50,49 0,-49 25,75 1,-75-26,74 0,-24 1,-25-1,24 25,-49-24,25 49,0-50,24 25,-24-24,-25 24,50 25,-50-50,25 50,-25-24,24 24,-24 0,-24 0</inkml:trace>
  <inkml:trace contextRef="#ctx0" brushRef="#br0" timeOffset="66737.81">13196 4242,'-24'0,"24"0,0 0,24 0,26 0,24 0,-24 0,0 0,-1-50,1 50,-25 0,-25 50,0 24,0-49,0 0,-25 49,25-49,0 0</inkml:trace>
  <inkml:trace contextRef="#ctx0" brushRef="#br0" timeOffset="67556.86">13668 3746,'0'24,"0"26,0-25,0 24,0-24,25-25,24 50,1-50,-25 0</inkml:trace>
  <inkml:trace contextRef="#ctx0" brushRef="#br0" timeOffset="67800.87">13916 3746,'0'24,"0"1,0 25,49-50,-49 49,25-49,-25 25,0 0,0 25</inkml:trace>
  <inkml:trace contextRef="#ctx0" brushRef="#br0" timeOffset="68618.92">13941 3225,'0'-25,"-50"25,25 0,25-50,-49 50,24 0,-50 0,51 0,-1 25,-25-25,25 25,1-25,-26 49,25-49,-25 100,26-76,24 26,-75 24,75 1,-25-1,25 26,0-26,0 0,0 1,0-1,0-24,0-25,0 24,75-24,-26-25,1 74,25-74,-1 0,0 0,1 0,-1 0,25-24,-24-26,-1 25,25-49,1-25,-51 24,26-24,-26 25,-49-1,25 1,-25 49,0 0,0-25,0 26,0-1,0 0,0-25,-50-24,1 24,24 50,-49-24,-1 24,1 0,-25 0,-1 0,26 0,0 0,49 49,-25 1,50-25,0 49,0-24</inkml:trace>
  <inkml:trace contextRef="#ctx0" brushRef="#br0" timeOffset="69939">12874 5358,'0'-50,"0"75,50 0,-50 24,24 26,-24-26,50 1,-50 0,25-1,-25-24,49 25,-49-50,0-50,0 25,25 25</inkml:trace>
  <inkml:trace contextRef="#ctx0" brushRef="#br0" timeOffset="71942.11">14263 4142,'0'-24,"0"24,25 74,-25-49,25 24,24 1,-24 24,25-49,-1 25,1-50,49 49,-24-49,-1 0,25 0,0 0,25-49,0 24,-49-25,-26 1,1-26,0 1,-26 0,26-50,0 0,-50 24,74-24,-74 25,50-25,-50 50,0-1,0 26,0 24,-25-25,25-24,-75 49,26-25,24 26,0 24,-24-50,24 50,0 0,-49-50,24 50,-24 0,-1 0,1 25,-1-25,26 0,-1 25,25-25,-49 0,49 0,25 25,-49-25,49 49,-25-49,25 25,-50-25,50 25,-25-25,-24 74,-1-49,25-25,25 50,-25-50,25 25,0-1,-49-24,74 0</inkml:trace>
  <inkml:trace contextRef="#ctx0" brushRef="#br0" timeOffset="72429.14">14486 2803,'-49'50,"49"24,-25 25,25 0,-75 1,75-26,-24-49,24 24,0-73,0-1,74 25,-24 0,-1 0,51 0,-51 0,1 0,-1 0,1 0,0 0,-50 0,24 0</inkml:trace>
  <inkml:trace contextRef="#ctx0" brushRef="#br0" timeOffset="73578.2">16123 3349,'0'-25,"-24"25,-26 0,25 0,25 0,-25 0,25 49,-49-24,49 25,-25-1,25-24,0 25,0-25,0-1,0 1,0 25,0-25,0 0,0 24,0-49,0 25,25-25,24 0,-49 25,50-25,-25 0,0 0,24 0,-24 0,25-50,-26 50,-24-49,50 24,-50-25,50 25,-50 0,0-24,0-1,0 1,0-1,0 0,0 26,-25 24,0-25,0 25,-24 0,24 0,-50 0,26 0,-1 49,50-24,-25-25,25 25,0-25,25 0</inkml:trace>
  <inkml:trace contextRef="#ctx0" brushRef="#br0" timeOffset="73795.22">16148 3497</inkml:trace>
  <inkml:trace contextRef="#ctx0" brushRef="#br0" timeOffset="75842.33">13618 3274,'0'0,"-25"0,1-49,-26 49,50-25,-25 25,-25-25,1 25,-1-50,25 50,-24-24,24 24,-25 0,-24-50,24 50,1 0,-1-25,-24 25,-1 0,1 0,0-49,-1 49,-24 0,-25-50,25 50,24-50,1 50,-25 0,-1-49,26 49,0-50,-1 50,-24-49,49 49,1 0,-1-25,1 25,-26 0,25 0,26 0,-26-25,25 25,-24 0,-1-50,75 50,0 0</inkml:trace>
  <inkml:trace contextRef="#ctx0" brushRef="#br0" timeOffset="76307.36">11510 2406,'0'0,"-75"0,51 0,-26 50,25-26,0 1,-24 25,24-25,-50-25,26 74,24-74,-25 0,50 25,50-25,-25 74,24-24,1-25,0-25,24 74,-24-74,-1 0,-24 25,25-25</inkml:trace>
  <inkml:trace contextRef="#ctx0" brushRef="#br0" timeOffset="76923.39">12651 2208,'0'-50,"-50"50,50 50,0 24,0 0,0 1,0-1,0 1,0-26,0-24,0 25</inkml:trace>
  <inkml:trace contextRef="#ctx0" brushRef="#br0" timeOffset="91415.22">17413 2629,'-25'0,"-24"0,49 25,-25 50,25-1,-50 0,50 1,0-26,0 1,0-25,25 24,25-49,-25 0,-1 0,51 0,-26 0,1-24,0-26,-1 25,-49 0,50-49,-50 24,0 1,0-1,0-24,0 49,-25 0,-25-25,-24 50,24 25,26 0,24 0,-50 25,50-26,0 1,25 25</inkml:trace>
  <inkml:trace contextRef="#ctx0" brushRef="#br0" timeOffset="91786.24">17587 2853,'0'74,"25"0,-25-49,49 25,-24-25,25 24,-1-24,1-25,-25 0,-25 0,25 0,-25-50,0 1,0 24,49 0,-49-24,50 24,-25 25</inkml:trace>
  <inkml:trace contextRef="#ctx0" brushRef="#br0" timeOffset="92487.28">18505 2604,'0'-24,"-25"24,25 24,-50 26,50 25,-49-26,49 1,0-1,0 1,0 0,0-50,24 0,26 0,0 0,-1 0,1-50,24 25,-49-24,-25 24,50 0,-50-49,0 24,0 0,0 25,-25-24,0 49,-49 25,24-1,0 26,50-25,0 0,0 24,0-24,25-25</inkml:trace>
  <inkml:trace contextRef="#ctx0" brushRef="#br0" timeOffset="92823.3">18703 2778,'-25'0,"25"25,0 0,50 24,-1-24,-49 25,50-50,-50 49,25-49,-25 0,0-49,50 24,-50-25,24-24,26 49,-25 25</inkml:trace>
  <inkml:trace contextRef="#ctx0" brushRef="#br0" timeOffset="93193.33">19050 2753,'0'0,"-24"50,24 0,0-26,0 1,0 0,0 49,0-49,0-25,0-74,0 24,0 1,0-26,0 26,49 49,-49-25,25 25,25 0,-1 0,-24 49,25-24,-50 0,24 25,-24-26,0 1,25 25,25-50</inkml:trace>
  <inkml:trace contextRef="#ctx0" brushRef="#br0" timeOffset="93417.34">19447 2803,'-25'0,"75"0,0 0,24-25,-24 25,-1-49,-24 49,25-25</inkml:trace>
  <inkml:trace contextRef="#ctx0" brushRef="#br0" timeOffset="93605.35">19670 2654,'-24'-25,"24"25,0 25,0 25,24-1,-24-24,0 25,0-25,25-25,-25 49,25-49</inkml:trace>
  <inkml:trace contextRef="#ctx0" brushRef="#br0" timeOffset="93815.36">19919 2530,'0'0,"0"25,0 24,24 1,-24 25,0-26,0 26,0-1,0-24,0-26</inkml:trace>
  <inkml:trace contextRef="#ctx0" brushRef="#br0" timeOffset="95131.44">17661 3572,'0'-25,"-25"25,25 0,-24 74,24-24,0-25,-50 25,50-26,0 1,0 0,0 25,0-50,74 0,-49 0,0 0,25 0,-25 0,-1-25,26 25,-50-75,25 51,-25-1,0-25,0 25,0 0,0-49,0 74,0-25,-50 0,25 25,25-49,-24 49,-26 0,25 0,25 25,-25-25,25 24,-25-24,25 25,-49 25,49-25,-25-25,25 24,25-24</inkml:trace>
  <inkml:trace contextRef="#ctx0" brushRef="#br0" timeOffset="96140.49">18356 3646,'-25'0,"50"0,24 0,-24 0,0 0,25 0,-1 0,1-25,-25 25,24 0,-24 0,-25-24</inkml:trace>
  <inkml:trace contextRef="#ctx0" brushRef="#br0" timeOffset="96464.51">18629 3473,'-50'0,"75"24,24-24,-24 0,25 0,-25 0,-1 25,51-25,-50 50,-25-25,0 24,-25-49,-25 75,25-26,1-49,24 25,-50-25,50 50,25-50</inkml:trace>
  <inkml:trace contextRef="#ctx0" brushRef="#br0" timeOffset="97273.56">19621 3324,'0'0,"-25"0,-49 25,74 24,-50-24,50 49,-50-24,50 0,0-1,0-24,0 50,25-75,25 0,-25 0,-1 0,51-25,-50 0,24-25,-24-24,-25 49,0-25,0 26,0-1,-25-25,0 50,-49 0,0 0,24 25,0-25,50 50,-24-50,24 49,24-49</inkml:trace>
  <inkml:trace contextRef="#ctx0" brushRef="#br0" timeOffset="99902.71">21332 2530,'-24'0,"-26"0,25 0,25 0,50-25,-1 25,1 0,0-25,24 25,-24-49,-1 49,1-50,-1 50,-73 0</inkml:trace>
  <inkml:trace contextRef="#ctx0" brushRef="#br0" timeOffset="100311.73">21432 2456,'-25'0,"25"0,0 49,74-49,-74 50,25-25,-25 49,0-24,50-1,-50 1,0 0,0-26,0 26,0-25,-25-25,0 0,-25 0,1 0,49 0,0-50,0 25,49 25,1 0,-25-49</inkml:trace>
  <inkml:trace contextRef="#ctx0" brushRef="#br0" timeOffset="100816.76">22523 2332,'25'0,"-25"-25,0 25,25 49,-25 1,49 24,-49-24,0-25,25 24,-25-24,0 25,50 0,-1-50</inkml:trace>
  <inkml:trace contextRef="#ctx0" brushRef="#br0" timeOffset="101195.78">22845 2332,'0'-25,"-24"25,-1 0,25 25,-50 49,50-49,-74 0,74 24,0-24,25-25,49 74,0-49,-24-25,0 0,-26 0,1 0,-25 0</inkml:trace>
  <inkml:trace contextRef="#ctx0" brushRef="#br0" timeOffset="104916">21580 3473,'0'-25,"-24"25,-26 0,25 0,-24 49,49 26,-25 24,25-49,0-1,0-24,0 25,25-50,-1 25,26-25,49 0,0 0,-24-50,-1 50,1-50,-51 50,-24-49,25-1,-25 25,0 0,0 1,0-51,0 50,-49-24,-1 49,-24-25,-1 25,-24 0,25 0,-1 25,50-25,25 49,0 1,0-25,0 0,75-25</inkml:trace>
  <inkml:trace contextRef="#ctx0" brushRef="#br0" timeOffset="105687.04">23118 3225,'0'-50,"0"50,-49 99,49-49,-50-1,50 1,-74 24,74-24,-75 0,75-26</inkml:trace>
  <inkml:trace contextRef="#ctx0" brushRef="#br0" timeOffset="106048.06">22845 3324,'-49'0,"74"0,-1 0,26 49,-25-24,24 50,1-51,0 26,24-25,-24-25,-25 49,24-49,-24 50,-25-50</inkml:trace>
  <inkml:trace contextRef="#ctx0" brushRef="#br0" timeOffset="113318.48">17711 4440,'-25'-50,"0"50,25 25,-49-25,49 75,-25-26,25 1,0-1,-50 1,50 24,0-24,0-25,0 0,25-25,-25 74,74-74,1 0,-25 0,-1-25,1 1,-1-26,-24 25,-25-25,50 26,-50-1,0-25,0 1,-25-1,0 0,-24 26,24 24,0-50,-25 50,1 0,-1 25,0 0,50 24,-24-24,24 25,0-26,74-24,1 50</inkml:trace>
  <inkml:trace contextRef="#ctx0" brushRef="#br0" timeOffset="113778.5">18430 4688,'-25'0,"1"0,48 0,26 0,24 0,1-25,-1 25,50-49,-24 49,-26-25,0 25,26-50,-26 50,-24 0,-26-49,-48 49</inkml:trace>
  <inkml:trace contextRef="#ctx0" brushRef="#br0" timeOffset="114125.52">19001 4390,'-50'0,"50"25,25-25,0 25,24-25,1 0,0 50,-1-50,1 0,24 0,-49 0,-25 24,50-24,-50 25,0 50,0-26,-50-24,25 25,-24-26,24-24,25 50,-25-50,50 0,24 0</inkml:trace>
  <inkml:trace contextRef="#ctx0" brushRef="#br0" timeOffset="114539.55">19794 4142,'-24'-49,"24"74,0 24,0 1,0 24,0 50,0-49,49-1,-49-24,50-1,-50 1,0-1,25-49,0-24</inkml:trace>
  <inkml:trace contextRef="#ctx0" brushRef="#br0" timeOffset="118242.76">21779 4242,'0'49,"0"26,0-26,0 26,0-26,0-24,0 0,0 24,0-24,0 0,0 49,25-74,-25 50,74-50,0-25</inkml:trace>
  <inkml:trace contextRef="#ctx0" brushRef="#br0" timeOffset="118696.78">23366 3969,'0'0,"-49"74,-26 50,26 0,-1 0,1-49,49-26,-25 1,25-25,0-1,0 26</inkml:trace>
  <inkml:trace contextRef="#ctx0" brushRef="#br0" timeOffset="118906.8">22969 4341,'25'49,"25"1,0 0,-1-1,26 1,-26-25,-24 24,-25-24,50 25,-26-26</inkml:trace>
  <inkml:trace contextRef="#ctx0" brushRef="#br0" timeOffset="137251.85">17959 5407,'0'-24,"0"73,0 26,0-1,0 0,0 1,0-26,25 1,-25 25,0-51,0 1,0 0,49 25,-24-50,25-25</inkml:trace>
  <inkml:trace contextRef="#ctx0" brushRef="#br0" timeOffset="137618.87">18653 5606,'-24'0,"48"0,26 0,24 0,1 0,-1 0,26 0,24-25,-50 25,-24 0,-1-50</inkml:trace>
  <inkml:trace contextRef="#ctx0" brushRef="#br0" timeOffset="137911.88">19050 5333,'-24'0,"48"50,26-50,24 49,-24-49,0 50,-1-50,-24 25,0-25,-25 49,0 1,0-1,-25-24,0 25,-24-25,24 24,25-24,0-25,49-25</inkml:trace>
  <inkml:trace contextRef="#ctx0" brushRef="#br0" timeOffset="138240.9">19720 5457,'0'-25,"0"50,-25 25,25-1,-49 1,49-25,0-1,49 51,-24-75,25 0,-1 0,26-50,-50 50,-25-74,49 49,-49 0,0-24,0 24,0-25,-25-24,1 74,-26 0,0 0,-24 74,-1-24,51 24,24-24</inkml:trace>
  <inkml:trace contextRef="#ctx0" brushRef="#br0" timeOffset="141467.09">22101 5333,'-24'0,"-26"25,25 24,25 1,-74 24,74-49,-25 25,25-25,0-1</inkml:trace>
  <inkml:trace contextRef="#ctx0" brushRef="#br0" timeOffset="141656.1">21853 5333,'0'0,"50"0,-1 99,1-74,25 25,-26-26,-24 26,25-25,-1-25,1 49</inkml:trace>
  <inkml:trace contextRef="#ctx0" brushRef="#br0" timeOffset="142090.12">22821 5135,'0'-25,"0"74,0 26,0-1,0 1,0-1,49 0,-49-24,0 0,0-26,0 26,0-25,0 0</inkml:trace>
  <inkml:trace contextRef="#ctx0" brushRef="#br0" timeOffset="142893.17">18331 6449,'0'-74,"-50"74,50 49,0 51,0-1,0 0,25-25,-25 26,0-26,0 1,0-26,50 1,-50-25,99-25</inkml:trace>
  <inkml:trace contextRef="#ctx0" brushRef="#br0" timeOffset="143374.2">18951 6772,'0'0,"75"0,-1 0,50-50,-25 50,25-74,-74 74,-1 0,-49-25,25 25,-25 0,0-50</inkml:trace>
  <inkml:trace contextRef="#ctx0" brushRef="#br0" timeOffset="143649.21">19398 6524,'-50'0,"100"0,-26 0,26 0,0 49,-1-49,-24 0,25 25,-50 25,0-1,0-24,0 25,-50-1,50 1,-50-25,50 49</inkml:trace>
  <inkml:trace contextRef="#ctx0" brushRef="#br0" timeOffset="143935.23">20390 6127,'0'25,"25"24,-25 26,24 49,-24-25,0-25,0-24,0-1,0 26,0-26,0-24</inkml:trace>
  <inkml:trace contextRef="#ctx0" brushRef="#br0" timeOffset="144511.26">21233 6474,'-49'0</inkml:trace>
  <inkml:trace contextRef="#ctx0" brushRef="#br0" timeOffset="146354.37">22424 6127,'-50'74,"1"-24,24-1,-25 1,25 24,-24-24,24-25,25 24,-25-49,25 50</inkml:trace>
  <inkml:trace contextRef="#ctx0" brushRef="#br0" timeOffset="146550.38">22126 6276,'-49'0,"73"0,26 0,24 0,1 74,-26-74,26 50,-50-50,24 99,-24-74</inkml:trace>
  <inkml:trace contextRef="#ctx0" brushRef="#br0" timeOffset="147075.41">23019 6176,'0'0,"-25"0,-24 75,24-26,25 1,0 0,0-1,0-24,0 0,25-25,24 0,26 0,-1 0,-24 0,-1-25,-24 0,-25-24,0 24,50 0,-50-25,-25 26,0-26,-24 25,-1 25,-24 0,-26 25,1 49,49 1,50-26</inkml:trace>
  <inkml:trace contextRef="#ctx0" brushRef="#br0" timeOffset="148025.46">18678 7615,'-49'0,"98"0,1 0,49 0,50 0,0 0,99-50,0-24,149 24,0-49,49 50,25-26,-99 26,-49-26,-1 75,-49-49,-50 49,-99 0,-49 0,-25 0,-50 0,-75 0</inkml:trace>
  <inkml:trace contextRef="#ctx0" brushRef="#br0" timeOffset="148433.49">19348 7863,'-50'0,"75"0,25 0,24 0,25 0,50 0,25-124,49 74,-24-24,123 0,-24-50,49 49,-25-24,-49 49,-74 1,-26 49,-49-50,-49 50,-50 0,-50 0,-25 25,1-25,24 0</inkml:trace>
  <inkml:trace contextRef="#ctx0" brushRef="#br0" timeOffset="151544.66">993 8558,'0'-25,"0"0,0 0,0-24,0 73,0 1,0 25,0-1,0 26,0 24,0-49,0-1,49 1,-49-1,0 1,0-25,25-25,-25 25</inkml:trace>
  <inkml:trace contextRef="#ctx0" brushRef="#br0" timeOffset="151828.68">1042 8434,'-25'-25,"25"-25,0 25,0 1,0 24,50-50,-25 50,0 0,24 0,-24 50,-25-26,50 26,-50 0,0 24,0-24,0-26,-50 26,0-25,26-25,24 0</inkml:trace>
  <inkml:trace contextRef="#ctx0" brushRef="#br0" timeOffset="152193.7">1241 8235,'24'0,"26"0,0 0,-26 25,-24 0,50 24,-50 26,0-26,50 1,-50-25,0 49,0-74,0-49,0 24,0-25,0-24,0-1,0 1,24 0,1 49,25 25,-50 49</inkml:trace>
  <inkml:trace contextRef="#ctx0" brushRef="#br0" timeOffset="152857.74">1687 8434,'50'-25,"-50"-25,49 1,-49 24,25 0,-25-25,50 1,-50 49,-100 49,76 1,-26 0,50-1,-25 26,25-51,0 1,0 50,25-75,25 0,-26 0,26 0,-25-25,25-25,-50 1,74-1,-74 0,25 1,-25-26,0 51,0-1,0-25,0 50,0 25,-25-25,25 25,-50 24,50-24,25 0,25 25,-25-50,-25 24,49-24,-49 50,50-50,-50 74,0 1,-50-26,25-49,1 0,24-24,0-26,0-24</inkml:trace>
  <inkml:trace contextRef="#ctx0" brushRef="#br0" timeOffset="153734.79">2183 8384,'0'0,"50"0,-1-74,-24 74,-25-50,25 50,-25-25,0 25,-25 0,-49 25,49 25,-25-1,26 1,-26 24,50-49,0 25,0-50,50 0,-1 0,26 0,-26-25,26-25,-26 25,-24-24,-25 24,50 25,-50-25,0-24,-25 49,0 24,25 1,0 50,0-51,25 51,-25-50,25-25,-25 0,0-50,0 25,24-24,-24-26,0 1,0 24,50 50,-25 0,-25 50,25-25,-25-1,49 26,-49-25,50-25,-1 49,-24-49,0 0,0 0,24-24,-49-1,50-25,-50 25,0 1,0-51,0 1,0 24,0 1,0 24,-50 25,50 74,0 1,0-26,0 1,25-1,-25 26,0-50,0-1,25 26,-25-25</inkml:trace>
  <inkml:trace contextRef="#ctx0" brushRef="#br0" timeOffset="153881.8">2902 8334,'0'-24,"75"-26,-50 50,24-50,1 50,-25-74</inkml:trace>
  <inkml:trace contextRef="#ctx0" brushRef="#br0" timeOffset="154681.84">3597 7913,'0'-25,"0"-25,0 50,-50 50,1-25,24 24,25 26,-50-26,50-24,0 0,0 25,0-50,50 49,-25-49,24 0,26 0,-26 50,-24-50,-25 25,50-25,-50 74,0-49,0 24,-25-24,0-25,-24 50,24-50,0 0,-25 0,50-25,0 0,25-24,50-51</inkml:trace>
  <inkml:trace contextRef="#ctx0" brushRef="#br0" timeOffset="154934.86">3895 7838,'49'25,"-49"25,25-1,-25 1,50 0,-50 24,25-24,-25-1,0-24,0 25,0-1</inkml:trace>
  <inkml:trace contextRef="#ctx0" brushRef="#br0" timeOffset="155814.91">3969 8161,'0'-25,"50"25,-1-74,1 74,49-50,-49 50,-1-50,-24 50,25 0,-75 0,0 50,-24 24,24-24,25 0,-99-1,99-24,0 25,24-50,1 0,0 0,25 0,-1-100,-49 51,0 24,50 0,-50 25,0 50,0-25,49-25,-24 0,50 0,-26 0,1-25,-1-25,-24 1,-25-1,50 25,-50-49,0 24,0-24,-25-1,25 1,-50 24,50 25,-24 25,24 50,0 24,0 1,24-1,-24 25,25-49,-25-25,75 25,-75-26,74-24,-24 0,-1 0,1 0,24-24,-24-1,-50 0,50-25,-50 25,0-24,0-1,0 25,-25 25,-25 0,25 50,-24 0,49-26,-25 26,25-25,0 25,25-26,24-24,1 0,0 0,-1-49,26 24,-51-50,-24 26</inkml:trace>
  <inkml:trace contextRef="#ctx0" brushRef="#br0" timeOffset="156015.92">4664 7937,'0'0,"74"-24,0-26,50 25,-24-24,24-1,-50 50</inkml:trace>
  <inkml:trace contextRef="#ctx0" brushRef="#br0" timeOffset="156707.96">1861 9252,'-50'0,"50"-25,-50 25,50 0,75 0,-1 0,26 0,73-49,26 49,49-99,49 49,51 0,-26-24,-24 24,-25 1,-50-1,-74 50,-50-50,-74 50,-50 25,-25-25,-24 25</inkml:trace>
  <inkml:trace contextRef="#ctx0" brushRef="#br0" timeOffset="157494">1365 9947,'0'-25,"0"25,-50 99,0-24,26-1,-26 25,50-24,-74-1,74-49,0 24,0-24,49-25,-24 0,-25-25,25-24,-25-1,0 1,0-26,0 1,0-1,0 26,0 49,0-25,25 75,24-26,1 26,24-25,-24 24,-25-24,24 25,-49-25,50-1,-50 26,0-25</inkml:trace>
  <inkml:trace contextRef="#ctx0" brushRef="#br0" timeOffset="157654.01">1141 10393,'-24'0,"24"-25,49 25,26-74,73 24,51 1,-26-1,1 50,-50-99</inkml:trace>
  <inkml:trace contextRef="#ctx0" brushRef="#br0" timeOffset="159780.13">3200 9699,'0'24,"0"26,0 24,0 26,0-51,0 1,0 0,50-1,-50-24,0 0,25 24</inkml:trace>
  <inkml:trace contextRef="#ctx0" brushRef="#br0" timeOffset="160270.16">3126 9798,'0'-25,"0"-25,49 1,1-1,24 50,1-49,-26 49,1 0,0 0,-26 0,-24 49,0 26,-49 24,-1-25,1 25,24-74,25 25,0-50,25 0,24 0,1 0,-1 0,-49 50,0-1,0-24,0 0,0 24,-49-24,24-25,-25 50,26-50,-1 0,-25 0,1-25,49-25,0 26,0-26,24 25,1 0</inkml:trace>
  <inkml:trace contextRef="#ctx0" brushRef="#br0" timeOffset="162385.28">5408 9575,'-25'0,"25"-25,0-25,0 50,25 0,24 0,-24 0,25 25,-25-25,-1 50,-24-26,50 51,-50-26,0 26,0-1,0-24,-25 24,25-49,-49-25,49 50,-75-50,50 0,-24 0,24 0,0 0,25 0,0-50,0 0,75 1</inkml:trace>
  <inkml:trace contextRef="#ctx0" brushRef="#br0" timeOffset="162894.31">5953 9376,'0'-25,"0"1,0 24,-74 0,0 24,49-24,-25 100,25-76,25 26,-74 24,74-49,0 25,0-1,0 26,0-50,0-1,25-24,0 50,-1-50,51 0,-26 0,1 0,0 0,-1 0,-24 0,0-50,24 1,-49 24,25 25,-25-25,0 25</inkml:trace>
  <inkml:trace contextRef="#ctx0" brushRef="#br0" timeOffset="164898.43">8434 8359,'0'75,"0"-1,0 0,0 1,0-26,0 1,0-25,0 0,0 24,50-24</inkml:trace>
  <inkml:trace contextRef="#ctx0" brushRef="#br0" timeOffset="165085.44">8310 8533,'0'25,"25"24,24-24,26 25,49-1,-25-49,-49 50,24-50,-49 49,0-49,24 0</inkml:trace>
  <inkml:trace contextRef="#ctx0" brushRef="#br0" timeOffset="165288.45">8880 8384,'0'25,"0"49,0 1,0-1,0 25,0-49,0-1,0-24</inkml:trace>
  <inkml:trace contextRef="#ctx0" brushRef="#br0" timeOffset="165589.47">9128 8682,'0'-25,"25"-25,25 50,-1-49,-24 24,50-25,-125 50,-24 0,-26 99,-24-24,25-26,50 1,49-25,0 24,99-49,50 0,24 0,-49-49</inkml:trace>
  <inkml:trace contextRef="#ctx0" brushRef="#br0" timeOffset="165775.48">9674 8434,'-25'24,"-24"26,-26 49,26-24,24-26,25 26,-50-51,50 1,25-50</inkml:trace>
  <inkml:trace contextRef="#ctx0" brushRef="#br0" timeOffset="165927.49">9426 8582,'50'50,"-50"-25,74-25,-49 49,0-49,49 50,-24-50,-1 0,1 0</inkml:trace>
  <inkml:trace contextRef="#ctx0" brushRef="#br0" timeOffset="166129.5">9972 8359,'0'-25,"0"25,0-24,-50 48,50 26,0 0,0-1,0 26,25-26,-25 1,0-25,50-25,-50 74,24-74</inkml:trace>
  <inkml:trace contextRef="#ctx0" brushRef="#br0" timeOffset="166264.5">9848 8582,'49'-24,"26"24,-1 0,1-75</inkml:trace>
  <inkml:trace contextRef="#ctx0" brushRef="#br0" timeOffset="167632.58">10865 8260,'0'-50,"0"26,0 24,-50 0,1 24,24 26,25-25,-25-25,25 49,0-24,25-25,0 50,24-50,26 25,-51-25,-24 74,25-74,-25 50,0-26,0 26,-25-50,-24 0,24 0,0 0,25-50,25 1,25 24</inkml:trace>
  <inkml:trace contextRef="#ctx0" brushRef="#br0" timeOffset="167808.59">11088 8210,'25'0,"-25"25,0 25,49-25,-49-1,0 26,0-25,0 0,0 24,0-24</inkml:trace>
  <inkml:trace contextRef="#ctx0" brushRef="#br0" timeOffset="168611.64">11162 8334,'0'-49,"50"49,24-50,1 50,-25-49,-1 49,-24 0,-25 24,0 1,-50 25,26-1,-26-24,25 25,25-25,0-25,50 0,24 0,-49-50,25 25,-1-24,-24-1,-25 25,0 25,-25 0,-24 25,24 49,25-49,49-25,26 0,24 0,-25 0,1-25,-26-24,26-1,-50 1,-25 24,49-25,-49 1,0-1,0 0,0 25,0-24,0 74,-25 24,25 1,-24 24,24-24,0 24,0-49,0 0,0-25,24 50,51-50,-26 0,1 0,0-50,-1 50,-49-50,25 26,-25-26,0 25,-25 25,25 0,-25 0,25 75,0-26,0-24,25-25,25 0,24 0,-24 0,-25 0</inkml:trace>
  <inkml:trace contextRef="#ctx0" brushRef="#br0" timeOffset="168761.65">11981 8136,'74'0,"50"-25,0 25,0-74</inkml:trace>
  <inkml:trace contextRef="#ctx0" brushRef="#br0" timeOffset="169570.69">9476 9575,'0'24,"-50"51,1 24,24-25,25-24,-50 0,50-26,0 1,0-25,0 0,75-49,-75 24,0-25,0 1,0-26,0 1,0 24,24 50,26 25,24 0,-24 24,0-24,-1 25,-24-25,-25 24,50-24,-50 0,0 24</inkml:trace>
  <inkml:trace contextRef="#ctx0" brushRef="#br0" timeOffset="169728.7">9377 9872,'-25'0,"25"-49,74 49,50-50,50 50,24-50,1 50,24-74</inkml:trace>
  <inkml:trace contextRef="#ctx0" brushRef="#br0" timeOffset="170021.72">11113 9351,'49'75,"-49"-26,0 1,25 0,-25 24,0-49,0 0,50 24,-50-24</inkml:trace>
  <inkml:trace contextRef="#ctx0" brushRef="#br0" timeOffset="170441.74">11088 9302,'0'-25,"0"0,0-24,50 49,49-50,-25 50,1 0,-26 0,1 0,-50 50,-25-1,0 1,-24-1,24-24,25 25,0-25,25-25,24 0,26 24,-50-24,-1 50,-24 0,0-26,0-24,-49 75,-1-75,-24 25,24-25,0 0,26 0,-26 0,75-75,0 75</inkml:trace>
  <inkml:trace contextRef="#ctx0" brushRef="#br0" timeOffset="173552.92">1563 11088,'-25'0,"0"0,-24 0,49 0,-25 0,25 24,-25-24,25 25,0 25,0-25,-49-25,49 25,0 24,0-24,0 0,0 24,0-24,24-25,-24 25,0 25,25-50,-25 24,25-24,25 25,-26-25,1 0,25 0,-25 0,-1 0,26 0,-25 0,0 0,24-49,-49 24,25 25,-25-50,50 1,-50 24,0 0,25-25,-25 1,0 24,0 0,0-25,0 26,0-1,0 25,0-50,-25 50,25-25,-50 25,25 0,0 0,-24 0,24 0,0 0,-24 0,24 0,-25 25,1 25,24-25,25 24,-50-49,50 25,0 0,25-25</inkml:trace>
  <inkml:trace contextRef="#ctx0" brushRef="#br0" timeOffset="175181.01">3374 11038,'49'0,"-49"-25,0 0,-24 25,-1 0,-25 25,50 25,-49-25,49 24,0 1,0 24,0-49,0 25,49-50,-24 0,0 0,0 0,49 0,-24 0,-1-25,1-25,-25 26,24-26,-24 0,-25 1,50-26,-50 50,0 1,0-1,0-25,0 50,-50 0,25-25,-49 25,24 0,1 25,-1-25,25 50,0-50,25 49,-74-49,74 25,0 0,74-25,-49 0</inkml:trace>
  <inkml:trace contextRef="#ctx0" brushRef="#br0" timeOffset="175339.02">3746 11038</inkml:trace>
  <inkml:trace contextRef="#ctx0" brushRef="#br0" timeOffset="180351.31">5780 10815,'0'-25,"0"-25,0 50,-25 0,-25 0,26 25,24 0,-25-25,25 25,-50 24,50-24,0 25,0-1,0-24,0 0,25 25,-25-26,25-24,-25 50,49-50,1 50,0-50,24 0,-49-25,24 25,-24-50,0 50,-25-49,74 49,-74-50,50 0,-50 1,25 49,-25-50,0-24,0 49,0 25,0-25,-50 25,50-25,-49 25,-1 0,25 0,0 0,-49 0,49 0,-24 0,49 50,-50-50,50 50,-25-50,25 24,0-24,50 0,-25-49</inkml:trace>
  <inkml:trace contextRef="#ctx0" brushRef="#br0" timeOffset="188616.78">9649 10592,'0'-50,"-24"50,-26 0,25 50,25-1,-74 1,74 24,-25 1,25-1,0 0,0-24,0-25,25 24,0-49,49 25,-24-25,-1 0,1 0,24-49,-49 24,25-25,-50 25,24-24,-24-26,0 26,0-1,-24-24,-1 24,-25-24,25 49,1 25,-26 0,0 0,1 50,-26-1,75 26,0-26,0-24,25-25</inkml:trace>
  <inkml:trace contextRef="#ctx0" brushRef="#br0" timeOffset="189366.83">11460 10319,'0'-25,"-25"25,1 50,-26 24,0 25,1-24,49-1,-25-24,25-1,0-24,0-25,49 25,1-25,25 0,49-50,-50 1,0-1,-24-24,-25 24,-25 0,0 1,0-26,0 26,-25 49,-25-50,-24 50,-25 25,-25 49,24-24,76 24,24-24</inkml:trace>
  <inkml:trace contextRef="#ctx0" brushRef="#br0" timeOffset="192216.99">1737 11956,'0'0,"-25"0,-25 0,50 49,-25-24,25 25,0-1,0 26,0-50,0 24,0 1,0 0,0-26,0 1,0 50,0-51,50-24,-50 25,25-25,0 0,24 0,-24 0,0 0,25 0,-26 0,-24-74,25 74,-25-25,50 0,-50-24,0 24,25-25,-25 1,0-26,0 25,0 26,0-26,-25 50,25-25,-75 25,26-25,-1 25,25 0,-24 0,49 0,0 50,24-50</inkml:trace>
  <inkml:trace contextRef="#ctx0" brushRef="#br0" timeOffset="193666.07">3647 11906,'-50'0,"50"-25,-25 25,25 25,-25 25,25-1,-74 26,74-1,-50 1,50-26,0-24,0 25,0-25,0-25,75 0,-50 0,24 0,1 0,-1-25,1 25,0-99,-1 74,-49 0,50-25,-50 25,0-24,0 24,0-25,0 1,0-1,0 50,-50-25,1 25,-1 0,0 0,50 0,-74 0,74 50,-25-50,25 25,0 0,50-25</inkml:trace>
  <inkml:trace contextRef="#ctx0" brushRef="#br0" timeOffset="195675.19">5978 11683,'-25'0,"25"25,0 24,0 1,0 24,0 1,0-1,0 1,0-1,0-49,50 0,-50 24,0-24,25-25</inkml:trace>
  <inkml:trace contextRef="#ctx0" brushRef="#br0" timeOffset="198048.32">9823 11832,'0'-50,"0"50,0-25,-50 25,26 0,-1 0,-25 0,50 0,-49 50,24 0,-25 49,50-74,0 24,0 1,0-1,25-49,25 25,-26-25,26 0,0 0,-1 0,-24 0,0 0,0 0,24 0,-24 0,25-49,-1 24,-24-25,-25 1,50 49,-50-50,0 0,0 26,0-1,-25-25,0 25,0 25,-49 0,49 0,0 0,-24 0,24 0,0 0,-25 0,26 0,24 50,-25-50,25 25,0 0,0-25,49 0</inkml:trace>
  <inkml:trace contextRef="#ctx0" brushRef="#br0" timeOffset="198540.35">11857 11460,'0'49,"0"-24,0 25,0-1,0-24,0 25,0-25,0 24,25-49</inkml:trace>
  <inkml:trace contextRef="#ctx0" brushRef="#br0" timeOffset="201636.53">10344 2753,'25'0</inkml:trace>
  <inkml:trace contextRef="#ctx0" brushRef="#br0" timeOffset="201914.54">10418 2729</inkml:trace>
  <inkml:trace contextRef="#ctx0" brushRef="#br0" timeOffset="202829.6">8285 5432,'50'0</inkml:trace>
  <inkml:trace contextRef="#ctx0" brushRef="#br0" timeOffset="206152.79">1985 13320,'-25'-49,"-25"49,50-25,-24 25,24-25,0-25,-25 50,-25 0,25 0,0 25,-24 0,49 49,-25 1,25-26,0 1,0-25,0 24,0-24,50 50,24-75,1 0,-26 0,-24 0,25-25,-26 25,1-50,25 50,-50-49,25-1,-25 25,0-24,0 24,0 0,0 0,0-24,0-1,0 50,0-25,-25 25,-50 0,51 0,-1 0,-25 0,1 0,24 25,-25 25,50-1,75 1,-26-50</inkml:trace>
  <inkml:trace contextRef="#ctx0" brushRef="#br0" timeOffset="206979.83">3944 12898,'-25'-49,"25"98,0-24,0 25,0 24,0 1,0-1,0 1,0-1,0 0,25-24,-25-25,0 24,25-49,25-49</inkml:trace>
  <inkml:trace contextRef="#ctx0" brushRef="#br0" timeOffset="208538.92">6127 12774,'-25'0,"0"0,1 0,-26 0,25 0,25 0,-49 0,49 50,-50 0,50-26,0 26,-25 0,25-1,0-24,0 0,0 24,0-49,0 50,50-50,24 0,-49 0,0 0,24 0,-24-25,0 25,25-49,-25 49,24-50,1-49,-1 24,-49 51,0-26,0 25,0 0,-24-24,-51-1,50 50,-24 0,-1 0,0 0,1 0,-1 0,1 0,49 0,-25 0,25 50,25-50</inkml:trace>
  <inkml:trace contextRef="#ctx0" brushRef="#br0" timeOffset="209865">8211 5358</inkml:trace>
  <inkml:trace contextRef="#ctx0" brushRef="#br0" timeOffset="210150.01">8260 5358</inkml:trace>
  <inkml:trace contextRef="#ctx0" brushRef="#br0" timeOffset="210999.06">8384 5184</inkml:trace>
  <inkml:trace contextRef="#ctx0" brushRef="#br0" timeOffset="211244.08">8409 5308,'25'0</inkml:trace>
  <inkml:trace contextRef="#ctx0" brushRef="#br0" timeOffset="212108.13">11708 6722</inkml:trace>
  <inkml:trace contextRef="#ctx0" brushRef="#br0" timeOffset="213360.2">9798 12675,'0'-49,"0"73,0 51,0-1,0 1,0-1,0 0,0 1,0-26,0 1,0 0,25-25,-25-1,25-24</inkml:trace>
  <inkml:trace contextRef="#ctx0" brushRef="#br0" timeOffset="-214568.44">11783 12576,'0'-25,"-25"25,0 0,-25 0,50 25,-24-25,24 50,-25-1,25-24,0 25,-50 24,50-49,0 0,0 24,0-24,0 25,25-1,0-49,24 0,-24 0,25 0,-25 0,-1 0,26 0,-25-25,0 25,24-49,-24 49,25-50,-26 1,51-1,-75 0,0 26,25-1,-25-25,0 25,0-24,0-1,0-24,0 49,0 0,0 25,-50-49,25 49,0 0,-24 0,24 0,0 0,-49 0,74 24,-25-24,0 25,-49 25,49-1,-25 1,50 0,0-26</inkml:trace>
  <inkml:trace contextRef="#ctx0" brushRef="#br0" timeOffset="-214418.43">11832 12675,'50'0,"-50"0</inkml:trace>
  <inkml:trace contextRef="#ctx0" brushRef="#br0" timeOffset="-211050.24">2059 14461,'0'-25,"0"25,-25 0,-24 0,49 0,0 50,-25-50,25 50,0-26,0 26,0 0,0-26,0 26,0 0,0-26,25 1,24 50,1-75,-25 0,24 0,-24 0,25 0,-25 0,24-25,-24 25,-25-50,50 50,-50-74,74 24,-74 25,25 1,-25-26,0 25,0-24,0-1,0-24,-75 49,26 25,49-50,-50 50,1 0,-1 0,25 25,0-25,25 25,-49-25,-1 49,50-24,0 0,0 25,0-50</inkml:trace>
  <inkml:trace contextRef="#ctx0" brushRef="#br0" timeOffset="-210302.2">4118 14114,'0'0,"0"-25,0 75,0 24,0 0,0 1,0-1,0 1,0-26,0 26,0-50,0-1,0 1,0-25,0 0,25 0,-25-25,25 25,-25-49</inkml:trace>
  <inkml:trace contextRef="#ctx0" brushRef="#br0" timeOffset="-208569.1">6202 13767,'0'-50,"0"25,0 25,0 75,0-1,0 25,0 0,49 25,-49-24,0-26,0-24,0-1,25 26,-25-100,0-25,50 26,-50-51</inkml:trace>
  <inkml:trace contextRef="#ctx0" brushRef="#br0" timeOffset="-207182.02">8310 5358,'0'25</inkml:trace>
  <inkml:trace contextRef="#ctx0" brushRef="#br0" timeOffset="-203603.81">9972 14015,'0'-25,"0"-25,-25 50,0 0,-24 0,-26 50,50-50,-24 74,49-49,-50 49,50-24,0 24,0-24,0 0,0 24,50-74,24 50,1-50,-1 0,-24 0,-1-25,26 25,-26-50,-24 26,25-26,-50 25,24-25,-24 1,0-1,0 1,0-1,0 0,0 26,-74-26,0 50,49-25,-25 25,1 0,-51 0,26 50,24-1,1-24,49 0,0 25,0-26,0-24</inkml:trace>
  <inkml:trace contextRef="#ctx0" brushRef="#br0" timeOffset="-202764.77">11981 13692,'0'-25,"0"25,0 75,0-26,0 26,0 24,0-25,0 26,0-26,0-24,0 24,0-24,0-25,0-1,0-24,25-24</inkml:trace>
  <inkml:trace contextRef="#ctx0" brushRef="#br0" timeOffset="-199006.55">2332 15602,'25'-25,"49"-74</inkml:trace>
  <inkml:trace contextRef="#ctx0" brushRef="#br0" timeOffset="-196794.43">2406 15429,'0'-50,"-24"25,24 100,0-1,0 25,0 0,0 1,0 24,0-25,0-25,0-24,0-1,0 1,0-25,0-50,0-25</inkml:trace>
  <inkml:trace contextRef="#ctx0" brushRef="#br0" timeOffset="-195492.35">4316 15429,'0'-25,"0"0,0 0,0 25,-49 0,24 0,25 0,-50 0,50 50,-49-50,49 49,0 1,-25-25,25 24,0 1,0 24,0-24,0-25,0 0,74 24,-49-49,25 50,-25-50,-1 0,1 0,25 0,-25 0,24-25,-24 25,0-50,-25 1,74 49,-74-50,25 25,-25-24,25 49,-25-75,0 26,0-1,0 1,0 49,0-25,-25 25,-25-50,26 50,-26-25,0 25,1 0,-1 0,1 0,-1 0,0 0,50 25,-24-25,24 50,-25-50,25 25,0-1,25-24</inkml:trace>
  <inkml:trace contextRef="#ctx0" brushRef="#br0" timeOffset="-194403.29">6474 15156,'0'-25,"-49"25,24 0,25 49,-50 1,50 24,-49 1,49-1,0 1,0-1,0 1,0-51,25 1,24-25,1 0,-1 0,51 0,-1-49,-25-26,1 26,-26-26,1 26,-50-1,25-25,-25 1,0 24,0 26,-25 24,0-50,-25 50,-49 0,0 25,-25 24,50 1,24-25,50 24,-25-49,25 50,0-50,25 0,25 0</inkml:trace>
  <inkml:trace contextRef="#ctx0" brushRef="#br0" timeOffset="-176044.24">10195 15205,'0'-49,"0"123,0 25,-50 1,50-26,0 0,0-24,0-25,0 24,0 1,0-50</inkml:trace>
  <inkml:trace contextRef="#ctx0" brushRef="#br0" timeOffset="-175227.19">12031 15032,'0'24,"-75"51,75-1,-49-24,49-1,0 1,0 0,0-50,74 0,-24 0,24 0,-24 0,-26-25,26 25,-50-75,25 51,-25-1,0-25,0 1,0-1,0 25,0-24,-50 49,-24-50,-25 50,-50 0,74 25,26-25,49 49,-50 1,50-25</inkml:trace>
  <inkml:trace contextRef="#ctx0" brushRef="#br0" timeOffset="-173262.08">2654 16768,'-49'0,"49"-25,0-24,-25 49,25 49,0 1,0 24,0 1,0-1,0-24,0-1,0 1,0-25,0-1,0-24,25 0,49-49</inkml:trace>
  <inkml:trace contextRef="#ctx0" brushRef="#br0" timeOffset="-172602.04">4316 16669,'-49'25,"-1"49,1-24,49-1,-25 1,25-1,0-24,25 0,24-25,26 0,24 0,-25 0,1-50,24 1,-50 24,-24-25,-25 26,50-1,-50-25,0-24,-25 49,0-25,-24 50,-26 0,-24 0,0 50,24 0,26-26,49 26,0 0,25-50</inkml:trace>
  <inkml:trace contextRef="#ctx0" brushRef="#br0" timeOffset="-171509.98">6896 16148,'0'74,"0"-24,25 24,-25 26,0-1,49-25,-49-24,0-1,0-24,25 0,0-25</inkml:trace>
  <inkml:trace contextRef="#ctx0" brushRef="#br0" timeOffset="-170622.93">10121 16073,'0'0,"0"50,0 0,0-1,0 1,0 24,0-24,0-25,0 24,0-24,0 0,0 25,0-26,24-24</inkml:trace>
  <inkml:trace contextRef="#ctx0" brushRef="#br0" timeOffset="-169825.88">12155 15900,'0'49,"-25"26,25-1,0 1,-50-1,50 0,0-24,0 0,0-25,0 24,0-74,0 1</inkml:trace>
  <inkml:trace contextRef="#ctx0" brushRef="#br0" timeOffset="-167830.77">2679 17512,'0'-25,"0"0,0 25,0 75,0-25,0 24,25 0,-25-24,0-25,50 24,-50-24,24 25,26-50,-25 0,24 0</inkml:trace>
  <inkml:trace contextRef="#ctx0" brushRef="#br0" timeOffset="-167183.73">4837 17314,'0'0,"0"0,0 24,0 26,0 0,25 24,-25-49,0 0,25 24,-25-24,0 0,0 49,49-74,-49 25,50-25,-25 0</inkml:trace>
  <inkml:trace contextRef="#ctx0" brushRef="#br0" timeOffset="-166465.69">7070 17190,'0'0,"-50"0,50 24,-99 26,74 24,25-24,-50 0,50-26,0 26,25 0,25-50,24 0,25 0,1 0,24-50,-25 25,-49-24,-26-1,-24 0,0 1,0-1,0 1,-74-1,24 50,-24 0,-25 0,-1 0,1 25,50 0,-1 24,50-24,0 0,50-25,24 0</inkml:trace>
  <inkml:trace contextRef="#ctx0" brushRef="#br0" timeOffset="-164539.58">10121 16942,'0'-25,"0"50,0-1,0 1,24 25,-24-1,0 1,0 0,25 24,-25-24,0-26,0 1,50 25,-50-25,49-25</inkml:trace>
  <inkml:trace contextRef="#ctx0" brushRef="#br0" timeOffset="-163887.54">12279 16793,'0'49,"0"1,0 0,0-1,49 26,-49-1,0 25,0-74,0 0,0 0,0-25,0-25,0-25</inkml:trace>
  <inkml:trace contextRef="#ctx0" brushRef="#br0" timeOffset="-162134.44">4044 18256,'49'0,"-24"0</inkml:trace>
  <inkml:trace contextRef="#ctx0" brushRef="#br0" timeOffset="-160964.38">4912 18157,'0'-50</inkml:trace>
  <inkml:trace contextRef="#ctx0" brushRef="#br0" timeOffset="-160129.33">4044 18107,'-50'0,"50"-24,0 48,0 26,0 0,0-1,0 26,0-26,25-24,-25 25,0-26,25-24,24-24</inkml:trace>
  <inkml:trace contextRef="#ctx0" brushRef="#br0" timeOffset="-159286.28">4986 18083,'0'-25,"0"25,0 49,0-24,0 25,25-1,0 150,-25-174,0 24,49-24,-49-25,0-50,25 26</inkml:trace>
  <inkml:trace contextRef="#ctx0" brushRef="#br0" timeOffset="-158060.21">7318 18033,'0'-25,"0"0,0 25,0 25,0 25,0-1,0 26,0-1,0-24,0-1,49 26,-49-50,0-1,25-24,-25 0</inkml:trace>
  <inkml:trace contextRef="#ctx0" brushRef="#br0" timeOffset="-155749.08">10319 18058,'50'0,"-50"-50,0 25,0 1,-25 24,0 0,0 0,25 0,-49 0,49 49,-25-49,25 75,0-26,-25-24,25 0,0 24,0-24,0 25,50-1,24-49,-49 0,0 0,24 0,26 0,-26 0,-24-24,25 24,-25-100,-25 76,74-1,-74-25,25 25,-25-24,0 24,0 0,0-24,-50 49,25-50,-24 50,-26 0,-24 0,50 0,24 25,-25 24,50 1,25-50</inkml:trace>
  <inkml:trace contextRef="#ctx0" brushRef="#br0" timeOffset="-155136.04">11683 17959,'0'-50,"0"75,-24 0,24 24,-75 26,75-26,0 1,0-1,0 1,0-25,25-25,49 0,26 0,-1 0,25-50,-25 1,0-1,-49-24,24 24,-49-24,25-1,-50 1,24-1,-24 1,0 24,0 1,-24 49,-76-25,1 25,-25 25,50 24,24 1,1 49,49-49,0-25</inkml:trace>
  <inkml:trace contextRef="#ctx0" brushRef="#br0" timeOffset="-154010.98">12031 17686,'-25'0,"-25"0,25 0,1 0,24 25,-50-25,0 24,26-24,-26 50,25 0,-49 24,74-49,-50 24,50-24,-25 25,25-1,0-24,0 25,0-25,0-1,0-24,0 50,75-50,-50 0,24 0,26 0,-26 0,26 0,-26-50,1 50,-1-49,-24-1,25 25,-25 25,-25-74,49 74,-49-50,0 1,0 24,0 25,-25 0,-24 0,49-25,-25 25</inkml:trace>
  <inkml:trace contextRef="#ctx0" brushRef="#br0" timeOffset="-148829.68">918 10765,'-49'0,"98"0,1 0,24 0,25-25,25-49,25 0,0-1,0 1,-25-1,-50 26,-24 49,0-50,-75 75,-25 25</inkml:trace>
  <inkml:trace contextRef="#ctx0" brushRef="#br0" timeOffset="-148404.66">1265 10790,'-24'0,"48"0,26-25,-25 25,0-25,24 25,1-49,-25 49,49-50,-24 1,-1 24,26-25,-26 25,1-24,-25 49,24-50,-24 1</inkml:trace>
  <inkml:trace contextRef="#ctx0" brushRef="#br0" timeOffset="-146896.57">9302 10170,'0'0,"25"0,49 0,-24-25,24 25,1-74,49 24,0 0,-25 1,-25 49,-24-50,-25 50,-25 0,-50 0,25 0,1 75,-51-75,26 49,-1 1</inkml:trace>
  <inkml:trace contextRef="#ctx0" brushRef="#br0" timeOffset="-146636.56">9476 10195,'-50'25,"25"-25,25 49,-49-49,74 0,-1-25,1 25,50-24,-26 24,1-75,24 50,-24-24,24 49,-24-50,24 50,1-50,-51 50,-48 25</inkml:trace>
  <inkml:trace contextRef="#ctx0" brushRef="#br0" timeOffset="-146385.54">9501 10319,'24'-25,"26"25,0-74,-1 74,1-50,24 0,1 50,-1-74,-24 74,24-50,-49 50,-25 0,0 0</inkml:trace>
  <inkml:trace contextRef="#ctx0" brushRef="#br0" timeOffset="-134486.86">13717 7094,'0'-25,"0"-24,0 74,0 74,-24 74,24 1,-75-25,75-25,-49 0,49-75,0 1,0-25,24-50,-24-25,50-24,-50 0,0-1,0 1,0-25,0-25,0 24,0 26,0 49,25 25,0 0,-25 25,49 25,-49-1,99 1,-74 24,25-24,-25-25,24 24,1 1,-1-1,-49 1</inkml:trace>
  <inkml:trace contextRef="#ctx0" brushRef="#br0" timeOffset="-134193.84">13618 7764,'0'0,"50"-25,-1-25,1 50,24-74,-24 24,0 50,24-49,-49 49,24-50,-24 50,-25 0</inkml:trace>
  <inkml:trace contextRef="#ctx0" brushRef="#br0" timeOffset="-133616.81">14883 6350,'0'25,"25"24,-25 1,50 24,-50-24,49 0,-49-1,50 1,-50-25,25-1,-25 26,49-25</inkml:trace>
  <inkml:trace contextRef="#ctx0" brushRef="#br0" timeOffset="-133061.78">14809 6449,'0'-49,"0"-1,0 25,25 25,24-49,-24 49,49-75,-49 75,0-25,25 25,-26 0,-24 25,0 25,-24 24,-1 25,-25-49,25 0,25-26,-49-24,49 25,25-25,24 0,1 0,24-74,-24 74,-1-50,1 50,0 0,-26 0,-24 75,0-1,-49 0,24 26,-25-51,26 1,-26-25,25-25,-24 49,24-49,0 0,-25-24,50-1,0-25,25 25,-25 0,25 25</inkml:trace>
  <inkml:trace contextRef="#ctx0" brushRef="#br0" timeOffset="-131837.71">14089 6846,'-49'0,"24"-25,-25 25,26 0,-1 0,-25 0,25 0,1 0,-51 0,26 0,24 0,0 0,-25 0,26 50,-26-50,25 50,-25-26,26 26,-1-25,25 24,-75 1,75 24,-49 26,49 48,-50-24,50-24,0-1,0 0,0-25,0 26,0-51,99 1,-49 0,24-50,26 49,49-49,-1 0,-48 0,24-49,-50 49,0-75,-24 50,49-24,-49-1,24-24,1 24,-26-49,-24 49,-25-24,75-1,-75-24,24 25,-24-1,0 1,0 0,0 24,0 0,-49-24,49 24,-50 1,1-1,24 25,-25-24,25 49,0-50,-24 50,24-25,-25 25,26 0,-26 0,0 0,-24 0,-25 0,49 0,-24 99,-25-74,24 25,26 0,-1-26,25 1,-24 50,49-51,24 26,1-50,25 50,24-50</inkml:trace>
  <inkml:trace contextRef="#ctx0" brushRef="#br0" timeOffset="-130397.63">3275 3200,'-50'49,"0"-49,100 0,-25 0,24-24,1 24,49-25,-24-25,-1 1,0 24,1-25,-26 25,1 25,-50-49,25 49,-25 25,-25-1,-25 1</inkml:trace>
  <inkml:trace contextRef="#ctx0" brushRef="#br0" timeOffset="-130136.61">3126 3646,'-25'0,"50"0,24-49,26-1,-26 0,51-24,-1 24,0-24,0 0,-24 24,-26 0,1 26,-25 24,-25 0,-50 0,0 49</inkml:trace>
  <inkml:trace contextRef="#ctx0" brushRef="#br0" timeOffset="-129918.6">3250 3473,'-25'0,"25"24,-25-24,25 0,50-49,-1 24,1-49,49 49,-24-25,-1 1,0 24,-24-25,-25 50,-25-25,49 25,-73 50,-1-50</inkml:trace>
  <inkml:trace contextRef="#ctx0" brushRef="#br0" timeOffset="-127945.49">3126 3522,'25'0,"49"-49,-49 24,24-25,1 25,0-24,-1 24,26 25,-51-50,1 50,-25 0</inkml:trace>
  <inkml:trace contextRef="#ctx0" brushRef="#br0" timeOffset="-127714.47">3126 3646,'25'-25,"49"-24,-49 49,24-50,-24 1,50 49,-26-50,-24 0,25 50,-50-24,24 24,-24 0,-24 0</inkml:trace>
  <inkml:trace contextRef="#ctx0" brushRef="#br0" timeOffset="-127458.46">3299 3522,'25'-25,"25"1,24-26,-49 25,0 25,-25 0,0 25,-25-25</inkml:trace>
  <inkml:trace contextRef="#ctx0" brushRef="#br0" timeOffset="-124653.3">13643 8607,'0'0,"25"0,24-74,-24 74,50-50,-26 1,-24 49,25-50,-26 50,26-25,0 25,-50-49</inkml:trace>
  <inkml:trace contextRef="#ctx0" brushRef="#br0" timeOffset="-124233.27">13767 8508,'0'25,"25"49,0-24,24-1,-49 26,25-26,-25 1,0-25,0 24,-25-49,-24 0,-1 0,25 0,25-24</inkml:trace>
  <inkml:trace contextRef="#ctx0" brushRef="#br0" timeOffset="-123633.24">14337 8607,'-24'75,"24"-26,0 1,0-25,0 24,0-24,0 0,0-75,0 25,0-24,0-26,0 1,0 0,0 49,24 25,26 0,-50 0,50 0,-50 49,74-49,-74 25,25-25,-25 25,25-25,-25 50,0-26</inkml:trace>
  <inkml:trace contextRef="#ctx0" brushRef="#br0" timeOffset="-123474.23">14412 8781,'0'-25,"0"0,0 0,49-24,1 24,0-25,-25 50,-25-49</inkml:trace>
  <inkml:trace contextRef="#ctx0" brushRef="#br0" timeOffset="-120586.07">16074 8632,'0'-50,"0"75,0 0,0 25,0-1,0 26,25-26,-25 1,0-25,24 49,-24-49,50-25,-25 0,-25-50</inkml:trace>
  <inkml:trace contextRef="#ctx0" brushRef="#br0" timeOffset="-120196.04">16396 8483,'0'-49,"-49"49,24 74,-25-24,25 24,-24 25,-1-49,50-1,-49 1,49-25,-25-25,25 0,0 0,25 0,49 0,-49 0,0 0,24 0,-24 0,0 0,-25 0,49 0,1 25,-25-25,0 0</inkml:trace>
  <inkml:trace contextRef="#ctx0" brushRef="#br0" timeOffset="-119703.02">16669 8731,'50'50,"-50"-25,25 24,-25 26,49-26,-49 1,0 0,25 24,-25-49,0-50,0-25,-25-49,25 25,0 24,0 25,0-24,0-1,0 25,25 25,0-49,24 49,26 0,-75 24,49-24,-24 25,25 50,-50-51,0 1,0 25,0-1,0-24</inkml:trace>
  <inkml:trace contextRef="#ctx0" brushRef="#br0" timeOffset="-119528.01">16843 8979,'0'0,"25"-74,49 49,-24-25,-1 26,1-26,-50 25</inkml:trace>
  <inkml:trace contextRef="#ctx0" brushRef="#br0" timeOffset="-118875.97">15280 6672,'0'0,"0"50,74-50</inkml:trace>
  <inkml:trace contextRef="#ctx0" brushRef="#br0" timeOffset="-117608.9">18703 8533,'0'0,"74"0,1 0,-25 0,-1-50,1 50,24-49,-24 49,-25-25,24 25,1 0,-50-25,-25 25,25 0,-25 0</inkml:trace>
  <inkml:trace contextRef="#ctx0" brushRef="#br0" timeOffset="-117191.87">18976 8458,'-25'0,"25"25,0-25,0 50,50-1,-50 1,25 24,-25 1,49-1,-49 25,0-49,50 0,-50-25,0 24,0-24,-25-25,25 25,-50-25,1 0,-1 0,50 0,-49 0,123-50,-24 50,-1-25</inkml:trace>
  <inkml:trace contextRef="#ctx0" brushRef="#br0" timeOffset="-116708.84">19348 8855,'0'0,"25"50,-25-25,0 24,25 1,-25-25,0 0,49 24,-49-24,0 25,25-50</inkml:trace>
  <inkml:trace contextRef="#ctx0" brushRef="#br0" timeOffset="-116162.81">19398 8905,'0'-50,"0"25,0-24,24 49,26-75,-25 75,24 0,-24-24,0 24,-25 24,0 26,0 0,-25 24,25-24,-49-1,49-24,-50-25,50 25,25-25,0 0,24 0,-24 0,25 0,-1 0,1 0,-50 25,0 24,0-24,0 0,0 25,-50-26,25-24,1 75,-26-75,0 0,26 0,-26 0,0 0,50-50,0-24,50-1,0 26</inkml:trace>
  <inkml:trace contextRef="#ctx0" brushRef="#br0" timeOffset="-115502.78">21159 8508,'25'0,"-25"50,24 24,-24 0,50-24,-50 0,0-1,25 1,-25-25,0 24,49-49</inkml:trace>
  <inkml:trace contextRef="#ctx0" brushRef="#br0" timeOffset="-115028.75">21655 8359,'-50'0,"25"75,-24-26,24 1,-25 24,26-24,-26-25,25-25,25 49,25-49,-25 25,50-25,-1 50,-24-50,25 74,-26-74,1 25,25-25,-25 0,-1 0,51 0,-75-25,49 25,-49-50,25 50,-25-74,50 49,-50 0</inkml:trace>
  <inkml:trace contextRef="#ctx0" brushRef="#br0" timeOffset="-114235.7">15007 6747,'-25'0,"25"0</inkml:trace>
  <inkml:trace contextRef="#ctx0" brushRef="#br0" timeOffset="-109103.41">1737 11212,'-50'0</inkml:trace>
  <inkml:trace contextRef="#ctx0" brushRef="#br0" timeOffset="-107325.31">1662 11038,'-25'0,"25"-25,-24 25,-26 0,25 0,25 0,-25 0,-24 0,49 25,-25-25,25 50,-25-26,25 1,0 25,0-25,0 24,0 1,0 0,0-26,0 1,0 25,0-25,0-25,0 24,25-24,0 0,24 0,-24 0,0 0,49 0,-49 0,0 0,0 0,24 0,-24 0,25-49,-50 24,25 25,-25-25,25 25,-25-49,49 49,-49-25,0 0,0-25,0 26,0-1,0-25,0 25,0 0,-25 25,25-24,-24 24,24-50,-25 50,-25 0,25 0,0 0,-24 0,24 0,25 25,-25-25,0 0,25 0</inkml:trace>
  <inkml:trace contextRef="#ctx0" brushRef="#br0" timeOffset="-106283.25">1836 11137,'25'0,"24"0</inkml:trace>
  <inkml:trace contextRef="#ctx0" brushRef="#br0" timeOffset="-103604.1">9749 10542,'-25'0,"25"0,-25 0,-25 50,26-50,-1 24,-25-24,50 25,-25 25,25-25,-49-25,49 24,0 26,-25-50,25 25,0 0,0 24,0-24,-25-25,25 25,0 24,0-24,0 0,0 25,0-26,0-24,0 25,25-25,25 0,-26 0,1 0,25 0,-25 0,-1 0,26 0,-25 0,0 0,24 0,-49-49,25 49,-25-25,25 25,-25-25,49 25,-49-50,25 26,-25-1,0-25,0 25,0 1,0 24,0-50,0 25,-49 25,49-25,-25-24,0 24,-25 25,26 0,-1 0,-25 0,25 0,1 0,24 0,0-25,24 25</inkml:trace>
  <inkml:trace contextRef="#ctx0" brushRef="#br0" timeOffset="-100956.94">14461 8781</inkml:trace>
  <inkml:trace contextRef="#ctx0" brushRef="#br0" timeOffset="-100424.91">14412 8731,'25'0,"-25"25</inkml:trace>
  <inkml:trace contextRef="#ctx0" brushRef="#br0" timeOffset="-99336.85">16272 8806,'25'0</inkml:trace>
  <inkml:trace contextRef="#ctx0" brushRef="#br0" timeOffset="-98894.83">16247 8855</inkml:trace>
  <inkml:trace contextRef="#ctx0" brushRef="#br0" timeOffset="-97477.74">1761 11460,'25'0,"50"-25</inkml:trace>
  <inkml:trace contextRef="#ctx0" brushRef="#br0" timeOffset="-96284.68">8905 10889</inkml:trace>
  <inkml:trace contextRef="#ctx0" brushRef="#br0" timeOffset="-94801.59">17785 3721,'-24'25</inkml:trace>
  <inkml:trace contextRef="#ctx0" brushRef="#br0" timeOffset="-94381.57">17810 3721</inkml:trace>
  <inkml:trace contextRef="#ctx0" brushRef="#br0" timeOffset="-93645.53">19695 3572</inkml:trace>
  <inkml:trace contextRef="#ctx0" brushRef="#br0" timeOffset="-92911.48">21779 2803,'-50'0,"50"25</inkml:trace>
  <inkml:trace contextRef="#ctx0" brushRef="#br0" timeOffset="-92422.46">21754 3820,'74'0,"-74"0</inkml:trace>
  <inkml:trace contextRef="#ctx0" brushRef="#br0" timeOffset="-91913.43">23193 3473,'25'0</inkml:trace>
  <inkml:trace contextRef="#ctx0" brushRef="#br0" timeOffset="-88896.25">14288 9897,'0'-25,"0"25,-25 0,-25 0,26 0,-1 0,0 0,-25 25,26 0,24 0,-50-25,50 49,0-24,0 0,0 25,0-26,0 1,0 25,0-25,0 24,25 1,0-25,24-1,-24-24,0 0,24 0,26 0,-26 0,1 0,-25 0,-25 0,74 0,-74-24,75 24,-75-50,25 50,-25-25,24 25,-24-25,0 1,50-51,-50 26,0-1,0 25,0-25,0 26,-25-26,25 25,-25 25,25-25,-24 25,24-24,-50 24,25 0,0 0,-24 0,24 0,0 0,-25 0,1 0,24 0,0 0,-24 0,49 0,-25 0,0 24,-25-24,50 50,0-25,25-25,0 0,25 0</inkml:trace>
  <inkml:trace contextRef="#ctx0" brushRef="#br0" timeOffset="-88042.2">16992 9599,'0'0,"-50"0,50 25,-25 25,25-1,-49 1,-1 49,0-24,26-1,-26 25,50-49,-50 0,1-1,73-74,-24 1</inkml:trace>
  <inkml:trace contextRef="#ctx0" brushRef="#br0" timeOffset="-87502.17">16520 9823,'-25'0,"25"-50,-24 50,24 0,24 0,-24 25,100-25,-76 49,26-49,25 50,-26 0,26-1,24-24,-25 25,1-1,-1-49,0 50,-49-50,-25 50,25-50,-25 49,0-49,0-25</inkml:trace>
  <inkml:trace contextRef="#ctx0" brushRef="#br0" timeOffset="-77338.59">1910 12005,'0'0,"-49"-24,24 24,0 0,-25 0,26 0,-1 0,-25 0,25 0,25 49,-24-49,24 25,-50-25,50 25,0 24,-25-24,25 0,0 25,0-25,0-1,0-24,0 50,0-25,25-25,-25 25,50-25,-50 49,24-49,-24 25,25-25,25 0,-50 25,25-25,-1 0,26 0,-25 0,0 0,-25 0,49 0,-24-50,0 50,-25-25,50 25,-50-24,24-26,-24 25,25 25,-25-25,0-24,0 24,0 0,0-25,0 26,0 24,0-25,-25 25,25-25,-49 25,49-50,-25 50,25-24,-25 24,0 0,25-25,-49 25,24 0,0 0,-25 0,26 0,24 0,-25 0,25 25,-50-25,75 0,0 0,0 0</inkml:trace>
  <inkml:trace contextRef="#ctx0" brushRef="#br0" timeOffset="-77069.58">1935 12179</inkml:trace>
  <inkml:trace contextRef="#ctx0" brushRef="#br0" timeOffset="-75067.46">9674 10641,'0'-25,"-25"25,1 0,24 0,-25 0,25 25,-50-25,50 50,-25-50,25 25,-24-25,24 24,0 26,0-25,0 0,0 24,0 1,0-25,0 24,0 1,0-50,0 49,24-49,51 0,-50 0,-1 0,26 0,-25 0,0 0,-1 0,-24-24,100 24,-51-25,-24 25,-25-25,25 25,-25-50,49 50,-49-24,25-1,-25-25,50 1,-50 24,0-25,0 25,-25 25,25-24,-25 24,0 0,1 0,-26 0,25 0,25 0</inkml:trace>
  <inkml:trace contextRef="#ctx0" brushRef="#br0" timeOffset="-70043.18">6970 10914,'-24'0,"-1"0,25 0,0 25,49-25,1 0,0 25,-26-25,26 0,-25 0,0 0,24 0,-24 0,25 0,-1 0,26 0,-26 49,-24-49,25 0,-25 0,-1 0,1 0,25 0,-1 0,1 0,0 0,24 0,-24 0,-1 0,-24 0,25 0,-26 25,1-25,25 0,-25 0,0 0,24 0,-24 0,0 0,0 0,24 0,1 0,-25 0,24 0,-24 0,25 0,-26 0,26 0,-25 0,0 0,-25 0,49 0,1 0,-25-50,24 50,-24 0,0 0,-25-24,49 24,1 0,-25 0,-50 0</inkml:trace>
  <inkml:trace contextRef="#ctx0" brushRef="#br0" timeOffset="-69661.15">8831 10840,'-25'0,"50"0,24 0,-24 0,0 0,0 0,24 0,-24 0,25 0,-25 0,-1 0,-24 24,0 26,0-50,0 50,-49-26,-1 26,1 0,49-1</inkml:trace>
  <inkml:trace contextRef="#ctx0" brushRef="#br0" timeOffset="-68527.09">11981 10443,'50'-25,"-26"25,1 0,25 0,-25-50,24 50,1 0,24 0,-49 0,25-24,-26 24,26 0,-25 0,25-50,-26 50,1 0,0 0,25 0,-26 0,1 0,25 0,-25 0,-1 0,26 0,0 0,-1 0,1 0,-1-25,1 25,-25 0,0 0,24 0,-24 0,0 0,24 0,-24 0,0 0,25 0,-1-49,1 49,-25 0,24 0,-24 0,0 0,25 0,-26 0,-24 0,0-25</inkml:trace>
  <inkml:trace contextRef="#ctx0" brushRef="#br0" timeOffset="-68197.07">13519 10120,'25'0,"0"0,-1 0,26 0,-25 0,0 0,24 0,-49 25,50-25,-25 0,-25 50,-50-1,-24 1,24-25,-24 24,-1 1,25-50</inkml:trace>
  <inkml:trace contextRef="#ctx0" brushRef="#br0" timeOffset="-66562.98">6574 11931,'0'50,"24"-50,1 0,25 0,-1 0,1 0,24 0,-24 0,0 0,-1 0,1 0,24 0,-24 0,0 0,-1 0,1 0,-1 0,26 0,-26 0,26 0,-1 0,1 0,-1 0,0 0,1 0,-1 0,1 0,-1 0,1 0,-1 0,0 0,1 0,-1 0,-24 0,-1 0,1 0,24 0,-24 0,-25 0,0 0,24 0,-24 0,25 0,-1 0,-24 0,0 0,0 0,-25-25</inkml:trace>
  <inkml:trace contextRef="#ctx0" brushRef="#br0" timeOffset="-66201.96">9004 11832,'50'25,"-25"-25,0 0,24 0,26 0,-26 24,1-24,-25 0,24 0,-24 0,-25 50,0-25,0 24,0-49,-49 50,-1 24,50-49,25-25</inkml:trace>
  <inkml:trace contextRef="#ctx0" brushRef="#br0" timeOffset="-65355.91">12303 11584,'0'0,"50"0,0 0,-26-25,26 25,0 0,-1-25,1 25,24-49,-24 49,0 0,-26-25,51 25,-26 0,-24 0,25-50,-25 50</inkml:trace>
  <inkml:trace contextRef="#ctx0" brushRef="#br0" timeOffset="-64955.88">12899 11336,'25'0,"24"0,-24 0,25 0,-1 0,1 0,24 0,-24 0,-1 0,-24 0,25 0,-25 0,-50 49,0-24,-25 25,26-50,-26 74,0-24,50-1,25-49</inkml:trace>
  <inkml:trace contextRef="#ctx0" brushRef="#br0" timeOffset="-64281.85">14461 10988,'-24'25,"-26"0,25 25,-24 49,49-49,-50-1,50 1,0-1,0-24,0 0,50 25,-1-50,26 0,-1 0,25 0,-24-50,-1 25,-24-49,-1 24,-49-24,50-26,-50-24,0 50,0 24,-50 1,1 49,-1 0,-49 0,-25 49,25 51,24-1,75-25,0 1,0-26,50-49</inkml:trace>
  <inkml:trace contextRef="#ctx0" brushRef="#br0" timeOffset="-63481.8">17240 10790,'-25'0,"-25"99,-24-24,-1 49,1 0,49-75,-24 1,-1 0,25-1</inkml:trace>
  <inkml:trace contextRef="#ctx0" brushRef="#br0" timeOffset="-63180.78">16719 10939,'25'0,"24"49,1 1,24 24,1 51,-1-1,0-25,-49-50,25-24,-25 25,-1-25,-24-25,0-50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04:34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1191 1091,'0'-24,"0"24,0 49,0-24,-25 25,25-26,0 1,0 0,0 49,0-98</inkml:trace>
  <inkml:trace contextRef="#ctx0" brushRef="#br0" timeOffset="457.02">1241 943,'0'-25,"49"25,-24 25,-25 24,0-24,50 0,-50 24,0 1,0 0,0-1,0 1,0-25,0-1,-25-24,25 50,-50-50,1 50,-1-50,0 0,75 0,0-25</inkml:trace>
  <inkml:trace contextRef="#ctx0" brushRef="#br0" timeOffset="2114.12">2134 943,'0'-25,"-25"25,0 0,-25 25,-24-1,74 1,-25-25,25 50,0-25,0-1,75-24,-51 0,-24 50,25-50,25 25,-50 24,0 1,0-25,0 0,-25 24,-25-49,26 25,-26-25,25 0,0 0,-24 0,24 0,25 0,0-50,0 50,0-49,50 49</inkml:trace>
  <inkml:trace contextRef="#ctx0" brushRef="#br0" timeOffset="2653.15">2357 967,'0'25,"0"0,0 25,0-1,0 1,0-25,0 24,0 1,0-25,0 24,0 1</inkml:trace>
  <inkml:trace contextRef="#ctx0" brushRef="#br0" timeOffset="3250.18">2357 1091,'0'-74,"0"49,25 0,24-24,26 49,-51 0,-24 0,0 49,0-24,0 25,-24-1,24-24,-50 25,25-25,-24-25,73 0,1 0,25 49,-25 26,-25-26,24-49,-24 25,50-25,-50 0,25 0,-25-50,25 50,-25-24,49-1</inkml:trace>
  <inkml:trace contextRef="#ctx0" brushRef="#br0" timeOffset="4791.27">3151 1141,'-50'0,"75"0,49 0,1 0,-1 0,0 0,-24 0,-25 0,24 0,-24 0,-25 0</inkml:trace>
  <inkml:trace contextRef="#ctx0" brushRef="#br0" timeOffset="5159.29">3895 992,'0'-25,"0"25,0 50,0 0,0-1,0 26,0-1,-50 0,50-24,0-25,0 24,0-49</inkml:trace>
  <inkml:trace contextRef="#ctx0" brushRef="#br0" timeOffset="5413.3">3870 1091,'0'0,"0"-24,0-1,25 25,49 0,-49-50,25 50,-26 0,1 0,25 0,-1 0,-49 25</inkml:trace>
  <inkml:trace contextRef="#ctx0" brushRef="#br0" timeOffset="5611.32">3944 1315,'25'0,"0"0,25 0,-1 0,-24 0,25 0,-26 0,-24-50,50 50</inkml:trace>
  <inkml:trace contextRef="#ctx0" brushRef="#br0" timeOffset="5909.33">4490 1042,'0'-25,"0"75,0-26,0 26,0-25,0 0,0 24,0-24,0 0,0 0,0 49</inkml:trace>
  <inkml:trace contextRef="#ctx0" brushRef="#br0" timeOffset="6149.35">4490 1042,'0'-25,"50"-25,-26 50,26 0,-25 0,0 0,-1 0,-24 50,-24-50</inkml:trace>
  <inkml:trace contextRef="#ctx0" brushRef="#br0" timeOffset="6351.36">4440 1215,'25'0,"0"0,25 0,-26 0,1 0,0 0,25-24,-26 24</inkml:trace>
  <inkml:trace contextRef="#ctx0" brushRef="#br0" timeOffset="7265.41">5333 1215,'-24'0,"-1"0,25 0,49 0,1 0,24 0,26 0,-26 0,0 0,1 0,-1 0,-24 0,-25 0,-25-24,-25 24,-25 0,1 24</inkml:trace>
  <inkml:trace contextRef="#ctx0" brushRef="#br0" timeOffset="7559.43">5309 1339,'24'0,"1"0,50 0,-26 0,26 0,-1 0,-24 0,-1 0,26 0,-26 0,-24 0,0 0,24-49,-73 49</inkml:trace>
  <inkml:trace contextRef="#ctx0" brushRef="#br0" timeOffset="7963.45">5755 1067,'0'-25,"0"25,50 0,-1 0,-24 0,-25 49,50-49,-50 50,49-50,-49 50,50-50,-50 24,25 26,-25-25,24-25,-24 49,0-24,0-25,-24 25,-26-25,25 50,0-50,-24 24,24-24,25 50,0-25</inkml:trace>
  <inkml:trace contextRef="#ctx0" brushRef="#br0" timeOffset="24847.42">7516 1017,'-25'0,"25"0,50 0,0 0,-1 0,1 0,-1 0,1 0,-25 0,0 0,-1 0,26 0,-25 0,0 0,24 0,-24 0,0 0,24 0,-24 0,0 0,25 0,-25 0,-1 0,26 0,-25 0,0 0,24 0,-24 50,0-50,24 0,-24 0,0 0,25 24,-26-24,1 0,25 0,-25 0,-1 0,26 50,-25-50,0 0,24 0,1 0,-1 0,1 0,0 0,24 0,-24 25,-26-25,26 0,25 0,-26 0,1 0,-1 0,1 0,24 49,-49-49,0 0,25 0,-1 0,1 0,-1 0,1 25,24-25,-24 0,0 0,-1 0,1 0,24 0,-24 0,0 0,-1 0,1 50,24-50,-24 0,-1 0,1 0,0 0,24 25,-24-25,-1 0,1 0,-1 49,26-49,-1 0,1 0,-1 0,-24 0,-1 25,26-25,-26 0,1 0,0 0,-1 0,1 0,24 0,-24 0,-1 0,1 0,24 50,-49-50,0 0,0 0,24 0,-24 0,0 0,25 0,-26 0,1 0,25 0,-1 0,-24 0,25 0,0 0,-1 0,-24 0</inkml:trace>
  <inkml:trace contextRef="#ctx0" brushRef="#br0" timeOffset="27654.58">7467 943,'24'0,"-24"0,0 49,0 26,0-26,0-24,0 0,-24 49,24-24,0-25,-25 24,25 1,0-25,-50 24,50-24,0 0,0 24,-25-24,25 0,0 25,0-25,0-1,-49 26,49-25,0 0,0 24,0-24,-25 0,25 24,0-24,0 0,0 25,-25-26,25 1,0 25,0-25,0 24,0 1,0-25,0-1,0 26,0-25,0 0,-49 24,49-24,0 0,0 24,0-24,0 25,0-25,0 24,0 1,0-25,0 0,-25 24,25-24,0 25,0 24,0-49,0 0,0 24,0-24,0 0,0 0,0 49,0-24,0-26,0 51,0-1,0-24,0-1,0-24,0 25,0 0,0-26,0 1,0 25,0 24,0-49,0 0,0 24,0-24,0 0,0 0,0 24,0-24,0 0,-50 49,50-49,0 0,0 25,0-1,0 1,0-1,0 1,0 0,0-26,0 1,0 25,0-1,0-24,0 0,0 25,0-25,0-1,0 26,0 0,0-26,0 1,0 25,0-25,0-25,50 0,-25 0,24 0,1 0,-25 0,-1 0,1 0,25 0,-25 0,-1 0,51 0,-50 0,-1 0,26 0,0 0,-1 0,1 0,-1 0,26 0,-26 0,1 0,0 0,-1 0,26 0,-26 0,1 0,0 0,-1 0,1 0,24 0,-24 0,-1 0,26 0,-1 0,1 0,-1 0,0 0,1 0,24 0,0 0,-24 0,-1 0,1 0,-1 0,0 0,1 0,-1 0,1 0,-1-50,0 50,1 0,49 0,-25 0,-24 0,-26 0,1 0,-1 0,26 0,-1 0,-24 0,-1 0,26 0,-26 0,1 0,24 0,-24 0,0 0,-1 0,1 0,24 0,-24 0,0 0,-1 0,1 0,24-50,-49 50,25 0,-1 0,26 0,-26 0,1 0,24 0,-24 0,-1 0,26 0,-26 0,-24 0,0 0,25 0,-26 0,1 0,25 0,-1 0,1 0,-25 0,25 0,-26-24,-24-1,25-25,-25 25</inkml:trace>
  <inkml:trace contextRef="#ctx0" brushRef="#br0" timeOffset="29161.66">12700 1439,'-24'0,"24"24,-50 1,50 25,0-25,0 49,-25-24,25 24,0-24,-49 24,49 25,0-24,0-1,-50 1,50-1,0 0,0 1,0-1,-25 1,25-1,0 25,-50-24,50-26,-49 26,49-1,-25 25,25-49,0 24,-50-24,50 0,0 24,0-24,-24-1,24 1,0-1,0 26,-50-25,50-1,0-24,0 25,0-26,-25 1,25 50,0-26,0 26,-49-51,49 51,0-26,0-24,0 0,0 25,0 24,0-49,0 0,0 49,0-24,0-1,0 1,0-1,0 1,0-25,0 0,0 24,0 26,0-26,0-24,0 0,0 25,0-75,0 0,0-25,0-49</inkml:trace>
  <inkml:trace contextRef="#ctx0" brushRef="#br0" timeOffset="29796.7">7615 2183,'-49'0,"-1"0,1 0,-1 0,25 0,0 0</inkml:trace>
  <inkml:trace contextRef="#ctx0" brushRef="#br0" timeOffset="31014.77">7318 2183,'-25'0,"25"0,50 0,-1 49,-24-49,25 0,-26 0,1 25,25-25,-25 0,24 50,1-50,24 0,-24 0,-1 25,1-25,24 0,-24 0,0 0,-1 49,1-49,24 0,26 0,-51 50,1-50,24 0,1 0,-1 0,0 25,26-25,-26 0,0 0,1 49,-1-49,1 0,-1 25,1-25,-1 0,25 50,-24-50,24 0,0 49,0-49,-24 0,-1 0,0 0,1 0,-1 0,-24 25,0-25,24 0,-24 50,-1-50,1 0,-1 0,26 49,-26-49,1 0,0 0,-1 0,26 0,-26 0,1 0,-1 0,1 0,24 0,-24 0,0 0,-1 0,1 0,0 0,-26 0,1 0,25 0,24 0,-49 0,0 0,24 0,-24 0,0 0,0 0,24 0,1 0,-25 0,24 0,1 0,0 0,-1 0,1 0,-1 0,-24 0,0 0,25 0,-26 0,1-24,25 24,-50-25</inkml:trace>
  <inkml:trace contextRef="#ctx0" brushRef="#br0" timeOffset="33300.9">10542 1389,'0'0,"0"50,-24-50,24 49,0-24,0 0,0 24,-25-24,25 0,0 25,-25-25,25-1,0 51,-50-26,50 1,0 0,-49 24,49-24,0-1,0-24,0 25,0-1,0 1,0-1,0 1,0 0,0-26,0 1,0 25,0-25,0-1,0 26,0-25,-25 0,25 24,0-24,0 25,-25-1,25-24,0 0,0 25,-50-26,50 1,0 25,0-1,0-24,0 0,0 25,0-26,0 1,-24 25,24-1,0 26,-50-26,50-24,0 25,0-25,0 24,-25-24,25 50,0-51,0 26,0 0,-49-50,49 74,0-49,0 24,0-24,-25 25,25-1,0 1,-50 0,50-1,0 1,-25 24,25-49,0 25,0-1,-49-49,49 50,0-25,0-1,-25-24,25 75,0-26,-25-49,25 75,0-50,0 0,-49 24,49-24,0 0,0 24,0-24,0 0,-25-25,25 50,0-75,0 0,0-25,0-49</inkml:trace>
  <inkml:trace contextRef="#ctx0" brushRef="#br0" timeOffset="35108">8434 1488,'0'-49,"0"49,0-25,-50 25,26 0,-1 0,-25 0,25 0,1 0,-26 0,50 0,0 49,-25-24,25 0,0 25,0-26,0-24,0 25,50-25,-25 50,-1-50,-24 25,50-25,-25 25,-25 24,25-49,-25 25,0 0,0 24,0 1,0 0,-50-1,25-49,-24 0,24 0,-25 0,0 0,1 0,24-25,25 1,0-1,0-50,0 75,25-24,24 24,-24 0,0 0</inkml:trace>
  <inkml:trace contextRef="#ctx0" brushRef="#br0" timeOffset="35816.04">9327 1612,'0'-25,"0"75,0-25,0 49,0-24,0 0,0-1,0 26,-25-1,25 0,0-24,0-25,0 24,0-73</inkml:trace>
  <inkml:trace contextRef="#ctx0" brushRef="#br0" timeOffset="36497.08">9252 1860,'0'-24,"0"-1,25-25,25 25,0 25,-26-49,26-1,0 50,-50-25,24 25,1 0,-25 0,0 25,0 50,0-51,0 26,0-25,-74 24,49-24,25 25,-50-25,-24 24,49-49,0 0,25-25,0-24,0 24,0 25,25 0,25 0,-25 0,-25 0,24 0,-24 50,75-50,-75 24,25-24,-25 50,24-50,-24 50,25-50,-25 49,50-49,-25 0,24-25,-24 1,0-26,-25 25,49 25,-49-25</inkml:trace>
  <inkml:trace contextRef="#ctx0" brushRef="#br0" timeOffset="37889.16">11138 1885,'0'-25,"0"25,-50 0,25 0,-24 50,24 0,-25 24,25 0,-24-24,49 0,-25 24,25-49,0 0,0 24,25-49,0 0,24 50,26-50,-26 0,1-25,-25 25,24-50,1 1,-1 24,-24-25,25-24,-50 49,0 0,0 1,0-26,-25 50,0 0,0 0,-24-25,24 25,0 0,-24 0,24 0,0 0,-25 50,26 24,24 1,0-75</inkml:trace>
  <inkml:trace contextRef="#ctx0" brushRef="#br0" timeOffset="38318.19">11113 2307,'0'0,"25"0,-25 25,49-1,-49 26,0-25,25-25,-25 49,50 1,-26-50,1 0,25-25,-50 0,25-24,24 49</inkml:trace>
  <inkml:trace contextRef="#ctx0" brushRef="#br0" timeOffset="38895.22">11485 2356,'0'0,"0"50,0 0,0-26,0 26,0-25,-50-25,50 0,25-75,-25 51,0-26,50 25,-50-24,25 49,-1 0,-24-50,50 50,-25 0,-25 25,0 0,25-25,-25 24,0 26,0 0,0-26</inkml:trace>
  <inkml:trace contextRef="#ctx0" brushRef="#br0" timeOffset="39149.23">11758 2431,'74'-25,"-49"25,0 0,0 0,24 0,-24 0,0 0,24 0</inkml:trace>
  <inkml:trace contextRef="#ctx0" brushRef="#br0" timeOffset="39427.25">11931 2257,'0'50,"0"-25,0-1,0 1,0 25,-24-25,24 24,0 1</inkml:trace>
  <inkml:trace contextRef="#ctx0" brushRef="#br0" timeOffset="40066.29">12130 2307,'25'0,"-25"25,0 24,0-24,0 0,0 24,0 1,0-25,0 0,0 24,-50-49,50-25,0-24,0 24</inkml:trace>
  <inkml:trace contextRef="#ctx0" brushRef="#br0" timeOffset="41625.38">8062 2729,'0'-25,"0"-25,-50 50,25 0,-24 50,24-25,-25 24,50-24,-49 0,49 24,0-24,0 0,0 25,0-50,49 24,1-24,0 0,24 0,-49 0,24-49,1 24,-25-25,-25 26,74-26,-74-24,0 24,0 0,-49 50,-1 0,0 0,-24 50,49 0,25-1,-49 1,49 24,0-49,49-25</inkml:trace>
  <inkml:trace contextRef="#ctx0" brushRef="#br0" timeOffset="42323.42">9079 2778,'0'-25,"49"25,-98 25,24 25,25-25,-50 24,50-24,0 0,0 24,0-24,25-25,0 0,0 0,24-25,-24 25,-25-74,75 49,-75 0,0-24,0 24,0 0,0-24,-25 49,0 0,-25 0,1 49,24-24,25 0,0 24</inkml:trace>
  <inkml:trace contextRef="#ctx0" brushRef="#br0" timeOffset="43244.47">10939 2877,'-25'50,"25"-25,0 0,-24 24,24-24,0 0,0 24,0-24,0 0,0 0</inkml:trace>
  <inkml:trace contextRef="#ctx0" brushRef="#br0" timeOffset="43446.48">10890 2952,'49'0,"-24"25,25 24,-1-49,-49 50,50-50,-50 49,25-49,24 25</inkml:trace>
  <inkml:trace contextRef="#ctx0" brushRef="#br0" timeOffset="43749.5">11212 2902,'0'25,"0"0,0 0,0 49,-50-24,50-26,0 26,0-25,0 24</inkml:trace>
  <inkml:trace contextRef="#ctx0" brushRef="#br0" timeOffset="44295.53">11634 3051,'0'-50,"0"26,0 24,-75 0,51 0,-1 24,25 1,-75 0,75 25,0-26,0 1,0 50,75-51,-26-24,1 0,0 0,-1 0,1 0,-25 0,24 0,-49 0,0 0</inkml:trace>
  <inkml:trace contextRef="#ctx0" brushRef="#br0" timeOffset="45419.59">8062 3448,'0'-25,"0"25,-50 0,50 25,-49 0,49 49,-50-49,50 0,0 24,0-24,25 0,24-25,-24 0,0 0,25 0,-26 0,26-25,-50-25,25 26,-25-26,0 25,0 0,0 1,0-26,-25 50,-25 0,26 0,-1 0,-25 25,50 24,0-24,25-25</inkml:trace>
  <inkml:trace contextRef="#ctx0" brushRef="#br0" timeOffset="46132.63">9104 3448,'0'-25,"0"50,0 24,0 1,0 0,0-1,0 1,0 0,0-26,-50-24,50 25,0-25</inkml:trace>
  <inkml:trace contextRef="#ctx0" brushRef="#br0" timeOffset="48044.74">11262 3646,'0'-25,"0"25,-50 0,25 0,0 0,-24 50,49 25,-25-75,25 49,0 1,25-50,0 0,24 25,-24-25,0 0,24 0,-24 0,25 0,-25 0,0-25,24 25,-49-50,50 50,-50-74,25 49,-25-25,0 1,-25 49,-50 0,51 0,-51 0,25 0,26 0,-1 0,-25 24,1 1</inkml:trace>
  <inkml:trace contextRef="#ctx0" brushRef="#br0" timeOffset="49120.8">8136 4093,'25'0,"-25"25,0-1,0 1,0 25,0-25,0 24,0 1,0-25</inkml:trace>
  <inkml:trace contextRef="#ctx0" brushRef="#br0" timeOffset="49899.85">9277 4142,'0'-24,"25"24,-25-25,0 25,-99 25,74 24,-25-24,50 25,-49-26,49 1,0 25,25-50,-1 0,51 0,-26 0,-24-25,25 25,-50-50,50 26,-50-26,0 25,0 0,0-24,-25 49,-25 0,25 0,0 0,-24 25,49-1</inkml:trace>
  <inkml:trace contextRef="#ctx0" brushRef="#br0" timeOffset="63641.64">11162 4217,'0'0,"0"0,0 49,0-24,0 25,0-1,-49-49,49 50</inkml:trace>
  <inkml:trace contextRef="#ctx0" brushRef="#br0" timeOffset="65448.74">8236 4638,'0'-24,"0"48,0 26,0 0,-50-1,50-24,0 25</inkml:trace>
  <inkml:trace contextRef="#ctx0" brushRef="#br0" timeOffset="66160.78">9302 4738,'0'-25,"0"25,-25 49,25-24,0 0,-25 25,25-1,0-24,0 0</inkml:trace>
  <inkml:trace contextRef="#ctx0" brushRef="#br0" timeOffset="69005.94">11162 4688,'0'0,"0"50,-49-26,24 26,-25 0,1-25,24-25,25 49,-25-49</inkml:trace>
  <inkml:trace contextRef="#ctx0" brushRef="#br0" timeOffset="69505.97">10890 4589,'0'-25,"24"25,1 74,-25-49,50 0,-1 49,-24-24,25 0,-1 24,-24-49,-25 0,50 24,-1-24,-24-25,-50 0</inkml:trace>
  <inkml:trace contextRef="#ctx0" brushRef="#br0" timeOffset="73362.19">13420 3101,'-50'0,"50"-25,25 25,24 0,26 0,-1 0,1 0,-1 0,25 0,-24 0,-1 0,1 0,-51 0,26 0,-50 25,-25-25</inkml:trace>
  <inkml:trace contextRef="#ctx0" brushRef="#br0" timeOffset="73669.21">13444 3175,'0'0,"50"0,0 0,24 0,1 0,24 0,25 0,-25 0,0 0,-24 0,-26 0,1 0,-1 0,-49 0,-49 0</inkml:trace>
  <inkml:trace contextRef="#ctx0" brushRef="#br0" timeOffset="74042.23">14114 2877,'0'0,"0"0,50 75,24-26,-24-49,-25 50,-1-50,26 74,-25-74,24 25,1-25,-50 25,0 25,-50-50,1 24,-26-24,26 50,-1-50,1 25,-1-25,50 74</inkml:trace>
  <inkml:trace contextRef="#ctx0" brushRef="#br0" timeOffset="95027.43">16595 1637,'-25'0,"25"-25,0 25,0 50,0 0,0-1,0-24,0 25,0-1,0-24,0 0,25 49,-25-49,0 0,0 24,24-24,-24 0,0 25,0-26,0 1,0 25,50-25,-50-1,0 26,0-25,0 0,25 24,-25-24,0 25,0-1,0-24,0 0,50 25,-50-26,0 1,0 25,0-1,0-24,0 0,0 25,0-1,24-24,-24 25,0-26,0 1,0 25,0-25,0-1,0 26,0-25,0 0,0-1,0 26,0-25,0 0,0 24,50-24,-50 25,0-26,0 1,0 0,0 25,0-25,0-1,0 26,25 0,-25-26,0 26,0-25,0 0,0 24,0-24,0 25,49-1,-49 1,0-25,0 24,0-24,0 25,0-26,0 26,0 0,0 24,25-24,-25-1,0-24,0 25,0-26,0 1,0 25,0 0,0-1,0-24,0 25,0-26,0 1,50-25,-1 0,-24 0,25 0,-25-49,24 49,1 0,24 0,-24-25,-1 25,1 0,24-50,-24 50,0 0,-1-25,1 25,-25 0,0 0,24 0,26-49,-26 49,1 0,-1 0,1-25,24 25,-24 0,24 0,1-50,-26 50,26 0,-26 0,-24 0,0 0,25-25,-26 25,1 0,25 0,-25 0,-25-49,24 49,-24-25</inkml:trace>
  <inkml:trace contextRef="#ctx0" brushRef="#br0" timeOffset="97754.59">16669 1811,'-25'0,"-24"0,24 0,25-25,49 25,1-50,-25 50,25 0,-1 0,1-24,24 24,1 0,24-50,-25 50,1 0,-1-50,0 50,1-25,-1 25,-24 0,24-49,-49 49,0 0,25 0,-26-25,1 25,50 0,-51 0,-24-50,25 50,25 0,-25-24,-1 24,76-50,-76 50,1 0,25 0,-50-25,49 25,-24 0,0 0,25 0,-50-25,24 25,1 0,25 0,-25 0,-25-49,24 49,26 0,-50 25,0 24,-25-49,25 50,0-25,0 24,0-24,-25 25,25 24,0-24,0-1,0 1,0 0,0-1,0 26,0-26,0 1,0-1,0 1,0-25,50 0,-50 49,0-49,0 0,0 24,0-24,0 0,0 0,0 24,0 1,0 24,0-49,0 50,0-26,0-24,0 25,0-26,0 76,0-76,0 1,0 0,0 25,0-26,0 1,0 25,25-25,-25-1,0 26,0-25,0 24,0 1,0 0,49-1,-49 1,0-1,0 1,25-25,-25 25,0 24,0-24,25-50,-25 49,0 1,50-1,-50-24,0 0,0 25,0-1,0-24,0 25,0-1,0 26,0-51,0 1,0 25,0-25,0-1,24-24,-24 25,0 25,0-25,0-1,0 26,0-25,0-25,0-50,0 1,0-26,0 1</inkml:trace>
  <inkml:trace contextRef="#ctx0" brushRef="#br0" timeOffset="98783.65">17016 2232,'-24'0,"24"0,-75 50,75-25,-25 24,25-24,0 0,0 25,0-1,0-49,25 0,25 0,-25 0,-1 0,-24 50,50-50,-50 49,0-24,0 25,0-25,0 24,0-24,-25-25,0 0,1 0,24 0,24 0</inkml:trace>
  <inkml:trace contextRef="#ctx0" brushRef="#br0" timeOffset="99455.68">17240 4118,'0'0,"0"24,49 26,-49 0,0-1,25 26,-25-1,0 0,0 1,0-50,0-1,0-73,0-1,0 1</inkml:trace>
  <inkml:trace contextRef="#ctx0" brushRef="#br0" timeOffset="99935.71">17314 4043,'0'-49,"0"-1,0 25,74 25,-49 0,0 0,-25 25,0 25,0-26,0 1,0 25,-25-50,25 49,-74-49,74 25,-25-25,25 50,0-50,0 49,74-49,-74 50,75-50,-50 50,74 24,-74-49,-1-25,-24 0,50-50,-50 25,25-24,-25-1,50 1,-50 24</inkml:trace>
  <inkml:trace contextRef="#ctx0" brushRef="#br0" timeOffset="101045.77">18505 2108,'0'0,"24"0,51 0,-1 0,25 0,26-74,-26 74,50-74,-1 74,26-75,0 26,-26 49,-23-75,-51 75,-24-49,-1 49,-24 0,-25 0,0 24</inkml:trace>
  <inkml:trace contextRef="#ctx0" brushRef="#br0" timeOffset="101983.83">18753 3969,'0'0,"24"0,26 0,0 0,-1-25,26 0,49-24,25-1,-1 0,-48 50,24-74,-25 74,25-75,-50 75,1-24,-26 24,1-50,-25 50,0 0,24-25,-24 25,-25-49,-25 49,0 0</inkml:trace>
  <inkml:trace contextRef="#ctx0" brushRef="#br0" timeOffset="103409.91">20489 1265,'0'-25,"0"50,-25 25,-24 49,24-25,25 1,-50-1,50 1,0-26,0-24,25 49,25-74,-1 0,1 0,24-24,25-26,-49 25,0-49,-1 24,-24 0,25-49,-50 25,49-1,-49 1,0 24,-24 1,-1 49,0 0,-74 0,24 49,-24 26,74-50,25-1,-49 26,49-25,0 0,49 24</inkml:trace>
  <inkml:trace contextRef="#ctx0" brushRef="#br0" timeOffset="103714.93">20737 1488,'0'25,"0"25,0-26,25 1,-25 25,49-50,-49 50,50-50,-25 0,49 0,-24-25,-50-25,25 25,-25-24,0-26,49 26,-49 24,25 25</inkml:trace>
  <inkml:trace contextRef="#ctx0" brushRef="#br0" timeOffset="104540.97">20737 3200,'-74'25,"49"-1,-25 51,25-26,25 1,0 0,0-26,0 1,50-25,0 0,-1 0,26-25,24-24,-49 24,-1-49,1 24,-1 0,-49-24,25-25,-25 24,0 26,0 24,-74 25,-1 0,1 0,-25 50,74-1,25 1,0-25,0-1,25 26</inkml:trace>
  <inkml:trace contextRef="#ctx0" brushRef="#br0" timeOffset="104870.99">20960 3175,'0'25,"0"24,0 1,50-25,-25 24,24-24,-24-25,-25 25,50-25,-1 0,-49 0,0-25,0-24,0 24,25-25,-25 1,0-26,50 50,-25 25</inkml:trace>
  <inkml:trace contextRef="#ctx0" brushRef="#br0" timeOffset="105510.03">20489 2952,'50'0,"49"0,-25 0,1-50,-1 50,1-49,-26 49,26-25,-26 25,-24-50,49 50,-98 0</inkml:trace>
  <inkml:trace contextRef="#ctx0" brushRef="#br0" timeOffset="107713.16">16719 3175,'0'-25,"0"25,49 0,-24 25,25 0,-1 24,-24-49,-25 25,50-25,24 50,-49-50,0 0,-25 25,0-25,0 74,-50-24,50-1,-74-24,74 25,-25-26,25 1,-25-25,25 75,0-100</inkml:trace>
  <inkml:trace contextRef="#ctx0" brushRef="#br0" timeOffset="109044.23">15652 3696,'0'-25,"0"25,25 0,25 0,-26-25,26 25,-25 0,24-49,1 49,24 0,-24 0,-25-25,24 25,26-50,-26 50,-24 0,25-25,-25 25,-1 0,26 0,-25 0,-25-49,25 49,24 0,-24 0,0 0,-25-25,25 25,24 0,-24 0,25-25,-25 25,-1 0,26-49,-25 49,0 0,24 0,-49-25,-49 25</inkml:trace>
  <inkml:trace contextRef="#ctx0" brushRef="#br0" timeOffset="112678.44">14958 2704,'-25'0,"25"0,25 0,24 0,-24-50,0 50,24 0,1 0,0-25,24 25,0 0,26-74,-26 74,0-25,-24 25,25-50,-26 50,1-24,-1 24,26-50,-26 50,1 0,0-25,-1 25,-24 0,0-49,24 49,-24 0,0 0,-25-25,50 25,-1 0,1-50,-1 50,1 0,-50-25,25 25,0 0,-25-24,24 24</inkml:trace>
  <inkml:trace contextRef="#ctx0" brushRef="#br0" timeOffset="113944.51">15528 4837,'0'0,"74"0,-24 0,-25-25,25 25,-26 0,1 0,25-25,-25 25,-1 0,26-49,-25 49,0-25,24 25,-24 0,25-50,24 50,-24 0,-26-49,26 49,-25 0,0-50,24 50,1-50,-25 50,24 0,-49-24,25 24,0 0,24-25,-24 25,0 0,-25-50,50 50,-25 0,-25-25,24 25,26 0,-25 0,-25-24,25 24,24 0,-24-50,0 50,-50-50</inkml:trace>
  <inkml:trace contextRef="#ctx0" brushRef="#br0" timeOffset="119718.84">1910 1885,'25'0,"25"0,24-49,-24 49,-1-50,26 50,24-99,-49 74,-1 25,1-75,-25 75,-25 0,-50 25</inkml:trace>
  <inkml:trace contextRef="#ctx0" brushRef="#br0" timeOffset="119994.86">2084 1960,'0'0,"25"-25,24 25,-24-25,0 25,25-50,-26 50,26-74,-25 74,-50 25</inkml:trace>
  <inkml:trace contextRef="#ctx0" brushRef="#br0" timeOffset="121637.95">7144 4762,'0'0,"-25"0,0 0,-24 0,24 0,-25 0,1 0,-26 50,26-50,-1 0,1 25,24-25,0 0,0 0,50 0,0-25,24 25,-49-25</inkml:trace>
  <inkml:trace contextRef="#ctx0" brushRef="#br0" timeOffset="122073.98">6772 4564,'0'0,"-25"0,-49 25,49 24,-25-24,1 25,-1-25,-24 24,49-49,0 50,-49-50,99 0,24 0,26 50,-1-50,0 24,1-24,-26 50,1-50,-25 0,24 0,-24 25,-25-25</inkml:trace>
  <inkml:trace contextRef="#ctx0" brushRef="#br0" timeOffset="123371.05">4862 4242,'-50'0,"50"99,0 0,25 0,-25 25,50-49,-50-26,25 1,-25-25,49 0,-24-25,-25 0</inkml:trace>
  <inkml:trace contextRef="#ctx0" brushRef="#br0" timeOffset="123619.07">4763 4539,'0'-49,"-25"49,25-50,0 0,0 50,50-49,-26-1,1 50,25-74,-25 49,24-25,-24 50,-25-24,25 24,-25 24,0 1,0 25</inkml:trace>
  <inkml:trace contextRef="#ctx0" brushRef="#br0" timeOffset="123820.08">4862 4564,'-50'50,"100"-75,-25 25,24-50,-49 25,75-24,-75 24,50 25,-50-50,49 50,1 0</inkml:trace>
  <inkml:trace contextRef="#ctx0" brushRef="#br0" timeOffset="124196.1">5284 4316,'0'-25,"-25"50,25 25,-25-50,25 49,0 1,25-50,25 0,-50-25,74 25,-74-25,25 25,-25-49,0-1,0 25,0 25,-99 0,74 0,0 25,-25 25,100-50,0 0,24 0</inkml:trace>
  <inkml:trace contextRef="#ctx0" brushRef="#br0" timeOffset="124540.12">5482 4192,'50'0,"-1"25,-49 0,25 24,-25-24,0 0,0-75,0 25,0-24,0-1,0-24,0 24,0 25,0-24</inkml:trace>
  <inkml:trace contextRef="#ctx0" brushRef="#br0" timeOffset="125184.16">5730 3820,'-25'-50,"25"100,0 24,0 1,0-1,50 1,-50-26,0 26,25-51,-25 1,0-50,0 1,0-1,0-25,0 1,0-1,0 25,49 25,-49 0,25 25,-25 25,50-26,-50 1,0 25,0-1,0-49,0-74,0 24,0 1,0-1,0-24,0 49,25 25,-1 0,-24 25,50 0,-50 24,50-24,-50 25,24-50,-24 49,0-49</inkml:trace>
  <inkml:trace contextRef="#ctx0" brushRef="#br0" timeOffset="125335.16">5929 3820,'24'0</inkml:trace>
  <inkml:trace contextRef="#ctx0" brushRef="#br0" timeOffset="125921.2">6202 3373,'0'75,"0"-1,49 1,-49-1,25 1,-25-1,50-24,-50-26,24-24,-24 50,0-50,0 0,-49-25,-1 25,1 50,24-25,-25 49,25-49,25 0,-25-25,25 49,0-49,25 0,25 0,0 0,-26-49,26 24,-50 0,25-25,-25 26,0-1,0 25,49 0,1 0,-25 0,0-25,24 0,-24 0,-25-49,50 24,-50 1</inkml:trace>
  <inkml:trace contextRef="#ctx0" brushRef="#br0" timeOffset="126989.26">6574 3497,'0'-223,"0"198,0 25,0 75,0 24,0-25,0 1,0-1,0 1,0-26,49-24,-49 25,25-50,-25-25,0 0,-25-24,0 49,1 24,-26 1,25 25,25-25,-74 24,74-24,25-25,24 0,1 0,24-25,-49-24,-25 24,50-25,-50 25,0 1,0 24,0 24,0 51,0-50,24-25,1-25,25 0,-25 0,24-24,-24 24,25-25,-50 25,24-24,-24 24,0 50,-49-1,49 1,-25 25,25-25,0 24,50-49,-26 0,26-49,-25 24,24-25,-49 25,50-24,-50 24,0 0,0-24,0 24,0 50,0 24,0-24,0 25,25-50,25 0,-50 0,0-50,24 25,-24-24,0-1,0-24,50 49,-25 25,-25 0,25 0,-25 49,49-49,-49 25,75-25,-51 0,1-25,-25-24</inkml:trace>
  <inkml:trace contextRef="#ctx0" brushRef="#br0" timeOffset="127143.27">7764 3299,'0'25,"25"-25,49 0</inkml:trace>
  <inkml:trace contextRef="#ctx0" brushRef="#br0" timeOffset="129575.41">744 6722,'0'25,"0"0,0-1,-24-24,-1 0,25 0,-50-24,50-26,0 0,0 1,0-1,0 1,0 24,25 25,-25-25,25 25,0 0,24 25,-49 24,25 51,-25-26,50 0,-50 1,0-1,0 1,0-26,0 1,0-25,-50 24,25-49,25-24,-49-1,49-25,0 1,0-1,0 25,24-24,51 49,-50 24,24-24,-49 50,50-50,-50 25,25-25,0 0,-25-25,0 0,0-24,0-1,0 0,0 1,0-1</inkml:trace>
  <inkml:trace contextRef="#ctx0" brushRef="#br0" timeOffset="129933.43">844 6276,'0'-25,"0"25,25 0,24 25,-24 49,49 0,-24 50,0 25,-50-25,49 25,-49-50,0 1,-25-26,25-49,-24-25,24 25,-25-25,25 0,0-25,0-25,0 25</inkml:trace>
  <inkml:trace contextRef="#ctx0" brushRef="#br0" timeOffset="135821.76">3101 6697,'0'0,"0"50,0 24,0 1,0-1,0 1,0-1,25-49,-25 0,0 24,49-49,-49-25,0 1</inkml:trace>
  <inkml:trace contextRef="#ctx0" brushRef="#br0" timeOffset="136578.81">3002 6772,'0'-25,"0"0,0 25,0-50,49 50,-49-24,50 24,0 0,-1 0,-49 24,25 26,-25 0,0 24,50 1,-50-1,0 0,0-24,-25 24,25-49,-25 0,-49 25,24-50,25 0,0 0,25 0,-49-50,49 25,0 0,0-24,49 24,-24 25</inkml:trace>
  <inkml:trace contextRef="#ctx0" brushRef="#br0" timeOffset="137116.84">4044 6449,'0'25,"49"74,-49 0,0 1,25-26,-25 25,0-49,50-25,-50 0,0 49,24-74,-24-50</inkml:trace>
  <inkml:trace contextRef="#ctx0" brushRef="#br0" timeOffset="137357.85">4044 6623,'-50'-25,"50"0,25-49,0 74,24-50,-24 25,25-24,-1 24,-24 25,25 0,-50 25,0 0</inkml:trace>
  <inkml:trace contextRef="#ctx0" brushRef="#br0" timeOffset="137544.86">4068 6821,'75'-49,"-50"49,24-50,-24 50,0-50,24 50,-24-24</inkml:trace>
  <inkml:trace contextRef="#ctx0" brushRef="#br0" timeOffset="139975">14362 2853,'25'-50,"0"50,0 0,-1 0,51-25,-25 25,-26 0,51-49,-50 49,-1 0,-24-25,25 25,25 0,-25 0,-25-25,24 25,26 0,-25 0,-25-50,25 50,24 0,-24 0,0 0,24-25,-24 25,0 0,25 0,-26 0,1-49,-50 74</inkml:trace>
  <inkml:trace contextRef="#ctx0" brushRef="#br0" timeOffset="140942.06">14759 2704,'0'25,"0"24,0 1,50-1,-50 1,25-50,-25 74,0-49,0 25,0-25,24-25,-24 74,0-24,0-1,0 1,50 24,-50-24,0-25,0 24,0-24,25 25,-25-1,0 26,0-26,0 1,0-25,49 49,-49-49,0-25</inkml:trace>
  <inkml:trace contextRef="#ctx0" brushRef="#br0" timeOffset="141496.09">14635 4043,'0'0,"0"0,50 0,24 0,-24-49,-25 49,24 0,1-25,-1 25,1-50,0 50,24-25,-24 25,-26 0,26-49,0 49,-26 0,-24 0</inkml:trace>
  <inkml:trace contextRef="#ctx0" brushRef="#br0" timeOffset="141886.11">14635 4018,'25'0,"-25"25,50-25,-1 25,1-25,-25 0,-1 50,26-50,-25 0,24 0,-49 24,25-24</inkml:trace>
  <inkml:trace contextRef="#ctx0" brushRef="#br0" timeOffset="142322.14">15280 3746,'25'0,"-25"-25,0 25,-25 74,25-49,-50 25,1 24,24-24,-25-1,26 1,24-1,-50-24,50 25,-50-50,75-50</inkml:trace>
  <inkml:trace contextRef="#ctx0" brushRef="#br0" timeOffset="142893.17">15057 4043,'-25'0,"25"0,-50 0,50 50,-49-1,49-24,0 0,-25 25,25-26,0 26,0 0,74-50,-24 0,-25-25,0 25,24-25,-24 25,-25-25,50 25,-50-74,0 49,24 0,-24-24,0 24,0 25,-74 0,0 0,24 0,25 25,-49 24,74-24</inkml:trace>
  <inkml:trace contextRef="#ctx0" brushRef="#br0" timeOffset="144700.27">15156 4266,'0'25,"0"25,0-1,0-24,0 25,0-1,0 1,50 0,-50 24,0-24,0-1,24-24,-24 0,0 25,50-26,-50 1,-25-25,50 0,-25 0,25 0,0 0,24 0,-24 0,0 0,-25-25,25 25,24 0,-49-24,25 24,0 0,24 0,-49-50,25 50,0 0,25 0,-50-25,25 25,-1 0,26 0,-25 0,0 0,-25-25,49 25,-24 0,0 0,0 0,24 0,-49-49,25 49,0 0,24 0</inkml:trace>
  <inkml:trace contextRef="#ctx0" brushRef="#br0" timeOffset="148534.49">15578 4837,'0'-50,"0"100,0 0,0-1,0 26,0 49,-25 49,25 50,-50-24,50 74,-49 0,49-75,-50 25,50-24,-50-26,50-24,0-74,-49-1,49-24,0-26,0 26,0-25,-25-25,25 0,-74 0,49-50</inkml:trace>
  <inkml:trace contextRef="#ctx0" brushRef="#br0" timeOffset="148952.51">14958 7193,'0'0,"24"50,1 24,-25 1,75-1,-75 1,49-1,-49 0,50-24,-50-25,0 24,25-49,-25 50,49-50,-24-74,-25 49,99-25,-74-24,25 24,-26 25,26-24,-25 49,-25-25,25 25,-25 0</inkml:trace>
  <inkml:trace contextRef="#ctx0" brushRef="#br0" timeOffset="151493.66">8409 6921,'-25'0,"25"-50,0 100,0-1,0 1,0 24,0-24,0-1,0 1,0-25,0 0,0-25,0 74,0-49,50-25</inkml:trace>
  <inkml:trace contextRef="#ctx0" brushRef="#br0" timeOffset="151915.68">8260 6995,'0'-25,"0"-24,0 49,50-50,-25 50,24-50,-24 50,0 0,25-25,-26 25,1 0,50 0,-51 0,26 25,-50 0,50 50,-50-26,0 26,0-26,0 1,0-1,0 1,-25-25,-25 24,25-49,-24 25,24-25,0 0,-24 0,-1 0,50 0,0-49,25-1,24 50</inkml:trace>
  <inkml:trace contextRef="#ctx0" brushRef="#br0" timeOffset="153543.78">8508 7838,'0'0,"-24"0,-1 0,0 0,-25 25,50 25,-24-1,24-24,0 0,0 25,0-26,0 1,0 25,0-25,49 24,50-49,-74 0,0 0,0 0,24 0,-24 0,-25-25,50 25,-50-49,49 24,-49-25,25 26,-25-1,0-25,0 25,0-24,0-1,0 25,-49 25,24-49,-50 49,51 0,-26 0,25 0,0 0,-49 0,49 24,25 1,0 25,0-25,50-25</inkml:trace>
  <inkml:trace contextRef="#ctx0" brushRef="#br0" timeOffset="154622.84">10344 6722,'0'-25,"0"0,-25 25,-25 50,26 0,-26 24,50 1,-50 24,50-25,0-24,0-1,0 1,25-50,25 50,-1-50,26 0,-25 0,-1 0,1 0,24-25,-24-25,-25 25,24-24,-49-1,50-24,-50-25,0 24,0 25,0 1,-25-1,-49 50,49 0,-25 0,1 50,-1-25,50-1,-25 26,25-25,0 25,0-26,0 1</inkml:trace>
  <inkml:trace contextRef="#ctx0" brushRef="#br0" timeOffset="154975.86">10567 6945,'0'25,"0"0,0 0,0 24,50-24,-1 25,1-1,0-49,-1 0,-24 0,-25-24,0-26,0 0,0 26,0-1,25 25</inkml:trace>
  <inkml:trace contextRef="#ctx0" brushRef="#br0" timeOffset="155433.89">10939 6995,'0'50,"25"-1,-25 1,0-1,50 1,-50-25,0 24,0-73,0-1,0-25,0 1,0-26,0-24,0 49,0 26,49 24,-24 0,49 0,-74 24,50 1,-50 25,25-25,-25-1,49 51,-49-26,25-49</inkml:trace>
  <inkml:trace contextRef="#ctx0" brushRef="#br0" timeOffset="155685.9">11435 7094,'0'-49,"50"49,0-25,24 25,-24-50,-1 50,-24 0,-25-25,50 25</inkml:trace>
  <inkml:trace contextRef="#ctx0" brushRef="#br0" timeOffset="155920.91">11609 6846,'0'0,"0"50,0-1,0 26,0-26,50 1,-50 0,0-26,24 26,26-50</inkml:trace>
  <inkml:trace contextRef="#ctx0" brushRef="#br0" timeOffset="156182.93">11956 6747,'0'-50,"0"75,0 0,50 0,-50 49,0-24,25 24,-25 1,0-26,0 1,0 24</inkml:trace>
  <inkml:trace contextRef="#ctx0" brushRef="#br0" timeOffset="160151.16">7640 7590,'0'-25,"0"25,50 0,-25 0,24-24,26 24,-26 0,-24 0,0-50,24 50,-24 0,0 0,25 0,-26 0,1 0,25 0,-25 0,0 0,-25-25,74 25,-24 0,-26 0,1 0,0 0,25 0,-26-49,26 49,-25 0,0 0,-1 0,26 0,-25 0,0 0,49 0,-49 0,0 0,24 0,-49-25,25 25,25 0,-26 0,26 0,0 0,-1 0,1 0,-1 0,26 0,-25 0,-26 0,1 0,25 0,-25 0,-1 0,51 0,-26 0,1 0,0 0,-26 0,26 0,-25-25,0 25,24 0,1 0,-1 0,-24 0,25 0,-1 0,1 0,0 0,24 0,-24 0,-1 0,1 0,0 0,24 0,-49 0,24 0,1 50,24-50,-24 0,-25 0,24 0,26 0,-26 0,-24 0,0 0,25 0,-26 0,1 0,0 0,25 0,-26 0,1 0,50 0,-26 0,1 0,24 0,-49 0,25 0,-1 0,-24 0,0 0,74 0,-74 0,0 0,24-25,-24 25,0 0,49 0,-24 0,0 0,-26 0,-24-25,25 25,25 0,-75 0</inkml:trace>
  <inkml:trace contextRef="#ctx0" brushRef="#br0" timeOffset="162543.29">11162 7813,'0'-24,"0"24,-24 0,-26 0,25 0,0 0,-24 0,24 0,0 0,-24 0,49 0,-25 0,25 49,-25-49,25 25,0 0,-25-25,25 49,0-24,0 0,0 25,0-25,0-1,0-24,0 50,25-50,-25 25,25-25,-25 25,49-25,-24 0,0 0,25 0,-26 0,1 0,25 0,-25 0,-1 0,26 0,-25 0,0 0,-25 0,24 0,-24-25,50 25,-50-50,25 50,-25-25,0 1,25 24,-25-50,0 25,0 0,0-24,0 24,0 25,0-25,-25 25,25-50,-50 50,25 0,1 0,-1 0,-25 0,25 0,1 0,-26 0,25 0,0 0,-24 0,24 0,25 25</inkml:trace>
  <inkml:trace contextRef="#ctx0" brushRef="#br0" timeOffset="163448.34">8657 8012</inkml:trace>
  <inkml:trace contextRef="#ctx0" brushRef="#br0" timeOffset="164996.43">4564 6424,'0'-74,"0"49,0 50,0 25,50-1,-50 26,0-1,0 0,0-24,25 24,-25-24,0-25,0 25,0-1,49-74</inkml:trace>
  <inkml:trace contextRef="#ctx0" brushRef="#br0" timeOffset="165286.45">4639 6474,'0'-50,"0"50,0-24,25 24,49-50,-24 50,-50-25,49 25,-49 0</inkml:trace>
  <inkml:trace contextRef="#ctx0" brushRef="#br0" timeOffset="165481.46">4688 6598,'25'0,"-25"0,75 0,-26-50,-24 50,25-24</inkml:trace>
  <inkml:trace contextRef="#ctx0" brushRef="#br0" timeOffset="166296.51">3597 6945,'-25'0,"50"0,25 0,-1 0,-24-24,25 24,-1-25,-49 50</inkml:trace>
  <inkml:trace contextRef="#ctx0" brushRef="#br0" timeOffset="169747.7">8608 8731,'-25'0,"25"0,0 50,0-25,0-1,0 26,0-25,0 0,0 24,0 1,0-25,0 24,0 1,0-25,0 0,0-1,0 26,0-75,0 25,49-74</inkml:trace>
  <inkml:trace contextRef="#ctx0" brushRef="#br0" timeOffset="171009.78">11262 8607,'0'-25,"0"50,0 0,0 49,0-24,0 24,0-24,0 0,0-1,0 1,0-25,0 0,0 24,0 26,0-75,0-25,0 0</inkml:trace>
  <inkml:trace contextRef="#ctx0" brushRef="#br0" timeOffset="172447.86">3027 7541,'0'0,"24"0,26 0,0 0,-1 0,26 0,24 0,25-25,-25 25,25-50,-25 50,50-74,-50 74,25-50,-74 50,-25 0</inkml:trace>
  <inkml:trace contextRef="#ctx0" brushRef="#br0" timeOffset="172756.88">3374 7615,'49'0,"26"0,24-50,0 50,50-99,0 50,25-1,-1 0,-24 50,-25-74,-50 74,-24-25,-25 25</inkml:trace>
  <inkml:trace contextRef="#ctx0" brushRef="#br0" timeOffset="173486.92">6077 6424,'0'-24,"0"24,0 49,0-24,0 25,0-1,0 26,25-51,-25 1,0 25,0-25,25-25,-25 0</inkml:trace>
  <inkml:trace contextRef="#ctx0" brushRef="#br0" timeOffset="173843.94">6326 6524,'-25'0,"25"0,49 0,1 0,0 0,-1 0,1 0,24-50,-49 50,0 0</inkml:trace>
  <inkml:trace contextRef="#ctx0" brushRef="#br0" timeOffset="174175.96">6846 6276,'0'-25,"0"50,0-1,0 26,0-25,0 0,25-25,-25 74,25-74,-25 25,50-25,-1 0,1-25,-1 0,-49-24,0-1,0 0</inkml:trace>
  <inkml:trace contextRef="#ctx0" brushRef="#br0" timeOffset="174324.97">6797 6003,'25'0</inkml:trace>
  <inkml:trace contextRef="#ctx0" brushRef="#br0" timeOffset="174577.98">7070 6003,'0'25,"0"-1,0 26,0 0,0 24,0-24,0 24,0-24,0-26,0 26,0-25,0 0,0 24</inkml:trace>
  <inkml:trace contextRef="#ctx0" brushRef="#br0" timeOffset="174842">7194 6176,'0'-49,"0"74,0 24,25 1,-25-1,0 1,49 24,-49-24,0 0,0-26,0 26,0-25,0 24</inkml:trace>
  <inkml:trace contextRef="#ctx0" brushRef="#br0" timeOffset="175121.01">7219 6251,'0'-25,"0"0,0 0,0-24,24 49,51-25,-26 25,-24 0,25 0,-50 0,0 25,0 24,0 26,-25-26,0-24,-24 25,24-50,-25 49,25-49,1 0,24 25</inkml:trace>
  <inkml:trace contextRef="#ctx0" brushRef="#br0" timeOffset="175290.02">7392 6300,'0'0,"50"0</inkml:trace>
  <inkml:trace contextRef="#ctx0" brushRef="#br0" timeOffset="177588.15">7814 6672,'0'25,"0"0,0 25,0-1,25 1,-25 24,0 26,0 48,0 26,0 24,0 26,0-1,0-25,0-24,0-50,0-25,0 25,0-49,0-1,0 0,0 1,0-1,0-24,0 24,49 1,-49-26,0-24,0 0,25-25,-25 74,0-24,50 0,-50-26,0 26,0 0,0-26,0 1,0 25,0-1,0-24,0 50,0-1,0 1,0-26,0-24,0 0,0-25,0-25,0-25,24 50,-24-24,25 24,50 0,-51-25,1 25,25 0,-25 0,0-50,24 50,1 0,-1 0,-24 0,50-25,-26 25,1 0,-1 0,1 0,24-49,-24 49,0 0,24 0,25 0,-24 0,-1 0,25-25,-24 25,-1 0,1 0,-1 0,0 0,1-50,-1 50,1 0,-1 0,25 0,-24 0,-1-49,0 49,1 0,24 0,-24 0,-1 0,0-25,26 25,-26 0,25 0,0-50,25 50,-24 0,-1 0,0 0,0 0,-24 0,24 0,-25 0,1-49,-1 49,25 0,-24-50,-1 50,-24 0,-1 0,1-25,0 25,-26 0,1 0,25-49,0 49,-50-25,0 0,-25-25</inkml:trace>
  <inkml:trace contextRef="#ctx0" brushRef="#br0" timeOffset="178924.23">7839 6598,'24'0,"26"0,-25 0,24 0,1 0,24 0,-24 0,25 0,-1 0,25 0,25 0,-25 0,1 0,-1 0,0 0,50 0,0 0,-25 0,25 0,-25 0,24-25,1 25,-50 0,1 0,-1 0,25-49,-50 49,-24 0,0 0,24 0,-24 0,-1 0,1 0,-1 0,26 0,-26 0,1-25,0 25,-1 0,26 0,-1 0</inkml:trace>
  <inkml:trace contextRef="#ctx0" brushRef="#br0" timeOffset="180248.3">11708 6400,'50'0,"-25"0,-1 0,1 0,50 0,-75-25,49 25,1 0,-1 0,1 0,0 0,-1 0,1-25,-25 25,49 0,-24 0,-26-50,26 50,-25 0,-25-24,25 24,-25 0,0 49,0 1,0-1,0-24,0 0,0 49,0-24,0 0,0-1,0 26,0-26,0 26,0-1,0 25,0-49,0 0,49-1,-49 1,0 24,0-24,0-1,0-24,25 50,-25-51,0 1,50 25,-50-25,0-1,25 26,-25-25,0 24,0 1,0-25,0 0,0-1,0 26,0-25,0 0,49 24,-49-24,0 50,0-26,0-24,0 49,0-49,25 25,-25-1,0 1,0-25,50 24,-50-24,0 0,0 25,24-1,-24-24,0 25,0-26,0 1,0 25,0-1,0-24,0 25,0 0,0 24,0-24,0-1,0-24,0 49,0-49,-49 0,49 25,-25-50,25 24,-25-24,25 25,-49-25,24 0,-50 0,26 50,-1-50,0 25,-24-25,0 0,-1 0,26 0</inkml:trace>
  <inkml:trace contextRef="#ctx0" brushRef="#br0" timeOffset="181486.38">9625 6573,'24'0,"-24"50,50 49,-50-25,0 1,50-1,-50 26,49 24,-49-25,0 0,25 25,-25 0,0 50,0-26,0-48,0 49,0-25,0 24,0-48,0-1,0-25,0 25,50 1,-50-51,0 1,0 0,0-1,0-24,0 25,0-1,0 1,0 24,0-49,0 0,0 24,24-49,-24 50,0-25,0 24,0 1,0 0,0-26,0 1,0 50,0-26,50-49,-50-25,0-49</inkml:trace>
  <inkml:trace contextRef="#ctx0" brushRef="#br0" timeOffset="182955.46">4589 4266,'0'75,"-25"-1,25 1,-24-1,24 0,-50-24,50-25,0 0,-25-25,25 49,0-74,0 1</inkml:trace>
  <inkml:trace contextRef="#ctx0" brushRef="#br0" timeOffset="183278.48">4391 4440,'0'-25,"0"25,49 25,-24-25,25 74,-25-74,-1 50,26-50,0 25,-1-25,1 0,-1 0</inkml:trace>
  <inkml:trace contextRef="#ctx0" brushRef="#br0" timeOffset="183450.49">4788 4663,'24'0,"1"0</inkml:trace>
  <inkml:trace contextRef="#ctx0" brushRef="#br0" timeOffset="187066.69">571 10567,'0'0,"25"0,-25-25,74 25,-24-50,-26 50,26 0,0 0,-50 25,0 25,0-1,0-24,-25-25,25 50,-50-1,50-73,0 24,50 0,-25 0,0 0,-25 24,0 51,0-50,0-1,0 26,0-25,0 0,-50 24,-25 1,26-50,49 49,-50-49,25 0,25-24,0-51,0 26,0 24,50-50</inkml:trace>
  <inkml:trace contextRef="#ctx0" brushRef="#br0" timeOffset="187523.72">794 10344,'0'-25,"25"-25,0 50,24 0,1 0,0 25,-1 25,-49-1,50 1,-50 24,0 25,0-24,0-1,0 1,-25-26,25 1,-25-1,25-24,-49-25,49 25,-50-25,25 0,25-50,25 26</inkml:trace>
  <inkml:trace contextRef="#ctx0" brushRef="#br0" timeOffset="188009.75">1662 10368,'0'-49,"0"49,50-25,-1 25,51-50,-26 50,-24-24,-25 24,49 0</inkml:trace>
  <inkml:trace contextRef="#ctx0" brushRef="#br0" timeOffset="188378.77">1935 10294,'-25'0,"25"25,0 24,0 1,50-25,-50 24,25 26,-25-26,0 1,49 0,-49-1,0-24,0 0,0 24,0-24,-24-25,-1 25,-25-25,-24-25,74 0,-50-24,50 24,0 0,0-24,25 49,49-50</inkml:trace>
  <inkml:trace contextRef="#ctx0" brushRef="#br0" timeOffset="188784.79">2357 10170,'0'-25,"0"25,0 50,0-1,0 1,25 24,-25 1,0-1,49 1,-49-26,0 1,0-25,0 49,25-74,-25 25,25-25,-25-25</inkml:trace>
  <inkml:trace contextRef="#ctx0" brushRef="#br0" timeOffset="189119.81">2555 10393,'0'0,"-49"75,24-51,-25 1,25 25,-49-25,49-25,25 0,50 49,-25-49,24 50,-24-50,25 49,-26-49,1 0,-25 25,25-25,25 25</inkml:trace>
  <inkml:trace contextRef="#ctx0" brushRef="#br0" timeOffset="189541.84">3423 10220,'75'49,"-75"1,25-1,-25 26,49-26,-49 1,50 0,-50 24,25-49,-25 0,0 24,49-49,-49-25</inkml:trace>
  <inkml:trace contextRef="#ctx0" brushRef="#br0" timeOffset="189783.85">3523 10368,'-50'0,"50"-49,0-1,74 50,-24-25,0 25,-1-49,26 49,-51 0,26-25,-50 50,-25 49</inkml:trace>
  <inkml:trace contextRef="#ctx0" brushRef="#br0" timeOffset="189930.86">3572 10592,'25'-25,"0"25,24-25,26 25,-26-74,1 74,0-50</inkml:trace>
  <inkml:trace contextRef="#ctx0" brushRef="#br0" timeOffset="190178.87">4168 10244,'0'25,"0"0,0 25,0-1,0 26,49-26,-49 1,0-1,0 1,25-25,-25 0,50-25,-50 0</inkml:trace>
  <inkml:trace contextRef="#ctx0" brushRef="#br0" timeOffset="190366.88">4192 10344,'0'-50,"100"0,-26 50,-24-49,-26 49,26 0,-50 0,-50 49</inkml:trace>
  <inkml:trace contextRef="#ctx0" brushRef="#br0" timeOffset="190508.89">4267 10443,'0'0,"49"0,-24 0,0 0,25 0,-26 0,1 0,25 0,-25 0,-1-50</inkml:trace>
  <inkml:trace contextRef="#ctx0" brushRef="#br0" timeOffset="193560.07">6350 10939</inkml:trace>
  <inkml:trace contextRef="#ctx0" brushRef="#br0" timeOffset="193808.08">6326 10939,'-25'0,"-25"0,50-50,25 50,0 0,0-25,24 25,26 0,-26-49,1 49,-1 0,26-25,-50 25,-25 0</inkml:trace>
  <inkml:trace contextRef="#ctx0" brushRef="#br0" timeOffset="194229.1">6450 10889,'-50'0,"75"0,0 75,24-26,-49-24,25 49,-25 1,0-1,50 1,-50-1,0 1,0-26,0 1,0-25,-50-25,25 0,-24 0,24-75,25 50,0 1,0-26,0 25,0 25,49-25,-24 25</inkml:trace>
  <inkml:trace contextRef="#ctx0" brushRef="#br0" timeOffset="196440.23">6251 9922,'0'-50,"-25"50,1 0,-26 25,25 25,25-1,0 1,0-25,0-25,50 0,-1 0,-49 0,50 0,-25 0,-25 0,0 49,0 1,-50 24,50-49,-49 0,-1 25,0-50,25 0,25 0,-24 0,24-75,0 26,0 49,0-25,49 25,-49 0</inkml:trace>
  <inkml:trace contextRef="#ctx0" brushRef="#br0" timeOffset="197477.29">7715 10815,'49'0,"-49"25,25 24,-25 1,0-1,50 1,-50 24,0-24,0-25,0 0,24-25,1 0,25 0,-50-25</inkml:trace>
  <inkml:trace contextRef="#ctx0" brushRef="#br0" timeOffset="197755.31">7963 10988,'0'-49,"0"123,0-49,-75 0,50 24,-24-24,74-25,-1 0,26 50,-25-50,0 0,-1 0,26 25,0-25,-26 0</inkml:trace>
  <inkml:trace contextRef="#ctx0" brushRef="#br0" timeOffset="198646.36">7541 10170,'0'-50,"0"1,0 74,0 24,50 26,-50-1,49-24,-49 24,0-49,25 0,-25 24,0 1,25-50,-25 25</inkml:trace>
  <inkml:trace contextRef="#ctx0" brushRef="#br0" timeOffset="199118.38">7640 10170,'-25'-50,"25"26,0-26,0 25,25 25,-25-74,50 74,-1 0,-49 49,0-24,0 25,-24-1,24 26,-25-26,25 1,-50-50,50 0,25 0,0 0,24 50,1-50,-50 24,50-24,-26 0,26-24,-50-1,0-25,25 50,-25-49,0 24,0 25</inkml:trace>
  <inkml:trace contextRef="#ctx0" brushRef="#br0" timeOffset="200469.46">9823 10740,'-25'0,"-49"75,24 49,1 0,-1-25,50-24,-25-1,25-49,0 0,25-25,0 74,24-74,51 0,-26 0,0-50,1 1,24 24,-49-49,-1 24,-49-25,25 1,-25 0,0-1,0 1,-50 74,1-25,-26 25,-24 25,-25 0,25 49,49-24,1 24,49-24,0-1,0-24,49-25</inkml:trace>
  <inkml:trace contextRef="#ctx0" brushRef="#br0" timeOffset="200798.48">9823 11112,'-25'0,"25"50,50-25,-25 25,24-26,1 26,-25-25,24-25,-24 49,0-49,24 0,-24 0,0 0,25-24,-50-26,24 25,-24-24,0 24,0 0,0 0,0-25</inkml:trace>
  <inkml:trace contextRef="#ctx0" brushRef="#br0" timeOffset="201203.5">10394 11063,'0'0,"49"49,-49-24,25 25,-25-25,0 24,25-24,-25 0,0-25,0-25,0-24,0-1,0 0,0-24,0 24,0 1,0 49,49 0,-24 0,0 0,25 24,-26 1,-24 25,50-25,-50-1,0 26,50-50,-50 50,0-25,49-25</inkml:trace>
  <inkml:trace contextRef="#ctx0" brushRef="#br0" timeOffset="201412.52">10964 11038,'0'0,"74"0,1 0,-26 0,1 0,0 0,-50-50,49 50</inkml:trace>
  <inkml:trace contextRef="#ctx0" brushRef="#br0" timeOffset="201631.53">11113 10864,'0'0,"0"50,0 0,0-1,0 1,0-1,0 26,0-50,0 0,0 24,49-49,-49 25,25-25</inkml:trace>
  <inkml:trace contextRef="#ctx0" brushRef="#br0" timeOffset="201863.54">11460 10864,'0'25,"25"25,-25-1,0 26,50-1,-50-24,0-25,24 24,-24-24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08:20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5581 10641,'0'0,"25"0,25 0,-25 0,49 0,-49 0,24 0,1 0,0 0,-50 0,49 0,1 0,24 50,-49-50,0 0,25 0,-26 0,1 0,0 0,25 0,-26 0,1 0,25 0,-25 0,-1 0,26 0,-25-25,0 25,24 0,-24 0,0 0,24 0,-24 0,0 0,25 0,-26-25,26 25,0 0,-1 0,-24-49,0 49,24 0,-24 0,0 0,25 0,-25 0,-1 0,26 0,-25 0,0 0,24 0,1 0,-25 0,-1 0,26 0,-25 0,0 0,24 0,-24 0,0 0,24 0,26 0,-50 0,-1 0,26 0,-25 0,0 0,24 0,-24-25,0 25,24 0,-24 0,0 0,25 0,-25 0,-1 0,1 0,50 0,-51-50,1 50,50 0,-51 0,26 0,-25 0,24 0,-24 0,0 0,49 0,-49 0,25 0,-1 0,1 0,0 0,-26-25,1 25,25 0,-1 0,1 0,0 0,24 0,-24 0,-1 0,1 0,0 0,24-49,-24 49,-1 0,1 0,-1 0,26 0,-26 0,1-25,0 25,-1 0,26 0,-26 0,1 0,-1 0,1 0,0 0,24-50,1 50,-1 0,0 0,1 0,-1 0,1-24,-1 24,0 0,-24 0,0 0,-1 0,1 0,24 0,-24 0,0 0,-1 0,1 0,-1 0,26 0,-26 0,-24 0,25 0,24 0,-24 0,-25 0,-1 0,26 0,-25 0,0 0,24 0,26 0,-26 0,1 0,-25 0,-25 0</inkml:trace>
  <inkml:trace contextRef="#ctx0" brushRef="#br0" timeOffset="2977.17">5581 10592,'0'-50,"0"100,0-1,0-24,0 25,0-1,0 26,0-26,0 26,0-1,-24 0,24 1,0-1,0 26,0 24,0-25,0-25,-25 1,25 24,0 25,0-25,0 0,0 1,0-1,0 25,0-25,0 0,0-24,0-1,0 50,0-25,0-24,0-1,0-24,0-1,49 51,-49-26,0 0,0 1,0-1,0 1,0-1,0 25,50-24,-50 24,0-50,0 26,0-26,0 1,0 25,0-1,0 0,0 1,25-50,-25-1,0 26,0 24,0-49,0 25,0 24,0-24,0 24,0-24,0-1,0 1,0-25,0 24,0-24,0 0,0 50,0-26,0 1,0-1,0 1,0 0,0-26,0 1,0 25,0-1,0-49,-50 0,50 25,0 0,-25-25,25 50,0-26,0 26,0 0,0 24,0-24,0-26,0 1,0 50,0-51,0 1,0 0,0-25,0-25,25-24,0 49,25-25,-26 25,26 0,-25 0,0 0,24 0,-24-50,25 50,-26 0,1 0,0 0,25 0,-1-25,26 25,24 0,25-49,-50 49,1 0,-1 0,1 0,24-50,25 50,-25 0,-25 0,1 0,-1-25,1 25,-1 0,25-49,-24 49,-1 0,1 0,-1 0,0-50,-24 50,24 0,-24 0,0 0,24 0,25-25,25 25,-24 0,-1 0,0 0,0 0,25 0,-25 0,1 0,48 0,-48 0,-1 0,0 0,50-49,25 49,-26 0,-24 0,50 0,0 0,-1 0,1 0,24 25,-24-25,-25 0,-50 0,0 0,1 0,-26 0,0 0,1 0,-26 0,1-25,0 25,-1 0,1 0,-1-25,-24 25,25 0,-25 0,24-50,-24 50,0 0,0 0,24 0,-24 0,0 0,25 0,-50-24,49 24,1 0,-25 0,-25-25,0-25,0 1,0-51</inkml:trace>
  <inkml:trace contextRef="#ctx0" brushRef="#br0" timeOffset="4471.25">12279 10344,'0'-25,"0"50,0 24,0 1,0-1,0 26,49 49,-49 0,0-25,0 0,0 50,0-25,0 25,0-25,0 25,0 24,0 1,50 0,-50-1,0 1,0-50,0 25,0-50,0 0,0 0,0 26,0-51,0 0,0 1,0-1,0 1,0-1,0 25,0 0,0 25,0-24,0-26,0-24,0-1,0-24,0 25,0-25,0-1,0 26,0 0,0-1,0-24,0 25,0-1,0 1,0-1,0 1,0 0,0-1,0-24,0 25,0-26,0 1,0 25,0 24,0-49,0 25,0-1,0 1,0 0,0-26,0 1,0 25,0-25,0-1,0 26,0-25,0 0,0 24,0-24,0 0,0 0,0 24,0-123,0-25,-25-50,25-25</inkml:trace>
  <inkml:trace contextRef="#ctx0" brushRef="#br0" timeOffset="5984.34">5457 12328,'25'0,"50"0,-51 0,26 0,24 0,-24 0,24 0,1 0,-1 0,1 0,24 0,0 0,25 0,0 0,-25 0,50 0,0 0,25 25,-50-25,0 0,-25 0,0 0,25 49,-25-49,1 0,-1 0,0 0,50 0,0 0,-50 0,50 50,-25-50,25 0,-50 0,0 0,50 0,-25 0,25 0,-25 0,25-25,-1 25,-24-49,-49 49,24 0,0-50,25 50,-49 0,-1 0,1 0,-1 0,0-25,1 25,-1 0,1 0,-26 0,50-49,-49 49,24 0,1 0,-25-25,24 25,-24 0,-1 0,1 0,-1 0,1 0,24 0,-24 0,-25 0,24-50,-24 50,25 0,-50-25,49 25,1 0,-50-49,50 49,-26 0,-24-25,-49 25,-1-50,1 1</inkml:trace>
  <inkml:trace contextRef="#ctx0" brushRef="#br0" timeOffset="7185.41">8657 10368,'25'0,"25"0,-50 25,24 0,-24 0,0 24,50-24,-50 25,0 24,0 25,25 1,-25 24,0 0,0 25,0 24,0-24,0 25,0-26,0-24,0 25,0-49,0 48,-25 1,25-50,0-24,0-1,0 25,0 1,0 24,0-25,0 0,0-24,0-1,0 25,0 0,0 1,0-26,0 0,0 1,0 24,0-25,0 1,0-1,0 1,0-1,0 1,0-1,-25 0,25 1,0-26,0 1,0 0,0-1,-49 26,49-51,0 1,0 25,0-25,0-1,0 26,0 0,0-26,0 1,0 25,0 0,0-1,-25 1,25-1,0 1,0-25,0 24,0-24,0 0,0 0,0 49,0-49,0 0,0 24,0 26,0-125,-50-24,50-25,-49-25,49 0</inkml:trace>
  <inkml:trace contextRef="#ctx0" brushRef="#br0" timeOffset="9374.53">6623 12650,'0'-24,"0"24,0 24,-49 1,49 25,-25 49,25-25,0 1,0-1,0-49,0 0,25 49,24-74,1 0,24 0,-24-49,-25 24,24-25,-24-24,-25 24,50-24,-50-1,0 26,0-26,0 51,-25-1,-25 25,1 0,-1 0,-24 0,24 49,-24-24,74 25,0-25,0-1,24-24,51 0</inkml:trace>
  <inkml:trace contextRef="#ctx0" brushRef="#br0" timeOffset="10094.57">7814 12725,'0'0,"0"49,-50 26,50-26,0 1,0 0,0 24,0-49,0 0,25-25,25 49,-1-49,1 0,-1-25,26 1,-50-26,24 0,-49 1,25-26,-25 1,0 24,0 1,-25-1,0 50,-24-25,24 25,-25 0,1 0,24 75,25-50,25-1</inkml:trace>
  <inkml:trace contextRef="#ctx0" brushRef="#br0" timeOffset="10955.62">9922 12626,'0'49,"0"1,0-1,0 26,0-1,25-24,-25-1,0 1,25-25,-25 24,25-49</inkml:trace>
  <inkml:trace contextRef="#ctx0" brushRef="#br0" timeOffset="11181.63">9997 12799,'0'-49,"0"98,49-49,-24 50,25-50,-26 49,26-49,0 50,-26-50,-24 50,25-50,25 0,-25 0</inkml:trace>
  <inkml:trace contextRef="#ctx0" brushRef="#br0" timeOffset="11408.65">10319 12675,'0'25,"0"0,0 0,0 24,0-24,50 0,-50 24,0-24,0 25,25-50</inkml:trace>
  <inkml:trace contextRef="#ctx0" brushRef="#br0" timeOffset="11803.67">10815 12576,'0'-25,"0"50,-25 25,25-1,-49 1,49-1,-75 26,75-50,0-1,0 26,25-25,0-25,25 0,-1 0,26 0,-26-25,-24 25,25-50,-26 50,-24-24,25 24</inkml:trace>
  <inkml:trace contextRef="#ctx0" brushRef="#br0" timeOffset="12906.73">6698 13742,'0'-50,"-25"50,25 75,-25-51,25 26,-50 0,50 24,0-49,0 0,0 24,50-49,-25 0,24 0,1 0,0 0,24-25,-49 1,-25-26,74 25,-74-24,0-26,0 26,-25 24,-49 25,49 0,-24 0,-26 0,50 49,25-24,0 0,0 25,0-50,50 0</inkml:trace>
  <inkml:trace contextRef="#ctx0" brushRef="#br0" timeOffset="13373.76">7863 13618,'0'0,"0"25,0 24,0 1,0 24,0-24,0-1,0 1,0 0,0-1,0 1,50-50</inkml:trace>
  <inkml:trace contextRef="#ctx0" brushRef="#br0" timeOffset="14167.81">10666 13618,'0'-50,"0"50,-24 0,-26 0,0 75,-24-1,49 25,-24-24,49-26,0 26,0-51,0 1,24 25,1-50,50 0,-26 0,1-25,-1 0,-24-24,-25 24,50-25,-50 1,0-1,0 0,0 26,0-26,-25 50,-49 0,24 0,0 25,-24 49,49-24,25-1,0 1,0 0</inkml:trace>
  <inkml:trace contextRef="#ctx0" brushRef="#br0" timeOffset="14835.84">6772 14436,'25'0,"-25"0,0 75,0-1,0-24,0-1,0 1,0 0,0-1,0-24,0 25,25-50,24 0</inkml:trace>
  <inkml:trace contextRef="#ctx0" brushRef="#br0" timeOffset="15396.88">7715 14560,'-25'0,"25"50,-50-25,50 0,-25 24,25-24,0 25,0-1,25-49,25 0,24 0,1 0,-26-49,-24 49,-25-25,25 25,-25-50,0 25,0-24,-25 24,0 25,-24 0,-26 0,26 0,-1 0,25 0,25 25</inkml:trace>
  <inkml:trace contextRef="#ctx0" brushRef="#br0" timeOffset="16438.94">10666 14287,'0'75,"-49"-1,49 1,0-1,0 1,0-1,0 25,0-49,0-25,0-1,0-48,0-1,0 0,0-25</inkml:trace>
  <inkml:trace contextRef="#ctx0" brushRef="#br0" timeOffset="17497">6846 15379,'0'-50,"-24"50,24 25,0 74,0-24,0-1,0 1,0-26,0-24,0 25,0-1,24-24,26-25,24 0</inkml:trace>
  <inkml:trace contextRef="#ctx0" brushRef="#br0" timeOffset="18047.03">8111 15230,'0'-25,"0"0,0 75,0 0,0 24,25 1,-25 24,0-25,0 1,0-26,0-24,0 0,25-25,-25-50,50 25</inkml:trace>
  <inkml:trace contextRef="#ctx0" brushRef="#br0" timeOffset="19613.12">9451 15230,'0'-25,"-25"75,25 24,0 1,0-1,0 1,0-1,0-24,0 24,0-49,0 0,0-50,0 0,0-25</inkml:trace>
  <inkml:trace contextRef="#ctx0" brushRef="#br0" timeOffset="19904.13">9104 15329,'-25'0,"50"0,-1-25,26 25,0 0,-1 0,1-49,24 49,-24 0,0-25,-26 25,26 0</inkml:trace>
  <inkml:trace contextRef="#ctx0" brushRef="#br0" timeOffset="20353.16">9848 15354,'0'0,"-50"0,50 25,-49-25,49 74,-25-24,25-25,0-25,49 0,-24 0,50-25,-51-25,-24 1,0-1,0 50,-24 0,-26 0,0 0,26 0,-26 0,50 50</inkml:trace>
  <inkml:trace contextRef="#ctx0" brushRef="#br0" timeOffset="21032.2">10121 15280,'49'0,"-49"-25,-25 25,-24 74,-1-49,50 25,50-50,-1 0,-24 0,0 0,-25-50,74 50,-74-25,0 0,-24 25,24 0,0 50,24 25,-24-1,0-24,0 24,0 0,0 1,0-26,0 1,-24 0,24-26,-25-24,25 50,-25-50,-25 0,50-25,-24 0,24-24,0-1,0-24,0-1,24 26,-24 24,50 25,-50-50,74 50,-49-24,25 24</inkml:trace>
  <inkml:trace contextRef="#ctx0" brushRef="#br0" timeOffset="21593.23">10592 15329,'0'-25,"0"25,-74 0,24 0,25 0,-24 75,49-50,0 0,24-25,26 0,-25 0,24 0,-49-50,0 25,0 25,0 50,50-50,-50 74,25-24,-25-1,0 26,0 24,0-25,0 1,0-26,0-24,0 25,-50-50,1 0,49-25,-25-25,25 1,0-1,0-24,0-1,0 1,0 24,74 1,-24 24,-25 25,24-50,-24 50,-25-49,25 49</inkml:trace>
  <inkml:trace contextRef="#ctx0" brushRef="#br0" timeOffset="21861.25">10890 15081,'-50'0,"50"25,0 25,0-26,0 26,0 0,0 24,0-24,0 24,0-49,0 0,0 24,25-49,-25 50,25-50,-1 0</inkml:trace>
  <inkml:trace contextRef="#ctx0" brushRef="#br0" timeOffset="22304.27">10914 15627,'0'-25,"25"25,-25-25,99 25,-74-49,0 49,25-75,-26 26,26 24,-50-25,25 25,-25 1,-25 24,0 0,-24 24,49 26,-50-25,50 25,0-26,0 26,0-25,50-25,-1 0,1 0,-1 0,-24 0,25 0,-25-25,0 25,24-74,-24 74,-25-25</inkml:trace>
  <inkml:trace contextRef="#ctx0" brushRef="#br0" timeOffset="22437.28">11708 15404</inkml:trace>
  <inkml:trace contextRef="#ctx0" brushRef="#br0" timeOffset="28831.64">14139 10691,'-25'0,"0"0,25 0,25 0,50 0,-26 0,1-50,-1 50,26 0,-1 0,1 0,-1 0,1 0,24 0,25 0,-25-25,50 25,-25 0,49 0,-24 0,-25 0,25-49,0 49,-25 0,74-50,-74 50,25 0,-25 0,25-49,25 49,-25 0,-25 0,0-50,-50 50,0 0,-24 0,0 0,-1-50,-24 50,0 0,25 0,-26 0,1 0,25 0,-50 25</inkml:trace>
  <inkml:trace contextRef="#ctx0" brushRef="#br0" timeOffset="30236.72">18133 9823,'24'24,"-24"26,50 0,-50 24,25 1,-25 24,0 74,0 51,0-1,0 74,0-48,0-26,0 25,0-50,0 1,0 24,0-74,0 24,0 1,0-25,0-50,0 0,0 1,49 24,-49-50,50 0,-50 1,0-1,0-24,25-25,-25 24,0-24,0 25,0-26,0-24,49 0,51-24,-51 24,1 0,-1-50,26 50,24-50,0 50,50-49,-50 49,1 0,24-25,24 25,-24 0,25 0,-49-50,-1 50,25 0,-50 0,1 0,-26 0,-24-49,25 49,-26 0,1 0,25 0,-50-25,0 0,0-24,-25-1,25-24</inkml:trace>
  <inkml:trace contextRef="#ctx0" brushRef="#br0" timeOffset="32379.85">18281 9947,'-24'0,"24"-25,0 0,24 25,26 0,0 0,24 0,0-50,26 50,48 0,-23 0,23-49,1 49,-25 0,25 0,-50 0,50-50,25 50,-1 0,-24-49,-25 49,25-50,-50 50,0-25,-24 25,-50-49,24 49,-49 0,0 74,0-49,0 0,0 24,25 1,-25-1,50 1,-50 24,0 1,25-1,-25 1,0-1,0 1,0-1,0 25,0-24,49-1,-49 50,0-50,0 26,50 48,-50-48,0-26,49 1,-49-1,0-24,25-1,-25 1,0-1,0 26,0-26,0 1,0 0,0-1,0 1,0-25,0-1,0 26,0-25,50 0,-50 24,0-24,0 0,0 25,0-26,0 1,0 25,0 24,0-24,0-25,0-1,0 26,0-25,0 0,0 24,0-24,0 0,0 24,0-24,0 25,0-1,-25 26,25-26,0 1,0-25,0 24,-25-24,25 25,0 0,0-1,0-24,0 0,0 24,0 1,-49-50,24 0,0 0,-49 0,24 0,0 0,1 0,-1 0,-24 0,49 0,0 0</inkml:trace>
  <inkml:trace contextRef="#ctx0" brushRef="#br0" timeOffset="33768.93">21084 10244,'-49'0,"74"0,24 0,1 0,24-49,75 49,25 0,24-50,50 50,25-49,-25 49,25-50,-50 50,0-50,-99 50,0-49,-74 49,-25 0,-25-50,74 50,-123 50,24-50</inkml:trace>
  <inkml:trace contextRef="#ctx0" brushRef="#br0" timeOffset="34859.99">21308 12452,'-50'0,"50"25,25-25,24 0,26 0,24 0,25 0,74-25,1 25,49-74,-25 74,25-100,-49 100,24-74,-49 74,-1-75,-74 75,1-74,-26 74,-24-25,-1 25,-24-49,-25 49,-50 0,-24-50</inkml:trace>
  <inkml:trace contextRef="#ctx0" brushRef="#br0" timeOffset="35809.04">22473 9128,'0'0,"-49"25,24 25,-25 24,26 25,24-24,-50-26,50 1,0-1,25-49,24 50,1-50,24 0,1 0,-26-25,26 0,-26-24,-24 24,25-25,-50-24,49 24,-49-24,0 0,-24 24,-26-49,25 74,-24 25,-26 0,-24 25,25 0,24 49,50-49,0 24,0 1,74 0,-49-50</inkml:trace>
  <inkml:trace contextRef="#ctx0" brushRef="#br0" timeOffset="36138.06">22647 9376,'0'25,"0"25,0-26,0 1,50 25,-1-25,-24-25,25 74,-26-74,1 0,25 0,-1 0,-49-25,25-49,-25 49,0-25,0 1,0 24,50 25,-25 0</inkml:trace>
  <inkml:trace contextRef="#ctx0" brushRef="#br0" timeOffset="36962.11">22920 11485,'-25'24,"-25"1,-24 74,24 1,-24-1,74-25,-50-24,50-1,0-24,50-25,-25 25,24-25,26 0,-1 0,1 0,-26-50,1 26,0-26,-26-24,-24-1,0 1,0-1,0 1,0 49,-24 25,-26 0,-25 0,-49 25,50 49,24-24,50 24,0-24,0-25,50-25</inkml:trace>
  <inkml:trace contextRef="#ctx0" brushRef="#br0" timeOffset="37247.13">22920 11832,'0'0,"49"49,-49-24,50 0,-25 25,25-50,-26 24,26-24,24 0,-49 0,-25-24,25-1,-25-25,0 25,0-24,0-1,0 1</inkml:trace>
  <inkml:trace contextRef="#ctx0" brushRef="#br0" timeOffset="37885.16">22225 11584,'75'0,"-1"0,25 0,25-25,25 25,25-50,-50 50,0-49,-50 49,1-75,-1 51,-24 24,-25-75,24 75,-49-25,25 25,-25 0,-50 25</inkml:trace>
  <inkml:trace contextRef="#ctx0" brushRef="#br0" timeOffset="39469.25">18306 11609,'0'-25,"0"25,75 74,-51-74,26 50,-25-50,0 49,24-49,-24 50,25-50,-1 0,-24 0,-25 0,-99 50,49 24,-24 0,24 26,-24-26,24 1,1-51,49 1,-25-25,25 50,0-75,0 25,0-25</inkml:trace>
  <inkml:trace contextRef="#ctx0" brushRef="#br0" timeOffset="40923.34">15404 14089,'-25'0,"25"0,50 0,-25 0,24 0,26-50,-1 50,-24 0,-1-24,26 24,-1 0,-24 0,24 0,-24 0,-25 0,-1 0,26 0,-25-50,24 50,-24 0,25 0,-1-25,1 25,24 0,-24-49,0 49,-26 0,26 0,-25 0,0 0,24 0,-24 0,0 0,25 0,-26 0,-24-25,50 25,-25 0,24 0,-24-25,25 25,24 0,1-50,-26 50,1 0,-1 0,26-49,-26 49,1 0,0-25,24 25,-24 0,-25-50,24 50,-24 0,0 0,24-24,1 24,-25 0,-25-25,25 25,24 0,-24-50,0 50,24 0,-49-25,25 25,-25-24,0-26</inkml:trace>
  <inkml:trace contextRef="#ctx0" brushRef="#br0" timeOffset="42123.4">13891 10096,'74'-75,"-24"75,24-50,50 1,25-1,0 1,-50 49,-74-50,25 50,-75 0,-25 0</inkml:trace>
  <inkml:trace contextRef="#ctx0" brushRef="#br0" timeOffset="42505.43">14387 9897,'0'25,"25"24,-25-24,74 25,-24 0,-50-1,50 26,-50-51,49 1,-49 25,-49-50,24 25,0-25,-50 0,26 0,24 0,0 0,-24 0,49-25,49-25,26 1,49-1,-25 50</inkml:trace>
  <inkml:trace contextRef="#ctx0" brushRef="#br0" timeOffset="43278.47">15528 14387,'50'25,"-50"-1,49 51,-49-26,25 1,-25 0,50 24,-50-49,25 0,24 49,1-74</inkml:trace>
  <inkml:trace contextRef="#ctx0" brushRef="#br0" timeOffset="43689.49">15925 14436,'-50'0,"26"50,-26 24,25 1,-24-26,24 26,25-50,-50-25,50 49,0-74,25 25,-25-49,50 49,-1 0,-24 0,25 0,-26 0,26 74,-25-74,0 25,24-25,26 0,-26 0,-49-50,25 26,-25-1,0-25,50 25,-50-24</inkml:trace>
  <inkml:trace contextRef="#ctx0" brushRef="#br0" timeOffset="49942.85">17860 7689,'0'0,"25"75,-25 24,49 0,-49-24,50-1,-50-24,49-25,-49 24,0-24,0 0,0 24</inkml:trace>
  <inkml:trace contextRef="#ctx0" brushRef="#br0" timeOffset="50250.87">17537 7962,'-49'-74,"49"24,0 25,74-24,-24 24,24-25,50 1,25-1,0 1,-50-1,0 50,0-50,-24 50,-50-49,-25 74,0-1</inkml:trace>
  <inkml:trace contextRef="#ctx0" brushRef="#br0" timeOffset="50603.89">18753 7913,'49'0,"51"-50,-1 50,25-50,-50 50,1-74,-1 74,0-25,-49 25,-50-49</inkml:trace>
  <inkml:trace contextRef="#ctx0" brushRef="#br0" timeOffset="50896.91">19819 7293,'0'0,"75"49,-50 26,24-26,-24 1,-25-1,74 1,-74-25,0 0</inkml:trace>
  <inkml:trace contextRef="#ctx0" brushRef="#br0" timeOffset="51123.92">19819 7342,'0'-25,"0"1,25 24,25-75,24 50,50 25,-49-74,24 74,0-50,-49 50,-26 0,-24 25</inkml:trace>
  <inkml:trace contextRef="#ctx0" brushRef="#br0" timeOffset="51323.93">20092 7466,'0'0,"75"-49,-1-26,-49 75,24-25,-24 25,0 0,25 0,-50-24,49 24</inkml:trace>
  <inkml:trace contextRef="#ctx0" brushRef="#br0" timeOffset="51586.95">20712 7020,'25'25,"-25"-1,0 26,50 0,-50 24,49-49,-49 0,25 24,-25-24,0 25,50-50</inkml:trace>
  <inkml:trace contextRef="#ctx0" brushRef="#br0" timeOffset="51773.96">20762 7045,'0'-75,"74"75,26-49,-1 49,0-50,0 50,-74 0</inkml:trace>
  <inkml:trace contextRef="#ctx0" brushRef="#br0" timeOffset="51968.97">20886 7119,'0'50,"25"-50,24 0,26-25,-26 25,1-25,0 25,-26 0,-24-50,50 50</inkml:trace>
  <inkml:trace contextRef="#ctx0" brushRef="#br0" timeOffset="52452">18207 8558,'-25'0,"25"0,75 0,-1 0,75-75,49 75,26-74,48 24,1-24,0 24,-25 1,-25-1,-99 0,25 1,-50-1,-74 50,-25-25,-25 25</inkml:trace>
  <inkml:trace contextRef="#ctx0" brushRef="#br0" timeOffset="52798.01">18653 8558,'-24'0,"98"0,25 0,50 0,25-50,-1 50,75-99,0 49,-49 1,24-1,-49 0,-75 50,25-74,-50 74,-49-50,-50 50,1 25</inkml:trace>
  <inkml:trace contextRef="#ctx0" brushRef="#br0" timeOffset="56603.23">15106 10666,'-49'0,"49"25,0 24,0 26,25-75,-25 25,0 24,0 1,0 24,0-49,0 25,0-26,24 76,-24-75,0-1,0 51,0-26,0-24,0 50,0-51,0 51,0-26,0-24,0 50,0-26,0 1,0-25,0 24,50-24,-50 49,0-24,0-25,0 24,25 26,-25-25,0-1,0 1,0-1,0-24,0 0,0 0,0 49,49-74,-49 25,0 0,0 24,0-24,0 25,0-25,0 24,0 1,0-1,0-24,0 50,0-51,0 1,0 0,0 49,0-49,0 0,25 25,-25-25,0-1,0 51,0-50,0-1,25-24,-25 25,0 25,0-25,0-1,0 26,0-25,0 0,0 24,0-24,0 0,0 24,0-24,0 0,0 25,0-26,0 1,0 0,50-25,-50 50,0-26,0 1,0 25,0-25,0-1,0 26,24-50,-24 25,25-25,25-25,-25 25,-1 0,-24-25,50 25,-25 0,0 0,24 0,-24 0,0 0,25 0,-50-25,24 25,1 0,0 0,25 0,-26 0,1 0,-25-24,50 24,-25 0,-1 0,26 0,-50-50,25 50,24 0,1-25,24 25,-24 0,-25 0,24-49,1 49,0 0,-26 0,26-25,-25 25,24 0,1 0,0 0,-1-50,-24 50,25 0,-25 0,-1 0,26 0,0 0,-26 0,-24-25,25 25,50 0,-51 0,1 0,0 0,25 0,-26-49,26 49,-25 0,0 0,-1 0,26 0,0 0,-1 0,1-25,-1 25,-24 0,25 0,24 0,-24-25,-25 25,24 0,-49-49,50 49,24 0,-74-25,50 25,-25 0,-25-25,74 25,-24 0,-25 0,-25-50,49 50,-24 0,25-24,-26 24,1 0,25 0,-50-50</inkml:trace>
  <inkml:trace contextRef="#ctx0" brushRef="#br0" timeOffset="59321.39">18405 10269,'50'0,"24"-49,1 49,-1-25,1 25,-1-75,1 75,-26-49,-49 24,0 25,-49 0</inkml:trace>
  <inkml:trace contextRef="#ctx0" brushRef="#br0" timeOffset="59704.41">18728 10120,'0'50,"0"-25,0 24,49 1,-49 0,25 24,-25-49,0 0,0-1,0 51,0-50,0-25,-49 0,-26 0,50-25,25 0,0 0,50 25,0 0,24-49</inkml:trace>
  <inkml:trace contextRef="#ctx0" brushRef="#br0" timeOffset="60421.45">18604 13122,'0'24,"0"51,0-25,0 24,0 0,0-24,0 0,0-26,49 26,1-50</inkml:trace>
  <inkml:trace contextRef="#ctx0" brushRef="#br0" timeOffset="60831.47">18852 13171,'0'0,"-75"25,51-25,-26 75,25-26,25-24,-25-25,25 50,0-50,50 24,24 26,-24-50,-25 25,25-25,-26 0,1 0,0 0,25 0,-26 0,-24-25,25 25,-25-25,0-24,50 49,-50-25</inkml:trace>
  <inkml:trace contextRef="#ctx0" brushRef="#br0" timeOffset="61689.52">17512 11931,'0'0</inkml:trace>
  <inkml:trace contextRef="#ctx0" brushRef="#br0" timeOffset="63099.6">18877 11633,'-25'0,"25"-24,0 48,0 51,0-1,0-24,0-1,0 1,0 0,0 24,0-49,0 0,0-1,0-24,0 0,0-24,50 24,-1 0,-49-25,50 25,-25-50,-1 50,-24-25,50 25,-75 0,0 0,1-49</inkml:trace>
  <inkml:trace contextRef="#ctx0" brushRef="#br0" timeOffset="63563.63">18951 11708,'-25'0,"50"-50,0 50,25 0,-26-25,1 25,50-49,-75 74,-25-25,25 49</inkml:trace>
  <inkml:trace contextRef="#ctx0" brushRef="#br0" timeOffset="63761.64">18902 11857,'24'0,"-24"0,75 0,-26-25,26-25,-50 50,-25-25,49 25</inkml:trace>
  <inkml:trace contextRef="#ctx0" brushRef="#br0" timeOffset="64021.66">19298 11584,'0'0,"25"49,-25-24,0 0,0 25,0-26,0 1,0 25,25-50,-25 25,50-25</inkml:trace>
  <inkml:trace contextRef="#ctx0" brushRef="#br0" timeOffset="64240.67">19348 11633,'25'0,"0"0,24 0,-24 50,25-50,-50 25,49-25,1 25,-25-25</inkml:trace>
  <inkml:trace contextRef="#ctx0" brushRef="#br0" timeOffset="64523.69">19646 11410,'-25'0,"25"0,0 25,0 49,0-24,0 0,0-1,0 1,0-1,0-24,0 0,0-25,0 50</inkml:trace>
  <inkml:trace contextRef="#ctx0" brushRef="#br0" timeOffset="64672.69">19695 11683</inkml:trace>
  <inkml:trace contextRef="#ctx0" brushRef="#br0" timeOffset="69668.98">18058 15453,'0'-24,"0"73,0 26,0-1,0-24,0-1,0 1,0 24,25-49,-25 25,0-26,50-24,-50-49,0 24</inkml:trace>
  <inkml:trace contextRef="#ctx0" brushRef="#br0" timeOffset="69992">17885 15528,'-50'0,"50"-50,74 25,-49 25,25-49,-1 49,26-25,-26 25,1-50,0 50,24-25,-24 25,-1-49,1 49,-25 0,-50 25,0-25,25 24</inkml:trace>
  <inkml:trace contextRef="#ctx0" brushRef="#br0" timeOffset="70868.05">19174 14957,'0'-25,"0"1,0 48,0 1,0 25,0 49,50 50,-50 0,0 24,74 75,-74 0,0 25,0 0,50-25,-50 25,0-75,50-24,-50-25,0-50,0-24,24-26,-24 1,0-75,0-25,0-24</inkml:trace>
  <inkml:trace contextRef="#ctx0" brushRef="#br0" timeOffset="71580.09">19919 14982,'0'-25,"-25"25,25 25,-75 49,26 26,-1 24,50-25,-50 25,50-50,25 1,-25-26,75-24,-26-25,26 0,49 0,-25 0,-25-49,1-1,-26 0,1-24,-25 0,-25-1,74-24,-74-25,0 49,-25 26,1 24,-26 25,-24 0,-26 0,-73 99,74-24,24-26,75 1,0-1,0 1,50-25,24-25</inkml:trace>
  <inkml:trace contextRef="#ctx0" brushRef="#br0" timeOffset="71901.11">20191 15379,'0'25,"0"49,50-24,0-25,-26 24,1-49,25 0,-25 25,-1-25,51 0,-75-50,0-49,0 74,0 1,0-26,25-25,-25 51,49 24</inkml:trace>
  <inkml:trace contextRef="#ctx0" brushRef="#br0" timeOffset="72299.13">20663 15280,'0'49,"0"-24,0 25,49-25,-49 24,25-24,-25 0,0-25,0-25,0-25,0 26,0-26,0-25,50 1,-50 0,24 74,-24-25,50 25,0 0,-50 25,49 24,-49-24,50 25,-50-26,0 1,25-25,-25 50,25-50</inkml:trace>
  <inkml:trace contextRef="#ctx0" brushRef="#br0" timeOffset="72493.14">21208 15230,'0'-25,"50"25,0 0,-1-49,26 49,-51-25,1 25,25-50</inkml:trace>
  <inkml:trace contextRef="#ctx0" brushRef="#br0" timeOffset="72706.15">21332 15032,'0'24,"0"1,0 0,0 25,50-26,-50 26,0-25,25-25,-25 49,25-49,24 0</inkml:trace>
  <inkml:trace contextRef="#ctx0" brushRef="#br0" timeOffset="72923.17">21680 14883,'49'0,"-49"25,50-1,-50 26,25 24,-25-24,49 0,-49-1,0 1,25-50</inkml:trace>
  <inkml:trace contextRef="#ctx0" brushRef="#br0" timeOffset="73725.21">18604 16371,'0'0,"-25"0,-25 75,1-26,24 1,25-1,-50 26,50-26,0-24,0 0,0-25,25 74,50-74,-26 0,1 0,24-49,1 24,-51-25,26 1,-50-1,25-24,-25 24,0 1,0 24,-50 25,1 0,-26 0,1 0,-1 49,1 1,74 24,0-49,25 0</inkml:trace>
  <inkml:trace contextRef="#ctx0" brushRef="#br0" timeOffset="74459.25">17314 16470,'0'0,"74"0,-24 0,24 0,1 0,24 0,50 0,49-49,26 49,24-75,24 26,1-26,25 75,-25-49,25 49,49-50,-50 50,26-50,-50 50,-50-99,0 99,-49-74,-50 74,0-50,-74 50,-1 0,-74 0</inkml:trace>
  <inkml:trace contextRef="#ctx0" brushRef="#br0" timeOffset="87653.01">20315 16396,'0'-50,"0"75,0-25,0 25,0 0,0 24,0-24,0 0,25-25,-25 50,0-26,0 1,0 25,0-25,0-1,0 1,0 25,50-50,-50 25,0-1,0 26,0-25,0 0,25-25,-50 0</inkml:trace>
  <inkml:trace contextRef="#ctx0" brushRef="#br0" timeOffset="90622.18">18753 17661,'0'0,"24"0,-24 50,0-26,0 1,0 25,0-25,0-1,0 1,0 25,50-50,-50 25,0-1,0 26,0-25,0 0,0 24,0-24,0 0,25-25,-25 49,0-24,0 0,25-25,-25-25</inkml:trace>
  <inkml:trace contextRef="#ctx0" brushRef="#br0" timeOffset="91927.25">19422 17810,'0'25,"0"-1,0 1,25 25,-25-25,0-1,50 26,-50-25,0 0,25 24,-25 1,0-25,49 49,-49-49,0 49,0-49,25 25,-25-26,0 1</inkml:trace>
  <inkml:trace contextRef="#ctx0" brushRef="#br0" timeOffset="92986.31">20613 17462,'0'-24,"0"24,-50 0,50 0,-49 0,49 49,-25 1,25-25,-50 24,50 26,0-26,0-24,0 0,0 25,25-26,74-24,-74 0,0 0,0 0,24 0,-24 0,25 0,-1 0,-24-74,25 74,-25-50,24 1,-49-1,25 50,-25-74,0 24,0 25,0 25,-49-25,-1 25,25-49,-25 49,26 0,-1 0,-74 25,74-25,0 24,-49 26,49-25,25 0,25-25</inkml:trace>
  <inkml:trace contextRef="#ctx0" brushRef="#br0" timeOffset="93149.32">20936 17462,'-25'0,"0"0</inkml:trace>
  <inkml:trace contextRef="#ctx0" brushRef="#br0" timeOffset="95503.46">17215 15081,'-25'0,"25"0,0 50,25-50,-25 74,0-49,0 25,49-1,-49 51,0-1,0 25,0-25,0 50,0-50,0 50,50 0,-50-50,0 0,50 25,-50-25,49 25,1-24,-50-26,74 25,-74-24,50 24,-50-25,0 1,25-1,-25-24,0 24,49 1,-49-1,25-24,-25 24,50-24,-50-26,25 26,-25-25,0 0,49 24,-49-24,0 0,25 24,-25-24,0 25,50-25,-50-1,0 26,24-25,-24 0,0 49,0-24,50-1,-50 1,0 0,0-26,25 26,-25-25,25-25,-25 49,0-24,0 0,49-25,1 0,-1 0,26-50,-50 50,-1 0,26-24,-25 24,0 0,24-50,-24 50,0 0,24-25,1 25,0 0,-1 0,1-49,-25 49,-1 0,51 0,-25-25,-1 25,1 0,-1 0,26 0,-26-50,1 50,0 0,24 0,-24 0,-1-25,1 25,-1 0,1 0,-25 0,0 0,24 0,1 0,-1-49,1 49,0 0,24 0,-49 0,0-25,24 25,-24 0,0 0,25 0,-26-50,1 50,25 0,-1-25,1 25,0 0,24-49,-24 49,-1 0,1 0,24-25,-24 25,-1 0,1-50,0 50,24 0,1-24,-26 24,1 0,24-50,-49 50,25 0,-1-25,26 25,-1-49,-24 49,-1-50,1 50,24-25,-24 25,-1 0,1-49,-25 49,0 0,49-25,-24 25,-25-50,-1 50,26 0,0 0,-50-25,24 25,26 0,-25 0,-25-24,25 24,-50 0,-50 0,1-50,24 50</inkml:trace>
  <inkml:trace contextRef="#ctx0" brushRef="#br0" timeOffset="98489.63">17165 15131,'-25'0,"25"0,50 0,0 0,-26-25,26 25,-25 0,0 0,24-25,26 25,-26 0,1-49,24 49,1 0,-1-50,25 50,1 0,-1-50,50 50,-1-24,-24 24,25-50,0 50,-50-50,25 50,-49 0,-26-49,1 49,24 0,1-25,24 25,-25 0,1-50,-1 50,25 0,-24-49,-1 49,26 0,-51 0,1 0,-1-25,1 25,24 0,-24 0,0 0,-1-50,26 50,-1 0,0 0,1 0,24 0,-24-24,-1 24,25 0,25-75,-49 75,-1-49,0 49,-24-50,24 50,-24-25,-25 25,24 0,-24-25,0 25,-25-49,50 49,-26 0,1 0,-25-25,50 25,-25 0,-25 0,24 0,-24 49,0-24,0 0,0 0,0 25,0-1,0 26,0-51,0 26,0-25,0 0,50 24,-50-24,0 0,0 24,0-24,0 25,0-25,0 49,0-24,0-1,0 1,0-1,0 26,0-50,0 24,0 1,0 0,0 24,0-24,25-1,-25-24,0 25,0-1,0 1,0-1,0 1,0 24,0-24,0-25,0 0,50 24,-50-24,24 49,-24-24,0 0,0-26,0 26,0-25,0 0,0 0,0 24,0-24,50 25,-50-26,0 26,25-25,-25 24,0-24,0 25,0-1,25-49,-25 75,0-26,0-24,0 0,49-25,-49 50,0-26,0 1,0 25,0-25,0-1,25 26,-25-25,0 0,0 24,0-24,0 0,0 24,0 1,0 0,0-25,0 24,0-24,0 0,0 24,0-24,0 0,0-25,0 50,0-26,0 1,0 0,0 25,-50-26,50 26,0-25,0-25,-24-75,24 1</inkml:trace>
  <inkml:trace contextRef="#ctx0" brushRef="#br0" timeOffset="109573.26">12055 15453,'-24'0,"24"0,0 0,24 0,-24 75,50-75,-50 74,50-74,-50 50,49-50,-49 25,25-25,-25 24,0-24,0-24,50 24,-50-50,24 0,1 26,25-26,-1 25,1-24,25 24,-26-25,1 50,-1-50,-24 50,25-49,-25 49,-25-25,24 25</inkml:trace>
  <inkml:trace contextRef="#ctx0" brushRef="#br0" timeOffset="114669.55">4936 15974,'-49'0,"98"0,-24 0,25-25,0 25,49-49,-25 49,25-75,1 75,24-49,-75 49,1 0,-1 0,-24 0</inkml:trace>
  <inkml:trace contextRef="#ctx0" brushRef="#br0" timeOffset="115080.58">5358 15602,'-25'-25,"1"25,-76 0,51 75,-50 24,-26-25,51 1,0-1,49-24,25-25,-50 24,75-49,49 0,-49 0,25 0,-1 0,26 25,-25-25,-26 50,51-26,-75 1</inkml:trace>
  <inkml:trace contextRef="#ctx0" brushRef="#br0" timeOffset="115918.63">1588 14858,'0'50,"0"-1,0 26,74-1,-49 0,-25-24,99 0,-99-1,50-24,-50 0,25 25,-25-26,0 26</inkml:trace>
  <inkml:trace contextRef="#ctx0" brushRef="#br0" timeOffset="116488.66">1489 15007,'0'-50,"0"25,0 1,0-26,49 0,-24-24,25 24,-1 26,-24 24,-25-50,50 50,-50 50,0-1,0 26,0-1,0 0,0 1,-25-26,25 1,0 0,-25-50,25 24,0-24,0 0,74 0,-24 0,0 0,24 0,-24 0,-1 0,-24 0,25 0,-25 0,-25-24,0-26,0 25,0-24,0 24,0 0</inkml:trace>
  <inkml:trace contextRef="#ctx0" brushRef="#br0" timeOffset="116919.68">2208 14734,'-25'74,"25"-24,-25 0,25-26,-49 26,49-25,0 24,25-49,24-24,-49-1,25-25,-25 25,0 1,0-51,0 50,0 1,0 24,50 49,-26-24,26 0,-25-25,-25 49,25-49</inkml:trace>
  <inkml:trace contextRef="#ctx0" brushRef="#br0" timeOffset="117492.72">2456 14412,'0'-25,"0"25,0 49,0-24,0 0,0 0,0 24,0-24,0 0,50 49,-1-74,-24 0,0 0,24 0,-24 0,-25-24,50-26,-50 25,0-24,49-1,-49 0,0 26,0-51,0 50,0 25,-49 0,49 50,-25 0,25-26,0 1,0 25,0-1,25-49,0 0,24 0,-24 0,0 0,24-49,-24 24,25-25,-25 1</inkml:trace>
  <inkml:trace contextRef="#ctx0" brushRef="#br0" timeOffset="118072.75">3374 13816,'-25'0,"0"0,-49 50,74-1,-50 1,50-25,0 24,25 1,0-50,0 0,24 0,-24-25,49-49,-74 49,0-49,0 24,0 25,0 0,0 25,25 25,25 25,-1-50,26 0</inkml:trace>
  <inkml:trace contextRef="#ctx0" brushRef="#br0" timeOffset="118430.77">3498 13643,'0'-50,"0"50,49 50,1-1,-50-24,0 25,50-50,-50 49,0-74,0-24,0-1,0 1,0-1,0-24,0 24,24 50,-24-25,25 25</inkml:trace>
  <inkml:trace contextRef="#ctx0" brushRef="#br0" timeOffset="118747.79">3795 13444,'0'25,"0"0,0 24,0-24,0 25,0-25,0-1,0 26,50-50,0 0,-26 0,26-25,-25 0,-25-24,50-1,-50 1,0-1,0 0,0-24,-50 49,25 25,-25 25,-49 49,50-24,-1 24,50-49,0 0</inkml:trace>
  <inkml:trace contextRef="#ctx0" brushRef="#br0" timeOffset="119112.81">4192 13221,'-24'0,"24"50,0-1,0 1,0-25,0 24,24 1,51-50,-50 0,24 0,-24-25,25-25,-26 1,26-1,-50-24,25 24,-25 25,0-24,0 24,-25 0,-25 25,-24 0,74 25</inkml:trace>
  <inkml:trace contextRef="#ctx0" brushRef="#br0" timeOffset="119521.83">4490 13047,'25'25,"24"25,-24-1,-25 1,0-75,0 0,0 0,0-24,0-26,0 1,0 24,0 26,50 24,-1 0,-49 0,50 0,-50 49,25-49,-25 25,49-25,-49 25,25-25,0 0</inkml:trace>
  <inkml:trace contextRef="#ctx0" brushRef="#br0" timeOffset="120052.86">4936 12427,'0'0,"0"25,25 0,-25 24,25 1,-25 0,0-1,50 1,-50-25,0 24,25-49,-50 0,-25 0,25 0,0 50,-24-25,24 24,25-24,-50 0,50 24,25-49,25 0,-1-24,-49-1,50-25,-50 25,0 1,0-26,25 25,25 50,-1-25,-49 25,99-25,-74 25,0-25,25 0,-26 0</inkml:trace>
  <inkml:trace contextRef="#ctx0" brushRef="#br0" timeOffset="120682.9">2084 15974,'-25'0,"25"75,-74 24,74-25,-50 1,50-1,0 1,0-51,75 26,-26-50,26 0,-1 0,25-50,-24-24,-1 24,-49-24</inkml:trace>
  <inkml:trace contextRef="#ctx0" brushRef="#br0" timeOffset="120982.91">2530 16073,'-24'0,"-1"0,25 0,-25 50,25 0,0 24,-50-49,50 0,25 24,0-49,0 0,24 0,51-49,-51 24,1-50,-1 26,-49-1,0 25,0-24,0 24,0 0,-24 25,-26-49,0 49,1 49,-26-24,51 25,24-26,-25 1,50 25,24-50</inkml:trace>
  <inkml:trace contextRef="#ctx0" brushRef="#br0" timeOffset="121378.94">2902 15801,'0'0,"0"24,0 26,25-50,-25 50,0-26,50-24,-50-24,0-1,0-50,0 1,-25 0,25 24,0 25,0 25,75 0,-26 0,-24 25,49 25,-49-1,0-49</inkml:trace>
  <inkml:trace contextRef="#ctx0" brushRef="#br0" timeOffset="122098.98">3275 15180,'24'25,"-24"25,75-1,-75 1,49 0,-49-25,50-1,-50 26,0-75,-25 25,-24 0,24 0,0 25,-25 0,26 24,24-24,-50-25,50 50,25-1,0-49,24 0,26 0,-26-49,-24 24,-25 0,74-24,-74 24,0-25,0 25,0 25,-24 75,24-26,0-49,74 0,-49 0,0 0,24-49,-49-1,50 25,-50 1,0-26,0 25,0 0,0-24,0 24,0 25,0 0,0 0,0 49,49-49,-49 75,25-75,-25 25,25-25,-25 25</inkml:trace>
  <inkml:trace contextRef="#ctx0" brushRef="#br0" timeOffset="122232.99">3647 15106,'0'-25,"-50"25,75 0</inkml:trace>
  <inkml:trace contextRef="#ctx0" brushRef="#br0" timeOffset="122489">3845 14858,'0'25,"50"24,-26-24,26 25,-25-1,-25-24,50 25,-50-25,49-1,-24 26</inkml:trace>
  <inkml:trace contextRef="#ctx0" brushRef="#br0" timeOffset="122639.01">3944 15106,'0'-25,"50"25,0-25,-1 25,1-74,-1 74,-24-50</inkml:trace>
  <inkml:trace contextRef="#ctx0" brushRef="#br0" timeOffset="122816.02">4217 14858,'0'25,"75"-25,-75 74,24-74,-24 50,50-50,-50 25,25-25,24 0</inkml:trace>
  <inkml:trace contextRef="#ctx0" brushRef="#br0" timeOffset="123135.04">4217 14709,'-25'0,"25"50,0-25,25-25,0 0</inkml:trace>
  <inkml:trace contextRef="#ctx0" brushRef="#br0" timeOffset="123534.06">4589 14684,'0'0,"0"25,0 0,-25 25,25-1,0 1,0-25,0-1,0-24,75 0,-50-24,24-1,-24-25,-25 25,50-24,-50 24,0 0,0-24,-25 49,25-25,-75 25,51 0,-26 49,0-24,26 0,24 25,49-50,-24 0</inkml:trace>
  <inkml:trace contextRef="#ctx0" brushRef="#br0" timeOffset="123886.08">4788 14560,'0'-24,"0"24,49 49,-24 1,25-25,-26-25,26-25,-50 0,25-25,-25 1,0-1,50 1,-50-1,24 50,26 0,0 25,-1 24,1 51,-50-76,0 1,0 25,25-50</inkml:trace>
  <inkml:trace contextRef="#ctx0" brushRef="#br0" timeOffset="124213.1">2952 16371,'-25'0,"0"0,25-25,75 0,49-49,0 0,50-26,49-24,25 25,-74 25,-26 24,-73 50,-26-74,1 74</inkml:trace>
  <inkml:trace contextRef="#ctx0" brushRef="#br0" timeOffset="124470.11">3374 16297,'-25'0,"25"-25,50 0,74-49,49-26,50-24,1 25,-51 25,1 24,-50 1,-74 49,-50 0,-50 0,25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19:48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17240 1339,'-50'0,"100"0,24 0,0 0,1 0,-1-49,1 49,-26 0,26-25,-50 25,-75 0</inkml:trace>
  <inkml:trace contextRef="#ctx0" brushRef="#br0" timeOffset="384.02">17463 1339,'-25'0,"25"0,0 25,50 25,-50-1,24-24,-24 25,0 24,0-24,0 0,0-1,0 1,0-25,-24-25,24 49,-50-49,50 25,-74-25,24 0,0 0,26 0,24-74,0 24,24 0,26 1</inkml:trace>
  <inkml:trace contextRef="#ctx0" brushRef="#br0" timeOffset="1140.06">19026 1215,'0'25,"0"50,0-26,0 1,0-1,0 26,0-26,0 26,0-50,0 0,49-25,1-25</inkml:trace>
  <inkml:trace contextRef="#ctx0" brushRef="#br0" timeOffset="1598.09">19323 1265,'-25'0,"-24"25,24 24,-25-24,26 25,-26-25,25-25,25 49,-49-49,49 50,0-75,0 25,49 0,1 25,-50 0,49 24,-49-24,50-25,-50 50,74-50,-24 0,-25 0,0 0,-25 0,49-25,-24-50,-25 51,74-26,-49 25</inkml:trace>
  <inkml:trace contextRef="#ctx0" brushRef="#br0" timeOffset="2739.15">21580 1166,'0'-50,"-74"50,49 50,-49-1,24 1,1 49,49-49,-50 24,50-49,0 25,0-26,50-24,-1 50,26-50,24 0,25-74,0-1,-75 26,1-26,-50 26,50-1,-50 0,0-24,0 24,-25 26,-25 24,1 0,-26 0,-49 0,-25 99,25 0,25-25,99-24,0 0,0-26,75 26,-1-50,25 0</inkml:trace>
  <inkml:trace contextRef="#ctx0" brushRef="#br0" timeOffset="3089.17">21680 1513,'-50'-50,"50"75,50 25,-26-25,26 24,24 1,-24 0,-25-75,-25-25,0 25,0-24,0 24,0 0,0-25,25 50</inkml:trace>
  <inkml:trace contextRef="#ctx0" brushRef="#br0" timeOffset="3518.2">22225 1463,'0'25,"0"0,0 0,0 24,0-24,0 0,0 0,0-25,0-25,-24-25,24 1,0-1,0 1,0-1,0 25,24 25,-24-25,50 25,-25 0,-25 0,49 50,-49-25,50 0,-50 24,0-24,0 0,0 24,25-49</inkml:trace>
  <inkml:trace contextRef="#ctx0" brushRef="#br0" timeOffset="3779.21">22647 1463,'25'0,"24"-24,1 24,0 0,-1 0,-24 0,0 0,24 0,-49-25</inkml:trace>
  <inkml:trace contextRef="#ctx0" brushRef="#br0" timeOffset="4000.22">22821 1339,'0'0,"0"50,0-25,0 24,0-24,0 25,0 24,0-49,0 25,24-50,26 0</inkml:trace>
  <inkml:trace contextRef="#ctx0" brushRef="#br0" timeOffset="4244.24">23193 1166,'0'0,"0"49,0 1,0 24,0 1,0-1,0 1,0-1,0-24,0-1,0-24</inkml:trace>
  <inkml:trace contextRef="#ctx0" brushRef="#br0" timeOffset="5640.32">17711 2729,'0'-25,"0"25,0-50,-50 50,1 50,-1-1,0 26,50-1,-49 25,49-24,0-26,0 1,49 0,-24-50,25 24,24-24,1 0,-26-49,1-26,24 26,-49-1,-25 1,50 24,-50 0,-25-49,0 49,-24 25,-1-50,-24 50,-26 25,-24 49,25 1,74-26,25 1,25 0</inkml:trace>
  <inkml:trace contextRef="#ctx0" brushRef="#br0" timeOffset="6202.35">19174 2877,'-24'0,"-76"25,76 25,-26 24,25-24,25-1,0 1,0 24,0-49,0-25,50 0,24 0,1 0,24-25,-50 1,-24-51,-25 26,50-1,-50 0,0 1,0-1,-25 25,-25 25,1 0,-26 0,1 25,0 25,49-1,25 1</inkml:trace>
  <inkml:trace contextRef="#ctx0" brushRef="#br0" timeOffset="7185.41">22151 2580,'0'24,"0"26,0 0,0-1,0 26,0-1,0-24,0-1,0-24,0 25,25-50,24 0,-49-50</inkml:trace>
  <inkml:trace contextRef="#ctx0" brushRef="#br0" timeOffset="7408.42">22201 2580,'0'24,"24"1,-24 25,50-25,0 24,-26 1,26-25,-50 24,50-24,-26 25,26-50</inkml:trace>
  <inkml:trace contextRef="#ctx0" brushRef="#br0" timeOffset="7626.43">22449 2604,'0'-49,"0"74,0-1,0 26,24 0,-24 24,25-24,-25-1,0-24,50 25,-25-25</inkml:trace>
  <inkml:trace contextRef="#ctx0" brushRef="#br0" timeOffset="7964.45">22920 2555,'-50'0,"25"25,-24 49,49-24,-50-1,50 26,0-50,0-1,0 1,25 25,49-50,-24 0,24 0,-24-25,0 25,-1-25,-24 0,-50 25</inkml:trace>
  <inkml:trace contextRef="#ctx0" brushRef="#br0" timeOffset="9047.51">17686 3994,'0'-25,"-25"25,0 25,25-1,-74 26,74 0,-25 24,25-49,0 0,0 24,0-49,50 50,-25-50,24 0,1 0,49-50,-24 25,-26-24,1 24,-50-25,0 26,0-26,0 25,-25-24,-49 49,-1 0,1 0,-1 24,-24 26,49 24,50-24,0-25,0-25</inkml:trace>
  <inkml:trace contextRef="#ctx0" brushRef="#br0" timeOffset="9916.56">19447 3969,'0'-50,"0"100,0 24,50-24,-50-1,0 1,0 24,0-24,0-25,0 0,0 24,0-24,25-25,24 0</inkml:trace>
  <inkml:trace contextRef="#ctx0" brushRef="#br0" timeOffset="10935.62">22895 3621,'0'-24,"0"24,-50 0,-24 0,24 0,26 0,-26 24,25 26,-24 0,49-1,-25 26,25-26,0-24,0 25,49-25,1-25,0 49,24-49,-24 0,49-25,-25-24,-24 24,-25-25,0 26,-25-26,49 0,-49-24,0 24,0 1,0-1,-49 25,24 25,-25 0,-24 0,-1 0,1 25,24-25,1 74,24-49,25 25,0-25,0 0,49-25</inkml:trace>
  <inkml:trace contextRef="#ctx0" brushRef="#br0" timeOffset="12135.69">17934 4936,'0'-25,"0"25,0 75,0-1,0 1,0-1,0-24,0-1,0 1,0-25,0 24,0-24,50-25,-25-25</inkml:trace>
  <inkml:trace contextRef="#ctx0" brushRef="#br0" timeOffset="12952.74">19398 5234,'0'-25,"49"25,-49-25,25-24,-25 24,0 50,-25 24,25 26,-49-26,49 1,0-25,0 24,0 1,0-50,49 0,26 0,-1 0,25-75,-49 51,-25-26,-25 0,49 1,-49-26,0 26,-25-1,-24 50,-1 0,-24 0,-25 0,-1 50,51-25,49 49,0-24,0-26,49-24</inkml:trace>
  <inkml:trace contextRef="#ctx0" brushRef="#br0" timeOffset="14296.81">22945 4713,'0'-50,"0"25,-25 25,25 50,0 24,0 26,0 24,0-25,0-25,0-24,0 0,0-1,0 1,0-75</inkml:trace>
  <inkml:trace contextRef="#ctx0" brushRef="#br0" timeOffset="15246.87">18058 6127,'0'49,"0"26,0-26,0 1,0 0,0-1,0 1,0-1,0-24,0 0</inkml:trace>
  <inkml:trace contextRef="#ctx0" brushRef="#br0" timeOffset="15704.89">19596 6052,'25'25,"-25"25,0-1,0 26,0-26,0 26,0-26,0-24,0 0,0 25,49-50</inkml:trace>
  <inkml:trace contextRef="#ctx0" brushRef="#br0" timeOffset="16819.96">22325 6003,'0'-25,"0"50,0 0,0 24,0 26,24-26,-24-24,0 25,0-26,0 1,0 0,50-25</inkml:trace>
  <inkml:trace contextRef="#ctx0" brushRef="#br0" timeOffset="17107.97">22002 6052,'-50'0,"50"-49,25 24,25 25,24 0,1-50,-1 50,1 0,-1-24,0 24,-24 0,-25-50,-25 75,-25-25,25 25,-50-25</inkml:trace>
  <inkml:trace contextRef="#ctx0" brushRef="#br0" timeOffset="17522">22721 6003,'0'0,"-24"0,-26 49,50-24,-50 25,50-25,0 24,0 1,50-50,-25 0,24 0,-24 0,25-25,-25 25,-25-50,49 1,-49 24,0 0,0 0,0-24,-25 49,-49 0,0 0,-1 0,26 25,24-25,25 49,0-24,49-25,1 0</inkml:trace>
  <inkml:trace contextRef="#ctx0" brushRef="#br0" timeOffset="18996.08">23118 5904,'0'0,"-99"24,49 1,26 25,-26-1,50 1,0-50,50 0,-1 0,1 0,0 0,-1-25,1-49,-50 24,0 25,0 1,0-26,0 50,-25 0,25 50,0-26,0 1,0 25,0 24,0-24,50 24,-50 1,0-1,0 0,0-24,-25 0,25-26,-25-24,25 50,-25-50,0 0,25-25,-49 25,49-74,0 24,0 1,49-26,-24 26,25 24,-1-25,1 25,-25 25,24-74,-24 49,25-24,-25 24,24-25,-24 25,25 1,-26-51,-48 75,-1 0,-25 0,25 50,1-25,24-1,-50-24,50 75,0-26,25-49,0 0,24 0,1 0,-1 0,26-24,-50 24,-25-75,49 50,-49-49,0 74,0 25,0 0,0 24,0 1,0 24,0-24,0-1,0 1,0 0,0 24,-25-49,25 0,-49-25,24 0,25-25,0 0,0-25,0-24,0-25,50 0,-1-50,-24 0,25 50,-1 24,-49 26,50-1,-50 0,0 26,0-1,0 0,0-25,0 50,-25 0,-25 50,50 0,0-1,0 1,0 24,0-24,0 24,25-24,0-25,-25 24,50-49,-1 0,-24 0,0 0,0 0,24-25,-24 1,25-51,-25 26,-25 24,49-25,-49 25,-25 25,-24 0,24 0,-25 50,50-25,-24 24,24-24,0 0,0 25,0-50,49 0,1 0,-1 0,1 0,24-25,-49 0,-25-25,25 26</inkml:trace>
  <inkml:trace contextRef="#ctx0" brushRef="#br0" timeOffset="19154.09">24433 5705,'50'0</inkml:trace>
  <inkml:trace contextRef="#ctx0" brushRef="#br0" timeOffset="19612.12">22548 6970,'49'0,"26"0,-1-49,50 49,25-75,-50 75,-24-50,-26 50,-49-24</inkml:trace>
  <inkml:trace contextRef="#ctx0" brushRef="#br0" timeOffset="19785.13">22721 6995,'75'0,"-1"0,50-50,-24 50,-26-74,25 49,-74-25</inkml:trace>
  <inkml:trace contextRef="#ctx0" brushRef="#br0" timeOffset="20488.17">18108 6400,'0'0</inkml:trace>
  <inkml:trace contextRef="#ctx0" brushRef="#br0" timeOffset="24937.42">18083 7045,'50'0,"24"0,50 0,25 0,0 0,74 0,-25 0,-24 0,0-50,-26 50,-73 0,-26 0,-73 0</inkml:trace>
  <inkml:trace contextRef="#ctx0" brushRef="#br0" timeOffset="25207.44">18405 7193,'50'0,"24"0,26 0,73 0,26 0,24-24,-25 24,-24-50,-25 50,-50-50,-24 50,-26 0,-49-24,-25 24,-24 0</inkml:trace>
  <inkml:trace contextRef="#ctx0" brushRef="#br0" timeOffset="26806.53">2183 3076</inkml:trace>
  <inkml:trace contextRef="#ctx0" brushRef="#br0" timeOffset="31223.78">1365 7516,'-50'0,"50"-50,-25 50,0 0,-24 0,49 25,0 0,-25-25,25 25,-25 24,25-24,0 25,0-26,-49-24,49 50,0-25,0 24,0-24,0 0,-25 25,25-26,0 1,0 25,0-25,0 0,0 24,0-49,0 25,0 0,49-25,-49 25,0 24,25-49,-25 25,25 25,25-50,-50 24,24-24,1 0,25 0,-25 0,-1 0,26-24,-25 24,-25-25,25 0,-25-25,49 1,-49-1,0 1,25 49,-25-50,0 0,0 1,0-1,0 0,0 1,0 24,0 0,0 25,0-49,0 24,-25 25,25-25,0-25,-49 50,49-24,-25 24,25-25,-25 25,25-25,-50 25,26 0,-1 0,25-50,-50 50,25 0,1 0,-1 0,25 25,0 0,-50-25,50 25,0 0,-25-25,25 49,-49 1,49-25,0 24,-25-49,25 25,0 0,0 24,0 1,0 0,0-26,0 26,0-25,0 0,0 24,0-24,0-25,0 25,0 0,50-25,-50 49,0-24,24-25,-24 25,25 25,25-26,-50 26,25-50,24 0,-24 0,-25 25,25-25,0 0,24 0,-49 0,25 0,-25-50,25 50,-25-49,49-1,-49 0,0 1,0 24,0 0,0-24,0 24,0-25,0 25,0-24,0 24,0 0,0-25,0 26,0 24,0-25,0-25,-49 50,49-25,0 1,-25 24,25-50,-25 50,25-25</inkml:trace>
  <inkml:trace contextRef="#ctx0" brushRef="#br0" timeOffset="32612.86">993 6524,'-25'0,"25"0,0 0,74 0,-49 0,0 0,24 0,26 0,-26 0,1 0,0 0,-26 0,26 0,-75 0</inkml:trace>
  <inkml:trace contextRef="#ctx0" brushRef="#br0" timeOffset="33051.89">1265 6524,'-24'0,"24"49,0-24,0 49,0-49,0 25,0-25,0-1,0 26,49-25,-49 0,0 24,0-24,-49-25,49 25,-25-25,0 0,0 0,-24 0,24 0,25-25,-50 25,50-49,0-1,50 50,-25 0</inkml:trace>
  <inkml:trace contextRef="#ctx0" brushRef="#br0" timeOffset="33750.93">2456 6499,'0'-50,"0"75,0 25,0-26,0 1,0 25,0-25,0-1,0 26,0-25,0 24,0 1,0-50</inkml:trace>
  <inkml:trace contextRef="#ctx0" brushRef="#br0" timeOffset="34207.95">2679 6499,'0'0,"-25"0,-24 25,24 24,-25-24,50 25,-49-50,49 24,-25-24,25 0,0-49,0 49,0 25,50-1,49 51,-74-75,24 49,-24 1,0-75</inkml:trace>
  <inkml:trace contextRef="#ctx0" brushRef="#br0" timeOffset="34674.98">3275 6747,'-25'0,"25"0,74 0,-24 0,24 0,1 0,24 0,0 0,-25 0,1 0,-1 0,-24 0,-25 0,-50 0,0 0</inkml:trace>
  <inkml:trace contextRef="#ctx0" brushRef="#br0" timeOffset="34953.99">3399 6821,'0'0,"74"0,0 0,1 0,24 50,0-50,-24 0,-1 0,-24 0,-25 0,-1 0,-24-25,0 0</inkml:trace>
  <inkml:trace contextRef="#ctx0" brushRef="#br0" timeOffset="35297.01">3944 6598,'50'0,"0"25,-1-25,1 25,-25-25,24 49,-24-49,0 0,-25 25,49-25,-49 25,0 24,0-49,-24 50,-26-50,0 50,1-1,-1-24,25-25,25 50,-49-50,49 49,49-49,-24 0</inkml:trace>
  <inkml:trace contextRef="#ctx0" brushRef="#br0" timeOffset="35666.04">4788 6548,'0'25,"0"50,0-51,0 26,0 0,0-1,0-24,0 25,0-1,24-49,-24-24</inkml:trace>
  <inkml:trace contextRef="#ctx0" brushRef="#br0" timeOffset="35922.05">4738 6623,'0'-50,"74"50,1 0,24-25,-24 25,-1 0,-24 0,-50-49,24 49,-48 25,-1-25,-25 49,25-49,-24 75</inkml:trace>
  <inkml:trace contextRef="#ctx0" brushRef="#br0" timeOffset="36085.06">4961 6722,'-74'50,"49"-50,25 0,74 0,-24 0,-25-25,25 25,-1 0,1-25,-25 25,24 0</inkml:trace>
  <inkml:trace contextRef="#ctx0" brushRef="#br0" timeOffset="36354.07">5383 6548,'0'25,"0"0,0 25,0-1,0 1,0-1,0-24,0 25,50 0,-26-50</inkml:trace>
  <inkml:trace contextRef="#ctx0" brushRef="#br0" timeOffset="36565.09">5408 6672,'0'-49,"49"24,1 25,0 0,-1-50,1 50,-1 0,-24 0,-50 25,-24-25</inkml:trace>
  <inkml:trace contextRef="#ctx0" brushRef="#br0" timeOffset="36707.09">5408 6796,'25'0,"-1"0,26-24,-25 24,24-25,-24 25,-25-25</inkml:trace>
  <inkml:trace contextRef="#ctx0" brushRef="#br0" timeOffset="40964.34">1811 7962,'0'0,"-50"0,75 0,50 0,-1 0,-49 0,0 0,24 0,1 0,0 0,-1 0,26 0,-1 0,25 25,-24-25,-26 0,1 0,-1 0,1 0,24 0,-24 0,0 0,-1 0,1 0,0 0,-1 0,-24 0,0 0,24 0,-24 50,25-50,24 0,-49 0,0 0,24 0,1 0,-25 0,0 0,24 0,-24-25</inkml:trace>
  <inkml:trace contextRef="#ctx0" brushRef="#br0" timeOffset="41516.37">3423 7789,'0'-25,"-24"25,24 0,0 0,0 49,49-49,-49 50,75-50,-51 50,26-50,-25 49,24-49,-24 50,0-50,25 0,-26 0,-24 0,0 25,-74-25,49 49,-24-49,-26 50,1 0,-1-50,26 49,49-24,0 25,25-50</inkml:trace>
  <inkml:trace contextRef="#ctx0" brushRef="#br0" timeOffset="43718.5">4242 7615,'0'-25,"-25"25,25 25,-25-25,25 25,0 24,-24-49,24 75,0-50,-50-1,50 26,0-25,0 24,0 1,0 0,0-25,0-1,0 26,0-25,0 0,0 24,25-49,-25 50,25-50,-1 25,26-25,-25 0,0 0,49 0,-49 0,0 0,24 0,-49-50,25 50,-25-50,25 1,-25 24,0-49,0 24,49 0,-49 1,0-1,0 0,0 1,0-1,0 1,0-1,0 25,0 0,-49 25,49-49,-25 49,-25-25,26 25,-1 0,-25 0,1 0,49 0,-25 0,25 50,-25-1,25-24,-50-25,50 50,-24 24,24-24,-50-1,50 26,0-51,-25 26,25-25,0 25,0 24,0-49,0 0,0 24,0-49,0 25,50 0,-50 24,25-49,-25 25,24-25,-24 25,25-25,25 0,-25 0,24 0,-49 0,50 0,-50-25,74 25,-74-74,25 74,-25-50,25 25,-25-24,49 49,-49-50,25-24,-25 49,0-25,50 1,-50 24,0 0,0-49,0 49,0 0,0-25,-25 1,25 24,-25 25,25-50,-25 50,25-24,-49 24,49-25,-25 25,25-50,-25 50,0 0,-24 0,49 50,-25-50,25 49</inkml:trace>
  <inkml:trace contextRef="#ctx0" brushRef="#br0" timeOffset="55972.2">17537 2952</inkml:trace>
  <inkml:trace contextRef="#ctx0" brushRef="#br0" timeOffset="56426.22">19100 3051,'0'50</inkml:trace>
  <inkml:trace contextRef="#ctx0" brushRef="#br0" timeOffset="56871.25">17537 3101,'25'0</inkml:trace>
  <inkml:trace contextRef="#ctx0" brushRef="#br0" timeOffset="57342.27">19026 3076,'0'49</inkml:trace>
  <inkml:trace contextRef="#ctx0" brushRef="#br0" timeOffset="58182.32">18951 3175,'0'50</inkml:trace>
  <inkml:trace contextRef="#ctx0" brushRef="#br0" timeOffset="58766.36">17537 3001,'0'0</inkml:trace>
  <inkml:trace contextRef="#ctx0" brushRef="#br0" timeOffset="59382.39">19100 3175</inkml:trace>
  <inkml:trace contextRef="#ctx0" brushRef="#br0" timeOffset="60791.47">17835 3051</inkml:trace>
  <inkml:trace contextRef="#ctx0" brushRef="#br0" timeOffset="72254.13">7417 7417,'0'-50,"0"50,-50 0,26 0,-1 0,-25 25,50 0,-25-25,25 24,-24 26,24-25,-50 49,50-49,0 25,0-1,0 1,0 24,0-24,0-25,25 24,-25 1,25-50,-25 25,24-25,26 0,-25 0,0 0,24 0,-24 0,25 0,-26 0,26-50,-50 0,25 50,-25-24,0-26,0 25,0 0,0-24,0 24,0 0,0-24,0 24,0 0,0-25,-50 50,50-24,-25-1,1-25,-26 25,25 25,-24 0,-1 0,0 0,50 25,-24-25,24 75,0-75,49 0,1 0</inkml:trace>
  <inkml:trace contextRef="#ctx0" brushRef="#br0" timeOffset="73328.19">8310 7441,'0'0,"-25"0,-24 0,24 0,25 0,-25 50,-25 0,50-26,0 26,-25-25,25 24,0-24,0 0,0 25,0 24,0-24,50-26,25 26,-51-50,26 0,0 0,-1 0,1-25,-1 0,1-24,-25-1,-25 1,49 49,-49-75,0 26,0-26,0 50,-24 1,-1-26,-50 25,26 25,-1 0,25 0,-24 0,24 0,0 0,25 0,0 25,50-25</inkml:trace>
  <inkml:trace contextRef="#ctx0" brushRef="#br0" timeOffset="76842.39">17314 4142,'0'-24,"0"48,0 1,25 25,-25-25,25-25,-25 24,24-24,-24-24,50 24,-50-25,74 25,-74-50,50 50,-25-74,49 24,-49 1,-25 73</inkml:trace>
  <inkml:trace contextRef="#ctx0" brushRef="#br0" timeOffset="77711.44">22870 3919</inkml:trace>
  <inkml:trace contextRef="#ctx0" brushRef="#br0" timeOffset="83268.76">7516 8334,'0'-24,"-25"24,25-25,-49 25,24 0,25 49,-25-49,25 25,-49-25,49 50,-25-1,25-24,0 0,-50 25,50-26,0 1,0 25,0-25,0 24,25 1,0-1,49-49,-49 0,49 0,-49 0,25 0,-50 0,25 0,-25-49,24-1,-24 1,0-1,0-24,0 24,0 0,0 50,0-24,-24 24,24-50,-50 50,25 0,-24 0,24 0,25 25,-75-25,75 49,-24-49,24 50,49 0,26-50</inkml:trace>
  <inkml:trace contextRef="#ctx0" brushRef="#br0" timeOffset="84108.81">8335 8384,'0'-50,"0"26,0 24,0 49,0 1,0-1,0 26,0-1,0-24,0 24,0-24,0-25,0 24,0 1,0-100</inkml:trace>
  <inkml:trace contextRef="#ctx0" brushRef="#br0" timeOffset="105388.02">8558 7144,'0'-25,"0"-25,50 50,-50-24,49 24,-24-25,0 25,24 0,-49-50,25 50,25 25,-50 49,0-24,0 0,0-1,0 26,0 24,-50-25,50-24,-25-1,25 1,0-25,0-25,25 0,-25 0,25 0,-25-50,50 50,-75 0,25 25,-25-25,25 50,0-26,0 26,0 24,0-24,0 24,25 1,-25-1,49 1,-49-1,50-24,-50-1,0 1,0 0,0-1,0 1,-50-25,50 24,-49-49,49 25,-50-25,25 0,25 0,-49 0,49-50,-25 1,25 24</inkml:trace>
  <inkml:trace contextRef="#ctx0" brushRef="#br0" timeOffset="106406.08">6474 7293,'0'-50,"0"25,0 25,-74 75,49-51,25 1,-49 25,49-25,0-1,0 26,0-25,0 0,24 24,1-24,50 25,-26-26,-24 26,-25-25,50 24,-50 1,0-25,0 0,0-25,0 74,-75-74,26 0,24 0,25 0,49 0,-49 50,25 24,-25 25,0 50,0 25,0-50,0 0,0-25,0 0,-25-24,25-1,0-49,-24 0,24-25,49 0,-24 0,25 0,-1-25,26 25,-51 0,1 0,25-25</inkml:trace>
  <inkml:trace contextRef="#ctx0" brushRef="#br0" timeOffset="107434.14">9277 7937,'-25'0,"50"0,50 0,-1 0,1-49,-1 49,0 0,-24-25,0 25,-26 0,-24 0,-24 25,-26 24,0-24,1 25,-26 0,26-1,-1-24,1-25,24 74,25-49,74-25,1-25,-1 25,25-49,-24 49,-1-99,25 74,-24-25,-26 50,1-50,-125 75,26-25,-26 50</inkml:trace>
  <inkml:trace contextRef="#ctx0" brushRef="#br0" timeOffset="108700.21">1290 7962</inkml:trace>
  <inkml:trace contextRef="#ctx0" brushRef="#br0" timeOffset="109938.28">4292 7987,'0'25</inkml:trace>
  <inkml:trace contextRef="#ctx0" brushRef="#br0" timeOffset="117873.74">7119 6648,'-25'0,"25"0,75 0,-50 0,0 0,24-25,26 25,-26-25,1 25,-1-50,26 50,-50-24,-1 24,-24 0,-49 49</inkml:trace>
  <inkml:trace contextRef="#ctx0" brushRef="#br0" timeOffset="118397.77">7318 6672,'0'50,"0"24,0-49,0 25,0-25,0 0,0 24,0-24,0 0,0 49,0-24,0-25,-50-25,25 0,1 0,-26 0,50-25,0-25,0 1</inkml:trace>
  <inkml:trace contextRef="#ctx0" brushRef="#br0" timeOffset="119469.83">8186 6648,'-25'-25,"25"0,-50 25,50 50,0-26,0 26,0 0,0 24,0-49,0 0,25 24,-25 1,0-25,25-25</inkml:trace>
  <inkml:trace contextRef="#ctx0" brushRef="#br0" timeOffset="119965.86">8409 6623,'-25'0,"-24"25,24-25,25 74,-74-49,74 0,-50-25,50 49,-25-49,25-25,0-24,0 24,0 25,0 50,75-50,-75 49,49-49,-24 25,0-25,24 0,-24 0,0 0,49 0,-49 0,-25 0,0-25</inkml:trace>
  <inkml:trace contextRef="#ctx0" brushRef="#br0" timeOffset="121697.96">8434 7813</inkml:trace>
  <inkml:trace contextRef="#ctx0" brushRef="#br0" timeOffset="122163.98">8285 8979,'0'0,"0"0</inkml:trace>
  <inkml:trace contextRef="#ctx0" brushRef="#br0" timeOffset="123273.05">7987 7491,'0'-50,"-24"50,-26 0,50 25,-25-25,25 25,0 25,-25-50,25 24,0 26,0-50,50 25,-25-25,-25 49,25-49,-25 25,49-25,-49 50,0 49,25-49,-25 24,0-49,0 0,0 24,0-49,0 25,-50-25,75 0,-25 0,25 0,-25 25,0 25,0 49,0-25,0 1,0-1,0 0,0-24,-50 0,50-1,0-24,0-25,0 25,50-25,0 0,24 0,-49 0,25 0,-1-25,-24 0</inkml:trace>
  <inkml:trace contextRef="#ctx0" brushRef="#br0" timeOffset="125793.19">10840 7491,'0'-25,"0"-24,0 49,0-25,-25 25,-24 0,24 0,25 0,-25 0,25 49,-50-24,50 0,-24-25,24 50,0 24,-50-24,50-26,0 26,0-25,0 0,0 24,-25-24,25 0,0 24,0-24,0 0,0 25,0-25,0-1,0 1,0 25,0-1,0-49,0 25,25-25,-25 50,50-50,-26 0,51 0,-50 0,24 0,-49-25,50 25,-50-25,49 25,-49-25,25 25,-25-74,50 49,-50 0,25-24,-25 24,0 0,49-25,-49 26,0-1,0-25,0 25,0 1,0-26,0 25,0-24,0-1,0 50,0-74,-49-1,24 50,-25 25,50-49,-25 49,1 0,-26 0,25 0,0 0,-24 0,24 25,-25-1,1 26,49-25,0 24,-25-49,25 50,25 0,0-50</inkml:trace>
  <inkml:trace contextRef="#ctx0" brushRef="#br0" timeOffset="126455.23">12055 7417,'0'-50,"-24"50,-51 74,50 1,-24 49,-26 0,1-25,24 25,26-49,24-1,-50-49,50 24,0-49,50 0,-26-24,-24-1</inkml:trace>
  <inkml:trace contextRef="#ctx0" brushRef="#br0" timeOffset="126851.25">11659 7640,'-25'0,"25"0,25 25,-25 49,74 0,-24 50,24-24,0 24,1-25,-26-49,1 24,0-49,-26-25,26 25,-50-25,-25 0,25-25,-49 25</inkml:trace>
  <inkml:trace contextRef="#ctx0" brushRef="#br0" timeOffset="128088.32">9749 2977,'0'-50,"0"50,0-25,0 25,24 50,-24-25,50 24,-50-24,25 0,-25 24,49-49,-49 25,50-25,24-74,100-50,25 0,49-25,74-25,75 25,173-74</inkml:trace>
  <inkml:trace contextRef="#ctx0" brushRef="#br0" timeOffset="145929.34">1166 9922,'-25'49,"-24"26,49-50,0 24,-25 1,25 0,0-1,0 26,0-1,0 25,0-49,0-1,25-24,-25 25,49-25,26 49,-50-74,-1 0,26 0,-50-50,50 26,-50-1,49-25,-49 1,50-1,-50-24,0-1,25 1,-25 24,0 1,0-1,0 25,0 0,0-24,0 49,0-50,-25 50,-25-25,25 25,1 0,-51 0,26 0,-1 50,0-25,50 24,0-24,0 0,25 25,50-50,-1 0</inkml:trace>
  <inkml:trace contextRef="#ctx0" brushRef="#br0" timeOffset="146890.4">2134 10393,'-25'0,"0"0,25 25,25-25,0 0,24 25,50-25,-24 0,24 0,0 0,25 0,50 0,0 0,-26-50,1 50,-50-49,1 49,-51-25,-24 25,-50 0,25-25</inkml:trace>
  <inkml:trace contextRef="#ctx0" brushRef="#br0" timeOffset="147264.42">3250 10096,'-25'0,"50"0,24 0,26 24,-26-24,1 25,24-25,1 0,24 50,-25-50,1 0,-26 49,-24-49,-25 75,0-26,-74 1,-1 24,26-24,-26 0,26-26,-1 26,1-25,49 24,0-24,0-25</inkml:trace>
  <inkml:trace contextRef="#ctx0" brushRef="#br0" timeOffset="148191.47">4688 9823,'0'-50,"0"25,-24 25,24 0,0 50,0 24,0-49,0 25,0 24,0 1,0 24,0 25,0-25,0-49,0-1,0 1,0-50,0 49,0-73,49-26,-49 25,25-24,-25 24</inkml:trace>
  <inkml:trace contextRef="#ctx0" brushRef="#br0" timeOffset="156632.95">17711 3001,'50'50</inkml:trace>
  <inkml:trace contextRef="#ctx0" brushRef="#br0" timeOffset="157246.99">17711 3249,'25'0,"24"0</inkml:trace>
  <inkml:trace contextRef="#ctx0" brushRef="#br0" timeOffset="157583.01">19174 3423,'0'0,"-49"0</inkml:trace>
  <inkml:trace contextRef="#ctx0" brushRef="#br0" timeOffset="157990.03">17835 3373,'0'0,"0"0</inkml:trace>
  <inkml:trace contextRef="#ctx0" brushRef="#br0" timeOffset="160591.18">5631 10319,'-25'0,"25"25,0-25,50 0,-25 0,-1 0,51 0,-26 0,1 0,0 0,-26 0,26 0,-25 0,0 0,-25 24</inkml:trace>
  <inkml:trace contextRef="#ctx0" brushRef="#br0" timeOffset="160876.2">5730 10616,'50'0,"-1"0,1 0,24-49,-24 49,0-50,-1 50,26-49,-50 49,-1 0,-48 0</inkml:trace>
  <inkml:trace contextRef="#ctx0" brushRef="#br0" timeOffset="161207.22">6053 10220,'24'0,"1"0,25 0,0 49,-1-49,1 25,-1-25,-24 0,-25 50,25-50,-25 24,0 26,0-25,0 49,-50-24,1-1,-26 26,26-26,24 1,25 0</inkml:trace>
  <inkml:trace contextRef="#ctx0" brushRef="#br0" timeOffset="162431.29">7516 10294,'-25'-50,"25"26,0-1,-49 25,49 0,-25 49,25 26,-50 24,50-49,0-26,0 1,0 25,25-50,25 0,-1 0,26-50,24 1,-49-26,-1 26,-49 24,0-25,0 25,0 1,-49-26,-1 50,-24 0,-1 0,-24 99,49-49,26-1,24 1,0-25,24-25,51 0</inkml:trace>
  <inkml:trace contextRef="#ctx0" brushRef="#br0" timeOffset="162833.31">8508 10195,'-24'49,"24"1,-50 0,50-26,0 26,0-25,0-25,50 0,-1 0,1-25,24-25,-49 26,-25-26,25 50,-25-50,0 26,-25-26,0 50,-24 0,-26 50,26-26,-1 51,0-50,50-1</inkml:trace>
  <inkml:trace contextRef="#ctx0" brushRef="#br0" timeOffset="163262.33">9600 10120,'-25'0,"25"0,-74 0,123 0,26 0,24 0,50-24,-25 24,0-75,-50 75,-24 0,-26 0,-24 25,-74 0</inkml:trace>
  <inkml:trace contextRef="#ctx0" brushRef="#br0" timeOffset="163506.35">9501 10517,'0'-25,"49"25,26-24,24 24,0-75,25 75,0-74,0 74,-50-50,-49 50,25 0,-50-49,-25 24</inkml:trace>
  <inkml:trace contextRef="#ctx0" brushRef="#br0" timeOffset="163773.36">10145 9996,'25'0,"0"0,25 0,24 0,-49 0,0 0,24 50,-24-25,-25 49,0-49,0 0,0 24,-25-24,-24 25,24-25,25-1,-50 26</inkml:trace>
  <inkml:trace contextRef="#ctx0" brushRef="#br0" timeOffset="164169.38">11038 9847,'-24'0,"-1"0,-25 0,25 50,-24 24,49-24,-25 25,25-26,0 1,0-1,25-49,0 25,49-25,-24 0,-1 0,1-25,-1-24,-24 24,-25 0,0-49,0 24,0 0,0 1,-49 49,-1-50,0 50,-24 50,-50 49,50-24,74-26</inkml:trace>
  <inkml:trace contextRef="#ctx0" brushRef="#br0" timeOffset="165045.44">11832 9674,'0'-50,"0"25,0 1,25 24,-25-50,0 100,-25 24,25 25,-99 25,74 0,-24-24,-1-1,50-50,-50 1,50 0,25-50</inkml:trace>
  <inkml:trace contextRef="#ctx0" brushRef="#br0" timeOffset="165503.46">11386 9872,'-50'0,"50"-49,25 49,0 0,0 24,24-24,1 25,-1-25,51 99,-1-49,25 0,-50-1,25 26,-49-50,0 24,-1 1,-49-50</inkml:trace>
  <inkml:trace contextRef="#ctx0" brushRef="#br0" timeOffset="168465.63">1290 10765,'25'0,"25"0</inkml:trace>
  <inkml:trace contextRef="#ctx0" brushRef="#br0" timeOffset="171888.83">7839 11063,'0'-50,"-75"50,50 25,-24 0,-1 49,1 1,24-1,25 1,-50-1,50-24,0-26,0-24,50 75,-25-75,49 0,-24 0,-1 0,1-50,24 25,-49-24,-25-1,50 1,-50-26,0 26,-50-1,0 50,-24 0,-25 0,-25 50,49 24,26-24,49-1,25 1,49-1,50-49</inkml:trace>
  <inkml:trace contextRef="#ctx0" brushRef="#br0" timeOffset="172628.87">8732 11088,'0'49,"0"1,0 0,0 24,0 0,0 1,0-26,0 1,0 0,0-26,0 26,0 0</inkml:trace>
  <inkml:trace contextRef="#ctx0" brushRef="#br0" timeOffset="173409.91">9600 11187,'-75'0,"51"0,-1 0,74 0,1 0,24 0,26 0,-1 0,25 0,-25 0,-25 0,1 0,-26 0,1 0,-75 0,-24 0</inkml:trace>
  <inkml:trace contextRef="#ctx0" brushRef="#br0" timeOffset="173625.93">9550 11410,'0'0,"75"0,24-25,50 25,-1-49,-24 49,25-50,-49 50,-1-49,-50 49,-24 0,-25-25,-25-25</inkml:trace>
  <inkml:trace contextRef="#ctx0" brushRef="#br0" timeOffset="173912.94">10294 11038,'25'0,"25"0,-1 25,26-25,-26 25,26-25,-26 49,-24-49,-25 25,0 50,0-26,-74 26,24-51,1 26,-26-25,50-25,25 49,-24-49,24 25,0-25</inkml:trace>
  <inkml:trace contextRef="#ctx0" brushRef="#br0" timeOffset="174481.97">11435 10815,'0'-25,"-49"25,-1 25,25 0,-24 49,49-24,-50-1,50 1,0 24,0-49,0 0,50 25,-1-50,1 0,0 0,24 0,-24-50,-26 25,26 0,-50-24,0 24,0 0,0-49,0 49,-25 25,-24-25,-26 25,1 0,-1 50,1-1,49-24,25 0,0 49,0-74</inkml:trace>
  <inkml:trace contextRef="#ctx0" brushRef="#br0" timeOffset="177759.16">7144 10641,'-25'0,"-24"0,73-25,1 25,25 0,0 0,-26 0,1 0,25 0,-25 0,-1 0,26 0,-25 0,0-24,49 24,-24 0,24 0,0 0,26 0,24-50,-25 50,-25 0,26 0,-26 0,0 0,-24 0,0 0,24 0,-24 0,24 0,0 0,1 0,-1 0,1 0,-1 0,0 0,26-50,-26 50,-24 0,24 0,1 0,24 0,25-24,-25 24,0 0,-24 0,-1-50,0 50,26 0,-26 0,1 0,-1 0,0 0,26 0,-1-50,25 50,-25 0,0 0,25-49,-25 49,-24 0,-1 0,1 0,-26-25,26 25,-26 0,1 0,0 0,-1 0,-24 0,0-50,24 50,-24 0,0 0,25 0,24 0,-24-24,-1 24,-24 0,25 0,-26 0,1 0,25 0,-25 0,-25-50,24 50,-24 0</inkml:trace>
  <inkml:trace contextRef="#ctx0" brushRef="#br0" timeOffset="179415.26">6400 11633,'0'0,"0"0,50 0,-1 0,-24 0,0 0,24 0,-24 0,25-49,-1 49,26 0,-1 0,25 0,-24-25,-1 25,1 0,-1-50,1 50,-1 0,0 0,26-49,-26 49,0 0,1-25,-1 25,1 0,-26-50,26 50,-26 0,26-24,-1 24,1 0,-1-50,25 50,-49 0,-1 0,1 0,0 0,-1 0,26-50,-26 50,1 0,-25 0,49 0,-24 0,24-24,0 24,1 0,-25 0,24 0,-24 0,24 0,-24-50,-1 50,26 0,-26 0,1 0,-1 0,1 0,0 0,24 0,-24 0,-1 0,1 0,-1 0,-24 0,0 0,0 0,25 0,-1 0,1 0,-1 0,26 0,-26 0,-24-25,0 25,25 0,-26 0,1 0,25 0,-25 0,-1-50,26 50,-25 0,0 0,24 0,-24 0,0 0,24 0,1 0,-25 0,24 0,1 0,-25 0,0 0,24 0,26 0,-50 0,-1 0,26 0,24-24,-24 24,-25 0,24 0,-24 0,0 0,0 0,24-50,-24 50,25 0,-25 0,-1 0,26 0</inkml:trace>
  <inkml:trace contextRef="#ctx0" brushRef="#br0" timeOffset="180842.34">7888 12402,'-25'0,"25"-24,0 48,0 1,0 25,0 74,0-25,0 25,0 25,0-50,-24 0,24-74,0 0,0 0,0-25,0-25</inkml:trace>
  <inkml:trace contextRef="#ctx0" brushRef="#br0" timeOffset="181621.38">9054 12502,'0'-50,"-25"50,-24 25,24 24,-25 51,1-26,49 0,-50 1,50-1,0-24,0-25,0-25,50 49,-26-49,1 0,25 0,24-74,-49 49,25-49,-50 24,24 0,-24 1,0-26,0 1,0 0,0 74,-24-25,-26 25,0 0,26 25,-26 24,50 1,0-25</inkml:trace>
  <inkml:trace contextRef="#ctx0" brushRef="#br0" timeOffset="183399.48">1439 10616,'0'25,"-50"-25,50 25</inkml:trace>
  <inkml:trace contextRef="#ctx0" brushRef="#br0" timeOffset="185295.59">9029 12948</inkml:trace>
  <inkml:trace contextRef="#ctx0" brushRef="#br0" timeOffset="187365.71">9724 12626,'-50'0,"75"0,25 0,-1 0,1 0,24 0,1 0,24 0,-25 0,-24 0,-1 0,1 0,-25 0,25 0,-26-25,-24 25,-49 25</inkml:trace>
  <inkml:trace contextRef="#ctx0" brushRef="#br0" timeOffset="187665.73">9873 12799,'0'0,"49"0,1 0,24 0,25 0,-24 0,-1 0,-24 0,0 0,-1 0,-24-49,0 49,24 0,-73 0</inkml:trace>
  <inkml:trace contextRef="#ctx0" brushRef="#br0" timeOffset="188062.75">10394 12452,'0'0,"74"25,-24-25,-26 49,1-49,25 50,-25-50,24 74,-24-49,-25 0,50-25,-50 50,0-26,-25 26,-50 49,51-74,-26 25,-24 24,24-49,-24 24,24-49,50 50</inkml:trace>
  <inkml:trace contextRef="#ctx0" brushRef="#br0" timeOffset="190105.87">23490 4936,'-49'-49,"49"24,0 25,0 49,0-24,0 0,0 25,0-1,25-49,-25 25,24-25,1-25,50-49,-75 49,74 0,-49 25,49-99,-24 74,24-25,-49 26,0 24,-25-50,49 50,-49 25,-24-25,24 49,0-24</inkml:trace>
  <inkml:trace contextRef="#ctx0" brushRef="#br0" timeOffset="196073.21">7888 13791,'-25'0,"25"-49,-49 123,49-24,0-1,0-24,0 25,0-25,0-1,0 26,0 0,0-26,25-24,-1 0,26-24,24-26</inkml:trace>
  <inkml:trace contextRef="#ctx0" brushRef="#br0" timeOffset="196626.24">8880 13568,'0'-25,"0"50,0 25,0-1,0 26,0-1,0 1,0-1,0 0,0 1,0-50,0-1,0 26,0-100,0 1</inkml:trace>
  <inkml:trace contextRef="#ctx0" brushRef="#br0" timeOffset="197473.29">7913 13692,'-25'0,"25"25,0 49,0 1,0-1,0 1,0-1,0 0,25 1,-25-26,0 1,0-25,25-25,-25 25,0-25,0-75</inkml:trace>
  <inkml:trace contextRef="#ctx0" brushRef="#br0" timeOffset="198523.35">1290 10616,'0'0,"0"50</inkml:trace>
  <inkml:trace contextRef="#ctx0" brushRef="#br0" timeOffset="205213.73">9600 13767,'0'24,"49"-24,1 0,24 0,1 0,24 0,25-24,-50 24,-24 0,-25 0,-25-25,49 25,-98 0</inkml:trace>
  <inkml:trace contextRef="#ctx0" brushRef="#br0" timeOffset="205453.75">9749 13940,'24'0,"26"0,24 0,26 0,24-25,-25 25,25-74,-50 74,-24-25,0 25,-100-49</inkml:trace>
  <inkml:trace contextRef="#ctx0" brushRef="#br0" timeOffset="205744.76">10294 13667,'0'0,"25"0,50 0,-26 0,1 0,-25 0,24 0,-24 50,-25-25,0 24,0-24,0 0,0 25,-74-26,49 26,-25 0,75-50</inkml:trace>
  <inkml:trace contextRef="#ctx0" brushRef="#br0" timeOffset="206772.82">11559 12154,'0'25,"0"0,0 25,0 24,0 0,0 26,0-1,0 0,-24-25,24-24,0-25,0 24,0-49</inkml:trace>
  <inkml:trace contextRef="#ctx0" brushRef="#br0" timeOffset="207351.85">11535 13568,'49'0,"-49"50,0-1,25 26,-25-1,0-24,0-1,0-24,0 25,0-75</inkml:trace>
  <inkml:trace contextRef="#ctx0" brushRef="#br0" timeOffset="208655.93">7219 12229,'0'-25,"-50"25,25-50,0 50,25 25,-74 25,-1 148,75-123,-49-1,49 25,0-49,0-25,25 24,-1-24,1-25,25 50,-25-50,24 74,-24-49,-25 24,50 1,-50 24,0-24,-50 0,25-1,-24-24,24-25,25-25,0 1,0-26,25 50,24 0,-49 50,0 49,0 50,0 24,0 1,0-25,0-25,0 0,0-25,0 0,0 0,0 1,0-26,0-49,0 0,25-25,25 0,24-50,25-24,1-1,-26 1,0 24,-49-24</inkml:trace>
  <inkml:trace contextRef="#ctx0" brushRef="#br0" timeOffset="212369.14">8930 12452,'0'-25,"0"0,-25 25,0 0,1 0,-26 0,50 0,-25 0,25 25,-25 25,25-25,-49 24,49 1,0-25,-25-1,25 26,0-25,-50 0,50 24,0-24,-24 0,24 24,0-24,-50 25,50-25,0-1,0 1,0 25,0-25,0-1,0 26,0-25,0 0,0 24,0-24,0 0,0 25,0-26,0 1,0 25,0-1,25-49,-25 50,0 24,25-24,-25-25,0 0,0 24,0 26,0-1,24-74,-24 50,0-26,0 51,50-26,-50-24,0 0,0 25,0-1,0-24,0 25,25-50,-25 25,0-1,49-24,-49 50,25 0,-25-26,25-24,-25 25,50-25,-26 0,-24 50,25-50,25 0,-1 0,-24-25,25 25,-25 0,-25-25,49 25,-49-25,50 25,-50-49,49-1,-49 1,50-1,-50-25,75 26,-75 24,24-25,-24 26,0-1,0-25,0 25,0 1,0-51,50 1,-50-1,0 1,25 0,-25-1,0 26,0-26,0 26,0 24,0 0,0-25,0 26,0-1,0-25,0 25,0 0,0-24,0-26,0 26,0 24,0 0,0 25,0-74,-50 24,50 1,-25-26,25 26,0 24,-49-25,49 1,-50 49,0-25,1 25,49-50,-75 50,51 0,-1 0,-25 50</inkml:trace>
  <inkml:trace contextRef="#ctx0" brushRef="#br0" timeOffset="212939.17">7913 12725,'0'0</inkml:trace>
  <inkml:trace contextRef="#ctx0" brushRef="#br0" timeOffset="213155.19">7938 14833,'49'-25</inkml:trace>
  <inkml:trace contextRef="#ctx0" brushRef="#br0" timeOffset="214515.26">12750 12378,'0'-50,"0"25,0 25,0 50,0-25,0 24,0 26,0 24,0 0,0 25,0-25,0 0,0-24,0-26,0 1,0 0,0-50,-74 0,74-50</inkml:trace>
  <inkml:trace contextRef="#ctx0" brushRef="#br0" timeOffset="-214292.43">8980 12626,'24'0,"-24"24,25-24</inkml:trace>
  <inkml:trace contextRef="#ctx0" brushRef="#br0" timeOffset="-214045.41">9228 14114,'49'0,"-24"0</inkml:trace>
  <inkml:trace contextRef="#ctx0" brushRef="#br0" timeOffset="-212359.32">14015 12328,'0'-50,"25"50,-25-24,-25 73,-25 75,1 0,-1-25,1 25,49-24,-50-1,50-50,0-24,-50 25,50-25,-24-25,24 24</inkml:trace>
  <inkml:trace contextRef="#ctx0" brushRef="#br0" timeOffset="-211886.29">13618 12576,'0'-50,"-25"50,25-49,0 24,0 25,0 50,50-1,-25 1,49 49,1-25,-26 26,26-26,24 25,-50-49,1-1,0-24,-26-25,-24 50,0-75</inkml:trace>
  <inkml:trace contextRef="#ctx0" brushRef="#br0" timeOffset="-207607.04">10121 3845,'0'-25,"-50"0,50-24,-25 49,0-25,25 50,0 24,0-49,0 50,25-50,-25 74,75-49,-51 25,-24-1,25-49,-25-25,149-24,25-75,74 25,74-26,26 26,-51-99</inkml:trace>
  <inkml:trace contextRef="#ctx0" brushRef="#br0" timeOffset="-195195.33">11832 11757,'0'-24,"0"-1,0 25,0 25,0 24,0 1,0-25,0-1,0 26,0-25,0 0,0 24,50 26,-50-26,0 1,0 0,0-1,25 26,-25-26,0 26,0-26,0 1,0 24,0-24,0-25,0-1,0 26,0-25,0 0,0 24,0-24,0 0,0 24,0 1,0 0,0-1,0 1,0 24,0-24,0 0,0-26,0 26,0 0,0-26,0 1,0 25,0 24,0-24,0-1,0 1,0 0,0 24,0-49,0 0,0 24,0-24,0 25,0-50</inkml:trace>
  <inkml:trace contextRef="#ctx0" brushRef="#br0" timeOffset="-194626.3">12105 13097,'25'0,"0"0,24-25,1 25,-25 0,24-25,1 25,-25 0,-25 0</inkml:trace>
  <inkml:trace contextRef="#ctx0" brushRef="#br0" timeOffset="-194339.28">12130 13295,'0'25,"25"-25,24-25,1 25,-25 0,-1-24,26 24,-25-50,24 25</inkml:trace>
  <inkml:trace contextRef="#ctx0" brushRef="#br0" timeOffset="-193947.26">12353 12923,'-25'0,"25"0,75 25,-51-25,1 0,25 0,-25 0,0 25,49-25,-74 49,0 1,-50 0,1 24,-1 25,0-24,1 24,49-25,-50-24</inkml:trace>
  <inkml:trace contextRef="#ctx0" brushRef="#br0" timeOffset="-190980.09">15528 8855,'-50'0,"50"-25,-49 25</inkml:trace>
  <inkml:trace contextRef="#ctx0" brushRef="#br0" timeOffset="-178199.36">15975 8756,'0'-50,"-25"50,0 0,25-24</inkml:trace>
  <inkml:trace contextRef="#ctx0" brushRef="#br0" timeOffset="-177653.33">15801 8136,'0'-50,"0"26,-50 24,1 0,24 0,25 74,-99 25,49 124,0-24,1-26,49-24,0-25,0 0,25-49,49-26,0 1,1-50,24 0,50-25,-25-49,-25-1,-49-24,-1-25,-49 0,50-25,-50-24,0-51,0 76,-74 48,-1 76,-24 24,-50 0,-24 74,48 25,51 25,74 0,0-49,25-1,24 0</inkml:trace>
  <inkml:trace contextRef="#ctx0" brushRef="#br0" timeOffset="-177297.31">15875 8756,'0'0,"0"50,0-1,25 1,0-1,25 26,-26-25,26-1,-50-24,50 0,-1-25,-24 0,-25-25,0 0,0-24,25-51,-25 1,49 25,1 24,-25 50</inkml:trace>
  <inkml:trace contextRef="#ctx0" brushRef="#br0" timeOffset="-176797.28">16471 8855,'-25'0,"25"0,0 50,0-1,0 26,0-25,0-26,25 26,-25-25,0 0,0-50,0 0,0-49,0-1,-25 1,25-1,0 50,0 25,49 0,1 75,24-26,-49 1,-25 0,50-1,-50-24,0 25,0-1,0-24,50-25</inkml:trace>
  <inkml:trace contextRef="#ctx0" brushRef="#br0" timeOffset="-176128.24">16148 10021,'0'-25,"-25"25,25 50,0 49,25 25,-25 0,0 50,0-25,0-50,0-25,0-24,0-25,0-25,0-25,0-50</inkml:trace>
  <inkml:trace contextRef="#ctx0" brushRef="#br0" timeOffset="-174753.16">19398 8012,'0'-50,"-25"50,-50 0,26 25,-26 74,26 25,-26 0,75-24,-49-1,49 25,0-50,49-24,26-1,-1-49,1 0,-1 0,25 0,-24-49,-1-1,0-49,-24 0,-50 0,0 24,0-24,0 0,0 49,-50 1,-24 49,-25 0,-50 0,0 74,25 0,99 1,25-26,0 1,25 0,50-1,-1-49</inkml:trace>
  <inkml:trace contextRef="#ctx0" brushRef="#br0" timeOffset="-174409.14">19348 8483,'0'25,"0"25,0-1,0 26,0-26,99 1,-74-1,25-24,-26-25,-24 50,25-50,25 0,-50 0,0-25,0-25,0-24,0 0,25-50,-25 99,49 25,-24 0,0 0</inkml:trace>
  <inkml:trace contextRef="#ctx0" brushRef="#br0" timeOffset="-174003.12">19919 8558,'0'24,"0"26,0 0,0-1,0 1,0 24,0-49,0 0,0 24,0-73,0-1,0-25,0-24,0-1,0-24,0 25,0 24,49 25,1 25,-1 25,-49 0,75 49,-75-49,49 0,-49 25,0-26,50 26,-25-50,24 0</inkml:trace>
  <inkml:trace contextRef="#ctx0" brushRef="#br0" timeOffset="-173719.11">20563 8607,'-24'0,"-26"0,100 0,24 0,25 0,0 0,1-49,-26 49,-24 0,-25-50,-25 25</inkml:trace>
  <inkml:trace contextRef="#ctx0" brushRef="#br0" timeOffset="-173508.09">20886 8384,'-50'0,"50"0,0 50,0 24,0-24,0-1,25 1,-25-1,0 26,0-50,50-1,-50 26,74-50,-24 0</inkml:trace>
  <inkml:trace contextRef="#ctx0" brushRef="#br0" timeOffset="-173275.08">21382 8012,'0'0,"0"0,0 50,0-1,25 26,-25-1,25 0,-25 26,0-26,0 0,0 1,49-1,-49-24,25-50</inkml:trace>
  <inkml:trace contextRef="#ctx0" brushRef="#br0" timeOffset="-172172.02">19770 9971,'0'0,"-50"25,-24 25,24 49,-24-24,49-1,25-24,0-26,0 1,0 25,0-50,25 25,49-25,0 0,1 0,-26-50,1 25,-50-24,25-1,-25 0,0-24,0 24,-25 1,0 49,-49 0,-1 0,1 49,24 1,1 0,49-1,25 1</inkml:trace>
  <inkml:trace contextRef="#ctx0" brushRef="#br0" timeOffset="-171618.99">20836 10120,'-25'0,"25"-24,25 24,50-50,-1 50,25-25,-24 25,-26 0,1 0,-25 0,-75 0</inkml:trace>
  <inkml:trace contextRef="#ctx0" brushRef="#br0" timeOffset="-171423.97">20811 10368,'25'0,"25"0,24-49,1 49,-1-50,1 50,24-25,-74 25,-1 0</inkml:trace>
  <inkml:trace contextRef="#ctx0" brushRef="#br0" timeOffset="-164491.58">16247 10939</inkml:trace>
  <inkml:trace contextRef="#ctx0" brushRef="#br0" timeOffset="-162462.46">22796 9599,'0'-24,"0"-1,0 0,0-25,0 75,0 50,0-51,25 26,-25 0,0 24,0-24,0-1,0 1,49-1,-49 26,0-50,0 0,0 24,25-49,-25 0,0-25</inkml:trace>
  <inkml:trace contextRef="#ctx0" brushRef="#br0" timeOffset="-161438.4">23193 9252,'0'-25,"0"-24,-75 198,-24 24,0 26,0-26,-1-24,26 0,0 0,24-50,0-49,50-26,0 51</inkml:trace>
  <inkml:trace contextRef="#ctx0" brushRef="#br0" timeOffset="-161085.38">22250 9674,'0'-50,"0"50,50 0,24 0,-24 25,24 0,1 49,24 1,25 24,-25-50,0 26,-24-25,24-1,-49-49,-26 25,26-25,-25 0,-25 0,-50 0</inkml:trace>
  <inkml:trace contextRef="#ctx0" brushRef="#br0" timeOffset="-155446.06">18306 6524,'0'0</inkml:trace>
  <inkml:trace contextRef="#ctx0" brushRef="#br0" timeOffset="-155192.05">19298 6623</inkml:trace>
  <inkml:trace contextRef="#ctx0" brushRef="#br0" timeOffset="-154682.02">18182 6970</inkml:trace>
  <inkml:trace contextRef="#ctx0" brushRef="#br0" timeOffset="-154418">19422 6672,'0'0</inkml:trace>
  <inkml:trace contextRef="#ctx0" brushRef="#br0" timeOffset="-153803.97">18281 6623</inkml:trace>
  <inkml:trace contextRef="#ctx0" brushRef="#br0" timeOffset="-153336.94">18083 6598</inkml:trace>
  <inkml:trace contextRef="#ctx0" brushRef="#br0" timeOffset="-152999.92">19125 6152,'25'0,"-25"49,0-49</inkml:trace>
  <inkml:trace contextRef="#ctx0" brushRef="#br0" timeOffset="-151462.83">17463 4266,'0'0</inkml:trace>
  <inkml:trace contextRef="#ctx0" brushRef="#br0" timeOffset="-151133.81">19348 4316,'0'-25</inkml:trace>
  <inkml:trace contextRef="#ctx0" brushRef="#br0" timeOffset="-150645.79">18405 4440,'-24'0,"24"74</inkml:trace>
  <inkml:trace contextRef="#ctx0" brushRef="#br0" timeOffset="-150428.77">18728 4465</inkml:trace>
  <inkml:trace contextRef="#ctx0" brushRef="#br0" timeOffset="-148690.67">17885 4390,'0'-24,"0"24</inkml:trace>
  <inkml:trace contextRef="#ctx0" brushRef="#br0" timeOffset="-139000.12">22969 9351,'-49'0,"49"0</inkml:trace>
  <inkml:trace contextRef="#ctx0" brushRef="#br0" timeOffset="-137032.01">21184 11261,'-25'0,"50"0,-1 0,26-24,0 24,-1-25,26 25,-26-50,1 50,-25 0,24-50,-49 75,0 25,-99-25</inkml:trace>
  <inkml:trace contextRef="#ctx0" brushRef="#br0" timeOffset="-136814.99">21159 11410,'-75'50,"51"-50,24 49,-25-49,25 0,25 0,24 0,26 0,-26-49,1 49,-1-50,26 50,-26-49,-24 49,-25-50,50 50,-50-25</inkml:trace>
  <inkml:trace contextRef="#ctx0" brushRef="#br0" timeOffset="-136468.97">21506 11088,'-25'0,"0"0,50 0,25 0,-1 49,-24-49,0 0,25 0,-1 0,-49 25,25-25,-25 25,0 25,0-26,-50 26,26 0,-26-26,25 26,-24-25,24 49,25-49,49-50</inkml:trace>
  <inkml:trace contextRef="#ctx0" brushRef="#br0" timeOffset="-135601.93">22647 10964,'0'-25,"-25"25,0 0,1 0,24 0,-50 0,50 25,0 49,-50-24,50-1,-24 1,24 24,0-49,0 0,0 25,0-50,24 49,26-49,0 0,-1-25,-24 25,25-24,-1-51,-49 50,50 1,-50-26,0 0,0 1,0-1,-25 0,0 50,-24-24,-1 24,0 0,1 24,-26 26,26 0,49-1,-25 26,25-50,25-25,24 24,1-24</inkml:trace>
  <inkml:trace contextRef="#ctx0" brushRef="#br0" timeOffset="-135120.9">23267 10691,'0'-25,"-25"25,25 50,0-1,0 26,0-1,0 50,0-25,0 1,50-26,-50 0,0-49,50 0,-50 25,0-75,0-25</inkml:trace>
  <inkml:trace contextRef="#ctx0" brushRef="#br0" timeOffset="-122440.17">21258 12477,'-25'0,"50"0,25 0,24 0,25-99,-24 99,24-50,25 50,-50-74,-24 74,-1 0,-24 0,-50 24,-24 26</inkml:trace>
  <inkml:trace contextRef="#ctx0" brushRef="#br0" timeOffset="-122176.16">21159 12725,'-25'25,"25"-25,74 0,1 0,-1-50,1 25,24-24,-25-1,1 25,24-24,-50 49,1-50,0 50,-75 0</inkml:trace>
  <inkml:trace contextRef="#ctx0" brushRef="#br0" timeOffset="-121878.14">21729 12204,'-25'0,"50"0,0 0,25-25,24 25,-24 0,-1 0,1-50,0 50,-26 0,1 0,-25 0,0 50,0 0,-49 24,-26 50,1 0,-1-25,26-24,-1-26,50 1,0-25</inkml:trace>
  <inkml:trace contextRef="#ctx0" brushRef="#br0" timeOffset="-120090.04">22697 12005,'-50'0,"50"-24,0-1,0 0,25 25,-25 25,0 24,25 1,-25 0,0-1,49 26,-49-26,0 1,25-25,-25 24,0 1,50-50,-50 25,24-25</inkml:trace>
  <inkml:trace contextRef="#ctx0" brushRef="#br0" timeOffset="-119694.02">23242 11757,'50'50,"-50"0,0-1,0 26,50-26,-50 26,0-51,24 1,-24 50,25-75</inkml:trace>
  <inkml:trace contextRef="#ctx0" brushRef="#br0" timeOffset="-117977.92">23317 10344,'0'-50,"0"25,0-24,0 49,0-50,25 50,-25-50,74 50,-74-24,25 24,0 0,-25-25,49 25,26 0,-51 25,-24 24,0 1,0 24,0 1,0-1,0-49,0 0,0 24,0 1,0-25,0-1,25-24,25 0,-25 0,-1 0,-24 0,0-24,-24 24,-1 24,-25 26,25 49,25-74,0 0,0 24,0-24,0 0,0 0,0 24,0-24,0 25,25-50,-25 25,50-25,-50 24,25-24,-25 25,24-25,-24 75,0-50,50-25,-50 49,25 1,-25-1,0 1,49 0,-49 24,0 0,0 1,25 24,-25-25,0 1,0-26,0 1,0 0,0-26,0 1,-49-25,49 50,-50-50,0 0,50-25,-24 25,24-25,0-24</inkml:trace>
  <inkml:trace contextRef="#ctx0" brushRef="#br0" timeOffset="-109622.44">24086 11137,'-25'0,"25"-25,0 25,99-49,-74 49,0 0,24-25,-24 25,25 0,-50 0,0 50,-75-1,26 1,-50 24,49-24,0-25,1 24,73-49,1-24,25 24,0-50,-1 50,26-99,-26 74,-24 25,-25-25,25 25</inkml:trace>
  <inkml:trace contextRef="#ctx0" brushRef="#br0" timeOffset="-108280.36">24483 10244,'0'-24,"24"24,-24-50,0 75,-49 24,24 1,-49 49,49-49,-25-1,25 1,25-25,-74 24,74-24,-25-25</inkml:trace>
  <inkml:trace contextRef="#ctx0" brushRef="#br0" timeOffset="-107867.34">24111 10319,'0'0,"0"-25,24 25,1 0,-25 0,75 0,-75 74,49-24,-24-25,25 24,-26-24,26-25,-50 25,50-25,-26 0,-24 50,0-75</inkml:trace>
  <inkml:trace contextRef="#ctx0" brushRef="#br0" timeOffset="-106973.29">24780 9947,'0'-25,"0"0,0 50,25 0,-25 24,25 51,-25-26,49-24,-49-1,0 1,25-1,-25-24,0 0,0 49,0-49,0-25</inkml:trace>
  <inkml:trace contextRef="#ctx0" brushRef="#br0" timeOffset="-105233.19">10046 4589,'-25'0,"25"-50,-49 50,24 0,25-25,0 25,0 50,25 0,-25-26,49 51,-49-50,25-50,74-25,50-49,75-25,73 25,26-25,-50 0</inkml:trace>
  <inkml:trace contextRef="#ctx0" brushRef="#br0" timeOffset="-100712.93">15751 13643,'0'-50,"0"25,25 0,-25 25,0 50,0 24,0 26,0 48,0-24,0 25,0-50,0 1,0 24,0-75,0-24,0 0,50-25,-25 0</inkml:trace>
  <inkml:trace contextRef="#ctx0" brushRef="#br0" timeOffset="-100136.9">17116 14188,'-50'0,"0"0,26 0,48 0,76 0,24 0,49-49,1 49,49-50,-24 50,-26-74,26 74,24 0,-50-50,-73 50,-26 0,-49 0,-25-25,0 25</inkml:trace>
  <inkml:trace contextRef="#ctx0" brushRef="#br0" timeOffset="-99776.88">18678 13717,'-25'0,"50"0,25 0,24 50,-24-50,0 0,24 49,0-49,-24 0,-25 25,24-25,-49 25,25-25,-25 49,0 26,0-50,0-1,-25 26,-24 0,24-1,-25-24,1 25,-1 24,50-49</inkml:trace>
  <inkml:trace contextRef="#ctx0" brushRef="#br0" timeOffset="-99183.84">19571 13568,'0'-49,"0"24,0 25,0 49,50 26,-50-1,0 1,0-1,0-24,0 24,0-24,25-26,-25 1</inkml:trace>
  <inkml:trace contextRef="#ctx0" brushRef="#br0" timeOffset="-93664.53">17488 5234,'-50'0,"25"0,-24 0,73 0,26 99,-25-49,24-26,-49 26,25-50,-25 25,0-25,25-50,25 25,-1-49,1 24,0 26,-26-26,26 25,-25-24,24 24,-24 25,-25-50,50 50,-50-49,49 49,-49 24,-24 26,24 0</inkml:trace>
  <inkml:trace contextRef="#ctx0" brushRef="#br0" timeOffset="-90562.35">21556 13519,'0'0,"24"49,-24 1,50-1,-50 26,50-26,-50 1,0-25,24 24,-24-24,0 0</inkml:trace>
  <inkml:trace contextRef="#ctx0" brushRef="#br0" timeOffset="-87570.18">23069 13295,'0'0,"-50"0</inkml:trace>
  <inkml:trace contextRef="#ctx0" brushRef="#br0" timeOffset="-86115.1">23094 13345,'0'0,"-25"0,25 25,-50 0,50 24,-50 1,50 24,-49 1,49-26,0 26,0-26,0-24,25 25,-25-26,49-24,-24 50,25-50,-25 0,49 0,-49 0,24-25,-24-24,-25-1,75 0,-75-24,24 0,-24-26,50 51,-50-1,0 25,0-24,0 24,0 0,0 25,0-49,-74 49,49 0,-25-50,1 50,-26 0,26 0,-1 25,0-25,1 74,24-74,25 25,0 0,0-25</inkml:trace>
  <inkml:trace contextRef="#ctx0" brushRef="#br0" timeOffset="-84217.99">17116 3051,'0'25,"0"0,24 24,-24-24,50-25,0 25,-50-25,24-25,51-74,24 49,0 25,50-24,25 49,-25-50,-75 50</inkml:trace>
  <inkml:trace contextRef="#ctx0" brushRef="#br0" timeOffset="-82066.86">15553 13965,'25'0</inkml:trace>
  <inkml:trace contextRef="#ctx0" brushRef="#br0" timeOffset="-78415.65">21828 14387,'-49'0,"24"0,-25 0,50 25,-49 49,49 0,-25 1,25 24,0-25,0-24,0 0,0-26,0-24,0 25,50-25,-26 0,26 0,-25-49,24-1,-24 0,-25-24,50 0,-50-1,0 1,0-1,0 26,0 24,-50 25,1 0,-26 0,1 0,-50 74,74-24,50 0,0-26,0 26,99-50</inkml:trace>
  <inkml:trace contextRef="#ctx0" brushRef="#br0" timeOffset="-77800.62">23242 14362,'-24'74,"24"-24,-75 0,75-1,0 26,0-26,25 1,25-50,-1 0,26-25,24 0,-25-49,1 24,-51 1,-24 24,50-25,-50 1,0-1,-25 25,0 25,-24 0,-26 0,-49 0,-24 75,-1-1,74 0,26-24,49 0</inkml:trace>
  <inkml:trace contextRef="#ctx0" brushRef="#br0" timeOffset="-77379.6">20960 15925,'75'0,"24"0,50-25,24-25,26-24,49-25,50-1,49-24,0 0,323-99,-422 124,-25 24,-49 26,-50-1,-50 50,-24 0,-75 25,-49 0,49-25</inkml:trace>
  <inkml:trace contextRef="#ctx0" brushRef="#br0" timeOffset="-75112.47">23887 15677,'0'-25,"25"25,-25-25,0-25,0 26,0 24,0 0,-74 0,74 74,-25-24,25-26,0 1,0 25,0-25,0-1,49-24,-24 50,50-50,-26 0,-24 0,25-25,-1 25,-49-49,50 24,-50-25,0 25,0 1,0-26,0 25,-25 25,-24-49,24 49,-25 0,-24 0,-1 0,-24 24,49 26,1 0,49-26</inkml:trace>
  <inkml:trace contextRef="#ctx0" brushRef="#br0" timeOffset="-74597.44">22845 15825,'-24'-49,"24"24,-50 25,25 0,-24 74,24 50,-25-24,1 24,-1-25,0-25,50-24,-49 0,49-1,0-24,0 0,0-25</inkml:trace>
  <inkml:trace contextRef="#ctx0" brushRef="#br0" timeOffset="-74320.42">22250 16123,'25'0,"0"25,24-25,51 49,-26-49,25 50,25 0,-49-1,-1-24,0 25,-49-25,25-25,-50 74,25-74,-25 25,0-25,-50 0</inkml:trace>
  <inkml:trace contextRef="#ctx0" brushRef="#br0" timeOffset="-71752.27">9848 5383,'-50'0,"50"0,25 0,-25 49,25-24,-25 0,49-25,-49 49,0-24,25-25,-25 0,50-74,74-1,25-49,74 25,25 0,0-25,-25 0,-74-75</inkml:trace>
  <inkml:trace contextRef="#ctx0" brushRef="#br0" timeOffset="-41167.52">13643 3076,'0'-25,"0"-25,25 50,-25-24,49 24,51-75,73 1,75-25,-25 24,-98 25,-76 50,-49-49</inkml:trace>
  <inkml:trace contextRef="#ctx0" brushRef="#br0" timeOffset="-39375.42">13866 3770,'0'-24,"0"-1,50 25,49-50,-49 50,-1-50</inkml:trace>
  <inkml:trace contextRef="#ctx0" brushRef="#br0" timeOffset="-38097.35">13916 4564,'0'0,"49"0,-49-25,75 25,-26-49,26 49,-1-50,1 50,24-124</inkml:trace>
  <inkml:trace contextRef="#ctx0" brushRef="#br0" timeOffset="-37510.31">13693 5631,'24'0,"-24"-25,75 25,-50-25,-1 25,26-74,-25 49,24-25,1 25,-25 25,24-49,-24 49</inkml:trace>
  <inkml:trace contextRef="#ctx0" brushRef="#br0" timeOffset="-35812.22">13469 2480,'0'-24,"0"24,0-50,-25 50,-49 0,49 25,0 0,-24 49,49 0,-75 1,75-25,-49 24,49-49,0 0,0 24,0-24,74 25,-49-26,-25 1,74 25,-74-25,25 24,-25-24,0 0,0 49,-25-24,-49-1,0 26,24-50,25-25,-24 49,24-49,50 0,24 0,-24-25,0 25,49 0,-74 25,0 0,0 25,0 24,-25 75,25 49,-74-49,74-50,0-24,0-1,0-24,0 24,0-49,0 0,0 24,0-24,0 0,0 25,0-26,0 1,0 25,0 24,50-24,-50-25,0 24,0-24,0 0,0 0,24-25,-24 49,0 1,0-25,0 49,0-24,0-25,0-1,0 26,0 24,0-49,0 0,0 25,0-50,0 24,0 1,-49-25,98 0,1 0,49-49,0-1,-24 50,-50-25,0 25,-25 0</inkml:trace>
  <inkml:trace contextRef="#ctx0" brushRef="#br0" timeOffset="-34619.15">13742 5680,'0'-25,"0"-24,0-1,0 25,25-24,-25 24,0 0,0-49</inkml:trace>
  <inkml:trace contextRef="#ctx0" brushRef="#br0" timeOffset="-33269.07">13891 4738,'0'49</inkml:trace>
  <inkml:trace contextRef="#ctx0" brushRef="#br0" timeOffset="-22481.46">15727 2729,'0'-25,"24"25,-24-25,25 25,25 0,-25 0,24 0,-24 0,49 0,-49 0,-25 0,0 25,-25 24,1 26,24-50,-25-25,25 24,0 26,0-25,-50-25,50 25,0 24,25-24,0-25,-25 25,0 24,0 1,0 0,0-1,0 1,0-25,25-1,-25 26,0-25,0 0,0 24,49-24,-49 0,0 24,0-24,0 0,0 25,0-25,0-1,0 26,0-25,0 0,0-1,0 26,0-25,0 0,0 24,0-24,0 0,25 24,-25 1,0 0,0-26,0 26,0-25,0 0,0 24,0-24,0 0,0 24,0-24,0 0,50 25,-50-1,0 1,24-50,-24 49,0 1,0-25,0 0,0 24,0 1,0-25,0 0,0 24,0-24,0 25,0-1,0 1,0-25,0 24,0 1,0 24,0-24,-49-50,49 49,-75-49,51 50,-26-50,25 50,0-50,-24 24,24-24,0 0,25 50,-74-50,49 0,25 25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28:01.8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819 1042,'0'25,"0"24,0 1,0-1,0 26,0-26,0 1,0 0,0-26,0 26,0 0</inkml:trace>
  <inkml:trace contextRef="#ctx0" brushRef="#br0" timeOffset="283.01">744 1116,'0'-25,"0"1,0-26,25 25,0 25,0-49,25 49,-26 0,1 0,25 0,-50 0,49 49,-49 1,0 24,0 1,-24-1,24-24,-75 24,50-49,-24 24,-1-49,0 50,1-50,24 0,25 0</inkml:trace>
  <inkml:trace contextRef="#ctx0" brushRef="#br0" timeOffset="1141.06">1191 1364,'0'-25,"0"1,25 24,0-75,-25 50,49 1,-49-26,75 25,-75-24,0-1,-25 50,0 0,0 50,-49-1,49 1,25-1,-74-24,74 0,0 49,24-49,26-25,-50 25,50-25,-26 0,26 0,-25 0,49-50,-74 1,50 24,-50-25,49 26,-49-1,50-25,-50 1,0 24,-25 25,-24 0,24 0,25 25,0 24,0-49,25 25,24-25,-24 50,49-1,-74 26,0-51,0 26,-24-25,-1-25,25-25,0 0,0-24,0 24</inkml:trace>
  <inkml:trace contextRef="#ctx0" brushRef="#br0" timeOffset="1326.07">1737 1141,'0'25,"24"-25,-24 49,25-24,-25 25,0-25,0-25</inkml:trace>
  <inkml:trace contextRef="#ctx0" brushRef="#br0" timeOffset="1476.08">1786 1042,'-25'-50,"25"50,25 0</inkml:trace>
  <inkml:trace contextRef="#ctx0" brushRef="#br0" timeOffset="2285.13">2034 992,'0'0,"0"25,-74-25,74 50,-25-50,25 49,0-24,25-25,0 0,0 0,49 0,-49-50,-25 1,0-1,0 75,0 25,0 24,0 0,0 1,0 49,0-25,0 0,-25 25,25-49,0-1,-50-24,50-1,-24-49,-26-24,50-26,0-24,0-1,0-24,25-50,-25-25,74 50,-74 50,50 24,24 1,-24-1,-1 50,-49 0,75 75,-75-26,25 1,-25-1,0 1,0-25,49 0,1-50,-50 0,49-49,-49 24,75 0,-75 1,25 49,-25-50,0 100,0-25,0-1,0 1,0 25,49-25,1 24,-25-49</inkml:trace>
  <inkml:trace contextRef="#ctx0" brushRef="#br0" timeOffset="2692.15">3349 967,'-25'0,"0"25,-24 0,49 25,-50-26,50 26,-25-50,25 50,25-26,50-24,-51-24,-24-1,75-25,-75 25,0 1,25 48,-25 26,49-50,-49 25,25-25,25 0,-26 0</inkml:trace>
  <inkml:trace contextRef="#ctx0" brushRef="#br0" timeOffset="5766.32">5333 868,'0'-25,"-24"25,-26 25,25 50,-24-1,24-24,-25 49,50-50,0 1,0-25,0 24,0-49,99 25,1-25,-1 0,25-25,-50 25,-49-74</inkml:trace>
  <inkml:trace contextRef="#ctx0" brushRef="#br0" timeOffset="6029.34">5681 719,'0'-24,"-25"-26,25 0,0 50,0 75,0-1,0 1,-25 24,25 0,0-25,0 1,-50-1,50-24,0-25,0 24,25 1,50-50,-26 0</inkml:trace>
  <inkml:trace contextRef="#ctx0" brushRef="#br0" timeOffset="6344.36">5904 1215,'0'-49,"0"74,0-1,-25-24,25 50,0 0,0-1,25-49,0 0,24 0,26 0,-26-49,-24 24,-25 0,50-25,-50 1,0 24,-50-49,25 74,-24 0,-26 24,-24 26,49-25,26 24,24-24,0 0,0-25</inkml:trace>
  <inkml:trace contextRef="#ctx0" brushRef="#br0" timeOffset="6592.37">6598 918,'-49'0,"-1"0,1 49,-26 1,50-25,-24 24,49-24,0 0,0 25,49-50,51 0,-1 0,0 0,-25 0,-24-25,0 0</inkml:trace>
  <inkml:trace contextRef="#ctx0" brushRef="#br0" timeOffset="6815.38">6846 893,'0'25,"0"0,0-1,0 1,0 25,0-25,0-1,0 26,0-25,0 0,50 49,-25-74</inkml:trace>
  <inkml:trace contextRef="#ctx0" brushRef="#br0" timeOffset="7131.4">7119 918,'0'-25,"0"25,-49 25,-1 0,0 24,1-24,-1 25,25-26,50-24,50 0,-51 0,1 0,-25 25,75-25,-75 50,24-50,-24 25,25-25,-25 24,50-24</inkml:trace>
  <inkml:trace contextRef="#ctx0" brushRef="#br0" timeOffset="7478.42">7318 1191,'0'-75,"0"75,49-49,-24 49,25-75,-50 50,25 25,-25-49,-50 49,-24 25,-1-1,26 26,-1-25,0 24,50-24,0 25,0-1,50-49,49 0,0 0,50-49,-74-26,24 1,-50 0</inkml:trace>
  <inkml:trace contextRef="#ctx0" brushRef="#br0" timeOffset="7979.45">7938 620,'49'-124,"-24"50,-25 24,0 0,0 100,0 24,0 1,0-25,0 24,0-24,0-1,0 1,0-1,0-73,0-1,-74 25,24 0,-24 25,24-1,1 26,-26 0,75-1,25-49,0 0,24 0,1 0,0 0,-26-49,26 24,-50-25,25 25,-25 1,0 24,0 24,0 26,49 0,-24-26,25-24,-1 0,-24 0,0 0</inkml:trace>
  <inkml:trace contextRef="#ctx0" brushRef="#br0" timeOffset="9074.51">9178 794,'0'-25,"0"25,-50 0,1 0,-26 25,26 0,-1 24,25 1,25-1,0 1,25-50,25 50,24-50,-24 49,-1-49,-49 75,50-75,-50 49,0-24,0-25,-25 50,-49-50,24 0,1 0,-1 0,25 0,25-50,0 25,0 0,75-49</inkml:trace>
  <inkml:trace contextRef="#ctx0" brushRef="#br0" timeOffset="9823.56">9252 1067,'0'0,"50"0,0 0,24 0,1-25,-26 25,-24-75,25 51,-50-1,-25 25,-50 0,-49 25,25 24,0 1,49-25,25-25,25 74,0-24,25-50,50 0,49 0,25 0,-25 0,0-25,-50-25,-24 25,24-24,-49 24,-25-25,0 26,-25 24,-25 24,-24-24,24 50,26-50,24 50,0-1,49 1,1-50,-1 0,26 0,-50 0,-1 0,-24-75,50 75,-50-49,0 24,-25 75,25-1,0 26,-49 24,49 0,-25 25,25-74,0-1,0-24,-50-25,50 50,0-75,75-25,-51-24,26-1,-25 1,24-50,-49 50,75 49,-75-25</inkml:trace>
  <inkml:trace contextRef="#ctx0" brushRef="#br0" timeOffset="10288.58">10344 868,'0'-25,"0"50,0 50,0-1,0-24,0-1,0 1,0-25,0 24,25-49,-25-25,49 1,-49-1,25-50,-25 26,50-1,-50 1,25 24,24 25,-49 49,50-24,-50 25,49-25,-49-1,0 51,0-50</inkml:trace>
  <inkml:trace contextRef="#ctx0" brushRef="#br0" timeOffset="11195.64">10691 1191,'0'0,"0"-75,25 75,49-74,-24 24,24 25,-24-24,-25 24,-25 0,0-24,0 49,-50 0,-24 49,-25-24,24 49,1-24,74-25,-25 0,25 49,0-74,50 0,24 0,0 0,26 0,-26-50,-24 26,-1-26,-24 25,25-24,-50 24,24-25,-24 25,-24 50,24 25,0-1,-25 1,25 0,0 24,0-49,0 0,0 24,0-74,0 1,0-26,0 0,74 1,-74-1,25 1,25 49,-50 49,0 1,0-25,24-1,-24 26,25-50,-25 25,50-25,24 0,-49 0,25-50,-25 25,-25-24,49-1,-49-24,0-1,0 26,0-1,0 25,0 50,-25 50,25-26,0 1,0-1,0 1,0 24,0-49,0 0,50-25,-50 50,25-50</inkml:trace>
  <inkml:trace contextRef="#ctx0" brushRef="#br0" timeOffset="11348.64">11460 1017,'0'-25,"0"25,50 0,24-49,1 49,-1 0,-24-25,-1 25</inkml:trace>
  <inkml:trace contextRef="#ctx0" brushRef="#br0" timeOffset="11533.65">11857 843,'0'0,"0"50,0 0,0-26,0 26,0 0,0-1</inkml:trace>
  <inkml:trace contextRef="#ctx0" brushRef="#br0" timeOffset="11678.66">11807 843,'0'-24,"50"24,-25 0,24 0,-24 0</inkml:trace>
  <inkml:trace contextRef="#ctx0" brushRef="#br0" timeOffset="12021.68">12130 819,'0'0,"-25"0,0 24,0-24,-24 75,24-50,25-1,-50-24,50 75,25-50,0-25,25 0,-1 0,1 0,-1-75,-49 50,0 1,0-51,0 100,0-25,0 50,0-1,0-49,0 25,25-25,-25 50,50-50</inkml:trace>
  <inkml:trace contextRef="#ctx0" brushRef="#br0" timeOffset="12386.7">12229 1141,'0'-50,"50"50,-26-74,26 24,0 50,-26-49,26 24,-50-25,25 1,-25-1,0 1,0-1,0 25,0 25,-25 0,25 50,-74 24,74-24,0-1,-25 1,25 0,0 24,0-49,25-25,24 49,1-49,0 0,-1 0,-24 0,25-24,-26-26</inkml:trace>
  <inkml:trace contextRef="#ctx0" brushRef="#br0" timeOffset="13319.76">13469 719,'-25'0,"1"0,-1 0,-50 25,51 0,-26 25,50-26,0 26,0-25,0 0,74 24,-24-49,24 0,26 0,-26 0,1 0,-26-49</inkml:trace>
  <inkml:trace contextRef="#ctx0" brushRef="#br0" timeOffset="13522.77">13742 695,'0'0,"0"24,0 1,0 0,0 49,25-24,-25 0,0-26,25 26,-25-25,49 24</inkml:trace>
  <inkml:trace contextRef="#ctx0" brushRef="#br0" timeOffset="14033.8">14015 794,'0'-50,"-25"50,-49 0,49 25,0 0,-24 24,-1 1,50-25,25-25,-25 49,49-49,-24 0,25 25,-25-25,24 50,1-50,-25 0,-1 0,26 0,-25-25,0 25,-25-50,74 26,-74-26,25 25,-25-24,0-1,0 25,0 0,0 50,0 0,0 25,0-1,0-24,0 0,0 24,74 1,-49-50,0 0,0 0,24 0</inkml:trace>
  <inkml:trace contextRef="#ctx0" brushRef="#br0" timeOffset="14173.81">14213 868,'75'0,"-1"0,50 0,-24 0,-26 0</inkml:trace>
  <inkml:trace contextRef="#ctx0" brushRef="#br0" timeOffset="17925.02">15230 769,'0'-25,"0"-24,0 49,0 49,0 1,0-25,0-1,0 26,0-25,0 0,0 24,50-49,-25 0,0 0,24 0,-24 0,0-25,-25-24,0-1,0 50,0 0,0 50,0-25,25-25,24 0,26 24,-26-24,-24 0,25 0,-25 0,-1-49,-24-1,0 25,0 1,0-26,0 50,0-25,-24 25,-1 0,50 0,24 0</inkml:trace>
  <inkml:trace contextRef="#ctx0" brushRef="#br0" timeOffset="18405.05">15875 620,'0'0,"0"25,0 25,0-1,0 1,0-1,0 1,25 0,-25-26,0 26,25-75,-25 0,0-24,74 24,-74 0,25-49,0 74,25 0,-1 25,-49-1,25-24,-25 75,0-26,0 1,50-50,-26 0,1 0,25-25</inkml:trace>
  <inkml:trace contextRef="#ctx0" brushRef="#br0" timeOffset="18695.06">16371 918,'0'-25,"0"-25,50 50,-50-49,-50 74,50 24,-49-24,49 25,0-1,0-49,49 0,-24 0,0 0,0 0,-25-25,74 25,-74-74,0 24,0 26,-49 24,24 0,-25 0,1 0,-1 0,50 49</inkml:trace>
  <inkml:trace contextRef="#ctx0" brushRef="#br0" timeOffset="19086.09">16793 744,'0'-25,"-25"25,1 0,-26 0,25 0,25 25,-50-25,50 50,0-25,0 24,50-49,0 0,-1 0,-24 0,25 0,-50 25,0 0,-25-25,25 25,-50-25,1 49,-1-49,50-25,50 25</inkml:trace>
  <inkml:trace contextRef="#ctx0" brushRef="#br0" timeOffset="19497.11">16942 868,'50'-25,"-1"25,1-49,-1 49,26-50,-50 50,-25-25,24 25,-24-49,-24 49,-26 0,-24 49,-1-49,1 50,49-50,25 50,0-1,50-24,24-25,25 0,25 0,-49 0,-51 0,1 0,25 0,-75 0,-25 0</inkml:trace>
  <inkml:trace contextRef="#ctx0" brushRef="#br0" timeOffset="20677.18">18306 645,'-49'0,"24"0,-25 0,25 0,1 0,24 25,-50-25,50 25,0 49,50-49,-26-25,26 0,0 49,24-49,-49 0,-25 25,0 0,0 49,-25-24,-25-50,26 25,-26-25,25 0,0 0,-24 0,24 0,25-25,25 25,49-50</inkml:trace>
  <inkml:trace contextRef="#ctx0" brushRef="#br0" timeOffset="20953.19">18529 595,'50'50,"-50"-25,0 24,0-24,0 0,0 25,0-26,0 1,0 25,0-1,0-24</inkml:trace>
  <inkml:trace contextRef="#ctx0" brushRef="#br0" timeOffset="22001.25">18455 819,'25'-25,"49"25,50 0,-25 0,1-50,-26 50,1 0,-75-49,24 49,-24 0,-49 0,-1 24,1 26,-26-25,25 24,26 1,24-25,0-25,49 0,1 0,24 0,1 0,-26 0,-24 0,25-99,-50 74,25 0,-25-49,0 74,-25 0,-25 24,50 1,-49 25,49-25,0 24,0-49,49 50,1-50,24 0,1 0,-26-25,1 25,-1-74,1 24,-50 25,0-24,0-1,0 0,0-24,0 49,-50 25,50-50,-24 50,-1 0,25 50,0-25,-50 49,50-24,0-25,0 0,25 24,25-24,-26-25,51 74,-26-74,-24 25,25-25,-25 0,-1 0,1 0,-25 0,50 0,-50-25,25 25,-25-49,0 24,0 0,0 25,-25 0,25 25,-25-25,25 50,0-26,0-24,50 25,24-25,1 0,-1 0,0 0,1 0,-50 0,-25 0,0-49</inkml:trace>
  <inkml:trace contextRef="#ctx0" brushRef="#br0" timeOffset="22303.27">19249 595,'-25'0,"25"0,74 0,50 0,50 0,0 0,-1 0,-73 0</inkml:trace>
  <inkml:trace contextRef="#ctx0" brushRef="#br0" timeOffset="23562.34">20787 372,'0'25,"0"24,0 1,0 25,0-26,24 1,-24-1,0 1,0-25,0 0,50-25,-100 0,26 0,-1-50,-50 50,26 0,-26 0,1 0,24 25,1-25,49 49,-75-49,75 50,50 24,0-74,49 0,0 0,25 0,-50 0,-24 0,-25-49,-25-1,0 25,-25 25,-25 75,50-26,50-24,0-25,-1 0,1 0,24 0,-24 0,-25 0,-25-49,25 49,-25-75,0 26,0-1,0 50,0 74,49-74,-49 50,25 0,25-26</inkml:trace>
  <inkml:trace contextRef="#ctx0" brushRef="#br0" timeOffset="23713.35">21109 620,'50'0</inkml:trace>
  <inkml:trace contextRef="#ctx0" brushRef="#br0" timeOffset="24592.4">21456 645,'-74'74,"24"-74,1 50,24-50,25 50,-50-1,50-24,50 25,-25-50,24 0,26 0,-1 0,1 0,-26-50,-24 25,-25-24,50 24,-50 0,-25 25,0 0,-25 0,26 0,-26 50,50 24,0-49,25-25,49 0,25 0,-24 0,-1 0,-24-25,-1 25,1-74,-25 74,-25-50,25 50,-25-25,-25 25,-25 0,1 0,-26 0,50 50,1-25,24 24,49-49,1 0,49 0,-24 0,-26 0,1-25,-1 25,-49-24,0-26,-24 50,24 25,0 24,0-24,0 25,0 24,0 1,0-1,-25 25,25 0,-50 1,50-51,-49-24,-1-25,-25 0,75 0,-49-50,49 1,0-26,0 1,0 0,49-1,-24-24,50 49,-50 26,-1 24,26-50,0 50,-1 0</inkml:trace>
  <inkml:trace contextRef="#ctx0" brushRef="#br0" timeOffset="25777.47">22325 744,'0'25,"0"25,0-1,49 26,-49-26,0-24,25-25,-25 50,0-75,0 0,0 0,0-24,0-1,50 0,-26 1,26-1,-25 50,0 0,-1 0,26 0,0 0,-50 0,0 50,-50-25,-24 24,24-24,25-25,25 74,-49-74,49 25,24 0,26-25,-25 0,24 0,-24 0,-25-50,50 50,-50-74,0 24,0 75,0 25,0-25,25-25,-1 49,26-49,0 0,-26 0,-24-25,50 25,-50-24,0-26,50 50,-50-25,0 25,0 50,0-1,0 1,24-100,26-24,-50 49,25 25,-25-49,25 49,-25 24,49 26,-49 0,25-50,25 0,-1-25,-49 0,50-25,0 1,-1 74,-49-1,25 26,-25 0,0-26,74-24</inkml:trace>
  <inkml:trace contextRef="#ctx0" brushRef="#br0" timeOffset="46489.65">23912 719,'0'-49,"0"74,0 24,0-24,0 25,0-1,0-24,0 0,0 24,0 1,0-50,0-50,0 26,0-26,0 25,50 25,-50-25,24 25,-24 0,25 0,-25 50,25-50,-25 50,50-26,-50 1,0 25,0-50,-50 0,50-25</inkml:trace>
  <inkml:trace contextRef="#ctx0" brushRef="#br0" timeOffset="46855.68">23937 546,'0'-25,"-25"25,25 0</inkml:trace>
  <inkml:trace contextRef="#ctx0" brushRef="#br0" timeOffset="47882.73">23912 670,'0'49,"0"-24,0 0,-25 49,25-24,0 0,0-1,0 1,0-1,0 26,0-50,0-1,25-24,25 0,-50-49,24 24,-24 0,50-49,-50 24,25 1,-25-1,50 0,-50 26,0-1,0-25,0 25,0 25,0 25,-50 25,50-25,0-1,0 26,25 0,24-26,-24-24,50 50,-51-50,-24 50,0-26,25 26,-25-25,0 24,0-24,0 0,0-25,0 25,-74-25,49 0,-25 0</inkml:trace>
  <inkml:trace contextRef="#ctx0" brushRef="#br0" timeOffset="48236.75">23937 496,'0'-25,"0"25,0 25,0 25,0-50,-50 25,50-25,0-50,50 50,24-25,-24 25</inkml:trace>
  <inkml:trace contextRef="#ctx0" brushRef="#br0" timeOffset="52067.97">794 2084,'0'-25,"-25"25,0 0,1 0,-51 0,26 49,-1 1,0-25,26 0,24 24,74-49,0 0,26 0,24-74,-50 24,-24 25,-25-24,-25 24,0 0,0 25,0 0,0 25,0 25,0-1,0 1,0 24,0 1,24 24,-24-25,0 1,0 49,0-25,-24-49,24-1,-50 1,0-50,1 0,49-25,0-49,0-50,0 24,0 26,0 24,25 25,-25-24,49 24,-24 25,25-74,-26 74,26-50,-25 50,-25-50,49 50,-49-49,0-1,50 125,-50-26,0 1,0-1,0 1,25-25,-25 0,49-25,-24 0</inkml:trace>
  <inkml:trace contextRef="#ctx0" brushRef="#br0" timeOffset="52246.98">1117 1984,'24'0,"-24"0,25 0</inkml:trace>
  <inkml:trace contextRef="#ctx0" brushRef="#br0" timeOffset="52613">1389 2059,'0'0,"0"25,0-1,0 51,0-50,0 24,0 1,0-1,0-24,50 25,-50-75,25 0,-25-24,0-1,0-24,49 24,-49 25,50 25</inkml:trace>
  <inkml:trace contextRef="#ctx0" brushRef="#br0" timeOffset="53223.04">1712 2232,'0'-24,"0"-1,-25 25,0 49,-24 1,24-25,25 0,-50 24,50-24,25-25,49 0,26 0,-26-74,25 49,-74-50,25 26,-50 24,0 0,0 50,0 0,0 0,0 24,25 1,24-25,-24-25,-25-25,50 0,-50-25,49 26,-49-1,0-25,25 50,-25-25,25 25,-25 0,49 50,-49-25,25 24,-25 26,75-50,-51-25,26 0</inkml:trace>
  <inkml:trace contextRef="#ctx0" brushRef="#br0" timeOffset="53763.07">3250 1563,'0'0,"-50"24,50 51,-49 74,49-25,0 25,0-50,0-25,24-24,-24 24,0-49,0 0,25-25,-25-25,0 0,50-49,-50 24,0 25,25 25,-1 0,26 0,-50 50,0-25,0 0,0 24,0-24,0-25,-50 0,50 0,0-50,25 1</inkml:trace>
  <inkml:trace contextRef="#ctx0" brushRef="#br0" timeOffset="54288.1">3498 2158,'0'0,"0"74,0-49,25-25,49 0,-49 0,24-25,1-24,-50 24,0 25,-74 0,-1 50,26-1,-1 1,25-25,25 24,0 1,0-50,50 0,49-25,-25 0,-24-49,24 24,-24-49,-25 25,-25-1,49-24,-49-25,0 50,0 49,0 25,-49 25,49 24,-50 26,50-1,0 0,-49 1,49-1,0-24,0-1,0-24,0 25,74-25,-49-25,0 0,49-25,-49 0</inkml:trace>
  <inkml:trace contextRef="#ctx0" brushRef="#br0" timeOffset="54580.12">4093 2158,'0'0,"0"25,-74 24,74-24,-50 25,50-25,0-1,0 26,25-50,25 0,24-50,-24 26,-1-26,-49 25,25 0,-25-24,0 24,0 25,-50 0,1 0,24 0,-25 0,1 74,49-49,49-25</inkml:trace>
  <inkml:trace contextRef="#ctx0" brushRef="#br0" timeOffset="55013.14">4341 2084,'0'24,"-25"26,1 0,24-1,-75 1,75-25,0-1,0 26,25-50,0 0,24 0,51-50,-51 26,-24-26,-25 25,74-24,-98 49,24 24,0 51,0-50,49-25,-24 0,25 0,-1-25,26-25,-51 25,-24-24,50 24,-50 0,0-49,-50 74,26-25,-1 25,-25 0,25 25</inkml:trace>
  <inkml:trace contextRef="#ctx0" brushRef="#br0" timeOffset="56477.23">5681 1612,'-25'0,"25"-25,-25 25,25-49,0 173,-50-25,50 0,0 25,0-24,0-26,0 0,0-24,0 0,0-26,25-48,-25-26,0 25,25-24,-25 24,0 0,25 25,-25 50,0-1,0 1,0-1,-25-24,0-25,25 25,-49-25,49-25,0 0,24-24,1 24,25 25,-25-50,-1 50,-24 25,0 0,50 25,-50-1,25-49,24 0,1 0,0 0,-1-49,-24-1,-25 25,25 25,-25-49,0-1,0 50,0 25,0 24,0-24,0 25,0-1,0 26,25-1,-25 1,0 24,0 0,0-24,0 24,0-25,0-49,-50-25,0 0,50-25,-24-49,24 24,0-24,0-25,49-26,-24 76,25-1,-26 1,26 49,25 0,-26-50</inkml:trace>
  <inkml:trace contextRef="#ctx0" brushRef="#br0" timeOffset="57023.26">6722 2084,'25'0,"50"0,24 0,0 0,25-25,-49 25,-26 0,1 0,-100 0</inkml:trace>
  <inkml:trace contextRef="#ctx0" brushRef="#br0" timeOffset="57369.28">6995 2059,'0'25,"0"-1,0 1,0 25,25-25,-25 24,50 26,-50-26,49-24,-49 49,0-49,0 25,0-25,0 24,0-24,-25-25,-24 0,24 0,0 0,-24 0,24 0,0 0,-25 0,50-50,-24 50,24-24,24 24,51-50,49 50</inkml:trace>
  <inkml:trace contextRef="#ctx0" brushRef="#br0" timeOffset="57738.3">7963 1984,'-25'0,"25"25,0 25,0-1,0 1,25 0,-25 24,24-24,-24-26,0 1,50-25,-50 50,50-50,-26 0</inkml:trace>
  <inkml:trace contextRef="#ctx0" brushRef="#br0" timeOffset="58096.32">8285 2133,'0'-25,"-25"25,-24 0,-1 50,25 0,-24-1,24 1,25-25,-50-25,50 24,0-24,50 0,-1 0,-24 0,0 0,25 0,-25 0,-1 25,26-25,-25 50,24-50,1 0,-50 0</inkml:trace>
  <inkml:trace contextRef="#ctx0" brushRef="#br0" timeOffset="58531.34">9575 2034,'0'25,"0"49,0-24,0 24,0 1,0-26,0 1,0 24,0-49,0 25,0-50</inkml:trace>
  <inkml:trace contextRef="#ctx0" brushRef="#br0" timeOffset="58706.35">9451 2183,'0'-25,"25"0,49 25,25 0,1 0,-1 0,-50 0,1 0,-50 0</inkml:trace>
  <inkml:trace contextRef="#ctx0" brushRef="#br0" timeOffset="58847.36">9525 2356,'25'-24,"25"24,24 0,25-25,25 25,-24 0,-1 0,0-50</inkml:trace>
  <inkml:trace contextRef="#ctx0" brushRef="#br0" timeOffset="59273.39">10319 1984,'-25'0,"-24"25,49 50,0-26,0 26,0-1,0 0,0-24,0 0,0-26,24 1,51-25,-25 0,24-49,-49 24,24-50,-49 26,25 24,-25 25,0 50,-74-26,74 1,0 25,0-25,0-1,49-24,1 0,24 0,-24 0,0 0,-1-49,1 24,-25-25,-25 1,0-1</inkml:trace>
  <inkml:trace contextRef="#ctx0" brushRef="#br0" timeOffset="59475.4">10666 2133,'-24'0,"24"0,74 0</inkml:trace>
  <inkml:trace contextRef="#ctx0" brushRef="#br0" timeOffset="59710.41">11038 2133,'0'0,"0"50,0 24,0 1,25 24,-25 0,0 0,50 1,-50-26,0-24,0-26,0 1</inkml:trace>
  <inkml:trace contextRef="#ctx0" brushRef="#br0" timeOffset="59980.43">11138 2158,'0'-25,"49"25,26 0,-26 0,26 50,-26-1,-49 26,0-26,0 1,0-25,-74 24,-1-49,1 0,0 0,-1 0,26 0,49 0,0-49,24 24</inkml:trace>
  <inkml:trace contextRef="#ctx0" brushRef="#br0" timeOffset="60862.48">12105 1860,'0'0,"0"75,0 24,0 25,0-25,0-24,0-1,0-24,0-1,0-24,-50 0</inkml:trace>
  <inkml:trace contextRef="#ctx0" brushRef="#br0" timeOffset="61028.49">11882 2158,'0'-25,"0"25,25-25,49 25,50 0,0-49,25 49,-75 0,-24 0</inkml:trace>
  <inkml:trace contextRef="#ctx0" brushRef="#br0" timeOffset="61172.49">12006 2257,'0'0,"99"0,50 0,-25 0,25 0,0-25</inkml:trace>
  <inkml:trace contextRef="#ctx0" brushRef="#br0" timeOffset="61381.51">12924 1960,'-50'0,"-24"49,74-24,0 25,0-1,0 1,0 24,49-24,-49-1,50 1,-25-25,49-25</inkml:trace>
  <inkml:trace contextRef="#ctx0" brushRef="#br0" timeOffset="61700.52">13147 2208,'-50'0,"50"24,-49 26,49-25,0 24,0-24,24 25,51-50,-26 0,1 0,0 0,-26 0,26-25,-50-25,50 26,-50-1,0-50,0 51,0-1,0 25,-25 0,-25 0,-24 0,49 0,25 25,0-1,99-24,-24 0</inkml:trace>
  <inkml:trace contextRef="#ctx0" brushRef="#br0" timeOffset="61890.53">13693 2084,'0'0,"0"49,0 26,24 24,-24-25,0 1,0-1,50 25,-50-24,0-1,0-49</inkml:trace>
  <inkml:trace contextRef="#ctx0" brushRef="#br0" timeOffset="62118.55">13693 2059,'24'-50,"26"50,-25 0,0 0,49 0,-24 0,-26 75,-24-26,50 1,-50 24,-50 25,1-49,-50 24,-25-24,-25 0,0-1,0-49</inkml:trace>
  <inkml:trace contextRef="#ctx0" brushRef="#br0" timeOffset="62422.57">10840 2877,'124'0,"99"0,1 0,48 0,26-24,-25 24,-25 0,-74 0,-100 0,-49 0</inkml:trace>
  <inkml:trace contextRef="#ctx0" brushRef="#br0" timeOffset="62693.58">10691 3125,'0'0,"75"0,98-24,26 24,74-50,74 50,-25-50,-24 50,-50-49,0 49,-74 0,-100-50,-74 50,-74 0,-1 0,1 0</inkml:trace>
  <inkml:trace contextRef="#ctx0" brushRef="#br0" timeOffset="83208.75">3374 3944,'0'-25,"-25"25,0 0,0 0,-24 0,24 0,0 0,25 0,-49 0,49 50,-25-25,25-1,0 26,0-25,-25-25,25 25,0 24,0-24,0 0,0 24,0-24,0 0,0 25,25-50,24 0,-49 24,25-24,0 0,25 0,-26 0,1 0,-25 0,50 0,-25-49,24 24,-49-25,25 26,-25-1,0-25,0 1,25 24,-25-25,0 25,0 1,0-1,0 25,0-50,-25 50,25-25,-25 25,-24 0,24-49,-25 49,25 0,25 25,25-25,25 0</inkml:trace>
  <inkml:trace contextRef="#ctx0" brushRef="#br0" timeOffset="84103.81">3870 3894,'0'-24,"0"24,-25 0,0 0,25 0,-49 0,49 74,0-49,-25 0,25 24,0-24,0 0,0 24,0-24,0 25,0-1,0-49,49 50,26-50,-26 0,1 0,-50-25,50 25,-1-25,-24 1,25-51,-50 26,0-1,25 50,-25-25,0-24,0 24,0 25,0-25,-50 25,0-50,26 50,-51 0,25 0,26 0,-26 0,75 0</inkml:trace>
  <inkml:trace contextRef="#ctx0" brushRef="#br0" timeOffset="86725.96">4019 3572,'-50'0,"25"0,25-25,-25 25,-24 0,24 0,0 0,0 0,-24 0,24 0,0 0,-49 0,49 0,-25 0,1 0,-1 0,1 0,24 0,0 0,-25 0,26 0,-1 0,-25 0,25 0,25 0,-49 0,24 0,-25 0,50 25,-24-25,-1 49,-50-49,75 25,-25-25,1 50,24-25,-50-25,50 25,0-1,0 26,-25-25,25 24,0 1,0-25,0 0,0 24,0 1,0-25,0-1,0 26,-49-50,49 25,0 0,0 24,0 1,0-25,24-25,-24 49,0-24,25 0,-25 24,50-24,-50 0,25-25,-25 50,24-50,-24 24,50-24,-50 25,25-25,-25 50,25-50,24 0,-49 25,25-25,0 0,25 0,-26 0,26 0,0 0,-26 0,51 0,-50 0,-1 0,26 0,24 0,-24 0,0 0,-26 0,26 0,-25 0,0 0,24 0,-24-25,0 25,24 0,-49-25,25 25,0-25,25 25,-25-49,24 49,-49-25,25 25,0-50,24 50,-49-25,25 25,0-24,25-26,-26 25,26-24,-50 24,25 25,-25-25,49-25,-49 26,25-26,-25 0,0 26,0-1,0-25,0 25,0 1,0-26,0 25,0 0,-49 25,49-49,-25 24,-25-25,25 26,1 24,24-25,-50 25,50-50,-25 50,0 0,25-25,-49 25,49-25,-25 25,25-49,-25 49,-24 0,24 0,0 0,-25 0,25 0,1 0,-1 0,-25 0,25 0</inkml:trace>
  <inkml:trace contextRef="#ctx0" brushRef="#br0" timeOffset="91406.22">4068 3547,'0'0,"25"0,25 0,-50 0,25-50,-25 26,24 24,-24-25,0-25,0 25,0 1,0-1,0-25,0 25,0-24,0 24,-24 0,24-24,-50 49,50-25,-25 0,25-25,-49 26,49-1,-25-25,25 25,-50 25,50-49,-50 49,50-25,-24 25,-1 0,25-25,-50 25,50-25,-25 25,1 0,-26-49,25 49,0-25,-24 25,24 0,0 0,-24 0,49-50,-50 50,25 0,-24 0,-1 0,25 0,0 0,-24 0,-1 0,25 0,1 0,-26 0,25 25,0-25,25 25,-49-25,24 0,25 25,-25-25,-25 49,26-24,24 25,-50-50,50 25,-25-25,25 24,0 26,-25-25,25 0,0 24,0-24,0 0,0 24,0-24,0 0,0-25,0 25,0 24,25-24,-25 25,50-25,-50-1,25-24,-25 50,24-50,-24 25,50-25,-50 25,25-25,-25 49,25-49,-25 25,49 0,-24 24,25-49,-50 25,0-25,0-25</inkml:trace>
  <inkml:trace contextRef="#ctx0" brushRef="#br0" timeOffset="91856.25">2902 3547,'-24'-50,"24"75,74-25,-74 25,25-25,0 0,-25 50,49-50,-24 0,-25 24,25-24,25 0</inkml:trace>
  <inkml:trace contextRef="#ctx0" brushRef="#br0" timeOffset="92320.28">3200 3349,'0'0,"0"24,0 1,-25 25,25-25,0-1,-49 26,49 0,-25-50,25 24,0-24,25-24</inkml:trace>
  <inkml:trace contextRef="#ctx0" brushRef="#br0" timeOffset="93918.37">4564 2952,'0'0,"-49"0,24 0,0 0,-24 49,49-24,0 0,-25-25,25 50,0-26,0 1,0 25,0-25,0-1,0 26,0-25,0 0,0-25,49 49,1-49,-25 0,0 0,24 0,-49-25,25 25,25-49,-26 24,-24-25,25 50,-25-24,0-1,0-25,0 25,0 1,0 24,0-50,-25 25,25 0,-49 25,49-49,-25 49,0 0,-24 0,24 0,0 0,25 25</inkml:trace>
  <inkml:trace contextRef="#ctx0" brushRef="#br0" timeOffset="97900.59">2853 4341,'0'25,"-25"-25,25 49,-50-49,50 25,-24-25,24 25,0 24,-25-49,25 25,-50 0,25 25,-24-1,49-24,-25-25,25 50,-25-50,25 49,-49-49,49 25,-25-25,25 50,-25-50,25 49,-74-49,74 50,-50-50,25 50,25-1,-74-24,74 0,-50-25,50 74,-49-74,49 50,-50-50,50 49,-74-49,24 50,25 0,25-26,-49 26,-26 0,25-1,-24 26,24-51,1 51,-26-26,75-24,-49 25,49-25,-50-25,50 49,-25-49,25 50,-49 0,49-26,-75 26,26-25,24 24,0-24,-24-25,49 50,-50-50,25 74,-49-24,49-1,-25-24,50 0,-49-25,49 50,-25-50,25 49,0-49,25 0,-25-25</inkml:trace>
  <inkml:trace contextRef="#ctx0" brushRef="#br0" timeOffset="98620.64">2158 5779,'0'0,"0"25,0 25,0 0,0-1,0 1,0-1,0-24,0 25,50-50,-50-25,0-25,25-49</inkml:trace>
  <inkml:trace contextRef="#ctx0" brushRef="#br0" timeOffset="99888.71">893 6201,'-49'0,"49"50,-25-1,25 1,-50 0,50 24,-25 0,25-24,-49-25,49 24,0-24,-25-25,25-25,0-24,0 49,50-25,-1 25,-24 0,25 0,24 0,-24 0,-1 25,1-25,0 0,-26 0,-48 0</inkml:trace>
  <inkml:trace contextRef="#ctx0" brushRef="#br0" timeOffset="101980.83">844 6747,'0'-50,"0"25,-25 25,25-24,-50 24,25 0,25-50,-24 50,-1 0,-25 0,25 0,25 25,-24-25,-26 25,25 24,-24-24,24 25,-25-26,25 1,25 25,-24-50,24 50,-50-50,50 24,-25 26,25-25,0 0,-49-25,49 49,0-24,0 0,-25-25,25 49,0 26,0-26,0-24,0 0,0 25,0-26,0 1,0 25,0-1,0-24,0-25,0 50,0-25,49-25,-49 49,0-24,25-25,-25 50,50-26,-25 26,-1-50,-24 25,50-25,-25 25,24-25,1 49,-25-49,0 0,24 0,-49 25,50-25,-1 0,1 0,0 0,-25 0,-1 0,51-25,24 0,-49 25,-50-49,49 49,-49-50,50 50,-50-49,74 49,-74-50,50 50,-50-74,25 24,-25 25,74-24,-74-1,25 50,-25-50,0 26,0-26,25 0,-25 26,0-1,0-50,0 51,0-1,0 0,0-25,0 26,0-1,0 25,0-50,-25 25,-25-24,25 49,25-25,-49 25,24-25,0-25,-24 50,49-24,-50 24,25-50,-24 50,49-25,-25 25,0-25,-25-24,26 49,-26-25,25 25,0 0,-24 0,24 0,25 25,-25-25</inkml:trace>
  <inkml:trace contextRef="#ctx0" brushRef="#br0" timeOffset="103796.93">620 7169,'-49'24,"-1"51,50-26,-49 26,49-26,0 1,0 0,0-1,0-24,24 0,26-25,24 0,-49-50,25 25,-50 1,25-26,-25 25,0-24,0 24,0 0,-25 25,-74 0,74 50,-25-26,50 26,0-25,25-25,0 0</inkml:trace>
  <inkml:trace contextRef="#ctx0" brushRef="#br0" timeOffset="104193.95">993 7169,'-25'-50,"25"75,0 24,0 1,0 0,0 24,0-24,0 24,0 0,0-24,0 0</inkml:trace>
  <inkml:trace contextRef="#ctx0" brushRef="#br0" timeOffset="108680.21">1315 6796,'0'0,"0"-24,50-26,-26 25,1 25,-25-49,50 49,-25 0,-25-25,24 25,26 0,-50-25,25 25,0 0,24 0,-49-25,25 25,0 0,0 0,24 0,-24 0,25 0,-25 0,-1 0,-24 25,25-25,25 0,-50 50,25-50,-25 24,49-24,26 25,-51-25,-24 50,25-50,-25 25,25-25,-25 24,50 26,-50-25,24-25,-24 25,0 24,50-49,-50 25,0 25,25-50,-25 49,0 1,0-25,0 0,25-25,-25 49,0-24,0 0,0 24,0-24,0 0,0 25,0-26,0 1,0 25,0-50,0 49,-25-49,25 25,-50-25,50 25,-25-25,25 50,-49-50,49 24,-50-24,50 25,-25-25,25 50,-49-50,49 25,-25-25,-25 24,26-24,24 50,-25-50,-50 0,75 25,-49-25,-1 0,25 0,-24 0,24 0,25 0,-50 0,50-50,-25 50,-24 0,49-25,-25 25,0 0,-24-24,24 24,25-50,-25 50,25-25,0 0,0-24,0 49,0-25</inkml:trace>
  <inkml:trace contextRef="#ctx0" brushRef="#br0" timeOffset="109279.25">1563 7516,'0'-25,"0"25,0 25,-50 24,50-24,-49 25,24-25,25-1,-74-24,74 50,-25-50,0 0,25 25,0-25,0 74,50-24,-50-25,74 24,-49-24,-25 0,49 25,-49-26,25 26,-25-25,50-50,-50-25,0 26,25-26,-25 0</inkml:trace>
  <inkml:trace contextRef="#ctx0" brushRef="#br0" timeOffset="109901.28">2555 6846,'0'50,"25"49,-25-25,0 1,50-1,-50 1,0-26,49 26,-49-51,0 1,0-74,0-1</inkml:trace>
  <inkml:trace contextRef="#ctx0" brushRef="#br0" timeOffset="114349.54">1067 7937,'0'-24,"0"24,0 49,25-49,-25 25,25-25,24 25,-49 25,25-50,-25 24,25-24,24 50,-24-50,0 25,25-25,-50 25,24-25,1 49,25-49,-25 25,24-25,-24 50,0-50,24 24,-24-24,0 0,-25 50,74-50,-24 50,-25-50,25 0,-26 24,1-24,50 50,-26-25,1 24,-1-49,-24 25,25-25,-1 50,1-50,-25 0,24 25,-24-25,0 0,25 49,-26-49,26 25,24-25,-24 50,-25-50,0 0,49 0,-24 0,-1 24,-24-24,25 0,-25 0,-1 50,26-50,-25 25,24-25,-49 25,75-25,-26 0,1 0,0 49,-1-49,-24 0,0 0,24 0,-24 25,0-25,25 0,-26 0,1 50,25-50,-25 0,49 0,-49 0,24 25,-24-25,0 0,25 49,-25-49,24 0,1 25,-25-25,24 50,-49-75,-25 25,25-25,0 0,0 0,0-24,0 24,0 0,0-25,0 26,0-1,0-25,25 50,-25-25,0 1,25-26,-25 25,25 25,-25-25,49 25,-49-49,25 49,-25-25,25 25,-25-25,50 25,-26 0,1 0,-25-49,50 49,-1 0,1-25,-25 25,24 0,-24 0,0 0,25 0,-1 0,-24 0,0 0,-25 0,49 0,-24 0,-25 25,25-25,25 49,-25-49,24 25,-24-25,-25 74,0-49,25-25,-25 25,0 25,25-50,-25 24,0 26,49-50,-49 50,0-1,0 1,25-50,-25 50,0-1,0-24,0 25,0-26,0 1,0 25,0-1,0 1,-50-50,50 25,-24 24,-26-24,25 25,0-50,25 49,-49-49,24 25,-25-25,1 0,24 0,-25 50,1-50,-26 0,26 0,-1 0,25 0,25 0,-49 0,24-50,0 50,25-49,-50 49,50-25,-24 25,24-50,-25 50,25-49,-50-1,50 0,0 1,-25 49,25-25,-49 0,49-24,-25 49,25-25,0 0,0-25,0 26,0-1,0 25,0-50,50 50,-50-25,24 25,-24-25,50 25</inkml:trace>
  <inkml:trace contextRef="#ctx0" brushRef="#br0" timeOffset="114837.56">4540 8979,'0'50,"0"-25,0 0,49 24,-49 1,0-25,0-1,0 26,0 0,25-50,0 0,-25-50</inkml:trace>
  <inkml:trace contextRef="#ctx0" brushRef="#br0" timeOffset="115443.6">4837 9029,'0'0,"0"-25,-25 25,25 0,0 25,-49 49,49-49,0 0,0 25,0-26,0 1,0 0,25-25,24 0,1 0,-1 0,-49 0,25 0,-25-25,50 25,-50-25,25-49,-25 49,0 0,0 25,-25 0,25-49,-75 49,26 0,-1 0,50 25,-25-25</inkml:trace>
  <inkml:trace contextRef="#ctx0" brushRef="#br0" timeOffset="118218.76">2208 8756,'-25'0,"-24"0,24 0,25 25,-25-25,25 49,-50 1,50-25,0 24,-24 26,24-25,0-1,0-24,0 25,0-26,24-24,-24 50,50-50,0 0,-26 0,26 0,0 0,-1-25,-24 25,25-49,-50-1,49 25,-49-24,0 24,0 0,0-25,0-24,0 49,-25 25,25-25,-49 25,-1 0,1 0,24 0,-25 0,-24 0,49 0,25 50,-25-50,25 25,0-25,25 0,25 0</inkml:trace>
  <inkml:trace contextRef="#ctx0" brushRef="#br0" timeOffset="121615.95">4540 9525,'0'-25,"-25"25,0 0,0 0,-24 0,24 0,0 0,-25 0,50 0,-49 0,-1 50,1-50,49 49,-25-49,25 25,-25-25,25 25,-25-25,25 74,-49-74,49 50,-25-50,25 50,0-1,0 26,0-51,0 51,0-50,0 0,0 24,0 26,0-26,0-49,0 50,49-50,-49 49,25 1,-25-25,25-25,-25 49,50-49,-50 25,24-25,-24 50,25-50,-25 25,50-25,-1 49,-24-49,25 25,-1-25,-49 25,50-25,0 49,-26-49,1 0,25 25,-25-25,-1 0,26 0,-25 0,0 0,24 0,-24-49,0 49,24 0,-24-25,25 25,0-50,24 25,-24 25,24-74,-24 49,-26-24,26 24,-25 0,24-25,-24 26,0 24,-25-75,74 75,-74-49,25 49,-25-50,0 25,25-24,-25-1,0 0,74 1,-74 24,0 0,0-25,0 1,0 24,-24 25,24-50,-25 50,25-74,0 24,-25 50,25-49,-50-1,26 1,-26-1,25 50,25-25,-25 25,-24 0,24 0,0 0,-24 0,73 0,1 0,0 0</inkml:trace>
  <inkml:trace contextRef="#ctx0" brushRef="#br0" timeOffset="122101.98">5259 9674,'0'0,"0"0,0-25,0-49,50 24,-50 0,0 26,0-26,0 0,24 50,-24-24,25 24,25 0,-1 0,1 0,-25 0,24 0,-24 0,25 0,-1 0,-49 49</inkml:trace>
  <inkml:trace contextRef="#ctx0" brushRef="#br0" timeOffset="122629.01">4862 9996,'-25'0,"25"25,-49 0,49 25,0-26,0 1,0 0,0 49,49-74,1 0,-1 0,1 0,0-24,24-1,-24-25,-25 25,-25-24,0 24,0 0,0-25,-25 1,-25 49,1-25,-1 25,0 0,1 0,-1 0,0 0,50 25,25-25,50 0</inkml:trace>
  <inkml:trace contextRef="#ctx0" brushRef="#br0" timeOffset="127622.29">5209 8731,'25'0,"-25"0,25 0,0-49,24 49,-49-25,25 25,-25-25,25 25,-25-50,50 50,-50-24,24-1,26-25,-25 25,0-24,24 24,-24 25,-25-25,50 25,-50-49,24 49,-24-25,25 25,-25-25,25 25,-25-50,50 50,-26-24,26-26,-25 50,-25-25,49 25,-49-25,50 25,0-49,-50 24,24 25,-24-25,25 25,-25-50,50 50,-50-24,25 24,-25-25,25 25,-25-50,49 50,-49-25,25 25,-25-24,25 24,-25-25,49 25,-24-50,25 25,24-24,-49 49,-25-25,25 25,24-50,-24 50,-25-24,25 24,25-50,-26 25,26 0,0-49,-1 49,1 25,-50-49,25 49,-25-25,49 25,-49-25,50 25,-50-50,74 50,-74-49,25 49,-25-25,25 25,-25-25,50 25,-50-49,24 24,-24 0,25 25,-25-50,50 50,-50-24,25 24,-25-25,24 25,26-50,-25 25,-25 25,-25 0,-25 0,26 0,-1 0,25-49,-50 49,50-25,-25 25,25-25,-24-25,24 26,-50 24,50-50,-25 0,25-49,-50 74,50 1,0-26,-24 50,24-50,0 1,-50-1,50 1,0-26,0 26,0-1,25 50,-25-50,0 1,25 49,-25-50,24 25,26-24,-25 24,49-25,-49 50,0-25,25 25,-26 0,1 0,25-49,-25 49,24 0,1 0,-1 0,-24 0,0 0,25-25,-26 25,26 0,-25 0,24 0,-24 0,25 0,-1 50,1-50,0 24,-1 26,1-25,24 24,-24 1,-50-25,25-25,-25 50,49-1,-49 1,25-50,-25 25,50 24,-50 1,25-25,-25 24,0 1,0-1,0-24,0 0,0 25,0-26,0-24,0 50,-50 0,25-1,-24-24,-1 25,25-50,25 24,-49-24,24 0,25 50,-25-50,-25 0,25 0,25 25,-24-25,-26 0,25 0,0 0,1 0,-51 0,26 0,-1 0,0 0,1 0,24 0,0 0,0 0,-24 0,24 0,0 0,-24 0,49 0,-25 0,0 0,-25 0,26-50,24 25,-25 25,25-49,-50 24,50 0,0-24,0 49</inkml:trace>
  <inkml:trace contextRef="#ctx0" brushRef="#br0" timeOffset="128102.32">7566 5978,'0'25,"0"0,0 24,0 1,0-1,0 26,0-50,0-1,0 26,0 0,0-26,49-24,-49 0</inkml:trace>
  <inkml:trace contextRef="#ctx0" brushRef="#br0" timeOffset="128429.34">7739 6052,'0'-24,"0"24,0 24,0 26,0 0,0-1,0-24,0 25,0-26,0 1,50-25,-50 50,0-25,25-50</inkml:trace>
  <inkml:trace contextRef="#ctx0" brushRef="#br0" timeOffset="129482.4">5978 7094,'-25'0,"25"-25,0 50,0 25,0 49,50-25,-50-24,0 0,25-1,-25 1,0-25,0-1,49-24,-49 50,0-75,0-24</inkml:trace>
  <inkml:trace contextRef="#ctx0" brushRef="#br0" timeOffset="131761.53">8111 6623,'0'0,"0"49,25 1,0 0,25 24,-50-24,49-50,-49 49,50 1,0-25,24-25,-49 0,0 49,24-49,-24 0,0 0,24 0,1 0,0 0,-1-24,26 24,-26-50,1 50,-1-50,26 26,-26-26,1 25,0-49,-1 24,1 0,0-24,-1 24,1 1,-25-26,-25 26,74-1,-74 1,25 24,-25 0,0-25,0 26,0-1,0-50,0 51,0-26,0 25,0-49,0 24,-50 25,50-24,-25 24,25 0,-49-25,49 26,-75 24,75-50,-49 50,-1-50,25 50,-24 0,24 0,-25 0,1 0,-26 0,50-24,1 24,-26 0,25 0,0 0,-24 0,-26 0,26 0,24 0,-25 0,26 49,-1-49,-25 50,25-50,25 49,-49-49,49 50,-50-50,50 50,-25-1,25-24,0-25,0 0,0-25,0-24,25 49,-25-25</inkml:trace>
  <inkml:trace contextRef="#ctx0" brushRef="#br0" timeOffset="132249.56">8508 5457,'-24'0,"24"-25,-25 25,25 25,-50 25,50-1,-74-24,74 0,0 24,-25-24,25 25,25-1,0-49,24 50,-24-50,49 75,-49-75,0 49,25-49,-26 0,-24 25,50-25,-50 0</inkml:trace>
  <inkml:trace contextRef="#ctx0" brushRef="#br0" timeOffset="133022.6">9079 5978,'0'0,"0"25,-50 0,50-1,-74 26,74-25,0 24,0-24,0 0,0 25,49-50,1 0,24 0,-24 0,0 0,24-25,-49 0,-25-25,50 26,-50-26,0-24,0 24,0 25,0-24,-25 49,-50-25,26 25,-1 0,0 0,-24 25,49 24,25 1,0-50,50 25,-25-25</inkml:trace>
  <inkml:trace contextRef="#ctx0" brushRef="#br0" timeOffset="135229.73">4341 4390,'0'0,"0"25,50 25,-25-25,24 49,-24-74,-25 50,74-26,-49-24,25 75,-1-75,26 49,-26-49,1 50,0 0,24-25,-24 24,-25-24,24-25,1 74,-1-49,26 25,-26-25,-24 24,50-49,-26 50,-24-1,49-24,-24 25,0-25,24 24,-24-24,-1-25,1 74,24-74,-24 50,-25-50,24 25,-24-25,25 49,24-49,-24 50,-25-50,24 25,1-25,-50 25,25-25,-1 0,-24 49,50-49,-25 0,-25 25,49-25,1 25,-25-25,-25 50,25-50,24 0,-49 24,75-24,-26 0,-24 25,25-25,-26 0,1 0,25 0,-25 0,-1 0,26 0,-100 0,26-49,-26-1</inkml:trace>
  <inkml:trace contextRef="#ctx0" brushRef="#br0" timeOffset="136210.79">4440 4837,'0'0,"0"-50,-24 1,24 24,0 0,0-25,-25 50,25-24,0-1,-50-25,50 25,25 25,0 0,0 0,24 0,26 0,-1 0,0 0,-24 50,0-50,-1 25,-24-25,-25-25</inkml:trace>
  <inkml:trace contextRef="#ctx0" brushRef="#br0" timeOffset="137671.87">5606 4638,'0'0,"0"75,0-26,0 1,0 0,0-1,0 1,50-25,-50 24,25 1,-25-75</inkml:trace>
  <inkml:trace contextRef="#ctx0" brushRef="#br0" timeOffset="158728.07">10865 4043,'0'-25,"0"1,-25 24,25 24,0 26,0 24,0 1,0-26,0 1,0 24,0-49,25 0,0-25,-1 0,26 0,-50-25,0 0,0 1,25-51</inkml:trace>
  <inkml:trace contextRef="#ctx0" brushRef="#br0" timeOffset="158899.08">10790 3919,'-49'-25,"49"1</inkml:trace>
  <inkml:trace contextRef="#ctx0" brushRef="#br0" timeOffset="159260.1">11262 3894,'0'0,"0"25,-25 25,25 24,0 25,0 1,0-1,0 25,0-25,-50-25,50 1,0-1,0-49,0-25</inkml:trace>
  <inkml:trace contextRef="#ctx0" brushRef="#br0" timeOffset="159485.12">11361 4192,'0'25,"0"24,0 1,0 0,25-1,-25 26,49-26,-49-24,0 25,0-26,0 1</inkml:trace>
  <inkml:trace contextRef="#ctx0" brushRef="#br0" timeOffset="159711.13">11460 4142,'0'-24,"0"-26,0 50,75 0,-75 50,49-26,-49 26,0 0,0 24,-49-49,24 24,-50 1,100-50</inkml:trace>
  <inkml:trace contextRef="#ctx0" brushRef="#br0" timeOffset="159966.14">12130 4142,'0'0,"99"-24,-25 24,1 0,-26 0,-24 0,0 0,-25 0</inkml:trace>
  <inkml:trace contextRef="#ctx0" brushRef="#br0" timeOffset="160129.15">12130 4390,'74'0,"1"0,-1 0,-24 0,24-49,-24 49,-25-25</inkml:trace>
  <inkml:trace contextRef="#ctx0" brushRef="#br0" timeOffset="160445.17">12452 3969,'-49'0,"98"25,1-25,0 49,24-49,-24 50,24-50,-49 25,24 24,-49 1,0-25,-24-1,-1 26,-50 0,26 24,-26-49,1 24,49-24,25 25</inkml:trace>
  <inkml:trace contextRef="#ctx0" brushRef="#br0" timeOffset="161226.22">13444 3721,'0'-50,"0"75,0 25,50 24,-50 25,0 25,0-25,0 1,0-26,0 0,0-24,0 24,0-49,25-25</inkml:trace>
  <inkml:trace contextRef="#ctx0" brushRef="#br0" timeOffset="161488.23">13494 3721,'0'-50,"25"50,25-50,-26 50,1 0,25 25,-50 25,49 24,-49 26,0-26,-24 25,-26-49,25-1,-24-24,49-50</inkml:trace>
  <inkml:trace contextRef="#ctx0" brushRef="#br0" timeOffset="161797.25">13717 3696,'25'-50,"0"75,25 0,-26 25,-24-1,75 1,-75-1,0 1,0-25,0 0,-25-25,25-25,0 0,0-25,0-24,25-50,-25 25,49 49,1 50</inkml:trace>
  <inkml:trace contextRef="#ctx0" brushRef="#br0" timeOffset="162096.27">14114 3944,'0'-25,"0"-24,75 24,-75-25,24-24,-24 24,50 0,-50 26,-50 48,1 26,-1 25,50-26,-25-24,25 25,0-1,0-49,25 25,50-25,-26 0,1 0,-1 0,1 0</inkml:trace>
  <inkml:trace contextRef="#ctx0" brushRef="#br0" timeOffset="162509.29">14412 3969,'0'-25,"0"-25,0 26,0-26,49 25,-49-24,50 24,-50 0,0-25,0 50,-50 0,26 0,24 25,0 0,24-25,26 0,-25 25,0-25,-25 74,49-49,-49 0,0 24,0-24,0 0,0-25,0 74,-49-74,49-24,0-1</inkml:trace>
  <inkml:trace contextRef="#ctx0" brushRef="#br0" timeOffset="163355.34">14784 3721,'25'0,"0"0,-1 0,-24-50,75 50,-75-25,25 25,-25-49,-25 49,-50 24,1 26,0 0,-1 24,50-49,25 0,0 49,25-74,74 0,50 0,-50-49,25-1,-74 0,24 26,-49-26,-25 25,25 25,-25-50,0 50,-25 25,25 0,0 25,0-25,0-1,0 26,0 0,25-50,-25 0,0-50,0 25,0-24,0-1,0 0,0 1,50 49,-1 0,-24 24,-25 1,74 25,-74-25,50 0,-25 24,24-49,1-49,-50 24,50 0,-50-25,0 1,0-1,0 0,0 1,0-1,0 100,0-1,0 26,0-26,0 1,0 0,0-1,0 1,0-25,49 24</inkml:trace>
  <inkml:trace contextRef="#ctx0" brushRef="#br0" timeOffset="163498.35">15627 3770,'0'-24,"25"24,25-50,49 0,0 1,0-26</inkml:trace>
  <inkml:trace contextRef="#ctx0" brushRef="#br0" timeOffset="164128.38">16396 3150,'0'-25,"0"25,-25 0,1 0,-51 25,1 50,24-26,50 26,0-26,0-24,0 0,0-25,99 74,1-74,-26 50,0-50,1 49,-75-24,25 25,-25 0,0-1,-75 26,26-51,-26-24,1 50,24-50,1 0,49-50,49-24,75-25,0-25</inkml:trace>
  <inkml:trace contextRef="#ctx0" brushRef="#br0" timeOffset="164338.39">16868 3026,'-25'0,"0"0,25 0,0 50,0-1,0 1,0 24,25 1,-25-1,25 1,-25-26,0 1,0-1,0 1,0-25,0 0</inkml:trace>
  <inkml:trace contextRef="#ctx0" brushRef="#br0" timeOffset="165178.44">16719 3473,'0'-25,"25"-25,24 50,75-74,-25 74,25-75,-49 75,-26-24,-49 48,0 26,-49 0,24-1,-25-24,26 25,-26-1,50-24,25-25,49 0,-24 0,-1-50,1 26,-25-26,-25 0,49 26,-49-26,0 25,-49 25,49 25,-50 25,50-26,0 26,0 0,25-50,49 0,-24 0,0-25,-1 0,1-49,-25-1,-25 1,49-1,-49 1,0 0,0-1,0 50,0 1,-49 24,-1 0,50 49,-50 26,50-1,0 25,0 0,25-24,25 24,-25-49,24-26,1-24,0 0,-1 0,26 0,-51-49,-24-1,75-24,-75-1,0 1,0 49,-25 0,-49 25,49 0,-25 50,50-25,0 24,0 1,0 0,25-26,25-24,-1 0,1 0,24 0,-49 0,0-49,-25-1,0-24</inkml:trace>
  <inkml:trace contextRef="#ctx0" brushRef="#br0" timeOffset="165336.45">17562 3101,'25'-25,"49"25,75-50,0 50,49-74,-49 24</inkml:trace>
  <inkml:trace contextRef="#ctx0" brushRef="#br0" timeOffset="166377.51">18976 2877,'0'-24,"0"24,-50 74,1 0,-1 50,0 25,1-74,-1-26,25 1,-24-50,24 25,25-50,0-25,25 1,24-51,-49 1,75-25,-75 25,49-25,-49 50,0 24,0 25,-49 25,24 0,0 0,-24 0,24 0,25 50,-50-25,50-1,0 51,50-26,24 26,50-26,0 51,0 24,-24-25,-51-50,1 1,-50-25,0-25,0-25,25-25,24 1,-24-1,25-24,-1 49,-24-25</inkml:trace>
  <inkml:trace contextRef="#ctx0" brushRef="#br0" timeOffset="169539.69">4589 3597,'0'24,"25"-24,25 0,-26-24,26 24,24-50,-24 50,0-50,-26 50,26-24,-25 24,-25 0</inkml:trace>
  <inkml:trace contextRef="#ctx0" brushRef="#br0" timeOffset="169849.71">4639 3696,'0'0,"25"0,-1-25,26 25,24-50,-24 50,24-49,-24 49,25-75,-51 75,26-49,-25 24,-25 25</inkml:trace>
  <inkml:trace contextRef="#ctx0" brushRef="#br0" timeOffset="170674.76">2431 5879,'0'25,"0"24,0 1,0-1,-25 26,25-50,-24-1,24 26,-25-50,25 25,0-50,25 0</inkml:trace>
  <inkml:trace contextRef="#ctx0" brushRef="#br0" timeOffset="170793.76">2630 5978,'0'0</inkml:trace>
  <inkml:trace contextRef="#ctx0" brushRef="#br0" timeOffset="173701.93">19894 2704,'-50'0,"50"-50,0 25,50 25,-50-25,49 25,-24 0,0 0,49 0,-49 0,0 25,25 25,-50 24,49 26,-49-26,0 0,-25 1,-24-26,24 1,0-25,-24-25,24 49,-25-49,25 0,1 0,24-49,0 24,0-25,49 1</inkml:trace>
  <inkml:trace contextRef="#ctx0" brushRef="#br0" timeOffset="174131.95">20514 2530,'0'-50,"0"50,-75 0,1 50,24 0,1-1,-1 51,50-26,-49 0,49-24,0 0,0-1,0-24,24-25,26 50,0-50,-1 0,26 0,-1 0,25 0,-49-25,-25 25,-25-25,24 25,-24-50,0 75</inkml:trace>
  <inkml:trace contextRef="#ctx0" brushRef="#br0" timeOffset="178925.23">14561 3200,'0'0,"74"0,1 0,24 0,74 0,1-124,99 74,25 1,-75-1,25 0,-25-24,-49 24,-75 50,-49-24,-1 24,-74 0</inkml:trace>
  <inkml:trace contextRef="#ctx0" brushRef="#br0" timeOffset="179989.29">15702 2232,'0'-49,"0"-1,25 50,-25-25,0 50,0 25,-25 24,0-49,-25 25,25-26,-49 26,49-50,0 0,25-25,-49 0,49-24,0 24,0 0,0-24,0-26,25 50,-1 25,26-49,24 49,-49 0,25 0,0 0,24 0,-49 49,24 1,-49 24,50 50,-50-49,0 24,0-25,0 1,-25-25,-24-1,-1 1,25-50,-49 49,49-49,0 0,-25 0,50-24,0-26,0 25,0 25,25 0,25 0,0 50,-1-25,1 24,-1-24,-24-25,-25 50,75-50,-26 0,-49-50,75 25,-75-24,49-26,-49 26,50-26,-50 25,0 1,25 49</inkml:trace>
  <inkml:trace contextRef="#ctx0" brushRef="#br0" timeOffset="181032.35">19646 2356,'-25'0,"74"0,1 0,24 0,26-49,24 49,-50-50,1 50,-1-49,-24 49,-26-25,26 25,-75 0,-24 0,-1 0,0 0</inkml:trace>
  <inkml:trace contextRef="#ctx0" brushRef="#br0" timeOffset="181477.37">19621 1513,'0'25,"0"24,0 26,25 24,-25 0,0 1,49-51,-49 1,50-1,-50-73,25-26</inkml:trace>
  <inkml:trace contextRef="#ctx0" brushRef="#br0" timeOffset="182209.42">21035 2629,'-50'0,"25"0,50 0,25 0,-1-49,26 49,-26-75,1 75,0-25,-26 25,1 0,0 0,25 0</inkml:trace>
  <inkml:trace contextRef="#ctx0" brushRef="#br0" timeOffset="182458.43">20911 2877,'25'-24,"24"24,26-50,-1 50,25-50,-24 50,-26-49,1 49,-1 0,-49-25,0 0</inkml:trace>
  <inkml:trace contextRef="#ctx0" brushRef="#br0" timeOffset="182789.45">21382 2307,'-50'0,"100"0,0 0,-1 0,1 49,24-49,-49 0,0 0,24 0,-49 25,0 25,0-1,0 1,-74 24,0 26,24-1,-24-25,-1 26,50-51,25-24,0 25,0-50</inkml:trace>
  <inkml:trace contextRef="#ctx0" brushRef="#br0" timeOffset="183906.51">22027 2282,'-25'0,"25"0,50-50,-25 50,-1-24,26 24,-25-50,0 50,24-25,-24 25,25 0,-50 50,-50 49,0 0,1-24,24-26,25 1,-25-50,25 49,50-49,-1-24,-24 24,25-25,-25 25,-25-25,24 25,-24 0,0 25,50 24,-50 1,0 0,-25-1,25 1,-25-50,25 50,-24-50,-26 0,25 0,0 0,-24 0,24 0,0 0,0 0,25 0</inkml:trace>
  <inkml:trace contextRef="#ctx0" brushRef="#br0" timeOffset="184640.56">22821 2108,'0'-24,"0"-26,0 100,0-1,0 26,0-1,0 25,-50 25,50-49,0-1,0-24,0-25,0 24,0-74,0 1,0-26,50 25,-50 0,24-49,-24 49,75 0,-26-24,-24 49,25 0,-50 49,0-24,0 25,0-1,0-24,0 0,0 25,-50-26,25-24,1 0,-1 0,25-24,0-26,0-25,49 26</inkml:trace>
  <inkml:trace contextRef="#ctx0" brushRef="#br0" timeOffset="184871.57">23193 2406,'49'0,"-49"25,0 24,0-24,25 25,-25-25,0-1,0 26</inkml:trace>
  <inkml:trace contextRef="#ctx0" brushRef="#br0" timeOffset="185021.58">23218 2208,'0'-25,"-25"25,50 0,-1 0</inkml:trace>
  <inkml:trace contextRef="#ctx0" brushRef="#br0" timeOffset="185318.59">23490 2059,'0'0,"0"49,0 26,-49-1,49 1,0-1,0-24,0-26,0 26,25-25,-1-25,26 0,0-25,-26-25,-24 26,50-1</inkml:trace>
  <inkml:trace contextRef="#ctx0" brushRef="#br0" timeOffset="185465.6">23366 2307,'50'0,"24"0,1-25,24 25,0-50</inkml:trace>
  <inkml:trace contextRef="#ctx0" brushRef="#br0" timeOffset="186876.68">10939 5531,'-25'-49,"25"24,-24 25,24 74,-75 1,75-1,0-24,0-1,0-24,0 25,25-50,0 0,24 0,1-50,0 1,-1-1,-49-24,50 49,-50-25,0-24,0 24,-50 25,25 25,1 0,-51 0,26 0,-1 50,50-25,0 24,0-24,0-25,50 50</inkml:trace>
  <inkml:trace contextRef="#ctx0" brushRef="#br0" timeOffset="187167.7">11535 5159,'0'0,"0"-24,0 24,0 49,0 26,0 24,0 50,-50 24,50 26,-74 49,74-75,-25-49,25-49,0-1,0-49,25-25,-1 0,26 0</inkml:trace>
  <inkml:trace contextRef="#ctx0" brushRef="#br0" timeOffset="187391.71">11659 5655,'0'0,"0"50,0 24,49 26,-49-1,50-25,-50 1,0-1,0-24,0-25,49 24</inkml:trace>
  <inkml:trace contextRef="#ctx0" brushRef="#br0" timeOffset="187631.73">11733 5556,'-25'0,"50"0,25 0,-1 0,1 25,-25 49,-25-24,0 0,0-1,0 26,-50-50,0-1,1-24,-1 50,50-100</inkml:trace>
  <inkml:trace contextRef="#ctx0" brushRef="#br0" timeOffset="187948.75">12725 5531,'-25'0,"-24"0,74-24,24 24,50-75,25 75,-24-74,24 74,-25-50,-50 50,-49 25,-74 25</inkml:trace>
  <inkml:trace contextRef="#ctx0" brushRef="#br0" timeOffset="188188.76">12651 5705,'25'-25,"49"25,25-25,-24 25,24-74,0 74,25-74,-50 74,-24 0,-50-25,25 25,-25-25,0-49,0 49,0 0</inkml:trace>
  <inkml:trace contextRef="#ctx0" brushRef="#br0" timeOffset="188471.77">13221 5184,'-49'0,"24"0,25 25,49-25,1 25,24-25,1 49,-1-49,1 25,-26-25,-24 75,25-51,-50 26,-25 0,0-26,0 26,-49-25,24 24,-24 1,-25 0,74-26,25 26,25-50</inkml:trace>
  <inkml:trace contextRef="#ctx0" brushRef="#br0" timeOffset="189282.82">14089 5060,'0'-25,"0"25,0 50,0 24,0-24,0 24,0-24,0 0,0-1,50-24,-50 0,25-25,-25-25</inkml:trace>
  <inkml:trace contextRef="#ctx0" brushRef="#br0" timeOffset="189503.83">14040 5060,'0'0,"49"50,-24-25,50 24,-51 1,51-1,-26-24,-24 25,25-25,-25-25,24 24,26-24,-26 0</inkml:trace>
  <inkml:trace contextRef="#ctx0" brushRef="#br0" timeOffset="189755.85">14511 4812,'-50'0,"50"-25,0 75,0 0,0 24,0 0,0 1,0-1,0-24,0 24,0-24,0-1,50-24,0-25</inkml:trace>
  <inkml:trace contextRef="#ctx0" brushRef="#br0" timeOffset="190104.87">14660 5308,'0'-25,"25"25,24-74,26 49,-26-24,-24 24,-25-25,50 25,-50 1,-25 24,-49 0,24 24,-49 51,24-26,26 26,49-26,-25-24,25 25,0-25,50-25,49 0,50 0,24 0,-49-25,0-25,-49 1,-1-1</inkml:trace>
  <inkml:trace contextRef="#ctx0" brushRef="#br0" timeOffset="190429.89">15404 4961,'0'0,"0"50,0 24,-74-24,74-1,-50 1,50-1,-50-24,1 25,49-75</inkml:trace>
  <inkml:trace contextRef="#ctx0" brushRef="#br0" timeOffset="190609.9">15181 5085,'0'0,"0"74,74-24,-24-25,-1 24,1-24,24-25,-24 50,-25-50,24 0,-24 0</inkml:trace>
  <inkml:trace contextRef="#ctx0" brushRef="#br0" timeOffset="190841.91">15702 4738,'-75'0,"50"0,25 49,0 26,0-1,25 1,-25-26,75 26,-26-51,-24 26,0-50,25 25,-26-25,1 0,25-25</inkml:trace>
  <inkml:trace contextRef="#ctx0" brushRef="#br0" timeOffset="190985.92">15677 5085,'0'0,"74"0,50-74,-24 74,-26-50,25 25</inkml:trace>
  <inkml:trace contextRef="#ctx0" brushRef="#br0" timeOffset="191954.97">16719 4440,'0'-25,"0"-24,0 49,-50 0,0 74,-24-24,24-1,26 26,24-26,-50 1,50-25,25 49,49-74,25 0,50 0,-25 0,-49-25,-26 25,-73 100,-76-51,26 26,-25-26,24-24,26-25,-26 50,50-50,25-25,0 0,75-25,24-24</inkml:trace>
  <inkml:trace contextRef="#ctx0" brushRef="#br0" timeOffset="192198.99">17116 4390,'-25'-24,"0"24,25 24,0 26,0 0,50-1,-50 26,49-1,-49 0,50-24,-50-25,25 25,-25-1</inkml:trace>
  <inkml:trace contextRef="#ctx0" brushRef="#br0" timeOffset="193086.04">17041 4688,'0'-25,"0"0,50 25,74-49,0 49,25-50,-50 50,0-74,-49 74,-25-25,-50 25,0 0,-50 50,26-1,-1 26,1-26,49 1,-25-25,25 24,0-24,49-25,1 0,0 0,-1-50,1 1,-25-1,-25 1,49-1,-49-24,0 24,0 25,0 25,0 0,-74 50,74-25,0-1,0 26,0-25,50 24,-26-49,1 0,25 0,-1-49,-24 24,25-49,-50 24,49 0,-49 1,0-26,0 1,0 0,0-1,0 26,0 49,0-50,-24 50,-26 0,50 25,0 24,-25 51,25-26,0 0,0 1,25-1,25 25,-1-49,1-25,24-25,25 49,-24-49,24 0,-25-74,-24 0,24 24,-74-24,25 24,-25 0,0 1,0 49,-25-25,-24 25,-1 0,1 25,-1 24,50 1,-25-25,25 24,0-24,0 0,50-25,-1 50,1-50,0 0,-1-25,-24-25,25 25,-50-24</inkml:trace>
  <inkml:trace contextRef="#ctx0" brushRef="#br0" timeOffset="193242.05">18058 4291,'99'0,"1"0,48-25,-24 25,25-74</inkml:trace>
  <inkml:trace contextRef="#ctx0" brushRef="#br0" timeOffset="193901.09">19472 4217,'74'-50,"1"50,49-74,-50 74,-24-50,-25 50,0 0</inkml:trace>
  <inkml:trace contextRef="#ctx0" brushRef="#br0" timeOffset="194075.1">19224 4490,'25'0,"74"-25,-25-25,50 1,-24-1,-1 50,25-25,-74 25,-1 0</inkml:trace>
  <inkml:trace contextRef="#ctx0" brushRef="#br0" timeOffset="194600.13">19894 3870,'0'0,"-25"0,25 24,0 26,50-50,-1 0,26 25,24-25,25 0,-50 0,1 0,-51 0,-48 74,-51-24,26 24,-26 1,26 24,-26-25,75 1,0-1,0-24</inkml:trace>
  <inkml:trace contextRef="#ctx0" brushRef="#br0" timeOffset="206878.83">21357 3572,'0'0,"-25"49,25 1,-49 25,49-51,-50 26,1-25,24-25,0 0,25-25,-50-25,50 1,-24-1,24 0,0 1,0-26,0 51,0-1,24 25,26 0,-25 0,24 49,-24 1,25 0,-25 49,-25 0,49 25,-49-25,0-24,-25-1,-24 25,-1-49,1-25,-1-25,0 49,1-49,24 0,-25-24,50-26,0 0,0 1,25 24,0 25,0 0,24 0,-24 0,25 0,24 50,-24-26,-1 26,-24-25,0-25,25 49,-1-49,-24 0,-25-24,50-26,-50 25,0 0,0-24,0 24</inkml:trace>
  <inkml:trace contextRef="#ctx0" brushRef="#br0" timeOffset="207718.88">21804 3448,'0'0,"0"74,0 1,0-1,49 50,-49-49,50-1,-50-24,0-1,0 1,0-25,25-25,-25-25,0-25,0-24,0 24,0 1,0 24,24 25,26 0,49 0,-99 49,50 26,-50-26,0 1,0 0,0-1,0 1,-50-50,26 0,24-25,0-25,0-49,24-25,1 50,-25-25,75 74,-51 25,-24-25,25 25,50 0,-26 50,1-1,-50 1,0-25,0 24,-25-49</inkml:trace>
  <inkml:trace contextRef="#ctx0" brushRef="#br0" timeOffset="207862.88">22225 3597,'25'0,"25"0,-1 0</inkml:trace>
  <inkml:trace contextRef="#ctx0" brushRef="#br0" timeOffset="208092.9">22597 3473,'0'-25,"0"74,0 1,25 24,-25 1,0-25,50-26,-50 26,25-50,-25 25,24-25,26 0,-25-25</inkml:trace>
  <inkml:trace contextRef="#ctx0" brushRef="#br0" timeOffset="208231.91">22597 3696,'25'0,"50"0,24-50,-25 50,-24-49</inkml:trace>
  <inkml:trace contextRef="#ctx0" brushRef="#br0" timeOffset="209981.01">23069 3026,'25'0,"-1"0,1 0,25-49,-1 49,26-25,49 25,-25-50,-25 50,1-49,-26 49,-24-25,-25 25,-25 0</inkml:trace>
  <inkml:trace contextRef="#ctx0" brushRef="#br0" timeOffset="210292.02">23292 3125,'0'0,"50"0,-1-24,26 24,24-25,0 25,0-75,-24 75,-1-74,0 74,-24-25,-25 25,-25 0,-50 0,25 0</inkml:trace>
  <inkml:trace contextRef="#ctx0" brushRef="#br0" timeOffset="-155768.08">10021 8905</inkml:trace>
  <inkml:trace contextRef="#ctx0" brushRef="#br0" timeOffset="-44931.74">15627 9128,'0'0,"-25"0</inkml:trace>
  <inkml:trace contextRef="#ctx0" brushRef="#br0" timeOffset="-42068.58">14933 8086</inkml:trace>
  <inkml:trace contextRef="#ctx0" brushRef="#br0" timeOffset="-13437.94">22473 4465,'0'-50</inkml:trace>
  <inkml:trace contextRef="#ctx0" brushRef="#br0" timeOffset="-539.2">22697 4415</inkml:trace>
  <inkml:trace contextRef="#ctx0" brushRef="#br0" timeOffset="4414.08">16917 5383,'-25'0,"50"0,0 0,49 0,-24-25,24 25,1-50,-1 50,25-49,-24 49,-26-25,-24 25,-99 0</inkml:trace>
  <inkml:trace contextRef="#ctx0" brushRef="#br0" timeOffset="4698.1">16967 5507,'49'0,"1"0,24-50,1 50,-1-50,-24 50,24-49,-24 49,-25-25,24 25,-24 0,-50 0,0 0,25 25</inkml:trace>
  <inkml:trace contextRef="#ctx0" brushRef="#br0" timeOffset="5572.15">22498 10294,'0'0,"0"0</inkml:trace>
  <inkml:trace contextRef="#ctx0" brushRef="#br0" timeOffset="6311.19">16843 5556</inkml:trace>
  <inkml:trace contextRef="#ctx0" brushRef="#br0" timeOffset="10194.41">3250 4217</inkml:trace>
  <inkml:trace contextRef="#ctx0" brushRef="#br0" timeOffset="11267.48">3944 4118</inkml:trace>
  <inkml:trace contextRef="#ctx0" brushRef="#br0" timeOffset="12008.52">3399 4242</inkml:trace>
  <inkml:trace contextRef="#ctx0" brushRef="#br0" timeOffset="13516.6">596 7689</inkml:trace>
  <inkml:trace contextRef="#ctx0" brushRef="#br0" timeOffset="14291.65">596 7541</inkml:trace>
  <inkml:trace contextRef="#ctx0" brushRef="#br0" timeOffset="14828.68">1117 7615</inkml:trace>
  <inkml:trace contextRef="#ctx0" brushRef="#br0" timeOffset="15467.72">670 7615</inkml:trace>
  <inkml:trace contextRef="#ctx0" brushRef="#br0" timeOffset="16396.77">794 7565</inkml:trace>
  <inkml:trace contextRef="#ctx0" brushRef="#br1" timeOffset="64500.52">8930 8136,'0'0</inkml:trace>
  <inkml:trace contextRef="#ctx0" brushRef="#br1" timeOffset="65010.55">8980 8086,'0'-24,"0"-1,0 50,0 24,0 26,0-1,0 0,0 26,0-51,0 1,0-1,0-24,0 25,49-50</inkml:trace>
  <inkml:trace contextRef="#ctx0" brushRef="#br1" timeOffset="65337.57">9004 8235,'0'-74,"0"49,0 0,25 25,0-49,0 49,24 49,-49-24,0 0,25 24,-25-24,0 0,0 25,0-1,0-49,0 25,-49-25,-1 0,0 0</inkml:trace>
  <inkml:trace contextRef="#ctx0" brushRef="#br1" timeOffset="65785.59">9203 8086,'49'0,"-24"0,25 0,-50 25,50-25,-50 75,49-26,-49-24,0 0,0 24,0-24,-25-25,25-25,0 1,0-51,0 1,0 24,0 1,0 24,25 25,-25-50,25 50,49 0,-49 0</inkml:trace>
  <inkml:trace contextRef="#ctx0" brushRef="#br1" timeOffset="66249.62">9699 8161,'50'-25,"-26"-25,51-49,-75 74,25 25,-25-25,0 25,-100 25,76 25,-26 0,25-1,25 1,-49-25,49-1,0 26,24-50,26 0,0 0,-26 0,26 0,-25 0,0 0,24-50</inkml:trace>
  <inkml:trace contextRef="#ctx0" brushRef="#br1" timeOffset="66720.65">10170 7962,'0'-49,"-25"49,-24 24,24 26,25-25,0 25,25-50,-25 24,74-24,-49 0,0 0,-25 50,74-50,-74 25,0 24,0-24,-25-25,25 25,-49-25,-1 0,25 0,25-25,0 0</inkml:trace>
  <inkml:trace contextRef="#ctx0" brushRef="#br1" timeOffset="67770.71">10369 8111,'0'0,"0"0,49-25,-24-24,-25 24,50 25,-50-25,-25 25,0 0,0 0,-24 25,24 0,-25 24,50-24,-25 25,25-1,0-49,25 25,50-25,-1 0,1 0,-1 0,0-74,1 74,-50-50,-25 25,24 25,-24-49,0 49,0 25,0 24,0-24,0 0,0 24,0-49,0 50,0-50,0-50,0 26,0-26,0 0,50 1,-50 24,50 25,-50 50,49-26,-49 26,75-25,-75 24,24-24,26 0,-25-25,24-50,-49 26,50-26,-50 0,0 1,0-1,0 0,0 26,0 24,-50 24,50 26,0-25,0 0,0 24,0-24,0-25,0 50,50-50,-50 49,25-49</inkml:trace>
  <inkml:trace contextRef="#ctx0" brushRef="#br1" timeOffset="67920.72">11138 8111,'0'-25,"49"25,1-24,-1 24,-24-50</inkml:trace>
  <inkml:trace contextRef="#ctx0" brushRef="#br1" timeOffset="68799.77">11882 7888,'0'-25,"0"0,-25 25,0 0,-24 0,-1 75,50-26,0-24,25 25,0-50,24 0,1 25,24-25,-49 49,-25 1,50-25,-50-1,0 26,-25-50,0 50,0-50,-49 0,49 0,0 0,-24 0,24 0,25 0,0-50,25 25,24-24,26 24</inkml:trace>
  <inkml:trace contextRef="#ctx0" brushRef="#br1" timeOffset="69068.78">12229 7913,'0'-25,"-50"25,50 25,0-1,0 51,25-25,-25-1,0 1,50 24,-50-49,0 0,0 24</inkml:trace>
  <inkml:trace contextRef="#ctx0" brushRef="#br1" timeOffset="69925.83">12080 8161,'0'-50,"25"50,25-25,-1 25,26-49,24 49,0-25,-49 25,-1 0,-24-50,25 50,-100 25,25 0,1 25,-26-26,25 26,25 0,-50-50,50 24,25-24,25 0,-25 0,24-24,-24-26,25 0,-50 1,-25 49,25 49,-25-24,25 25,0-50,25 49,49-49,1 0,-26-49,1 24,0-25,-26 26,-24-1,50-25,-50 25,0-24,0-26,0 26,0 24,-50-25,26 50,24 0,-25 50,25 24,0 1,0-26,0 26,0-26,0-24,49 25,26-25,-50-25,-1 0,26 0,-25-25,24-50,-49 26,0 24,0 0,-24 25,-51 0,50 50,25-25,-49 24,49 1,49-25,-24-25,25 0,-1 0,1 0,-25-25,-25-25,0 25</inkml:trace>
  <inkml:trace contextRef="#ctx0" brushRef="#br1" timeOffset="70080.84">12973 7962,'25'0,"25"0,24-49,0 49,1-50,-1 0</inkml:trace>
  <inkml:trace contextRef="#ctx0" brushRef="#br1" timeOffset="70993.89">14685 7838,'0'-25,"-25"25,25 25,0 25,0-1,0 26,0-50,0 0,25 24,0-49,24 0,1 0,-50-25,0 1</inkml:trace>
  <inkml:trace contextRef="#ctx0" brushRef="#br1" timeOffset="71163.9">14561 7689,'0'-24,"0"24,49 0,-24 0</inkml:trace>
  <inkml:trace contextRef="#ctx0" brushRef="#br1" timeOffset="71386.91">15057 7714,'0'25,"0"25,0-26,0 51,0 24,0-24,0-1,0 0,0 1,-50-26,50 1,0-25,0-25</inkml:trace>
  <inkml:trace contextRef="#ctx0" brushRef="#br1" timeOffset="71633.93">15305 7863,'0'-25,"0"75,0-1,0 26,0-1,0 1,0-26,0 1,0 0,0-26,0 26,25-50</inkml:trace>
  <inkml:trace contextRef="#ctx0" brushRef="#br1" timeOffset="71896.94">15330 7987,'0'-25,"0"0,0-49,49 74,-24 0,0 0,24 0,-49 50,25-1,-25 1,0 0,-25-1,-24-24,24-25,0 50,-24-50,24 0,25-50,25 25,24-24</inkml:trace>
  <inkml:trace contextRef="#ctx0" brushRef="#br1" timeOffset="73320.02">16793 7764,'0'-25,"0"75,0-1,0 26,0-1,0 1,0-26,0-24,0 0,0-25,0-25,-25-25,25 26,0-26,0 0,0-24,0 24,0 1,0 24,50 25,0 0,-26 0,1 0,25 0,-50 49,49 1,-49 0,0 24,0 1,0-26,0 26,0-51,0 26</inkml:trace>
  <inkml:trace contextRef="#ctx0" brushRef="#br1" timeOffset="73667.04">17041 8161,'0'-50,"75"50,-51-49,26-1,-25 25,24-25,-49 26,25-1,-25-50,0 75,-74 0,-1 50,51-25,-26 24,50-24,-25 0,25 25,25-1,25-49,49 0,-25 0,25 0,-24-49,-1 24,-49-25,0 25,-25 1</inkml:trace>
  <inkml:trace contextRef="#ctx0" brushRef="#br1" timeOffset="73838.05">17636 7838,'0'-25,"25"25,-25-49,0 74,-25 49,25-24,-99 24,74-24,-24-1,24 1,25-25</inkml:trace>
  <inkml:trace contextRef="#ctx0" brushRef="#br1" timeOffset="73989.06">17388 8012,'0'-50,"25"50,0 25,25-25,-26 25,1-25,25 0,-25 50,24-50,1 0</inkml:trace>
  <inkml:trace contextRef="#ctx0" brushRef="#br1" timeOffset="74207.08">17835 7615,'-25'-74,"25"98,0 26,0 24,0 1,0-1,25-24,-25-1,0 1,25-25,-25 25,49-50</inkml:trace>
  <inkml:trace contextRef="#ctx0" brushRef="#br1" timeOffset="74357.08">17736 7863,'0'-25,"49"25,51-49,-26 49,0-25</inkml:trace>
  <inkml:trace contextRef="#ctx0" brushRef="#br1" timeOffset="74876.11">18430 7491,'0'0,"-74"-25,24 25,25 0,25 0,-24 25,24 25,0-26,0 1,0 25,24-25,1-25,25 74,-25-74,-1 25,26 0,-50 49,0-24,-25-50,-24 49,24-49,0 0,-25 0,1 0,49 0,0-25,25-24,74-26</inkml:trace>
  <inkml:trace contextRef="#ctx0" brushRef="#br1" timeOffset="75098.13">18653 7342,'0'50,"0"-1,0 26,0-1,0 1,0-1,0-24,0-26,0 26,25-50,-25 25</inkml:trace>
  <inkml:trace contextRef="#ctx0" brushRef="#br1" timeOffset="75250.13">18579 7764,'0'-50,"50"25,24 25,25-74,-24 74,-26-50,-24 50</inkml:trace>
  <inkml:trace contextRef="#ctx0" brushRef="#br1" timeOffset="75991.18">19001 7516,'-25'0,"-25"25,26-1,-51 51,25-26,1 1,49 0,-25-26,25 26,25-50,0 0,49 0,-24 0,-25 0,24-50,-49 26,50-1,-50-25,0 25,0 25,0 25,-50-25,50 50,0-1,25-49,0 0,0 0,24 0,-24-49,25 24,-26-25,-24 26,0-26,50-24,-50-1,0-24,0 25,0-1,-25 26,25 24,-25 25,25 49,0 26,0-1,0 25,0 1,0-1,0-25,50-24,-25-1,49-49,-24 25,-1-25,1 0,24-25,-49-24,-25-1,50-24,-50-1,0 26,0-1,0 1,-25 49,-49 0,24 24,0 1,1 25,49 24,0 1,0-26,0-24,25 25,24-50,26 0,49 0,-25 0,-25-25,-24 0,-25-25,-25 1</inkml:trace>
  <inkml:trace contextRef="#ctx0" brushRef="#br1" timeOffset="76265.19">19224 7466,'25'0,"24"0,1-25,24 25,26-49,-1-1</inkml:trace>
  <inkml:trace contextRef="#ctx0" brushRef="#br1" timeOffset="78540.32">8632 7714,'0'0,"50"0,0 0,-26 0,1 0,25 0,24 0,-24 0,-1 0,1 0,24-49,1 49,-26 0,1 0,25-50,-1 50,0 0,1 0,-1 0,1-25,-1 25,0 0,1 0,-1 0,1 0,-1 0,0-49,1 49,24 0,-24 0,-1 0,-24 0,-1 0,1 0,-1 0,26 0,-26 0,26 0,-26-25,1 25,24 0,-24 0,0 0,-26 0,26 0,0 0,-1 0,1 0,0 0,-1 0,26 0,-26 0,1 0,-1 0,1 0,24 0,-24 0,0 0,-1 0,1-50,24 50,1 0,-26 0,1 0,-1 0,1 0,0 0,-25 0,-1 0,26 0,-25 0,0 0,24-25,-24 25,0 0,24 0,-24 0,0-49,25 49,-26 0,26 0,0 0,-26 0,1-25,25 25,-25 0,-1 0,26 0,24-50,-49 50,0 0,25 0,-26 0,26 0,0 0,-1 0,1 0,-25 0,24 0,-24 0,0 0,25-24,-1 24,1 0,-1 0,1 0,24 0,-49 0,0 0,25 0,-26 0,1 0,50 0,-26 0,26 0,-51 0,26 0,0 0,-1 0,1 0,-25 0,0 0,24 0,-24 0,0 0,24 0,-24 0,0 0,49 0,-49 0,0 0</inkml:trace>
  <inkml:trace contextRef="#ctx0" brushRef="#br1" timeOffset="79315.37">12452 6722,'0'50,"0"-26,0 51,25-50,-25 0,0 24,25-49,-25 25,25-25,24 0,1 0,0-25,-50-24,0 24</inkml:trace>
  <inkml:trace contextRef="#ctx0" brushRef="#br1" timeOffset="79465.38">12378 6548,'25'0,"-1"0</inkml:trace>
  <inkml:trace contextRef="#ctx0" brushRef="#br1" timeOffset="79750.39">12874 6474,'25'0,"-25"0,0 50,0 24,0 0,0 26,0 24,-25-25,25-25,0 1,0-26,0-24,0 0,50-25</inkml:trace>
  <inkml:trace contextRef="#ctx0" brushRef="#br1" timeOffset="79980.41">13147 6747,'0'25,"0"24,0 1,49 24,-49 1,0-1,25-24,-25-25,0 24,0-24</inkml:trace>
  <inkml:trace contextRef="#ctx0" brushRef="#br1" timeOffset="80237.42">13147 6821,'0'-25,"49"-24,1 49,24 0,-49 0,0 0,-25 49,50 1,-50 0,-25-1,25 1,-75 24,26-49,24-25,25 50,-50-50,50-25</inkml:trace>
  <inkml:trace contextRef="#ctx0" brushRef="#br1" timeOffset="82052.52">16471 7417,'24'0,"51"0,-50 0,-1 0,26 0,25 0,-1 0,0 0,26 0,-26 0,25-25,0 25,25 0,-24 0,-1 0,0 0,-24 0,-1 0,50-25,-25 25,0 0,-24 0,-1 0,1 0,49 0,-25-50,0 50,25 0,-49 0,-1 0,0 0,-24 0,0 0,-26 0,26 0,-25 0,0 0,24 0,-24 0,0-49,49 49,-49 0,0 0,24 0,1 0,0 0,-50-25,49 25,-24 0,25 0,-50-25,24 25,1 0,25 0,-50-49,-25 49,-49 0,49 0</inkml:trace>
  <inkml:trace contextRef="#ctx0" brushRef="#br1" timeOffset="82748.56">17612 6548,'0'0,"-50"0,25 25,-24 0,24 25,25-26,0 1,0 25,49-1,1-49,74 0,-49 0,-26 0,1-24,-1-26,-49 25,25 0,-25-24,0 24,0-25,-49 50,-1-24,-24 24,-26 0,-24 24,50 1,24 25,50-25,0 24,75-24,24-25</inkml:trace>
  <inkml:trace contextRef="#ctx0" brushRef="#br1" timeOffset="83018.58">18281 6276,'0'-25,"0"74,0 26,0 24,-24 25,24 0,-50 0,50-25,0-24,0-26,0 26,0-50,25-25</inkml:trace>
  <inkml:trace contextRef="#ctx0" brushRef="#br1" timeOffset="83250.59">18455 6648,'0'-25,"0"25,0 49,50 1,-50 24,74 26,-74-51,0 1,0 0,0-26,0 26,0-25</inkml:trace>
  <inkml:trace contextRef="#ctx0" brushRef="#br1" timeOffset="83507.61">18480 6697,'0'-25,"0"25,0-49,74 49,-24 0,24 0,-24 0,-25 49,-25-24,49 0,-49 25,0-26,-49 1,24 25,-50-50,1 50,0-50,24 0,25 0,25-50</inkml:trace>
  <inkml:trace contextRef="#ctx0" brushRef="#br1" timeOffset="83664.62">18877 6821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38:32.91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8012 9079,'0'-25,"0"50,0 24,-25 50,25 1,-74-1,74-25,-50-24,50-1,0-24,0 25,0-75,0-49,0 24,25 0,-25-24,0 0,50-1,-50 1,0 49,25 25,-25-25,49 50,-49 0,50 49,-50-24,25-1,-25 1,49 24,-49-49,25 0,-25 25,0-26,0 1</inkml:trace>
  <inkml:trace contextRef="#ctx0" brushRef="#br0" timeOffset="300.01">7863 9575,'-24'0,"24"0,24 0,26 0,49-25,-24 25,-1-50,1 50,-26-25,1 25,-25 0,-25 0</inkml:trace>
  <inkml:trace contextRef="#ctx0" brushRef="#br0" timeOffset="2651.15">11336 9302,'0'-25,"0"25,0 25,0 49,0 1,0-1,0 25,0-49,0-1,0 1,0-25,50-25,-50 0</inkml:trace>
  <inkml:trace contextRef="#ctx0" brushRef="#br0" timeOffset="3297.18">11187 9351,'0'-49,"25"24,0 25,24-74,-24 74,0 0,25-25,-25 25,-1 0,51 0,-50 0,-25 0,0 49,0 26,0-1,-25-24,25-1,-25 1,25-25,-25-25,25 25,0-50,0-25,50 25,-25 25,-25-24,74 24,-49 0,24 0,1 0,-50 49,0 1,25-1,-25 26,0-1,-25-24,-25-1,26 1,-26-25,-24-25,24 49,0-49,26 0,-26 0,25 0,-25-24,50-1,0 0,0 25,50-74,25 49</inkml:trace>
  <inkml:trace contextRef="#ctx0" brushRef="#br0" timeOffset="7403.42">8236 10492,'-25'0,"-25"0,25 0,0 0,25 0,-49 50,49 0,0 24,0-49,0 24,0 1,25 0,-1-50,-24 24,25-24,50 0,-26 0,-24 0,-25 0,25 0,25-49,-50 24,24 25,-24-25,50-24,-50 24,0-25,0 1,0 24,0 0,-25 25,25-50,-25 50,1 0,-26 0,0 0,1 0,24 0,25 25,-50-25,50 50,0-1,25-49,0 0</inkml:trace>
  <inkml:trace contextRef="#ctx0" brushRef="#br0" timeOffset="8790.5">11535 10492,'-50'0,"25"0,0 0,1 0,24 0,-50 0,50 25,-25-25,25 50,0-25,-50-1,50 26,0-25,0 0,25 49,-25-49,25-25,25 25,-25-25,24 49,-24-49,0 0,24 0,26-25,-26 25,-49-24,25 24,-25-25,25 25,-25-50,0 25,0 1,0-1,0-25,0 25,0 1,0 24,0-75,-25 75,25-25,-25 25,-49 0,49 0,0 0,-24 0,24 0,25 0,0 0</inkml:trace>
  <inkml:trace contextRef="#ctx0" brushRef="#br0" timeOffset="11327.64">14759 10368,'0'-24,"0"-1,-25 25,1 0,-1 0,-25 25,25 24,25 1,-49-1,49-24,0 25,0-1,0-49,74 75,-49-75,25 0,-1 0,-24 0,0 0,24 0,-24-25,0 25,25-25,-1-24,1-1,-50 0,25 50,-25-74,0 49,-25 0,-50 25,51 0,-1 0,-25 0,25 0,1 0,-1 0,-25 0,25 0,-24 0,74 0</inkml:trace>
  <inkml:trace contextRef="#ctx0" brushRef="#br0" timeOffset="12219.69">14412 9277,'0'-50,"25"26,-1 24,1 0,25 0,-25 0,-25 0,0 74,0 0,0-24,0 0,0-1,-25 1,25-1,-25-49,25 50,-25-50,0 0,25 25,-49-25,24 0,25-25,0 0,0-49,0 49</inkml:trace>
  <inkml:trace contextRef="#ctx0" brushRef="#br0" timeOffset="12885.73">14883 9252,'0'-25,"0"-24,-25 49,1 0,-1 0,-25 25,-24-1,24 26,1 0,49-1,0 1,0-25,0-1,0 26,0 0,49-50,-49 24,50-24,-25 0,24 0,1 0,-25 0,-25 0,49 0,1-49,-25 24</inkml:trace>
  <inkml:trace contextRef="#ctx0" brushRef="#br0" timeOffset="22718.29">15702 10393,'-25'0,"-25"0,75 0,50 0,-51 0,26 0,24 0,-24 0,24 0,1 0,-1 0,-24 0,-1-25,26 25,-50 0,-1 0,26 0,0 0,-75 0</inkml:trace>
  <inkml:trace contextRef="#ctx0" brushRef="#br0" timeOffset="23258.33">16223 10244,'0'0,"49"50,1-50,-25 25,-1-25,26 49,-25-49,24 0,-24 0,0 0,25 0,-75 0,0 0,-25 25,-49 25,50-25,-1 24,50-24</inkml:trace>
  <inkml:trace contextRef="#ctx0" brushRef="#br0" timeOffset="29545.68">17512 10269,'0'-49,"25"49,-25-25,0 0,-25 25,25-50,-24 50,24 25,-25 0,25 0,0 24,0-24,0 0,0 25,0-1,0 1,0-50,0 25,25-25,-1 0,51 0,-50 0,-1 0,51 0,-50-50,-25 25,25 25,-25-25,0-24,0 24,0 0,0-24,-25 49,25-25,-50 25,0 0,26 0,-26 0,0 0,26 0,24 0,0 49,74-49</inkml:trace>
  <inkml:trace contextRef="#ctx0" brushRef="#br0" timeOffset="30976.77">19050 10220,'0'-25,"0"-25,-24 50,24-25,-25 25,0 0,-25 25,26-25,24 25,-25 0,25 24,0-24,0 0,0 25,0-26,25 1,24-25,-24 50,25-50,-26 0,1 0,25 0,-50 0,74 0,-74-50,50 50,-50-25,25 25,-25-24,49-51,-49 26,0-1,0 25,-25-24,-24 49,24 0,-25 0,26 0,-1 0,-25 0,25 0</inkml:trace>
  <inkml:trace contextRef="#ctx0" brushRef="#br0" timeOffset="32595.86">17314 9103,'0'-24,"-25"24,25 24,0 51,0-26,0-24,0 0,0 25,50-26,-50 26,0-25,0-50,0-25,0 26,-25-26,25 25,0 0,0-24,0-1,25 50,-25-49,25 24,24-25,1 0,-25 50,-25 25,49 0,-49 25,0-25,0-1,25 26,-25-25,0 0,0 49,0-49,25-25</inkml:trace>
  <inkml:trace contextRef="#ctx0" brushRef="#br0" timeOffset="32941.88">17413 9277,'-25'0,"50"0,-25-25,50 25,49 0,-74-25,24 25,1-49,-25 49</inkml:trace>
  <inkml:trace contextRef="#ctx0" brushRef="#br0" timeOffset="34514.97">18951 8830,'0'-24,"0"24,0 49,0 26,0-26,0 1,0 0,0-26,0 26,0-25,0 24,25 1</inkml:trace>
  <inkml:trace contextRef="#ctx0" brushRef="#br0" timeOffset="35206.01">18951 9079,'0'-75,"0"50,0 0,0-24,0 49,0-50,50 50,-50-49,49 49,-49-25,75 25,-50 0,-25-50,24 50,26 0,-50 50,0-1,0 26,0-1,-25-24,25 0,-25-1,-24-24,49-25,0-25,0 25,0-49,49 49,-24 0,25 0,-1 0,-24 0,-25 24,25-24,-25 50,0 24,0-49,-25 25,0-50,-24 49,24-49,-25 50,1-50,-1 0,25 0,-24 0,24-25,25 0,25 25,0-49</inkml:trace>
  <inkml:trace contextRef="#ctx0" brushRef="#br0" timeOffset="38760.21">8409 11534,'0'0,"0"-25,-49 25,24 0,0 0,0 0,25 25,-49-25,49 50,-25-1,25 1,0 24,-50-74,50 50,0-25,0 0,0 24,0-24,0 0,0 24,25 1,0-50,-25 25,25-25,24 49,-24-49,25 0,-1 0,-49-24,25 24,-25-25,25 25,-25-25,49 25,-49-50,25-24,-25 24,50 1,-50-1,0 1,0-1,-25 50,25-25,-25 25,0-49,-24 49,24 0,-25 0,26 0,24 24,0 1,0-25,24 0</inkml:trace>
  <inkml:trace contextRef="#ctx0" brushRef="#br0" timeOffset="39914.28">11386 11757,'0'-24,"0"-1,-50 25,50-50,-25 50,0 0,-24 25,24 25,-25 49,50-74,0-1,0 1,0 25,0-25,0 24,25-49,-25 50,75-50,-51 0,1 0,0 0,74 0,-74-25,0 25,25-25,-26 25,26-74,-50 49,50 0,-26-49,-24 24,0 1,0-1,0-24,0 49,-24 25,-51 0,26 0,24 0,0 0,-49 0,49 0,25 0,-25 0,25 49,0-24,0 0</inkml:trace>
  <inkml:trace contextRef="#ctx0" brushRef="#br0" timeOffset="41212.35">14784 11410,'0'-25,"0"50,0 0,0 49,0 1,0 24,0 0,0 0,0-24,0-26,0 26,0-50,0-1,0 26,0-75</inkml:trace>
  <inkml:trace contextRef="#ctx0" brushRef="#br0" timeOffset="42134.41">15206 11832,'-25'0,"25"0,74 0,-49 0,0 0,24-25,26 25,-26 0,1 0,24 0,1 0,-1-50,26 50,-51 0,1 0,-1-49,1 49,0 0,-26 0,1-25,25 25,-25 0,-25 0</inkml:trace>
  <inkml:trace contextRef="#ctx0" brushRef="#br0" timeOffset="42554.43">15950 11509,'-25'0,"25"0,50 25,-1-25,-24 0,0 25,24-25,-24 0,0 25,25-25,-26 0,-24 49,50-49,0 0,-50 50,-25-25,25 24,-50-24,1 25,24-25,-25 24,25-24,25 0,-24-25,24 74,0-74</inkml:trace>
  <inkml:trace contextRef="#ctx0" brushRef="#br0" timeOffset="45944.62">17612 11311,'0'-50,"-50"50,50-24,-25 24,0 0,-24 24,24 51,25-50,-50 24,50-24,0 0,0 0,0 24,0-24,0 0,0 24,25-24,0 25,25-50,-1 0,1 0,-25 0,-25 0,49 0,-49-50,75 1,-75 24,25 0,-25-25,49 1,-49-1,0 25,-25-24,1 24,-26 25,-25 0,26 0,24 0,0 0,-24 0,49 25,0 49,0-74,74 0</inkml:trace>
  <inkml:trace contextRef="#ctx0" brushRef="#br0" timeOffset="46628.66">19224 11237,'0'-25,"0"0,0 25,0 50,0 24,-50 25,50 0,-49 25,49-24,0-1,0-25,0-49,0 0,-50-25,50-75</inkml:trace>
  <inkml:trace contextRef="#ctx0" brushRef="#br0" timeOffset="49057.8">12204 10691,'-25'-25,"1"25,24 0,49 0,-24 0,25 0,-26 0,26 0,0 0,24 0,1 0,-1 0,0 0,1 0,-1 0,1 0,-1 0,0 0,1 0,-1 0,-24 0,24 0,-49 0,0-50,24 50,-24 0,0 0,25 0,-25 0,-1-24,26 24,0 0,-26 0,1 0,25 0,-25 0</inkml:trace>
  <inkml:trace contextRef="#ctx0" brushRef="#br0" timeOffset="49432.82">13668 10443,'-25'0,"50"25,49-1,-49-24,0 0,24 50,-24-50,25 0,-1 0,-49 25,0 24,0-24,-49 25,24-25,-25 49,26-24,-26-1,50 26,-25-51</inkml:trace>
  <inkml:trace contextRef="#ctx0" brushRef="#br0" timeOffset="50500.88">12328 11931,'-49'0,"73"0,26 0,-25 0,24 0,26-25,-1 25,1 0,-1 0,1 0,-1-25,0 25,26 0,24-49,-25 49,-25-50,1 50,24 0,-49 0,-1-25,-24 25,25 0,-26 0,1 0,25 0,-25 0,-1 0,1 0,25 0,-25 0,-25-49,24 49,26 0,-50-25</inkml:trace>
  <inkml:trace contextRef="#ctx0" brushRef="#br0" timeOffset="50819.9">13941 11584,'-25'0,"25"0,0 25,49-25,26 0,-50 24,-25 1,0 25,0-1,-50-24,25 50,-49-26,24 1,25-25,25-1,-49-24</inkml:trace>
  <inkml:trace contextRef="#ctx0" brushRef="#br0" timeOffset="52898.02">8484 12923,'0'-25,"0"1,-50 24,50 0,-50 49,50 1,-24-1,24 1,-50 24,50-49,0 0,0 25,25-25,24-25,-24 49,25-49,24 0,1-25,-1-24,25-1,-74 25,0 0,-25-24,49 24,-49-25,0 1,0-1,-24 25,-26-24,25 49,-24-25,-26 25,26 0,24 0,-25 0,50 74,0-49,25 25,74-50,25 0</inkml:trace>
  <inkml:trace contextRef="#ctx0" brushRef="#br0" timeOffset="53662.06">11411 12675,'-25'0,"25"-25,0 50,0 25,0-1,0 26,0-1,0 25,0-24,0-26,0 1,0-25,49-50</inkml:trace>
  <inkml:trace contextRef="#ctx0" brushRef="#br0" timeOffset="54404.11">12477 12998,'-50'0,"75"0,25 0,0 0,24 0,0 0,26 0,24 0,-50-25,25 25,0 0,25-25,-49 25,-26 0,1 0,0 0,-25 0,-1 0,26 0,-50-50,0 26</inkml:trace>
  <inkml:trace contextRef="#ctx0" brushRef="#br0" timeOffset="54712.12">13444 12774,'-49'0,"74"0,-1 0,26 0,-25 0,0 0,24 25,-24-25,0 0,25 0,-26 0,-24 50,0-1,0-24,0 25,-24-25,-1-1,-25 26,25-50,25 50</inkml:trace>
  <inkml:trace contextRef="#ctx0" brushRef="#br0" timeOffset="56070.2">14536 12824,'0'-50,"0"50,0-24,-50 24,25 0,1 0,24 0,-50 0,50 49,-25 1,25-25,0 24,0-24,0 0,0 24,0-24,0-25,0 50,50-50,-1 0,-24 0,25 0,0 0,-1 0,1 0,-25 0,24-75,-49 51,50-26,-50 25,49 0,-49-24,0-1,0 25,-24-24,-26 24,0 25,-24 0,49 0,-24 0,-1 0,0 0,50 50,25-50</inkml:trace>
  <inkml:trace contextRef="#ctx0" brushRef="#br0" timeOffset="58033.31">15627 12799,'-25'0,"-24"0,74 0,49 0,-24 0,-1 0,26 0,-1 0,25 0,-24 0,24-49,-25 49,-24 0,-25 0,24 0,-24 0</inkml:trace>
  <inkml:trace contextRef="#ctx0" brushRef="#br0" timeOffset="58387.33">16272 12526,'-25'0,"25"25,0-25,50 25,-25-25,24 0,26 0,-26 0,1 50,-25-50,24 0,-24 0,-25 24,0 26,-25 0,25-26,-74 26,49-25,0 24,25-24,-74 0,99-25</inkml:trace>
  <inkml:trace contextRef="#ctx0" brushRef="#br0" timeOffset="60494.46">17562 12402,'0'-49,"-25"49,25-25,0 25,0 50,0-1,0 26,0-1,0 0,0 1,0-1,0-24,0-1,0 1,25-50,-25 0,50 0</inkml:trace>
  <inkml:trace contextRef="#ctx0" brushRef="#br0" timeOffset="61543.52">19026 12353,'-25'0,"25"49,-50-24,50 50,-49-26,49-24,0 25,0-26,0 26,24-50,26 0,-25 0,0 0,24 0,-24 0,25 0,-50-25,49 25,-49-25,25-49,-25 24,0 1,0-1,0 1,0 49,0-25,-25 25,25-25,-49 25,24 0,0 0,-25 0,50 25</inkml:trace>
  <inkml:trace contextRef="#ctx0" brushRef="#br0" timeOffset="64164.67">8856 13841,'0'-25,"-25"25,25-49,-25 49,25 24,-74 1,74 25,-50 24,50 1,-50-1,50-24,0-26,0 51,50-75,-25 0,24 0,26 0,-1 0,1-25,-1-25,-49 50,-25-49,49 24,-49 0,0-49,0 24,0 25,-49 25,24-49,-25 49,-24 0,0 0,-1 0,26 49,-1-24,50 25,0-1,0-24,74-25</inkml:trace>
  <inkml:trace contextRef="#ctx0" brushRef="#br0" timeOffset="65332.73">11336 13816,'0'-25,"0"1,0 24,0 24,0 51,0-1,25 1,-25 24,50 0,-50-49,0-1,24-24,-24 25,0-75,25 25,-25-50</inkml:trace>
  <inkml:trace contextRef="#ctx0" brushRef="#br0" timeOffset="66141.78">12676 14015,'-25'0,"50"0,-25 0,74 0,-24 0,-1 0,26 0,24 0,0 0,0 0,0 0,25-25,-49 25,-25 0,-1 0,-24 0,-50 0</inkml:trace>
  <inkml:trace contextRef="#ctx0" brushRef="#br0" timeOffset="66449.8">13395 13866,'-25'0,"50"0,0 0,49 0,-24 0,-1 0,1 0,49 49,-49-49,-25 0,-25 25,24-25,-24 25,0 25,-24-1,-26 1,0-1,1-24,-1 25,1-50,49 49,0 1,49-50</inkml:trace>
  <inkml:trace contextRef="#ctx0" brushRef="#br0" timeOffset="67836.88">14586 13692,'0'-25,"0"25,0 25,0 50,0-26,0 26,0-1,0 0,0 1,0-26,49 1,-49-25,50-25,-1-25</inkml:trace>
  <inkml:trace contextRef="#ctx0" brushRef="#br0" timeOffset="68563.92">15429 14015,'-75'0,"51"0,48 0,51 0,-1 0,1 0,24 0,25 0,25 0,-25 0,25 0,-25 0,0-50,-25 50,25 0,-50 0,-49 0,0 0,25-25,-75 25</inkml:trace>
  <inkml:trace contextRef="#ctx0" brushRef="#br0" timeOffset="68931.94">16619 13767,'-74'0,"49"0,25 0,50 24,-25-24,49 25,-24-25,-1 50,1-50,0 0,24 0,-24 0,-26 0,-24 25,0 49,0-49,-49 24,24-24,-25 25,26-50,-26 74,50-49</inkml:trace>
  <inkml:trace contextRef="#ctx0" brushRef="#br0" timeOffset="71226.07">17686 13717</inkml:trace>
  <inkml:trace contextRef="#ctx0" brushRef="#br0" timeOffset="73012.17">17686 13717,'0'-25,"0"25,0-25,-50 25,50-49,-24 49,-1 0,-25 25,25-1,-24 76,49-76,0 1,-25 25,25-25,0-1,0 26,0-25,0-25,0 49,25-49,24 50,1-50,-25 0,0 0,24 0,-24 0,0 0,-25-25,50 25,-50-25,24 25,-24-24,25 24,-25-50,50-24,-50 49,0-25,0 1,0-1,0 50,0-25,-75-24,51 24,-26 25,25 0,-25 0,26 0,-26 0,25 0,-24 49,49 1,0 0,49-50</inkml:trace>
  <inkml:trace contextRef="#ctx0" brushRef="#br0" timeOffset="73807.22">19125 13519,'0'-50,"49"50,-49 74,0 26,0-26,0 25,0-24,0-1,0-24,0-26,0 26,25-50,-25-25</inkml:trace>
  <inkml:trace contextRef="#ctx0" brushRef="#br0" timeOffset="76012.34">8930 15081,'0'-25,"0"25,0-24,0 98,0 0,0 50,-74 50,74-25,0-25,0-25,0-24,-25-1,25-49,0 0,0-25,25-25</inkml:trace>
  <inkml:trace contextRef="#ctx0" brushRef="#br0" timeOffset="77538.43">11411 15007,'0'-25,"-75"50,75 49,-50 1,50-1,-74 25,74-24,-25-1,25-24,0-1,0-24,0-25,50 75,24-75,1 0,-1 0,1-25,-1-25,0 25,-49-24,25 24,-50 0,25-49,-25-1,0 1,0-1,-50 26,-24-1,24 50,-24 0,-1 0,-24 75,24-26,51 1,24-1,0 1,74 0,1-50</inkml:trace>
  <inkml:trace contextRef="#ctx0" brushRef="#br0" timeOffset="78404.48">12676 15354,'-25'0,"-25"0,25 0,50 0,25 0,49 0,-25 0,1 0,24 0,0 0,50 0,-25 0,-25 0,25 0,-49-50,-1 50,-24 0,-1-24,1 24,-75 0,0 0</inkml:trace>
  <inkml:trace contextRef="#ctx0" brushRef="#br0" timeOffset="78712.5">13569 15106,'0'0,"24"0,26 0,24 0,-24 0,0 0,-1 50,1-50,-1 0,-49 24,50-24,-50 50,0 0,-25-1,-24 1,-1 0,-24-1,24 1,0-25,1 24,49-24,49-25</inkml:trace>
  <inkml:trace contextRef="#ctx0" brushRef="#br0" timeOffset="79889.56">14486 14957,'0'-25,"0"25,0-24,-25 24,-24 0,49 0,-25 24,25 51,-50-50,50-1,0 26,0-25,0 0,0 24,0-24,0 0,0 0,0 49,25-74,-25 25,50-25,-25 0,24 0,26 0,-26 0,1 0,0 0,-26 0,26-25,-25 25,24-74,-24 49,-25 0,75-25,-75 26,24-26,-24 25,0-24,0-1,0 0,0 26,-49-26,24 0,-25 50,26-24,-26 24,0 0,26 0,-26 0,-24 49,49 1,25-1,-25-49,25 50</inkml:trace>
  <inkml:trace contextRef="#ctx0" brushRef="#br0" timeOffset="81043.63">16024 15081,'0'-25,"-25"25,25 0,25 0,50 0,-1 0,0 0,26 0,-1 0,0 0,-25 0,-24 0,25 0,-26 0,1 0,-25 0,24 0,-49-24,25 24</inkml:trace>
  <inkml:trace contextRef="#ctx0" brushRef="#br0" timeOffset="81383.65">16694 14908,'50'0,"-26"0,51 24,-26-24,1 0,0 0,-1 0,-24 0,-25 25,0 25,-50 49,50-74,-74 24,49-49,-49 75,49-75,25 49,0 1</inkml:trace>
  <inkml:trace contextRef="#ctx0" brushRef="#br0" timeOffset="90511.17">17587 14957,'0'-49,"0"24,0 0,0-25,0 50</inkml:trace>
  <inkml:trace contextRef="#ctx0" brushRef="#br0" timeOffset="90910.19">17587 14759,'0'-50,"0"25,0 75,-25 24,25-24,0 24,0 1,0 24,0-25,0-24,0-25,0 24,0 1,50-75</inkml:trace>
  <inkml:trace contextRef="#ctx0" brushRef="#br0" timeOffset="91870.25">19100 14858,'0'-50,"0"26,0 24,-25 0,-49 24,49 26,-25 0,26 24,-26 25,0-24,50-26,-25 26,25-51,0 1,0-25,50 50,0-50,-1 0,26 0,-26 0,26 0,-26-50,-24 25,50-24,-51-1,26-24,-25-25,-25 49,0 0,0 26,0-26,0 25,-25 25,-74-49,24 49,1 0,24 49,50-24,-49 0,49 24,0-24</inkml:trace>
  <inkml:trace contextRef="#ctx0" brushRef="#br0" timeOffset="94284.39">9004 16297,'0'-50,"0"100,0-26,0 51,0-1,0 1,0-1,0 1,0-1,25 0,-25-49,25 0,25 25,-26-50</inkml:trace>
  <inkml:trace contextRef="#ctx0" brushRef="#br0" timeOffset="95260.44">11311 16272,'0'-25,"0"-25,-25 50,1 100,-26-26,0-24,50 24,-24 1,24-51,0 1,0-25,49 75,1-75,24 0,1 0,-1 0,1-25,-1 25,-49-50,-25 1,49 24,-49 0,0-49,0 24,-24 25,-1 25,-25-50,-49 50,0 0,-1 25,51-25,49 75,0-50,0 24</inkml:trace>
  <inkml:trace contextRef="#ctx0" brushRef="#br0" timeOffset="96129.49">12552 16297,'-75'0,"25"0,26 0,-1 0,25 24,0-24,49 0,26 0,49 0,25 0,-50-24,25 24,-25 0,-24 0,-1 0,-24 0,-1 0,-24-50,0 50,24 0,-73 0</inkml:trace>
  <inkml:trace contextRef="#ctx0" brushRef="#br0" timeOffset="96429.51">13271 16123,'-50'0,"50"0,25 0,49 50,-24-50,24 49,1-49,-1 0,1 0,-50 0,-1 25,-24 25,0-1,-49-24,-26 50,1-51,-1 51,26-26,-1 1,50-25,-25 0</inkml:trace>
  <inkml:trace contextRef="#ctx0" brushRef="#br0" timeOffset="97420.57">14561 15999,'0'-25,"0"50,0 25,0-1,0 26,0 24,0-25,0 1,0-1,0 1,0-51,0 1,25 25,-25-75</inkml:trace>
  <inkml:trace contextRef="#ctx0" brushRef="#br0" timeOffset="98332.62">15379 16321,'-25'0,"1"0,24 0,49 0,26 0,49 0,0 0,25 0,-1-49,-24 49,25-50,-50 50,25-49,-49 49,-26 0,1-25,-25 25,-25 0,-75 0</inkml:trace>
  <inkml:trace contextRef="#ctx0" brushRef="#br0" timeOffset="98617.64">16371 16024,'25'0,"50"0,-1 0,-24 0,24 49,1-49,24 0,-50 25,1-25,-25 0,-25 50,49-50,-49 25,0-1,-74 26,0 0,-50-1,24-24,26 25,49-1</inkml:trace>
  <inkml:trace contextRef="#ctx0" brushRef="#br0" timeOffset="101437.8">17661 15925,'0'-25,"0"0,0 50,0 24,0 1,0 24,0-24,0 24,0-24,0-25,0 0,50-25,-50 49,74-49</inkml:trace>
  <inkml:trace contextRef="#ctx0" brushRef="#br0" timeOffset="102050.83">19199 15825,'0'-24,"0"-1,-49 50,49 24,0 26,-50 49,50 0,-50 0,50-25,0-25,0-24,0 0,0-26,0 1,0-25</inkml:trace>
  <inkml:trace contextRef="#ctx0" brushRef="#br0" timeOffset="103402.91">9178 17314,'0'-25,"0"-25,0 25,0 25,0 50,0 0,0-1,0 1,0-1,0 26,0-25,0-1,25-24,-25 25,25-50,24-25</inkml:trace>
  <inkml:trace contextRef="#ctx0" brushRef="#br0" timeOffset="104115.95">11609 17190,'0'74,"0"-24,0-1,0 1,0-1,0 1,0-25,0 0,0 0,25-25,-25 49,49-49</inkml:trace>
  <inkml:trace contextRef="#ctx0" brushRef="#br0" timeOffset="104548.97">12651 17462,'-25'0,"99"0,1 0,24 0,0 0,0 0,1 0,24 0,-50 0,0-24,-24 24,0 0,-25 0,-25 0,0-25</inkml:trace>
  <inkml:trace contextRef="#ctx0" brushRef="#br0" timeOffset="104826.99">13345 17289,'50'25,"-1"-25,1 24,25-24,-26 0,1 50,-1-50,-24 0,-25 25,0 24,-49 1,-1-50,0 50,1-50,49 49,0 1</inkml:trace>
  <inkml:trace contextRef="#ctx0" brushRef="#br0" timeOffset="105720.04">14734 17090,'-49'0,"24"0,-49 25,24 25,25-25,25-1,-50 26,50-25,0 0,0 24,75 1,-50-50,24 0,1 0,49 0,-24 0,-26 0,1 0,-25 0,-25-75,49 51,-49-26,0 25,-25-24,-24 24,-1 25,-24-50,-1 50,1 0,0 0,49 0,25 99,0-74,0 0,0 25,74-50</inkml:trace>
  <inkml:trace contextRef="#ctx0" brushRef="#br0" timeOffset="106462.08">15652 17239,'-25'0,"50"0,50 0,24 0,0 0,25 0,0 0,25 0,-25 0,-50 0,1 0,-1 0,-49 0,0 0,24 0,-98 0,49 0</inkml:trace>
  <inkml:trace contextRef="#ctx0" brushRef="#br0" timeOffset="106747.1">16446 17165,'-50'0,"125"25,-26-25,1 24,24-24,1 0,24 50,-25-50,-49 0,0 0,25 0,-100 25,0 24,1-49,-50 50,49 0,25-26,25 26</inkml:trace>
  <inkml:trace contextRef="#ctx0" brushRef="#br0" timeOffset="110640.32">17612 16991,'0'0,"0"-25,0 25,49 0,-49 25,0 25,0-25,0 24,0 1,0-1,0-24,0 0,0 25,0-1,0-24,50-50</inkml:trace>
  <inkml:trace contextRef="#ctx0" brushRef="#br0" timeOffset="111345.36">18976 16966,'0'-24,"0"-1,0 25,0 49,0 26,0-1,0 1,-25-1,25-24,0-1,0 1,0-25</inkml:trace>
  <inkml:trace contextRef="#ctx0" brushRef="#br0" timeOffset="112581.43">9401 18157,'0'-25,"0"0,25 25,-25 25,0 25,0 49,0-25,0 1,-25-50,25-1,0 26,0-25,0 0,0 24,0-49,75 0</inkml:trace>
  <inkml:trace contextRef="#ctx0" brushRef="#br0" timeOffset="113212.47">11559 18207,'0'74,"0"0,0-24,0 24,0-24,0-25,0 0,0 49,0-49,25-25,25 0,-1 0</inkml:trace>
  <inkml:trace contextRef="#ctx0" brushRef="#br0" timeOffset="113685.5">12527 18430,'-50'0,"50"0,75 0,-1 0,25 0,50 0,-25 0,25 0,-50 0,0 0,0 0,-74 0,-25 0,0-50</inkml:trace>
  <inkml:trace contextRef="#ctx0" brushRef="#br0" timeOffset="113969.51">13320 18231,'-49'0,"74"0,-1 50,51-50,-1 50,1-50,-26 49,1-49,-25 25,-25 25,0-26,0 1,-50-25,1 75,-1-50,0 24,25-49,25 50,0-25,0-25</inkml:trace>
  <inkml:trace contextRef="#ctx0" brushRef="#br0" timeOffset="114818.56">14610 18033,'0'0,"0"50,0-1,0 26,0 24,0-25,0-24,0 24,-24-49,24 0,0 25,24-75</inkml:trace>
  <inkml:trace contextRef="#ctx0" brushRef="#br0" timeOffset="115439.6">15503 18306,'-25'0,"1"0,-26 0,50 25,50-25,-1 0,26 0,-1 0,25 0,25 0,25 0,0 0,-25 0,0-50,-50 50,1-50,-26 50,1 0,-50-24,-25 24,-24-50</inkml:trace>
  <inkml:trace contextRef="#ctx0" brushRef="#br0" timeOffset="115731.61">16396 18033,'-49'0,"73"0,1 0,50 74,-1-74,50 50,-49-50,-1 0,-24 25,-26-25,-24 25,0 49,-49-24,-1-1,1-24,-26 25,50-26,25 1,-49 50</inkml:trace>
  <inkml:trace contextRef="#ctx0" brushRef="#br0" timeOffset="117493.72">17860 17959,'-25'-50,"25"25,-50 25,50 25,-74 49,24-24,25 24,-24 26,49-26,-50 0,50 1,0-1,0-49,25 0,0-25,49 50,1-50,24 0,-25 0,-24-25,-25 25,-25-50,74 25,-74-24,0-1,-25 0,25 1,-74-1,24 25,26 25,-26 0,0 0,-24 0,24 0,50 25,0 25,0-25,75-25,24 0</inkml:trace>
  <inkml:trace contextRef="#ctx0" brushRef="#br0" timeOffset="118109.75">19001 18008,'0'0,"-25"0,-49 0,49 75,-25-1,50-24,-50-1,50 26,0-51,0 1,50-25,0 50,-1-50,26 0,-1-25,25 0,-49-24,0 24,-50-25,0 25,0-24,-50-26,0 26,-24 49,-25 0,-25 0,24 74,1 1,50-26,49-24</inkml:trace>
  <inkml:trace contextRef="#ctx0" brushRef="#br0" timeOffset="119730.84">17562 18207,'-25'0,"25"-25,0 0,0-25,25 50,-25-24,50 24,-1-25,1 25,0-50,-26 50,1 0,25 0,-25 0,-1 25,51 0,-50-25,-25 25,24-25,26 49,-50-24,0 0,25 24,-25-24,0 25,0-25,0 24,0-24,0 25,0-26,0 1,-50-25,50 50,-25-50,-24 0,49 25,-25-25,-49 49,49-49,0 0,-25 0,26 0,-26 0,25 0,-49 0,49-24,25-1,-50-25,50-24,-25 74,25-25,-24 25,24-25,0-25,0 26,0-1,0-25,0 25,0 1,0-26,0 50,0-74,24 74,51 0,-50 0</inkml:trace>
  <inkml:trace contextRef="#ctx0" brushRef="#br0" timeOffset="121250.93">19050 18182,'-49'0,"49"-25,0 0,0-24,25 49,-25-25,24 25,1 0,25-25,-1 25,1 0,-50-50,25 50,24 0,-49 25,25-25,-25 25,25 0,-25 24,50-24,-50 0,0 25,0-26,0 1,0 25,0-50,0 25,-50-25,50 24,-25-24,-24 50,-1-25,0 24,26-49,-26 25,0-25,26 0,-26 0,0 0,1-49,-1 24,25-25,25 25,-49-24,49 24,0 0,0 0,24 25,-24-74,25 49,-25 0,75-24,-26-1,-24 25,50-24,-51 49,1 0,0 0,25 25,-50 24,0-24</inkml:trace>
  <inkml:trace contextRef="#ctx0" brushRef="#br0" timeOffset="144292.25">7094 3249,'-24'0,"24"-24,-50 24,75 0,0 0,-1 0,51 0,-1-25,26 25,73-75,1 75,-1-74,51 24,-26 1,-24 49,-50-75,-50 75,-24 0,-1 0,-24 0,-25 0,-49 0,24 25</inkml:trace>
  <inkml:trace contextRef="#ctx0" brushRef="#br0" timeOffset="144662.27">7343 3373,'-50'0,"75"0,0-24,-1 24,51 0,-26-50,26 50,24-50,50 50,0-74,-1 24,1 1,0-1,-50 50,-24-49,-26 49,-24 0,-25 0,-49 24,24-24,-25 25</inkml:trace>
  <inkml:trace contextRef="#ctx0" brushRef="#br0" timeOffset="158165.04">20464 5035,'0'-24,"0"73,0 26,0 24,-25 0,25 25,0-25,-49-24,49-26,0 1,0-1,0-98,0-1,0 1,0-51,0 26,0 0,0-1,0 26,25 24,-25-25,24 50,1 0,25 25,-50 0,49 24,-49-24,50 0,-50 25,25-26,-25 26,0 0,0-26,0 1,0 25</inkml:trace>
  <inkml:trace contextRef="#ctx0" brushRef="#br0" timeOffset="158325.05">20340 5606,'0'-25,"0"25,25-50,49 50,1-24,24 24,0 0,0-75</inkml:trace>
  <inkml:trace contextRef="#ctx0" brushRef="#br0" timeOffset="158999.09">21332 5259,'0'0,"-24"24,-26 26,25 0,-24-26,49 26,-50-25,0-25,50 49,0-73,0-1,0 0,25-49,-25 24,0-24,50-1,-50 1,0-1,0 26,-25 24,-49 25,49 0,-25 0,50 50,-25-26,25 26,0 0,0-26,75 26,-1-25,50 24,-49 1,-1-50,0 50,1-50,-50 74,-1-74,-24 25,50-25,-25-50,49 25</inkml:trace>
  <inkml:trace contextRef="#ctx0" brushRef="#br0" timeOffset="159313.11">21878 4862,'-50'0,"50"0,0 25,0 49,50-24,-50-1,50 26,-50-26,24-24,-24 25,0-1,50-24</inkml:trace>
  <inkml:trace contextRef="#ctx0" brushRef="#br0" timeOffset="159756.13">21754 4887,'0'-25,"25"25,24-50,26 50,-1-50,-24 50,24 0,-49 0,-25 25,0 25,0-25,-25 0,1 49,-26-49,25 24,0-49,25 50,-49-50,73 0,26 0,0 0,-1 0,1 0,0 0,-26 0,-24 50,0-1,0-24,-49-25,-1 74,-24-74,24 0,-24 25,24-25,0 0,1 0,49 0,49 0</inkml:trace>
  <inkml:trace contextRef="#ctx0" brushRef="#br0" timeOffset="160143.15">20439 5854,'-24'50,"48"-50,51 0,49-25,0 25,50-75,-1 75,26-74,-26 74,-24-75,-50 75,-49-49,-50 49,-75 49,-49 1</inkml:trace>
  <inkml:trace contextRef="#ctx0" brushRef="#br0" timeOffset="160401.17">20588 5978,'75'0,"-1"0,50-50,0 50,50-49,-1 49,1-50,-25 50,-25-50,-50 50,-24 0,-25-49,-50 74,0-25</inkml:trace>
  <inkml:trace contextRef="#ctx0" brushRef="#br0" timeOffset="162823.31">20291 7392,'0'-50,"-50"50,50-25,50 25,-1 0,-24 0,25-24,24 24,-24 0,24 0,-24-50,-1 50,-24 0,0 0,-50 0</inkml:trace>
  <inkml:trace contextRef="#ctx0" brushRef="#br0" timeOffset="163252.33">20563 7243,'-24'0,"24"50,0-26,0 26,0 0,0 24,0 0,0 1,0-1,0 1,0-26,0 26,0-51,-50-24,50 25,-50-25,1 0,49 0,-50 0,50-25,-25 25,25-74,0 49,0 25,75-25</inkml:trace>
  <inkml:trace contextRef="#ctx0" brushRef="#br0" timeOffset="210957.06">4217 3597,'0'-25,"0"0,50 25,-50-50,0 26,0-1,0-25,0 25,25 25</inkml:trace>
  <inkml:trace contextRef="#ctx0" brushRef="#br0" timeOffset="213185.19">4168 3572,'0'-25,"49"25,-49-25,0-24,0 24,0 0,0-25,0 26,0-1,0-25,0 25,0 1,-25 24,25-50,0 25,-24 25,24-49,0-1,-25 50,25-50,0-24,0 0,-50 74,50-25,0 0,-25 25,25-50,-24 50,24-24,-25 24,25-25,-50-25,25 0,-24 26,24 24,25-50,-50 50,-24 0,74-25,-25 25,0 0,25-25,-49 25,24 0,0 0,-25 0,1 0,-1 0,25 0,1 0,-26 0,50 0,-25 0,0 0,25 25,-74-25,74 50,-74-50,74 25,-50-25,50 24,-50-24,26 50,-26-25,25 25,-25-26,50 1,-24-25,24 50,-50-25,50-1,-25-24,25 50,0-25,0 0,0 24,0 1,0-1,0 1,0 0,0 24,0-74,0 50,0-26,50-24,-50 25,25 25,-25-25,24-25,-24 24,50-24,-50 50,25-50,-25 50,25-50,24 24,-24-24,0 0,25 0,-26 0</inkml:trace>
  <inkml:trace contextRef="#ctx0" brushRef="#br0" timeOffset="213628.21">2704 3597,'0'-25,"0"25,50 0,-26 0,26 0,-25 0,24 49,-24-49,0 0,25 0,-1 0,-49 25,25-25,0 0</inkml:trace>
  <inkml:trace contextRef="#ctx0" brushRef="#br0" timeOffset="213967.23">3225 3324,'0'-25,"0"25,-25 74,25 1,-49-26,49 1,-25 0,25-1,-50-24,50 0,0 25,0-100</inkml:trace>
  <inkml:trace contextRef="#ctx0" brushRef="#br0" timeOffset="214450.26">4044 4539,'0'50</inkml:trace>
  <inkml:trace contextRef="#ctx0" brushRef="#br0" timeOffset="-136064.95">2679 10616,'-25'0,"1"0,-26 0,25 0,0 0,25 25,-49 0,49 25,-50-1,50-24,0 0,-25 24,25-24,0 0,-49 25,49-26,0 1,0 50,-25-26,25 1,0 0,0-1,0 1,0-1,0 1,25 24,-25-24,49 0,1-1,-25 26,49-51,-24 26,-1-25,1-25,24 74,1-74,-1 25,1-25,24 0,0 0,25 50,25-50,-25 0,25 0,-25 0,25 0,0-25,-50 25,25-50,0 50,25-49,-1 49,-24-50,1 50,-26-25,25 25,-50-74,25 74,1-75,-1 75,0-49,-25 49,-24-50,0 50,-1-25,-24 25,0 0,-25-49,49 49,-49-25</inkml:trace>
  <inkml:trace contextRef="#ctx0" brushRef="#br0" timeOffset="-135629.93">5854 11187,'-25'0,"25"0,50 25,-25-25,0 25,24-25,1 0,-1 49,1-49,25 0,-26 0,-24 0,0 0,24 0,-73 75,24-1,-50 0,50 1,-74 24,24-25,25-24,-25 24,50-49,-24-25,24 25,0-25</inkml:trace>
  <inkml:trace contextRef="#ctx0" brushRef="#br0" timeOffset="-121739.13">7194 3274,'-50'0,"50"25,0 0,25-25,49 0,-24 0,24 0,1-50,24 50,25 0,-25-49,-24 49,24-25,-25 25,-24-50,-25 50,24 0,-24 0,0-25</inkml:trace>
  <inkml:trace contextRef="#ctx0" brushRef="#br0" timeOffset="-121383.11">7516 3448,'-25'0,"25"0,25-50,0 50,49-49,1-1,-1 25,25-24,-24-1,-1 50,1-74,-26 74,1-50,0 50,-26-50,-24 50,-24 50,-26-50</inkml:trace>
  <inkml:trace contextRef="#ctx0" brushRef="#br0" timeOffset="-113946.69">17612 8905</inkml:trace>
  <inkml:trace contextRef="#ctx0" brushRef="#br0" timeOffset="-113248.65">19298 8706</inkml:trace>
  <inkml:trace contextRef="#ctx0" brushRef="#br0" timeOffset="-112864.62">17289 8979,'25'0</inkml:trace>
  <inkml:trace contextRef="#ctx0" brushRef="#br0" timeOffset="-112340.6">19274 8756</inkml:trace>
  <inkml:trace contextRef="#ctx0" brushRef="#br0" timeOffset="-111965.57">17612 9004,'49'0</inkml:trace>
  <inkml:trace contextRef="#ctx0" brushRef="#br0" timeOffset="-111695.56">17612 8954,'49'0</inkml:trace>
  <inkml:trace contextRef="#ctx0" brushRef="#br0" timeOffset="-111344.54">19323 8806</inkml:trace>
  <inkml:trace contextRef="#ctx0" brushRef="#br0" timeOffset="-111036.52">17413 9054,'25'0,"0"-25,24 25</inkml:trace>
  <inkml:trace contextRef="#ctx0" brushRef="#br0" timeOffset="-110684.5">19075 8855,'0'0,"50"0</inkml:trace>
  <inkml:trace contextRef="#ctx0" brushRef="#br0" timeOffset="-106940.29">17512 8756,'0'-25,"0"-24,-24 49,-1-25,-25 25,25 0,1 0,-26 0,50 0,-50 0,26 49,-51 26,50-26,-24 1,49 0,0-26,-25 26,25-25,0 49,0-24,0 24,0-24,0 24,0-24,0 0,0-1,0 1,99-1,-74-24,25-25,24 75,0-75,1 0,-1 0,1 0,-26-25,1 25,24-50,-49 1,25 24,-25-25,-25 1,49-26,-49 1,25-1,-25-24,0-25,0 50,0-1,0 1,0-1,0 26,0-1,-74 1,49 24,0 25,-25-50,26 50,-26 0,-25 0,1 0,0 50,24-25,-49 49,49-24,50-1,0 26,0-51,50-24</inkml:trace>
  <inkml:trace contextRef="#ctx0" brushRef="#br0" timeOffset="-105246.19">19298 8483,'-24'-49,"-1"49,-25 0,1 0,-1 0,0 0,50 0,-24 0,-26 49,0-24,1 25,-26-1,50-24,25 0,-49-25,49 49,0 1,-25-50,25 50,0-26,0 26,0-25,-25 0,25 24,0-24,0 0,0 25,0 24,0-49,0 0,0 24,0-24,0 0,0 49,0-24,50-25,-50-1,25-24,-25 50,24-50,-24 25,50-25,-25 49,0-49,-25 25,74-25,-24 0,-1 0,-24 0,25 0,-1 0,-49 0,50 0,-25-49,24 49,-49-50,75 50,-50-50,24 1,-49 24,75-25,-75 26,49-26,-49 25,50 0,-50-24,0 24,25 0,-25-24,0 24,0 0,0-25,0 25,49 25,-49-49,0-1,0 1,-25 24,1-25,-26-24,25 74,25-25,-49 25,24-50,-25 50,50-24,-49 24,-1 0,50-25,-25 25,0 0,-24 0,49 25</inkml:trace>
  <inkml:trace contextRef="#ctx0" brushRef="#br0" timeOffset="-104017.12">17885 8682,'0'0</inkml:trace>
  <inkml:trace contextRef="#ctx0" brushRef="#br0" timeOffset="-96031.66">20911 7689,'0'-49,"0"24,0 99,0 1,0 49,-75-50,75-24,0 0,-49-26,49 26,0-50,0-25,0-24,24-1,-24-25,0 1,50 0,-50 24,0 0,25 50,-25-24,25 24,24 0,1 0,-50 49,0-24,25 25,-25 24,0-24,0-1,0-24,0 25,0-25,49-25,-49 24,0-24</inkml:trace>
  <inkml:trace contextRef="#ctx0" brushRef="#br0" timeOffset="-95841.65">20811 7962,'-49'0,"98"0,1 0,0-49,-1 49,26-50,-26 50,26-50,-1 50,-24-24</inkml:trace>
  <inkml:trace contextRef="#ctx0" brushRef="#br0" timeOffset="-95032.6">21605 7243,'0'-25,"0"0,50 50,-50 25,0 24,0 25,0 1,0-26,0 0,49 1,-49-26,0-24,0 25,25-25</inkml:trace>
  <inkml:trace contextRef="#ctx0" brushRef="#br0" timeOffset="-94582.58">21977 7317,'-25'50,"25"24,-49 1,-1-26,25 26,25-50,-49-1,49 26,0-75,0 25,0 25,49-25,-49 50,50-50,-50 24,50-24,-1 50,-49-25,25-25</inkml:trace>
  <inkml:trace contextRef="#ctx0" brushRef="#br0" timeOffset="-94108.55">22201 7665,'0'-25,"0"25,0 25,0 24,0 1,0-1,0 1,0 0,0 24,0-49,0 25,0-75,0-25,0-24,0-26,0 26,0 0,0 49,49 25,-24-25,25 25,-50 0,24 0,-24 50,25-1,-25-24,0 0,50 24,-50-24,0 0,25 25,-25-1,0-49</inkml:trace>
  <inkml:trace contextRef="#ctx0" brushRef="#br0" timeOffset="-93950.54">22250 7937,'0'-24,"50"24,-25-25,-1 25,26-50,0 50,-1-25,26-24</inkml:trace>
  <inkml:trace contextRef="#ctx0" brushRef="#br0" timeOffset="-93007.49">23069 7243,'-25'0,"0"0,25 0,25 0,0 0,24-25,1 25,0 0,24-49,-49 49,0 0,24 0</inkml:trace>
  <inkml:trace contextRef="#ctx0" brushRef="#br0" timeOffset="-92631.47">23242 7169,'-49'0,"49"24,25-24,-25 75,0-26,24 26,-24-1,0 1,50 49,-50-50,0 0,0-24,0 0,0-1,0-24,0 0,-25 25,0-50,-49 0,24 0,1-50,49 25,0-25,0 1,25-50,-1 74,26 25,0-50,-26 50,26 0</inkml:trace>
  <inkml:trace contextRef="#ctx0" brushRef="#br0" timeOffset="-92182.44">23565 7590,'0'25,"0"0,25 24,-25-24,0 0,0 25,24-1,-24-24,0 0,0 24,0 1,0-25</inkml:trace>
  <inkml:trace contextRef="#ctx0" brushRef="#br0" timeOffset="-91685.41">23614 7590,'0'-49,"25"-1,0 50,25-50,-26 50,26-49,-25 49,-25 25,0 24,-50 26,50-26,-49 26,49-51,0 1,-25-25,25 50,0-50,49 0,1 0,0 0,-50 25,0-1,0 26,0-25,0 0,-25-25,25 49,-75-49,26 0,24 0,25-49,0 24,0 0,0-25,25-24,24 49</inkml:trace>
  <inkml:trace contextRef="#ctx0" brushRef="#br0" timeOffset="-91225.39">24408 7243,'0'-25,"0"50,50 25,-50 24,0 0,49 26,-49-26,0-24,0-1,0 1,0-1,0-24,25-25</inkml:trace>
  <inkml:trace contextRef="#ctx0" brushRef="#br0" timeOffset="-90884.37">24780 7317,'0'0,"-99"50,74 49,-24-49,24-1,25 1,-50-50,50 25,25-25,-25 25,50-25,-26 49,51 1,-26-1,-24-49,25 0,-25 0</inkml:trace>
  <inkml:trace contextRef="#ctx0" brushRef="#br0" timeOffset="-90479.34">24954 7689,'0'-49,"0"98,49-24,-49 0,0 49,0-24,25 0,-25-1,0-24,0 25,0-25,0 24,0 1</inkml:trace>
  <inkml:trace contextRef="#ctx0" brushRef="#br0" timeOffset="-90036.32">24979 7714,'-25'0,"25"-74,25-1,-1 75,1-24,25 24,-25 0,-1 0,26 0,-50 0,0 49,-25 50,-24-24,24-1,-25 1,50-51,-25 1,25 25,0-50,50 0,0-25,-26 25,1 0,25 0,-50 25,0 25,-25-26,0 26,-24-50,24 50,-25-50,-24 0,-1 49,26-49,24 0,-25 0,50-25,0 1</inkml:trace>
  <inkml:trace contextRef="#ctx0" brushRef="#br0" timeOffset="-87644.18">20266 8359,'-50'0,"50"-25,-25 25,50 0,25 0,-25 0,24 0,1 0,24 0,-24 0,-1 0,1 0,0 0,24 0,0 0,1 0,-25 0,-1 0,-24 0,49 0,-49 0,0 0,0 0,24 0,-24 0,25 0,-25 0,24 0,26 0,-51 0,51 0,-26 0,1 0,0 0,-1 0,26 0,-26 0,1 0,-1-49,26 49,-1 0,1 0,-1 0,1 0,-1 0,-24 0,-1 0,1 0,-1 0,26 0,-50 0,-1 0,26 0,24 0,1 0,-26 0,1 0,0 0,-1 0,-24 0,0 0,0 0,24 0,-24 0,0 0,25 0,-26 0,26 0,0 0,-1 0,1 0,-1 0,1 0,0 0,-26 0,1 0,25 0,-25 0,-1 0,1 0,25 0,-25 0,-1 0,26 0,0 0,-25 0,24 0,-24 0,0 0,0 0,24 0,26 0,-51 0,1 0,25 0,-25 0,-1 0,26 0,-25 0,0 0,24 0,-24 0,0 0,24 0,-24 0,50 0,-51 0,26 0,24 0,-24 0,-25 0,0 0,24 0,1 0,-25 0,24 0,1 0,-25 0,0 0</inkml:trace>
  <inkml:trace contextRef="#ctx0" brushRef="#br0" timeOffset="-84839.02">19447 10244,'25'0,"25"0,-1 0,1 0,49-24,-25 24,26 0,-1 0,-25 0,1-50,-1 50,-49 0,0 0</inkml:trace>
  <inkml:trace contextRef="#ctx0" brushRef="#br0" timeOffset="-84495">20117 10046,'25'0,"24"0,-24 0,0 0,25 0,-26 50,26-50,0 0,-50 24,0 1,0 0,-25 25,25-26,-75 26,26 0,49-26,-25 26,25-50</inkml:trace>
  <inkml:trace contextRef="#ctx0" brushRef="#br1" timeOffset="-39997.46">8260 8806,'0'0,"0"-25,-24 25,-26 0,25 0,25-50,-50 50,1 0,24 0,-25 0,26 0,-51 0,50 0,1 0,-26 25,0-25,26 25,-26-25,50 25,-25-25,0 49,-49-24,49 25,-24-1,49-24,-50 25,50-1,-25-49,25 50,-49 0,49-1,-25 1,25-1,0-24,0 0,0 25,0-26,0 26,0 0,0-1,0 26,0-26,49 26,-49-1,50 25,-25-49,24 0,-24-1,25 1,-25-25,24-25,26 49,-1-49,0 0,26 0,-26 0,25-25,-24-24,49 24,-50-25,1 1,-26-1,26 0,-51-24,26 24,-25 1,-25-1,49 25,-49 1,50-51,-50 26,0-1,25 0,-25-24,0 24,0 1,0-1,0 25,0-24,0 24,0-25,0 1,-25 49,25-50,-50 50,50-50,-24 50,24-24,-50 24,50-75,-74 75,24-25,25 25,-24 0,-26 0,1 0,-25 0,-26 50,26-50,-25 74,50-74,-1 25,51-25,24 50,24-50</inkml:trace>
  <inkml:trace contextRef="#ctx0" brushRef="#br1" timeOffset="-34963.17">17835 8632,'0'-25,"50"0,-50-24,0 24,0 0,-25 25,25-49,-25 49,0-25,-24 25,49-25,-25 25,-25 0,0 0,50-50,-24 50,-1 0,0 0,-25 0,50 25,-24-25,-26 25,25-25,25 25,-25-25,25 49,-24-49,24 25,-50-25,50 25,-25-25,25 50,-25-50,25 49,-49-49,49 25,-25 25,25-26,-25-24,25 25,0 0,-49-25,49 50,0-26,-25 26,25 24,0-24,0-25,0 25,0-1,0 1,0-1,0 1,0 0,0 24,0-24,0-26,0 1,0 25,0-1,0-24,25-25,-25 50,49-25,-49-1,25-24,-25 50,50-25,-26 24,1-49,25 25,-1-25,1 0,0 0,24 0,-24 0,-26 0,26 0,-25-49,0 49,24-25,-24 25,25-75,-1 26,1-1,-50 1,74 49,-74-75,50 50,-50-24,50-1,-50 25,49-24,-49 24,50-25,-50 26,25-1,-25-25,49 25,-49 1,0-26,0 25,0 0,0-24,25 24,-25 0,0-25,0 26,0-1,0-50,0 26,-50 49,50-25,-24-25,-1 50,25-49,-50 49,50-25,-49 25,-1-50,-24 50,49 0,-50 0,75-24,-49 24,24 0,-25 0,1 0,24-25,0 25,-25 0,26 0,-1 0,-25 0,25 0,1 0,-26 0,25 0,0 0,25 0,-49 0,24 25,25 24,-25-49,25 25,-49-25,49 25,-25 24,25-24,-25-25,25 50,-74 24,49-24,25-1,-50-49,50 50,0 0,0-26,0 26,0 0,0-1,0 1,0 0,0-1,0 1,0-1,0 1,0 24,0-24,25-50,-25 25,0 49,25-49,24 25,-24-1,25-24,-50 25,25-50,-25 24,24-24,26 25,-25-25,0 50,24-50,-24 0,0 0,24 0,-24 0,0 0,49 0,-49 0,0 0,-25-25,50 25,24-25,-24 25,-1-49,1 49,-50-25,50 25,-50-25,24 25,-24-50,50 50,-50-74,25 74,-25-74,49 49,-49 0,50-25,-50 26,50-26,-50 25,0-24,24-26,-24 26,0-26,0 50,0 1,0-26,0 0,0 1,0-1,-49-24,24 24,-25 0,26-24,-26 24,0 1,50 24,-24 25,24-50,-25 50,25-24,-50 24,50-25,-49 25,24 0,25-50,-25 50,-25 0,1 0,24 0,0 0,-25 0,26 0,-1 0,25 25,-50-25,25 0,25 25,-49-25,-1 25,25-25,25 49,-49-49,49 25,-25-25,25 25,-50 24,50-24,-24-25,24 25,-50 25,50-1,-25-49,25 50,-25-1,25 26,-49-26,49-24,0 25,-25 0,25-26,0 26,0-25,0 24,-50 1,50 0,0-26,0 1,0 25,0 24,25-49,-25 0,0 24,25-24,-25 25,25-50,-25 49,49-49,1 50,-25-50,24 50,-24-50</inkml:trace>
  <inkml:trace contextRef="#ctx0" brushRef="#br1" timeOffset="-32480.03">8682 8781,'-74'0,"24"0,25 0,0 0,-24 0,24 0,0 0,-24 0,24 0,0 0,-25 0,26 0,-1 0,0 0,-50 0,26 0,24 0,0 0,-24 0,24 0,-25 0,1 49,24-49,-25 25,25-25,25 50,-49-50,-1 49,1-24,-1 25,0-25,26 24,-1-49,25 25,-50-25,50 25,-25-25,25 50,-24-26,24 26,0 0,-50-1,50 1,0-25,0 24,0-24,0 0,-25 24,25-24,0 25,0-25,0-1,0 1,0 25,0-1,25-49,-25 75,0-26,50-49,-50 75,0-50,0 0,24-25,-24 24,25-24,-25 50,50-50,-25 25,-1-25,-24 49,50-49,-25 25,24-25,1 0,0 0,-50 25,24-25,1 0,50 0,-26 0,1 0,-1 0,1 0,24 0,-24 0,-25 0,0 0,24 0,-24 0,0 0,25 0,-50-25,49 25,1-49,-1-1,1 50,-50-25,50 25,-26 0,26-49,0-1,-1 0,-49 25,75-24,-75 24,24-25,-24 1,50 24,-50-25,0 26,0-1,0-25,0 25,0 1,0-1,0-25,0 25,0-24,-25-1,25 25,0 1,-25-26,25 25,-49-24,49 24,-25 0,25-25,-25 50,25-49,-49 49,49-25,-25 25,25-25,-25 25,-49 0,49 0,0 0,0 0,-49 0,24 0,1 0,24 0,-25 0,25 0,25 25,25-25,25 0,-1 0</inkml:trace>
  <inkml:trace contextRef="#ctx0" brushRef="#br1" timeOffset="-25335.62">8111 11063,'25'0,"25"0,-25 0,24-50,-24 50,0 0,25-25,-26 25,1 0,50-49,-51 49,1 0</inkml:trace>
  <inkml:trace contextRef="#ctx0" brushRef="#br1" timeOffset="-24930.6">8161 11112,'0'0,"50"0,-25 0,24 0,-24 0,25-49,-26 49,1-25,50 25,-75-25,24 25,1-49,-25 73,-25-24</inkml:trace>
  <inkml:trace contextRef="#ctx0" brushRef="#br1" timeOffset="-21009.37">17463 10740,'0'0,"25"0,-1 0,26 0,-25 0,0 0,24 0,-24 0,0 0,-25 0,50 0,-26 0,-24 0</inkml:trace>
  <inkml:trace contextRef="#ctx0" brushRef="#br1" timeOffset="-20445.34">17438 10840,'25'0,"0"0,-1 0,1 0,25 0,-25 0,24 0,1 0,-50-50,25 50,0 0,-25 0</inkml:trace>
  <inkml:trace contextRef="#ctx0" brushRef="#br1" timeOffset="-20048.32">17488 10840,'24'0,"26"0,-50 0,50 0,-1 0,26-50</inkml:trace>
  <inkml:trace contextRef="#ctx0" brushRef="#br1" timeOffset="6135.18">521 13295,'0'-24,"-49"24,49 0,-25 49,25 1,-75-1,75 1,-24 0,24-26,0 1,0 25,0-50,49 0,-24 0,25-50,24 25,-24-49,-1 49,1-24,-50-1,25 0,-25 1,0-1,-50 25,25 25,-49 0,24 50,1 0,49-1,-50 1,50-25,25-25,49 49,1-49</inkml:trace>
  <inkml:trace contextRef="#ctx0" brushRef="#br1" timeOffset="6570.21">1067 13345,'-25'0,"25"0,25 0,49 0,1 0,-1 0,1 0,-1-25,-49 25,0 0</inkml:trace>
  <inkml:trace contextRef="#ctx0" brushRef="#br1" timeOffset="6856.22">1414 13246,'0'-50,"-25"50,25 50,25-50,0 0,25 25,-1-25,1 0,-1 0,-24 0,0 0,-25 24,0 51,0-50,-74-25,24 74,25-24,-24-26,49 26</inkml:trace>
  <inkml:trace contextRef="#ctx0" brushRef="#br1" timeOffset="7667.27">1960 13196,'0'25,"-25"25,25-1,0 1,-25-1,25-24,0 25,0-50,75 0,-26 0,1 0,24 0,-49-50,25 1,-50 24,0-50,-50 51,25-26,1 50,-26 0,-24 0,24 0,0 74,50-49,0 0</inkml:trace>
  <inkml:trace contextRef="#ctx0" brushRef="#br1" timeOffset="8581.32">2580 13295,'-25'0,"25"0,50 0,-1 0,1 0,24 0,1-49,-1 49,1 0,-26 0,-24 0,0 0,-50 0</inkml:trace>
  <inkml:trace contextRef="#ctx0" brushRef="#br1" timeOffset="8843.34">2704 13395,'50'0,"-1"0,1 0,49-50,-24 50,-26-50,1 50,-25 0,-25-24</inkml:trace>
  <inkml:trace contextRef="#ctx0" brushRef="#br1" timeOffset="9134.35">2977 13122,'-50'0,"125"24,-26-24,1 0,0 50,-1-50,1 25,-25-25,24 25,-49 24,0 1,-25-50,25 50,-24-50,24 49,-25-49,25 50</inkml:trace>
  <inkml:trace contextRef="#ctx0" brushRef="#br1" timeOffset="10012.4">3349 12601,'25'0,"24"0,-24-25,25 25,24-50,-24 50,-25 0,24-24,-24 24</inkml:trace>
  <inkml:trace contextRef="#ctx0" brushRef="#br1" timeOffset="10334.42">3572 12576,'0'25,"0"0,25 49,-25-49,0 0,25 24,-25-24,0 0,0 24,0-24,0 25,0-50,-75 49,26-49,24 0,25-24,25-76,0 76,24 24</inkml:trace>
  <inkml:trace contextRef="#ctx0" brushRef="#br1" timeOffset="10882.45">4614 12378,'0'0,"0"49,0 50,0-24,0-26,0 1,0 0,0-26,0 26,0-25,25-25</inkml:trace>
  <inkml:trace contextRef="#ctx0" brushRef="#br1" timeOffset="11264.48">4862 12477,'-25'0,"25"0,-49 25,49 24,-50-49,50 50,-25-50,25 25,0-25,0 49,50-49,-50 25,25-25,-25 25,49-25,-49 25,25-25,0 0,24 0,-49-25</inkml:trace>
  <inkml:trace contextRef="#ctx0" brushRef="#br1" timeOffset="13163.58">3622 13444,'0'0,"-50"25,50 25,-25-50,25 49,0-24,25-25,25 0,-25 0,-1 0,26 0,-25-25,0 25,-25-49,49 49,-49-75,0 50,-25 25,25-49,-74 49,24 0,1 0,-26 25,1-1,49 26,25 0,25-50,74 0</inkml:trace>
  <inkml:trace contextRef="#ctx0" brushRef="#br1" timeOffset="13870.62">4738 13271,'0'-25,"0"74,-25 1,25 24,-74-24,74-25,-50 24,50-24,0-25</inkml:trace>
  <inkml:trace contextRef="#ctx0" brushRef="#br1" timeOffset="14147.64">4540 13345,'24'25,"26"24,0 1,-26-25,1-25,25 49,-25-49,-25 50,49-50</inkml:trace>
  <inkml:trace contextRef="#ctx0" brushRef="#br1" timeOffset="16375.77">645 14163,'-49'0,"-1"0,25 25,25 0,-49 25,49-1,0 26,0-50,0-1,0 26,24-50,76 0,-76 0,1-50,25 26,-50-26,25 25,-25 0,0-24,0 24,0 0,-50-25,25 50,0 0,-24 0,-1 0,25 25,25 25,0-25,75-25,-1 49</inkml:trace>
  <inkml:trace contextRef="#ctx0" brushRef="#br1" timeOffset="16802.79">1042 14263,'-25'0,"25"0,50 0,0 0,-1 0,1 0,-1 0,26 0,-26 0,-24 0,0 0,25 0,-50 0,-50-25</inkml:trace>
  <inkml:trace contextRef="#ctx0" brushRef="#br1" timeOffset="17086.81">1290 14188,'-49'0,"49"0,24 0,1 0,25 0,24 0,1 0,-1 0,-49 0,0 50,-25-1,0-24,0 25,-50-25,25 24,-24-24,49 0,-25-25,25 50,25-50</inkml:trace>
  <inkml:trace contextRef="#ctx0" brushRef="#br1" timeOffset="17865.85">2233 13965,'0'-25,"0"50,0 25,0 24,0 0,0-24,0 24,0-24,0-25,0 25,0-1,49-49,1 0,0 0</inkml:trace>
  <inkml:trace contextRef="#ctx0" brushRef="#br1" timeOffset="18231.87">2630 14287,'-25'0,"50"0,24 0,1 0,-1 0,26 0,-26 0,1-24,0 24,-1-25,-24 25,0 0,-50 0</inkml:trace>
  <inkml:trace contextRef="#ctx0" brushRef="#br1" timeOffset="18487.89">2729 14412,'-50'0,"75"0,0 0,24 0,1 0,24 0,-24 0,0-50,-1 50,1-25,0 25,-75 0</inkml:trace>
  <inkml:trace contextRef="#ctx0" brushRef="#br1" timeOffset="18780.9">2977 14089,'0'25,"25"-25,24 25,-24-25,25 24,-25-24,-1 0,26 50,-25-50,-25 25,0 24,0-24,0 0,-50 25,25-50,-24 49,24 1,25-50</inkml:trace>
  <inkml:trace contextRef="#ctx0" brushRef="#br1" timeOffset="20685.01">3721 14163,'0'0,"0"50,0 0,0-1,0 26,0-26,0-24,0 0,0 49,0-74,50 0,-26-24</inkml:trace>
  <inkml:trace contextRef="#ctx0" brushRef="#br1" timeOffset="21225.04">4738 14015,'0'-25,"0"25,0 74,-25-24,25 24,-49 1,49-26,-50 26,50-50,-25-25,25 49,0-74</inkml:trace>
  <inkml:trace contextRef="#ctx0" brushRef="#br1" timeOffset="21492.06">4540 14163,'-25'0,"50"25,49 50,-49-51,24 26,-24-25,25-25,-25 50,-1-50,-24 49,50-49,-50-25</inkml:trace>
  <inkml:trace contextRef="#ctx0" brushRef="#br1" timeOffset="23378.17">645 15081,'-25'-25,"25"75,0 0,0 24,0 0,0 1,0-25,0-1,0 1,0-25,0-1,50-24,-50-24</inkml:trace>
  <inkml:trace contextRef="#ctx0" brushRef="#br1" timeOffset="24289.22">1241 15304,'0'0,"-25"0,50 0,-1 0,51 0,-1 0,1 0,-1-49,25 49,0-50,-49 50,-25 0,25 0,-50-25</inkml:trace>
  <inkml:trace contextRef="#ctx0" brushRef="#br1" timeOffset="24589.24">1737 15106,'-25'0,"25"0,74 0,-24 50,-25-50,24 0,-24 0,25 0,-50 24,0 1,0 50,0-75,0 74,-75-49,51-25,24 50,0-50</inkml:trace>
  <inkml:trace contextRef="#ctx0" brushRef="#br1" timeOffset="25029.26">2307 15106,'0'-25,"-25"25,25 0,-24 25,24 25,0-26,-25 26,25-25,0 0,0-25,49 0,-24 0,25 0,-25 0,24-50,-24 0,-25 26,0-26,0 25,-50 25,26-49,-26 49,0 0,-24 49,24-49,1 50,49-1,25-49</inkml:trace>
  <inkml:trace contextRef="#ctx0" brushRef="#br1" timeOffset="25629.3">3076 15156,'-25'0,"50"0,50 0,-51 0,26 0,-25 0,0 0,-25 0,49 0,-49 24</inkml:trace>
  <inkml:trace contextRef="#ctx0" brushRef="#br1" timeOffset="25891.31">3126 15255,'-50'0,"50"25,0-25,50 0,-25 0,24 0,1-25,24 25,-24-25,-25 25,24 0,-49-50,0 26</inkml:trace>
  <inkml:trace contextRef="#ctx0" brushRef="#br1" timeOffset="26212.33">3399 14957,'-50'0,"75"25,24 0,1-25,0 49,-1-49,-49 25,0 25,-25 24,1-49,-51 25,50-26,1 26</inkml:trace>
  <inkml:trace contextRef="#ctx0" brushRef="#br1" timeOffset="27802.42">4068 14883,'-24'0,"24"49,-25 26,25-26,-75 1,75 0,-25-1,25-24,-49-25,49 25,-25-25</inkml:trace>
  <inkml:trace contextRef="#ctx0" brushRef="#br1" timeOffset="28089.44">3820 15056,'25'0,"0"0,24 0,-24 0,0 50,50 0,-51-26,26-24,0 75,-26-75,-24 25,50-25,-50-25</inkml:trace>
  <inkml:trace contextRef="#ctx0" brushRef="#br1" timeOffset="28629.47">4961 14784,'0'24,"0"26,0 24,0 1,0-26,50 26,-50-50,0-1,25 26,-25-75</inkml:trace>
  <inkml:trace contextRef="#ctx0" brushRef="#br1" timeOffset="29768.53">819 16049,'-50'0,"50"0,0 74,0-24,0-1,0 1,25 24,-25-24,0-25,0 0,0 24,50-49,-1-74</inkml:trace>
  <inkml:trace contextRef="#ctx0" brushRef="#br1" timeOffset="30210.56">1241 16222,'-50'0,"50"25,-25-25,75 0,24 0,25 0,-24 0,49-25,-50 25,25-25,-24 25,-25 0,-1-49,1 49,-25 0,-25-50,0 50</inkml:trace>
  <inkml:trace contextRef="#ctx0" brushRef="#br1" timeOffset="30518.58">1786 15999,'25'0,"0"25,0-25,49 0,-24 0,-1 0,-24 0,0 0,25 0,-50 25,24-25,-24 49,0-24,0 0,0 24,0-24,-99 25,74-25,-24-1,24 26,75-50</inkml:trace>
  <inkml:trace contextRef="#ctx0" brushRef="#br1" timeOffset="30902.6">2431 15875,'0'-25,"0"25,0 50,0-25,0 24,0 1,25 24,-25-24,0-25,0 24,0-24,25-25,-25 0</inkml:trace>
  <inkml:trace contextRef="#ctx0" brushRef="#br1" timeOffset="31282.62">2952 15999,'-50'0,"75"0,50 0,-50 0,24 0,1 0,-1 0,26 0,-26 0,-24-50,25 50,-75 0,-25 25</inkml:trace>
  <inkml:trace contextRef="#ctx0" brushRef="#br1" timeOffset="31544.64">3027 16098,'-25'0,"50"0,-1 0,26 0,24 0,1-25,-26 25,1-24,0 24,-26 0,-24-50,0 0,0 26,0-1</inkml:trace>
  <inkml:trace contextRef="#ctx0" brushRef="#br1" timeOffset="31822.65">3349 15776,'-25'0,"25"25,0-1,25-24,25 50,-26-50,26 0,-25 25,0-25,49 49,-74-24,0 25,0-25,-25 24,25-24,-74 25,24-26,25-24,25 75,0-50</inkml:trace>
  <inkml:trace contextRef="#ctx0" brushRef="#br1" timeOffset="33330.74">4242 15751,'0'0,"0"50,0 24,-99-24,74-1,-25 26,26-51,24 26,-50-50,100 0,-50-50,24 26</inkml:trace>
  <inkml:trace contextRef="#ctx0" brushRef="#br1" timeOffset="33561.75">4044 15825,'-25'0,"50"0,49 75,-49-75,49 49,-24-49,-1 25,1-25,0 50,-1-25,-49-1</inkml:trace>
  <inkml:trace contextRef="#ctx0" brushRef="#br1" timeOffset="34222.79">5234 15701,'0'-24,"0"24,-49 24,49 26,-75-25,75 24,0 26,0-50,0-1,0 1,50-25,-25 0,24 0,1 0,24 0,-49 0,0-49,-25-1,0 25,0 0,0-24,0 24,0 25,-25-25,-25 25,1 0,-26 0,26 25,49 25</inkml:trace>
  <inkml:trace contextRef="#ctx0" brushRef="#br1" timeOffset="37762.99">5135 12402,'0'-24,"0"-1,25 25,-25-50,49 50,-24-49,25 49,-25-25,24 25,-24 0,-25-50,25 50,24 50,-49-25,0 24,25 26,-25-1,0 25,0 0,-25 25,25-24,-24-26,24-24,-50-1,50 1,25-50,0 0,-1 0,-24-50,50 50,-50-25,25 25,-25 0,-50 0,25 0,1 0,24 75,-75-75,75 49,-25-24,25 25,0-25,0 0,0 24,0 1,0-1,75-24,-75 25,49-25,-49 24,25-24,-25 25,0-1,0 1,0-1,0 1,0-25,50 24,-50-24,0 25,0 24,25 25,-25-24,0-1,49 1,-49-1,0 1,0-1,50 25,-50-49,0-1,25 1,-25 24,49 26,-49-51,25 1,-25-1,0 1,50-25,-50 0,0 24,0-24,24 0,-24 25,0-26,0 1,0 25,50-25,-50-1,0 51,0-26,0 1,25-50,-25 50,0-1,25-49,-25 75,0-51,0 1,-25-25,0 0,-25 0,-24 50,24-50,26 0,-1 0,-25 0,50-25,25-25,25 26</inkml:trace>
  <inkml:trace contextRef="#ctx0" brushRef="#br1" timeOffset="40958.17">7392 10641,'0'-25,"-49"-24,24 49</inkml:trace>
  <inkml:trace contextRef="#ctx0" brushRef="#br1" timeOffset="42025.23">6772 10716,'0'-25,"0"0,0-25,-25 75,-24 0,24 49,-25-24,50 0,-25-1,25-24,0 25,0-50,50 49,-25-49,24 0,26 0,-1-49,-24 49,-25-50,24 0,-49 1,0 24,0 0,-25-24,1 49,-1-25,-25 25,1 0,24 0,-25 25,50-1,0 26,25-50,25 25</inkml:trace>
  <inkml:trace contextRef="#ctx0" brushRef="#br1" timeOffset="42878.28">6946 11757,'-25'0,"25"-24,0 48,0 1,25 25,-25-1,0 26,24-26,-24-24,0 25,25-50,-25 49,50-49</inkml:trace>
  <inkml:trace contextRef="#ctx0" brushRef="#br1" timeOffset="43696.33">7020 12923,'0'-25,"-25"25,25-24,0 24,0-50,75 50,-26 0,-24 0,0 0,-25 50,0-1,0 26,0-26,0 1,-50 24,25-49,25 0,-74-25,74 50,74-75,-24 25,0-50,-1 50,26-25,-26 25,-24 0,25-49,-25 49</inkml:trace>
  <inkml:trace contextRef="#ctx0" brushRef="#br1" timeOffset="44870.4">7194 14114,'0'-25,"0"0,0 0,0 25,0-49,49 49,1-25,0-25,-1 50,1 25,-50 0,0 25,0-1,-50 26,50-26,-49-24,49 25,-25-26,25 26,0-75,0 25,49-49,-24 49,0-50,25 50,-26 0,-24 74,0-49,0 25,-24 0,24-26,-75 1,50-25,-24 75,-1-75,25 0,25-25,0 0,25 0</inkml:trace>
  <inkml:trace contextRef="#ctx0" brushRef="#br1" timeOffset="45745.45">7690 15429,'-75'24,"75"1,-49 25,24 24,-25-24,1-1,-1 1,25-25,-24-25,49 25,25-25,24-25,1 25,24-25,1 25,-26 0,1-50,-1 50,1 0,-25 0,-25-24</inkml:trace>
  <inkml:trace contextRef="#ctx0" brushRef="#br1" timeOffset="45938.46">7665 15577,'0'25,"0"25,25 24,-25-24,0-1,0-24,25 25,-25-25,0-1,49-24</inkml:trace>
  <inkml:trace contextRef="#ctx0" brushRef="#br1" timeOffset="46920.51">7739 16718,'-24'0,"24"50,0-25,0 24,0 1,0-25,-50 0,50 24,25-49,-25-25,49 25,-49-24,50 24,0 0,-1 0,-24 24,-25 26,0 0,-25-50,25 49,-49-49,-26 50,50-50,1 0,24-25,0 0</inkml:trace>
  <inkml:trace contextRef="#ctx0" brushRef="#br1" timeOffset="47100.52">7764 16793,'75'-75,"-1"26,0 49,1-25,-26 25,1 0,-25 0</inkml:trace>
  <inkml:trace contextRef="#ctx0" brushRef="#br1" timeOffset="47759.56">8037 17462,'0'25,"-25"-25,25 50,0-25,0 0,-49 49,49-24,0 24,0-24,0-1,24-24,1 0,50-25,-26 0,-24-25,-25-25,75 26,-75-26,0 25,0 0,-50 25,0 0,-24 75,-25-26,24 26,1-26,49 1,25-25</inkml:trace>
  <inkml:trace contextRef="#ctx0" brushRef="#br1" timeOffset="48428.6">8136 18604,'50'0,"-25"0,24-25,26 25,-50-50,-1 50,-24-25,0 75,0-25,50 24,-50 26,0-26,0 1,0 0,0-1,0 26,0-51</inkml:trace>
  <inkml:trace contextRef="#ctx0" brushRef="#br1" timeOffset="48976.63">8632 18653,'-49'0,"74"0,-1 0,26 0,0 0,24-25,-24 25,-26 0,1-24,25 24,-50-50</inkml:trace>
  <inkml:trace contextRef="#ctx0" brushRef="#br1" timeOffset="49230.65">8905 18479,'0'0,"0"25,75-25,-26 0,-49 25,50-25,-25 0,-25 25,-25 49,0-49,-25 25,26-50,-26 49,25-49</inkml:trace>
  <inkml:trace contextRef="#ctx0" brushRef="#br1" timeOffset="49853.68">8360 17537,'-25'0,"50"0,24 0,1-50,-1 50,26-49,24 49,-49-50,-26 50,-24-25</inkml:trace>
  <inkml:trace contextRef="#ctx0" brushRef="#br1" timeOffset="50115.7">8682 17289,'0'25,"25"-1,0-24,24 0,1 0,-1 0,-24 0,0 0,-25 50,-25-25,-49 49,49-24,0-50,25 25</inkml:trace>
  <inkml:trace contextRef="#ctx0" brushRef="#br1" timeOffset="50669.73">8236 16768,'0'0,"0"0,24 0,51 0,-26-25,1 25,0-49,-1 49,-24-50,-25 50</inkml:trace>
  <inkml:trace contextRef="#ctx0" brushRef="#br1" timeOffset="50955.75">8484 16570,'-25'0,"25"0,0 0,0 24,74-24,-24 0,-25 0,-1 0,26 0,-50 50,0 24,-50-49,26 25,-26-25,25-1,0-24,25 75,-49-75</inkml:trace>
  <inkml:trace contextRef="#ctx0" brushRef="#br1" timeOffset="51548.78">7987 15751,'25'0,"25"-25,-1 25,26-74,-1 74,26-75,-26 75,-49-24,-25 24,-50-25</inkml:trace>
  <inkml:trace contextRef="#ctx0" brushRef="#br1" timeOffset="51796.79">8384 15429,'0'0,"0"0,0 49,100-49,-76 0,1 0,25 0,-50 50,-50-1,25 26,-24-50,24-1,25 26,-50-25</inkml:trace>
  <inkml:trace contextRef="#ctx0" brushRef="#br1" timeOffset="52653.84">7863 14263,'25'0,"25"-50,24 50,1-50,49 50,-25-49,25 49,-50-50,-49 50,25 0,-75 0,0 0,-24 0,-1 0,25 0</inkml:trace>
  <inkml:trace contextRef="#ctx0" brushRef="#br1" timeOffset="52914.86">8384 14039,'-24'0,"48"0,1 0,0 0,25 0,-26 0,26 0,0-49,-50 98,-25 26,0-26,-49 1,24 24,0-49,50 0</inkml:trace>
  <inkml:trace contextRef="#ctx0" brushRef="#br1" timeOffset="53821.91">7665 12998,'-50'0,"50"49,25-49,0 0,25 0,-1 0,50 0,-24-25,-26 25,-24 0,25 0,-25 0,-25 0,0-24</inkml:trace>
  <inkml:trace contextRef="#ctx0" brushRef="#br1" timeOffset="54105.93">8037 12898,'0'0,"50"0,-1 0,1 0,-25 0,24 0,-24 0,-25 25,0 0,-49 25,24-26,-25 26,25-25,-24-25,24 49</inkml:trace>
  <inkml:trace contextRef="#ctx0" brushRef="#br1" timeOffset="54765.96">7318 12105,'-25'0,"99"0,1 0,24 0,25 0,-25 0,50 0,-25-75,-74 75,-50-49,24 49,-48 0,24-25,-50 25</inkml:trace>
  <inkml:trace contextRef="#ctx0" brushRef="#br1" timeOffset="55043.98">7913 11881,'-25'0,"25"0,25 50,0-50,24 0,1 0,0 0,-1 0,1 0,-50 25,-25 24,-49 1,24 24,0-24,-24-25,49 25,25-26</inkml:trace>
  <inkml:trace contextRef="#ctx0" brushRef="#br1" timeOffset="55974.03">7194 10765,'-25'0,"25"25,50-25,-1 0,50-50,25 50,-24-49,24 49,-50-50,0 50,-24-25,0 25,-26 0,-24 0,-49 0</inkml:trace>
  <inkml:trace contextRef="#ctx0" brushRef="#br1" timeOffset="56296.05">7764 10517,'-25'0,"25"0,50 0,-25 0,24 0,26 0,-50 0,-1 0,1 0,-25 25,0 25,0-26,0 1,0 25,0-25,-25 24,25-24,0 0</inkml:trace>
  <inkml:trace contextRef="#ctx0" brushRef="#br1" timeOffset="62177.39">8310 10815,'25'0</inkml:trace>
  <inkml:trace contextRef="#ctx0" brushRef="#br1" timeOffset="63959.49">17835 10592,'25'0</inkml:trace>
  <inkml:trace contextRef="#ctx0" brushRef="#br1" timeOffset="67379.68">3671 13593</inkml:trace>
  <inkml:trace contextRef="#ctx0" brushRef="#br1" timeOffset="68549.75">4837 13444</inkml:trace>
  <inkml:trace contextRef="#ctx0" brushRef="#br1" timeOffset="69240.79">3523 13370,'24'49</inkml:trace>
  <inkml:trace contextRef="#ctx0" brushRef="#br1" timeOffset="70229.85">4812 13519</inkml:trace>
  <inkml:trace contextRef="#ctx0" brushRef="#br1" timeOffset="72127.96">8260 10889,'25'0,"25"0</inkml:trace>
  <inkml:trace contextRef="#ctx0" brushRef="#br1" timeOffset="75586.15">20936 9922,'0'-25,"-25"25,0 0,25 25,-25-25,25 25,0-1,0 26,0-25,0 25,0-1,0 1,0-25,25-25,25 0,-1 0,-24 0,25 0,-1 0,-49 0,25 0,-25-25,25 25,-25-50,49 1,-49-26,0 50,0-24,0-1,0 0,0 26,-24-26,-1 50,25-25,-25 25,-25 0,-24 0,74 0,-50 0,50 25,-49-25,49 50,-25-50,25 24,0-24,25 0,24 0</inkml:trace>
  <inkml:trace contextRef="#ctx0" brushRef="#br1" timeOffset="77296.25">22101 9723,'0'50,"-49"-25,49 24,-75 51,26-26,24 25,25-74,-50 0,50 25,25-100</inkml:trace>
  <inkml:trace contextRef="#ctx0" brushRef="#br1" timeOffset="77774.28">21828 9773,'-24'0,"24"-25,0 25,0 0,0 25,24-25,-24 99,100-74,-51 25,1-26,24 51,-49-50,0 0,25 24</inkml:trace>
  <inkml:trace contextRef="#ctx0" brushRef="#br1" timeOffset="81711.5">8236 12303,'0'0,"24"0,51 0,-26 0,1 0,-25 0,24 0,-24-25,0 25,25 0,-26-24,1 24</inkml:trace>
  <inkml:trace contextRef="#ctx0" brushRef="#br1" timeOffset="82483.55">8260 12452,'-24'0,"24"0,24 0,26 0,-25 0,0 0,-1 0,-24-25,100 25,-76 0,1 0,0 0,25-25,-1 25,-24 0,25 0,-50-24,24 24</inkml:trace>
  <inkml:trace contextRef="#ctx0" brushRef="#br1" timeOffset="83872.63">17661 11782,'-25'0,"25"0,50 0,-25 0,-25-25,25 25,24 0,-73 0</inkml:trace>
  <inkml:trace contextRef="#ctx0" brushRef="#br1" timeOffset="84129.64">17612 11881,'-50'0,"75"0,-25-24,49 24,-24 0,25-25,-25 25,0-25,49 25,-74-50,25 50,-25-24</inkml:trace>
  <inkml:trace contextRef="#ctx0" brushRef="#br1" timeOffset="89923.97">17711 11956</inkml:trace>
  <inkml:trace contextRef="#ctx0" brushRef="#br1" timeOffset="91072.04">19794 11559,'-49'0,"24"0,50 0,0 0,49 0,1 0,-1 0,0 50,1-50,-1 0,1 0,-26 0,26 0,-51 0,26 0</inkml:trace>
  <inkml:trace contextRef="#ctx0" brushRef="#br1" timeOffset="91387.06">20266 11485,'25'0,"49"0,-24 24,-1-24,1 0,-1 0,26 0,-50 0,-1 0,-24 25,0 50,-24-26,-26 26,0-26,26-24,-26 25,25-50,25 24,0-24</inkml:trace>
  <inkml:trace contextRef="#ctx0" brushRef="#br1" timeOffset="92548.12">21060 11261,'-25'0,"0"0,25 25,-25-25,25 75,-49-51,49 26,0 0,-25-1,25 1,0-1,0 1,0-25,74 24,-49-49,0 0,24 0,-24 0,0 0,25-24,-26 24,1-50,-25 25,75-24,-75 24,0-25,24 50,-24-49,0 24,0 25,0-25,-49 25,-1-50,25 50,1 0,-26 0,25 0,0 0,-24 0,24 25,25 0,25-25,24 0</inkml:trace>
  <inkml:trace contextRef="#ctx0" brushRef="#br1" timeOffset="93328.17">22027 11212,'0'-25,"0"25,0 25,-50 24,50 1,-99 24,74-24,-24 24,49-49,-50 0,50 25,0-75</inkml:trace>
  <inkml:trace contextRef="#ctx0" brushRef="#br1" timeOffset="93713.19">21754 11286,'0'-25,"0"25,50 0,-26 25,51 25,-50-25,24 49,-24-24,25-1,-25 26,24-26,-24-24,25 25,-50-50,0 0,-25-50,-25 25</inkml:trace>
  <inkml:trace contextRef="#ctx0" brushRef="#br1" timeOffset="105505.87">8558 13568,'0'0,"0"0,50 0,-1 0,-24 0,25-25,-1 25,26-24,-26 24,1-50,-1 50,-24-25,0 25,-25-49</inkml:trace>
  <inkml:trace contextRef="#ctx0" brushRef="#br1" timeOffset="105918.89">8608 13618,'0'25,"24"-25,51-25,-50 25,-1 0,26-25,-25 25,0 0,24-50,-24 50,25-24,-1 24,-24-50</inkml:trace>
  <inkml:trace contextRef="#ctx0" brushRef="#br1" timeOffset="107477.98">17512 13320,'0'-25,"25"25,25 0,-25-49,24 49,1-25,0 25,-26 0,26-25,-25 25,-25 0</inkml:trace>
  <inkml:trace contextRef="#ctx0" brushRef="#br1" timeOffset="107869">17562 13295,'0'0,"50"0,-1 0,1-49,-25 49,49 0,-49 0,-25-25</inkml:trace>
  <inkml:trace contextRef="#ctx0" brushRef="#br1" timeOffset="111649.22">323 14759,'25'0,"-1"0,1 0,50 0,-26 0,-24 0,0 0,24 0,-24 0,0 0,25 0,-26 0,1 0,25 0,-25 0,0 0,24 0,-24 0,0 0,0 0,24 0,-24 0,0 0,49 0,-49 0,0 0,24 0,-24 0,25 0,-1 0,1 0,-25 0,0 0,-1 0,26 0,0 0,-26 0,26 0,0 0,24 0,-49 0,25 0,-26 0,1 0,25 0,-25 0,-1 0,26 0,0 0,-26-50,1 50,25 0,-25 0,24 0,-49-25,50 25,-25 0,-1 0,1 0,25 0,-25 0,-1 0,26 0,-25 0,24 0,1 0,-25 0,0 0,24-24,-24 24,0 0,24 0,1 0,25 0,-51 0,1 0,25 0,-25 0,-1 0,26 0,-25 0,24 0,-24 0,25 0,-25 0,-1 0,26 0,0 0,-1 0,-24 0,25 0,-26 0,26 0,0 0,24 0,-24 0,24 0,-24 0,-1 0,1 0,0 0,-1 0,1 0,-1 0,1 0,0 0,-26 0,1 0,25-50,-25 50,-1 0,26 0,-25 0,0 0,24 0,-24 0,49 0,-49 0,25-25,-25 25,24 0,1 0,0 0,-50-49,49 49,26 0,-26-25,1 25,-25 0,-1 0,26 0,-50-25</inkml:trace>
  <inkml:trace contextRef="#ctx0" brushRef="#br1" timeOffset="113262.31">19695 12675,'-25'0,"25"-49,-24 49,24 0,49 0,1 0,-1 0,26 0,-1-25,1 25,-1 0,1 0,-26-50,-24 50,25 0,-26 0,1-25,25 25,-75 0,0 0</inkml:trace>
  <inkml:trace contextRef="#ctx0" brushRef="#br1" timeOffset="113695.33">20142 12427,'-50'0,"75"0,49 50,-49-50,25 0,-25 25,24-25,26 0,-26 0,-24 0,0 0,24 0,-49 49,-49-24,24 25,-25-26,-24 26,24-25,26 24,24-24,0 0</inkml:trace>
  <inkml:trace contextRef="#ctx0" brushRef="#br1" timeOffset="114416.38">21159 12328,'0'-25,"0"25,0 25,0 25,0-1,0 1,0-1,0 1,0 24,0-24,0-25,0 24,0 1,49-50</inkml:trace>
  <inkml:trace contextRef="#ctx0" brushRef="#br1" timeOffset="115072.41">22250 12254,'0'0,"-25"49,1 26,-26-26,25 1,-24 24,24-24,-25-25,50 24,-25-49,25 25,0-50,0 0</inkml:trace>
  <inkml:trace contextRef="#ctx0" brushRef="#br1" timeOffset="115423.43">21977 12353,'0'0,"50"25,-50-1,50 26,-50 24,49-24,-49 24,75 1,-75-1,49 1,-49-51,50-24,-50 25,-50-25,25 0</inkml:trace>
  <inkml:trace contextRef="#ctx0" brushRef="#br1" timeOffset="119387.66">8856 14412,'49'0,"-24"0,0 0,-25 0,25 0,24 0,-24 0,0 0</inkml:trace>
  <inkml:trace contextRef="#ctx0" brushRef="#br1" timeOffset="120797.74">17562 14163,'0'25,"0"0</inkml:trace>
  <inkml:trace contextRef="#ctx0" brushRef="#br1" timeOffset="121212.76">17463 14362,'-25'0,"50"0,24 0,1 0,-50-25,25 25,0 0,24 0,-49-25</inkml:trace>
  <inkml:trace contextRef="#ctx0" brushRef="#br1" timeOffset="121503.78">17438 14436,'25'0,"49"0,-24-24,-25 24,24 0,1 0,-50-25</inkml:trace>
  <inkml:trace contextRef="#ctx0" brushRef="#br1" timeOffset="122592.84">19695 13866,'50'0,"-25"0,24 0,1 0,24 0,-24 0,0 0,-1 0,1 0,24-50,-24 50,-25 0,-1 0,26 0,0 0,-50-49</inkml:trace>
  <inkml:trace contextRef="#ctx0" brushRef="#br1" timeOffset="122927.86">20340 13667,'-25'0,"50"25,25-25,-25 0,24 25,26-25,-51 0,26 0,-25 0,24 50,-24-50,-25 24,0 26,-25 0,-24-26,-1 26,1-50,-1 50,0-50,26 49,24-49</inkml:trace>
  <inkml:trace contextRef="#ctx0" brushRef="#br1" timeOffset="124663.96">21258 13494,'0'-50,"-25"50,0 0,1 0,-26 0,50 25,-25-25,0 25,25 0,-49-25,49 49,0-24,0 0,0 24,0-24,0 0,0 25,25-26,-1-24,-24 25,25-25,25 0,-25 0,-1 0,26 0,0 0,-26 0,1 0,-25 0,50 0,-50-25,25 25,-25-49,0 24,24 25,-24-25,0 0,0-24,0 24,0 0,0 25,0-49,-24 49,24-25,-50 25,50-25,-50 25,26 0,-1 0,-50 0,26 0,24 0,25 0,-25 0,25 25,0-25,25 0</inkml:trace>
  <inkml:trace contextRef="#ctx0" brushRef="#br1" timeOffset="125349">22300 13519,'0'-25,"25"0,-25-25,0 50,0 50,-75 0,50-1,-24 1,24 24,-25-24,26-25,24 24,-50-49,50 25,0 0,-50-25,50 49</inkml:trace>
  <inkml:trace contextRef="#ctx0" brushRef="#br1" timeOffset="125862.03">22052 13469,'0'0,"0"25,25-25,-25 49,49-24,-49 0,25 25,-25-26,50 26,-50-25,24-25,-24 25</inkml:trace>
  <inkml:trace contextRef="#ctx0" brushRef="#br1" timeOffset="128524.18">8632 16098,'-24'0,"24"0,49 0,1 0,-25 0,-1 0,26 0,0 0,-1 0,1 0,24-25,-24 25,-1 0,-24 0,25-24,-25 24,24 0,-49-25,50 25,0 0,-75 0</inkml:trace>
  <inkml:trace contextRef="#ctx0" brushRef="#br1" timeOffset="129018.21">8608 16173,'24'0,"1"0,25 0,-25 0,24 0,1 0,24 0,1 0,-1 0,25-25,-49 25,-25 0,-1 0,26-25,-25 25</inkml:trace>
  <inkml:trace contextRef="#ctx0" brushRef="#br1" timeOffset="131163.33">17438 15503,'25'0,"24"0,1 0,0-25,-1 25,-24-25,0 25,124 0,-124 0,-1 0,-48 0</inkml:trace>
  <inkml:trace contextRef="#ctx0" brushRef="#br1" timeOffset="131650.36">17339 15602,'0'0,"74"0,-49 0,0 0,0 0,24 0,-24 0,0 0,24-25,1 25,-25 0,-25-24</inkml:trace>
  <inkml:trace contextRef="#ctx0" brushRef="#br1" timeOffset="132587.41">1265 16743,'0'25</inkml:trace>
  <inkml:trace contextRef="#ctx0" brushRef="#br1" timeOffset="135277.57">19720 15106,'-50'0,"100"0,0 0,24 0,1 0,24 0,0 0,0 0,25-25,-25 25,25 0,-49 0,-26 0,-24-25,25 25,-75-49</inkml:trace>
  <inkml:trace contextRef="#ctx0" brushRef="#br1" timeOffset="135592.59">20588 14858,'-49'0,"24"0,25 25,49-25,-24 25,25-25,-1 0,26 49,-26-49,1 0,-25 0,-25 25,0 25,0-26,-25 1,-25 25,1-25,-26 24,26-24,-1 25,1-50,49 49,0 1,24-50</inkml:trace>
  <inkml:trace contextRef="#ctx0" brushRef="#br1" timeOffset="136237.62">21456 14709,'0'-49,"0"98,-24 26,-26-1,25-24,-24 24,24-49,-25 24,25 1,25-25</inkml:trace>
  <inkml:trace contextRef="#ctx0" brushRef="#br1" timeOffset="136581.64">21208 14709,'25'50,"25"-25,-25 24,24-24,-24 25,25 24,-26-24,26-1,-50 1,50-25,-50 24,24-49,-24 0</inkml:trace>
  <inkml:trace contextRef="#ctx0" brushRef="#br1" timeOffset="138578.76">22151 14610,'0'-25,"-25"25,0 0,25 0,-49 0,49 50,-25-25,25-1,0 26,0-25,0 0,0 24,0-24,0 0,0 24,0-24,0-25,0 25,25-25,-25 25,49-25,-24 0,-25 49,25-49,25 0,-26 0,1 0,25 0,-1-24,-24 24,-25-25,50 0,-50-25,0 26,0-1,25-50,-25 26,0 24,0 0,0-24,0 49,0-25,-25 25,-25 0,25 0,25-25,-24 25,-26 0,25 0,0 0,-24 0,24 0,25 25,-25-25,25 49,-49-24,49-25</inkml:trace>
  <inkml:trace contextRef="#ctx0" brushRef="#br1" timeOffset="142293.97">8781 17140,'-49'0,"73"0,51 0,-26 0,1 0,24 0,26-74,-26 74,25-25,-24 25,-26 0,1-50,-25 50,-50 0,25 25</inkml:trace>
  <inkml:trace contextRef="#ctx0" brushRef="#br1" timeOffset="142690.99">8880 17239,'25'0,"0"0,49 0,-49-49,0 49,25 0,-26-25,1 25,25 0,-25-50,24 50,-24 0</inkml:trace>
  <inkml:trace contextRef="#ctx0" brushRef="#br1" timeOffset="143359.03">9228 16917</inkml:trace>
  <inkml:trace contextRef="#ctx0" brushRef="#br1" timeOffset="145048.13">17587 16545,'-25'0,"25"0,25 0,74 0,-74 0,25-50,-1 50,26 0,-26 0,-24-25,0 25,49 0,-74-24,-25 24,1 0,24 0</inkml:trace>
  <inkml:trace contextRef="#ctx0" brushRef="#br1" timeOffset="145407.15">17661 16545,'0'25,"0"-25,75 0,-50 0,24 0,-24 0,25 0,-26 0,26 0,0-25</inkml:trace>
  <inkml:trace contextRef="#ctx0" brushRef="#br1" timeOffset="147132.25">19670 16148,'-24'0,"48"0,1 0,25 0,24 0,-24 0,0-50,-1 50,26 0,-26 0,1 0,-1 0,1-25,-25 25,24 0,-49-49</inkml:trace>
  <inkml:trace contextRef="#ctx0" brushRef="#br1" timeOffset="147431.26">20092 15974,'0'-49,"0"49,50 0,24 0,1 24,-1-24,-24 0,-1 0,1 25,-25-25,-1 50,-24-1,-24 1,-1 24,-50-49,26 25,-1-50,1 25</inkml:trace>
  <inkml:trace contextRef="#ctx0" brushRef="#br1" timeOffset="147791.28">21382 15156</inkml:trace>
  <inkml:trace contextRef="#ctx0" brushRef="#br1" timeOffset="148391.32">21407 15751,'0'-25,"-25"50,25 49,-74-24,49 0,-25 24,25-24,25-26,-74 26,74 0</inkml:trace>
  <inkml:trace contextRef="#ctx0" brushRef="#br1" timeOffset="148640.33">21109 15825,'-25'0,"50"25,25 25,-25-25,24 24,-24-24,0 25,-25-26,74-24,-74 50,25 24,-25-49,50-25</inkml:trace>
  <inkml:trace contextRef="#ctx0" brushRef="#br1" timeOffset="149703.39">22399 15677,'0'-25,"0"25,-25 0,25 25,-74-25,74 74,-25-49,25 0,0 24,-50 1,50-25,0 24,0-24,0 0,25-25,-25 49,25-49,0 0,24 50,-24-50,0 0,25 0,-26-50,26 50,-50-24,74-1,-74-25,50 25,-50-24,25 49,-25-50,0 1,0-1,-50-24,1 49,-1 25,25 0,-24 0,24 0,0 0,25 0,-50 0,50 49,0 1</inkml:trace>
  <inkml:trace contextRef="#ctx0" brushRef="#br1" timeOffset="151894.52">8955 18033,'0'0,"49"0,26 0,-26-25,-24 25,50-49,-26 49,1-25,-25 25,24-50,-24 50,-25 0,-49 25</inkml:trace>
  <inkml:trace contextRef="#ctx0" brushRef="#br1" timeOffset="152217.54">8880 18132,'0'0,"50"0,0 0,-1-49,1 49,24-25,-24 25,-1-75,1 75,0-24,-25 24,-25 0</inkml:trace>
  <inkml:trace contextRef="#ctx0" brushRef="#br1" timeOffset="152592.56">9178 17934</inkml:trace>
  <inkml:trace contextRef="#ctx0" brushRef="#br1" timeOffset="154724.68">17587 17686,'-25'0,"25"-50,25 50,0 0,-1 0,26-25,-25 25,25 0,-26 0,1-49,25 49,-1 0,-49-25,0 25</inkml:trace>
  <inkml:trace contextRef="#ctx0" brushRef="#br1" timeOffset="155089.7">17512 17636,'0'0,"50"0,-25 0,0 0,49 0,-24 0,-1 0,1-25,-25 25,24 0,-24-49,25 49</inkml:trace>
  <inkml:trace contextRef="#ctx0" brushRef="#br1" timeOffset="155711.74">17785 17487,'25'0</inkml:trace>
  <inkml:trace contextRef="#ctx0" brushRef="#br1" timeOffset="156700.79">19596 17090,'-25'0,"-24"0,73 0,1 0,0 0,49 0,-24 0,0 0,-1 0,26 0,-1 0,1 0,-1-24,-49 24,0 0,24 0,-74 0</inkml:trace>
  <inkml:trace contextRef="#ctx0" brushRef="#br1" timeOffset="157031.81">20018 16892,'0'0,"25"0,24 0,1 0,-1 0,1 25,0-25,24 0,-49 0,-25 25,49-25,-49 24,0 51,-49-50,-1 24,-24-49,24 50,25-50,25 25,-49-25,49 49,99-49</inkml:trace>
  <inkml:trace contextRef="#ctx0" brushRef="#br1" timeOffset="157542.84">21357 16644,'0'-25,"0"25,0 75,-49-26,24 1,-25 24,50-24,-49-25,49 24,-25-49,25 50,0-25</inkml:trace>
  <inkml:trace contextRef="#ctx0" brushRef="#br1" timeOffset="157833.86">21159 16743,'-50'0,"50"25,25 25,-25-26,25 1,-25 50,74-26,-49-24,25 25,-50-26,49 26,1-25,-1 24,-24-49</inkml:trace>
  <inkml:trace contextRef="#ctx0" brushRef="#br1" timeOffset="158823.92">22424 16570,'0'-25,"-25"25,0 25,25 24,-74 1,74-1,-50 26,50-26,0 1,0 0,0-26,0 26,50-25,-1-25,1 0,-25 0,24 0,1 0,-25 0,-25-25,49 25,-49-74,50 24,-50 0,25-24,-25 49,0 0,0 25,-50-49,1 49,-1 0,-24 0,-1 0,1 49,-1-49,51 50,-26 0,50-26,50-24</inkml:trace>
  <inkml:trace contextRef="#ctx0" brushRef="#br1" timeOffset="159011.93">22573 16867</inkml:trace>
  <inkml:trace contextRef="#ctx0" brushRef="#br1" timeOffset="160482.01">9327 18827,'0'0,"25"0,24 0,1 0,0-25,24 25,0-50,1 50,-26-49,-24 49,-25 0,0 25,-25-25</inkml:trace>
  <inkml:trace contextRef="#ctx0" brushRef="#br1" timeOffset="160820.03">9302 18876,'-25'0,"50"0,0 0,25 0,-1 0,1-24,24 24,1-50,-1 50,-24-25,-26 25</inkml:trace>
  <inkml:trace contextRef="#ctx0" brushRef="#br1" timeOffset="161389.06">9476 18876,'25'0,"24"0,-24 0,0 0</inkml:trace>
  <inkml:trace contextRef="#ctx0" brushRef="#br1" timeOffset="165199.28">17587 18976,'0'0</inkml:trace>
  <inkml:trace contextRef="#ctx0" brushRef="#br1" timeOffset="165672.31">17711 18901,'0'-25,"0"25,50 0,-50-24,49 24,-24 0,25-50,-26 50,1 0,25 0,-25-25,-1 25,51 0,-50 0,-25 0</inkml:trace>
  <inkml:trace contextRef="#ctx0" brushRef="#br1" timeOffset="166031.33">17785 18852,'0'0,"50"0,0 0,-1 0,-49 0,75 0,-51 0,26 0,0-50</inkml:trace>
  <inkml:trace contextRef="#ctx0" brushRef="#br1" timeOffset="168058.44">19869 18157,'-25'0,"50"0,0 0,24 0,26 0,-26 0,26 0,-26 0,1 0,0 0,-26 0,1 0,0 0,-25 0</inkml:trace>
  <inkml:trace contextRef="#ctx0" brushRef="#br1" timeOffset="168385.46">20291 18083,'-50'0,"25"0,25-50,0 75,0-25,75 25,-51-25,1 0,25 49,-1-49,-24 0,-25 25,0 0,0 0,0 24,-74-24,24 25,1-50,-26 49,50-49,25 50,-24-50,24 25</inkml:trace>
  <inkml:trace contextRef="#ctx0" brushRef="#br1" timeOffset="169131.5">21308 17810,'-75'74,"26"1,-1-1,0 25,26-49,-26-1,25-24,-24 25,73-100,-24 25</inkml:trace>
  <inkml:trace contextRef="#ctx0" brushRef="#br1" timeOffset="169474.52">20985 17760,'-25'0,"25"-25,0 25,50 50,-50-25,50 0,-26 49,26 0,0 50,-1-49,-24-1,25 1,-50-51,49-24,-49 50,25-50,-25 0,0-50</inkml:trace>
  <inkml:trace contextRef="#ctx0" brushRef="#br1" timeOffset="170426.58">22300 17735,'-25'-24,"25"-26,0 100,0 24,0 25,0 0,0 25,0 25,0-74,0-1,0-24,0-26,0 26,0-75,-25-49</inkml:trace>
  <inkml:trace contextRef="#ctx0" brushRef="#br2" timeOffset="199255.23">11535 8781,'-25'0,"25"-25,-25 25,-25 0,26 0,-1 0,-25 0,25 0,-24 0,-1 0,50 50,-25-50,25 24,-25-24,-24 50,24-25,-25 0,26 24,-26-24,25 50,-24-26,24-24,25 25,-25-50,25 49,0-24,-50-25,50 50,0-26,0 26,-24-50,24 25,0 24,0 1,0 0,0-26,0 51,0-50,0-1,0-24,0 25,0 25,49-50,-49 25,50 24,-50-24,25-25,-25 25,49-25,-24 49,0-49,-25 25,49-25,-49 25,25-25,-25 50,25-50,25 25,-26-25,-24 24,25-24,25 0,-25 0,-1 0,26 50,-25-50,0 0,24 0,1 0,-25-25,24 25,-49-25,50 25,-25-24,24 24,-49-50,25 50,-25-25,25 25,-25-25,50 25,-50-49,0 24,24 25,-24-25,0-25,25 50,-25-24,0-1,0-25,25 50,-25-49,0 24,0-25,0 1,0 24,0-25,0 1,0-1,0 50,0-50,0 26,-25 24,25-50,-49-24,49 24,-25 50,25-25,-25 0,25-24,-50 49,50-25,-24-25,-26 50,50-25,-25 25,0-24,-24 24,24-50,0 50,-24 0,24 0,0 0,25 25,-50-25,50 25,0-1</inkml:trace>
  <inkml:trace contextRef="#ctx0" brushRef="#br2" timeOffset="203022.44">19472 8434,'0'-25,"-25"25,0 0,-24 0,24 0,0 0,-24 0,24 0,0 0,0 0,-24 0,24 0,0 0,-25 0,50 0,-24 0,-1 0,25 49,-50-49,25 25,1-25,24 50,-50-50,50 25,-25-25,25 24,-25-24,25 25,-49-25,49 50,-25-50,25 25,0-1,-25 26,25-25,0 24,-50 1,50-25,0 24,0 26,-24-75,24 50,0-26,0 1,0 25,0-1,0 1,0-25,0-25,0 74,0-24,0-1,0-24,0 25,49-25,-49-1,25-24,0 50,24-50,-49 25,25-25,-25 25,25-25,25 0,-25 0,-1 0,26 0,0 0,-26 0,26 0,24 0,-49 0,0 0,-25-25,25 25,24-50,-24 50,-25-25,50 25,-25-49,-1 24,-24 0,50 25,-50-49,25 49,-25-50,25 50,-25-50,49 50,-49-49,25-26,-25 51,0-26,50 50,-50-50,0-24,0 24,0 1,0-1,0 25,0-24,0 24,0 0,0-25,0 26,0-1,0-25,0 25,-25 1,25-26,0 25,-25 25,-25 0,50-25,-24 25,-1-49,-25 49,25 0,25-25,-24 25,-26 0,25-25,0 25,-24 0,24 0,0 0,-24 0,24 0,25 25,-25-25,-25 50,26-26,-26 26,25-25,-24 24,24-24,-25 0,50 25,-25-50,25 24,0 1,-25 50,25-26,0-24,0 25,0-1,0-24,0-25</inkml:trace>
  <inkml:trace contextRef="#ctx0" brushRef="#br2" timeOffset="-214647.61">11634 11063</inkml:trace>
  <inkml:trace contextRef="#ctx0" brushRef="#br2" timeOffset="-214053.58">11634 11088</inkml:trace>
  <inkml:trace contextRef="#ctx0" brushRef="#br2" timeOffset="-213267.53">11584 11088,'-25'0,"1"0,24 0,49 0,1 0,-25 0,-1 0,26 0,-25 0,0 0,24-50,1 50,-25 0,24-25,-24 25,-50 0</inkml:trace>
  <inkml:trace contextRef="#ctx0" brushRef="#br2" timeOffset="-212778.5">11460 11137,'0'0,"25"0,25 0,-1 0,-24-25,25 25,-26 0,1 0,25-24,-25 24,-1 0,26 0,0-50,-26 50,26 0,-75 0</inkml:trace>
  <inkml:trace contextRef="#ctx0" brushRef="#br2" timeOffset="-212321.48">11460 11112,'25'0,"25"0,-26 0,1 0,25 0,-25 0,24 0,1-49,24 49,-24 0,-25-25,24 25,-24 0,0 0,-25-50,0 50</inkml:trace>
  <inkml:trace contextRef="#ctx0" brushRef="#br2" timeOffset="-211878.45">11411 11162,'0'0,"49"0,1 0,-25-25,-1 25,26 0,-25 0,0-25,24 25,1 0,-1-49,1 49,-25 0,0 0,-25-25,24 25,26 0,-75 0,0 0</inkml:trace>
  <inkml:trace contextRef="#ctx0" brushRef="#br2" timeOffset="-211443.43">11411 11187,'24'0,"1"0,0 0,25 0,-26 0,1 0,25 0,-25 0,24-50,-24 50,0 0,24-25,1 25</inkml:trace>
  <inkml:trace contextRef="#ctx0" brushRef="#br2" timeOffset="-209523.32">19026 10666,'0'0,"24"0,26 0,-25 0,0 0,74 0,-74 0,-1 0,51-50,-50 50,-50 0</inkml:trace>
  <inkml:trace contextRef="#ctx0" brushRef="#br2" timeOffset="-209141.3">18926 10765,'25'0,"25"0,-25 0,-1 0,26 0,-25 0,0 0,24 0,1 0,-1 0,-49-25,25 25,25 0</inkml:trace>
  <inkml:trace contextRef="#ctx0" brushRef="#br2" timeOffset="-204178.01">23366 9723,'0'-24,"-24"24,-1 0,-25 0,50-25,-25 25,1 0,-26 25,25-1,25 1,0 25,-25-50,25 25,0-1,0 26,0 24,0-49,0-25,0 25,25-25,25 50,-1-50,-24 0,25 0,-50-25,74 25,-24-50,-1 25,26-49,-50 24,-25 1,24 49,-24-50,0 1,0 24,0 0,0-25,0 50,-24 0,-26 0,0 0,26 0,-1 0,-25 0,25 25,1-25,-26 25,25-25,25 25,-49-25,49 49,-50-49,50 25,0 0</inkml:trace>
  <inkml:trace contextRef="#ctx0" brushRef="#br2" timeOffset="-203380.97">24879 9500,'0'-25,"0"75,-49 0,-26 74,26-75,-26 1,51-1,24-24,-50 25,50-25,0-25</inkml:trace>
  <inkml:trace contextRef="#ctx0" brushRef="#br2" timeOffset="-202947.94">24557 9599,'-50'-24,"75"24,0 49,25-24,-26 25,1-26,50 26,-26-25,1 24,24-24,-49 25,-25-25,50-25,-50 49,49-49,-74 0</inkml:trace>
  <inkml:trace contextRef="#ctx0" brushRef="#br2" timeOffset="-199473.74">11212 12303,'25'0,"0"0,-1 0,26 0,-25 0,25 0,-1 0,26 0,-51 0,1 0,25 0</inkml:trace>
  <inkml:trace contextRef="#ctx0" brushRef="#br2" timeOffset="-199128.72">11212 12328,'-25'0,"25"50,0-50,50 0,24 0,-49 0,0 0,25 0,-26 0,26-25,0 25,-26 0,-24-25,25 25</inkml:trace>
  <inkml:trace contextRef="#ctx0" brushRef="#br2" timeOffset="-197843.65">19001 12030,'-50'0,"75"0,0 0,24 0,-24 0,25 0,-25 0,-1 0,26 0,0 0,-26 0,-24-25,50 25,-100 0</inkml:trace>
  <inkml:trace contextRef="#ctx0" brushRef="#br2" timeOffset="-197526.63">18976 12105,'25'0,"0"0,-1-25,51 25,-50 0,-1 0,26 0,-50-25,50 25,-26 0,-24 0</inkml:trace>
  <inkml:trace contextRef="#ctx0" brushRef="#br2" timeOffset="-195627.52">3795 14362</inkml:trace>
  <inkml:trace contextRef="#ctx0" brushRef="#br2" timeOffset="-192902.37">23342 10988,'-50'0,"50"25,0 25,0 24,0 26,0-1,0 0,0 25,0-50,0-24,0-25,25-25,-25 25,25-25,-25-25,49-50</inkml:trace>
  <inkml:trace contextRef="#ctx0" brushRef="#br2" timeOffset="-192055.32">25028 10914,'0'-50,"-25"50,25 25,-49 0,49 25,-75 49,26-25,-1 50,1-49,49-1,-50-24,50-1,-25-24,25 25,-49-50,49 49</inkml:trace>
  <inkml:trace contextRef="#ctx0" brushRef="#br2" timeOffset="-191682.3">24483 11162,'0'-25,"-50"25,50-49,25 49,49 0,-49 24,0 1,24 50,26-1,-50 1,49 24,-24-25,-26 1,26-51,0 26,-75-50</inkml:trace>
  <inkml:trace contextRef="#ctx0" brushRef="#br2" timeOffset="-188794.13">11162 13419,'0'0,"25"0,50 0,-51 0,26 0,25 0,-1 0,0 0,-24 0,-25 0,-25-49,49 49</inkml:trace>
  <inkml:trace contextRef="#ctx0" brushRef="#br2" timeOffset="-187412.05">17562 13196,'25'0,"0"25,24-25,-24 0,25 0,-1 0,-49 0,50 0,0 0,-26 0</inkml:trace>
  <inkml:trace contextRef="#ctx0" brushRef="#br2" timeOffset="-185216.93">23441 12278,'0'-24,"0"48,-25 51,0-1,-24 25,-1-24,0 24,26-49,-26-26,50 26,-25-50,25 25,0-50</inkml:trace>
  <inkml:trace contextRef="#ctx0" brushRef="#br2" timeOffset="-184841.91">23118 12402,'0'-49,"0"49,25 0,25 0,-1 49,1 1,0 0,-50-1,74 1,-74-1,50 26,-50-50,49 24,-24-24,-25-25</inkml:trace>
  <inkml:trace contextRef="#ctx0" brushRef="#br2" timeOffset="-180850.68">11262 14660,'24'0,"26"0,-25 0,25 0,-1-25,26 25,-26-25,1 25,-25 0,-25-25,74 25,-124 0,26 0,-1 0</inkml:trace>
  <inkml:trace contextRef="#ctx0" brushRef="#br2" timeOffset="-180393.65">11361 14734,'0'0,"0"0,74 0,-49 0,0 0,25-50,-26 50,26 0,-50 0,-25 0</inkml:trace>
  <inkml:trace contextRef="#ctx0" brushRef="#br2" timeOffset="-171192.12">11411 13171,'0'25,"0"25</inkml:trace>
  <inkml:trace contextRef="#ctx0" brushRef="#br2" timeOffset="-154429.17">11485 13097,'25'0,"0"0,24 0</inkml:trace>
  <inkml:trace contextRef="#ctx0" brushRef="#br2" timeOffset="-152802.07">18976 12923,'50'0,"-26"0,26 0,24-49,-24 49,-25-25,0 25,24 0,-74 0,-24 0,24 0</inkml:trace>
  <inkml:trace contextRef="#ctx0" brushRef="#br2" timeOffset="-152532.06">18976 12948,'0'25,"-25"-25,50 0,25 0,-1 0,1 0,24-50,-24 50,-1-25,1 25,-25 0,-25-24,25 24,-25 0,-50 0,25 0,0 24,-24-24,24 75</inkml:trace>
  <inkml:trace contextRef="#ctx0" brushRef="#br2" timeOffset="-152305.04">19075 13047,'-49'0,"73"0,51 0,-50 0,24-25,1 25,24-49,-24 49,-25-25,24 25,-49-25,-25 25,1 0,-1 0,-25 0</inkml:trace>
  <inkml:trace contextRef="#ctx0" brushRef="#br2" timeOffset="-152107.03">19100 13047,'25'-25,"24"25,-49-24,50 24,0-50</inkml:trace>
  <inkml:trace contextRef="#ctx0" brushRef="#br2" timeOffset="-151919.02">19026 13022,'0'0,"49"0,-49 0</inkml:trace>
  <inkml:trace contextRef="#ctx0" brushRef="#br2" timeOffset="-147439.77">24731 12278,'0'-24,"0"73,0 1,0-1,0 26,0-1,-25 1,25-26,0 1,0-25,0 24,0-24,0 0,0-25</inkml:trace>
  <inkml:trace contextRef="#ctx0" brushRef="#br2" timeOffset="-144791.61">11361 14734,'-25'0,"25"0,50 0,-25 0,-1 0,26 0,-25 0,0 0,49 0,-24 0</inkml:trace>
  <inkml:trace contextRef="#ctx0" brushRef="#br2" timeOffset="-143494.54">19050 14312,'-49'0,"98"0,1-25,-25 25,0 0,24 0,-24-24,25 24,-1 0,-24 0,-25 0,-50 0</inkml:trace>
  <inkml:trace contextRef="#ctx0" brushRef="#br2" timeOffset="-143150.52">19075 14362,'-25'0,"25"0,25 0,25 0,-25 0,-1 0,26 0,-25 0,0 0,49-50,-49 50,0 0</inkml:trace>
  <inkml:trace contextRef="#ctx0" brushRef="#br2" timeOffset="-140278.36">23466 13395</inkml:trace>
  <inkml:trace contextRef="#ctx0" brushRef="#br2" timeOffset="-140000.34">23540 13295,'-25'25,"-24"50,-1 24,25-50,-24 1,49 0,-50-26,0 26,50 0</inkml:trace>
  <inkml:trace contextRef="#ctx0" brushRef="#br2" timeOffset="-139669.32">23267 13419,'0'-49,"0"24,0 25,0 50,25-26,-25 26,50 24,-50-24,99 0,-74 24,-25-49,49 0,-49 24,50-49,-50-25</inkml:trace>
  <inkml:trace contextRef="#ctx0" brushRef="#br2" timeOffset="-138417.25">24780 13519,'25'0,"-25"-25,0-25,0 50,-50 0,26 0,24 25,-25-25,-25 25,25 24,25 1,-49-25,49 24,0-24,-25 0,25 25,0-26,0 1,0 25,0-50,0 49,50-49,-1 0,-24 0,25 0,-1 0,1 0,-25 0,24-24,-24 24,0-75,24 50,-24-24,25 24,-50-25,25 26,-25-1,0-25,0 25,0 1,0-26,0 25,-25 25,-50 0,51 0,-1 0,-25 0,25 25,1-25,-26 50,25-50,25 74,-49-74,49 50,0-26,49-24</inkml:trace>
  <inkml:trace contextRef="#ctx0" brushRef="#br2" timeOffset="-135582.09">11659 15652,'24'0</inkml:trace>
  <inkml:trace contextRef="#ctx0" brushRef="#br2" timeOffset="-134014">19323 15304,'0'0,"50"0,-1-49</inkml:trace>
  <inkml:trace contextRef="#ctx0" brushRef="#br2" timeOffset="-132455.91">23242 14660,'0'-25,"0"50,-49 49,-1 25,1 0,49-24,-25-1,25-24,0-25,25 49,24-74,-24 0,25 0,24 0,-24-50,24 26,-49-26,24 25,-24-24,25-51,-50 26,0 0,0 24,0 25,-50-24,-24 49,-1 0,1 49,24-24,1 25,49 24,-25-49,25 24,0 1,50-50</inkml:trace>
  <inkml:trace contextRef="#ctx0" brushRef="#br2" timeOffset="-131788.87">24855 14610,'0'-25,"-25"50,-50 25,26 49,-26-25,1 25,24-24,1-1,24-49,25 0,-50-25,50 49</inkml:trace>
  <inkml:trace contextRef="#ctx0" brushRef="#br2" timeOffset="-131450.85">24433 14759,'25'0,"24"25,-24 24,0-24,49 25,-24 24,24-24,-49-1,25 1,-25-25,-1 24</inkml:trace>
  <inkml:trace contextRef="#ctx0" brushRef="#br2" timeOffset="-130026.77">11237 16743,'25'25</inkml:trace>
  <inkml:trace contextRef="#ctx0" brushRef="#br2" timeOffset="-128316.67">19075 16520</inkml:trace>
  <inkml:trace contextRef="#ctx0" brushRef="#br2" timeOffset="-126328.56">23416 15801,'0'-25,"0"0,0 75,0-1,0 1,0-1,0 1,0 0,0-26,0 26,0-25</inkml:trace>
  <inkml:trace contextRef="#ctx0" brushRef="#br2" timeOffset="-125755.53">24731 15602,'0'0,"-75"25,50 49,25-24,-99 0,99 24,-49-24,49-1,-50 1,50-25,-50-1,50 26</inkml:trace>
  <inkml:trace contextRef="#ctx0" brushRef="#br2" timeOffset="-125449.51">24334 15751,'49'0,"1"25,-25 0,24 24,-24 1,25-1,-25 26,-25-50,74 24,-74-24,25-25,-25-25</inkml:trace>
  <inkml:trace contextRef="#ctx0" brushRef="#br2" timeOffset="-123726.41">11559 17587,'50'0,"-25"49</inkml:trace>
  <inkml:trace contextRef="#ctx0" brushRef="#br2" timeOffset="-122308.33">19001 17562,'0'-25</inkml:trace>
  <inkml:trace contextRef="#ctx0" brushRef="#br2" timeOffset="-119398.16">23714 16718,'0'-24,"0"24,-50 49,0 1,26 24,-26-49,25 25,0-26,-24 1,24-25,25-25</inkml:trace>
  <inkml:trace contextRef="#ctx0" brushRef="#br2" timeOffset="-119086.14">23416 16718,'25'25,"-25"0,74 25,-74-1,75 26,-51-26,-24-24,75 25,-50-26</inkml:trace>
  <inkml:trace contextRef="#ctx0" brushRef="#br2" timeOffset="-117846.07">24681 16644,'-25'-50,"0"50,-24 0,24 50,25-25,-25-25,25 74,-74-24,74-25,0-1,-25 26,25 0,0-26,25-24,24 50,1-50,0 0,-26 0,1 0,25 0,-25 0,-1 0,51-50,-50 26,24-26,-49 0,0-24,0 49,0 0,0-49,-25 49,1 25,-26-49,25 49,-24 0,24 0,25 24</inkml:trace>
  <inkml:trace contextRef="#ctx0" brushRef="#br2" timeOffset="-113173.81">11683 17214,'0'-49,"0"24,0 25,-24 0,-26-25,25 25,-24 0,24 0,25 0,-25 25,-25 49,50-49,-24 0,24 25,0-26,0 1,0 25,0-25,0-1,0 26,24-50,1 50,25-50,-25 0,-1 25,26-25,-25 0,0 0,24 0,-24 0,25 0,-50-25,24 25,-24-50,75 50,-75-50,49 26,-49-26,50 25,-50-24,0 24,0-25,0 1,0-1,-50 25,1-24,24 49,-49 0,-1 0,26 0,24 0,0 0,-74 49,74-49,25 50,-25-50,25 25,-49-25,49 49,0-24,0 0,49-25</inkml:trace>
  <inkml:trace contextRef="#ctx0" brushRef="#br2" timeOffset="-111710.72">19323 16867,'-49'0,"24"0,25-25,-25 25,-25 0,1 0,-1 0,1 0,24 0,-25 0,50 0,-25 0,1 0,24 50,-50-50,25 25,-25 24,26-24,-26 25,25 24,25-49,0 0,0 24,0-24,0 0,0 25,0-26,25-24,-25 50,50-50,-1 0,-24 25,0-25,25 0,-1 0,1 0,-1 0,26-50,-1 50,-24-74,-1 49,1-25,-25 50,-25-49,25 49,-25-25,0-25,0 1,-25-1,-50-24,26 74,24-25,-25 25,26 0,-1 0,-25 0,50 25</inkml:trace>
  <inkml:trace contextRef="#ctx0" brushRef="#br2" timeOffset="-107413.48">11708 17983,'-25'0,"25"-49,-24 49,-26 0,25 0,0 0,-24 0,49 25,-25-25,25 24,-25-24,25 25,-25-25,25 50,-49-50,49 25,-25-25,-25 24,25 26,25 0,-24-50,24 24,-50 26,50-25,-25-25,25 25,0 24,-25-49,25 25,0 0,0 24,0 26,0-25,0 24,0-49,50 24,-50-24,25 25,24-1,-24-24,25 25,-25-25,0-25,-25 49,74-49,-49 0,0 25,24-50,-24 25,25 0,-1 0,26 0,-51 0,26 0,0 0,-1 0,1-49,-25 24,49-50,-49 51,-25-26,49 0,-49 26,0-26,0 0,0 26,0-1,0-25,0 25,-24 0,-1-49,-25 49,25-24,-24 24,24 0,-25-49,26 24,-26 25,25-24,0 49,-24 0,24 0,-25 0,1 0,24 0,0 0,0 0,75 0,-25 0</inkml:trace>
  <inkml:trace contextRef="#ctx0" brushRef="#br2" timeOffset="-104970.34">19422 17859,'0'0,"0"-24,0-26,-49 25,-1 25,50-25,-25 25,-24 0,-1-49,1 49,24 0,-25 0,1 0,24 0,-25 0,50 0,-25 0,1 0,24 49,-50-49,50 25,-50-25,25 50,-24-25,49-1,-25-24,25 50,0 0,-25-1,25 1,0-1,0 1,0 0,0-26,0 26,0-25,0 0,0 24,0-24,0-25,0 50,25-1,49 26,-24-75,-25 25,25-25,-26 0,26 0,-25 0,24 0,-24 0,25 0,-25-50,-1 50,26 0,-25-25,24-25,26 26,-26-26,1 0,0-49,-1 50,-49-1,0 0,0 1,0-1,0 1,0-1,0 25,-25 25,25-49,-49 49,24-25,-49 25,24 0,0 0,1 0,-1 0,1 0,49 0,-25 0,25 25</inkml:trace>
  <inkml:trace contextRef="#ctx0" brushRef="#br2" timeOffset="-102452.19">23813 17884,'0'-25,"-25"50,0 25,-24 24,24-24,25-25,-75 24,75-24,-24-25,24 25,0-25</inkml:trace>
  <inkml:trace contextRef="#ctx0" brushRef="#br2" timeOffset="-102202.18">23590 17835,'0'49,"24"-24,1 0,25 24,-25-24,24 25,26-25,-51 24,1-49,-25 50,50-50,-50 25,25-25</inkml:trace>
  <inkml:trace contextRef="#ctx0" brushRef="#br2" timeOffset="-101572.14">24433 17636,'0'-25,"0"25,0 50,0 24,0 26,0 24,0-50,0 0,0-24,0 0,0-26,0 26,0-75,0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53:02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21060 13047,'49'0,"-24"0,25 0,-26 0,1 0,0 0,25 0,-26 0,1 0,50 0,-100 0</inkml:trace>
  <inkml:trace contextRef="#ctx0" brushRef="#br0" timeOffset="360.02">20960 13047,'-49'0,"74"0,-1 0,26 50,-25-50,24 0,1 0,0 0,24 0,-49 0,0 0,24 0,1 0,-75 0</inkml:trace>
  <inkml:trace contextRef="#ctx0" brushRef="#br0" timeOffset="766.04">21010 13122,'25'0,"49"0,-49 0,25 0,-1 0,-24 0,0 0,24 0,-24 0,-25 0</inkml:trace>
  <inkml:trace contextRef="#ctx0" brushRef="#br0" timeOffset="11422.65">8285 13444,'50'0,"-25"0,-1 0,1 0,25 0,-25 0,-1 0,26 0,-25 0,0 0,24 25,-24-25,0 0,24 0,-24 25,0-25,25 0,-26 0,1 0,-25 49,50-49,-25 0,24 0,1 0,24 0,-24 0,-50 25,49-25,1 0,0 0,-1 0,-24 0,0 0,25 0,-26 0,26 0,0 0,-1 0,26 0,-26 25,-24-25,25 0,24 0,-24 0,-1 0,1 0,-1 0,26 0,-26 0,1 0,-25 0,25 0,24 0,-24 0,-1 0,1 0,-25 0,24 0,-24 0,0 0,24 0,-24 0,0 0,25 0,-26 0,1 0,25 0,-1 0,-24 0,25 50,-1-50,-24 0,0 0,25 0,-26 0,1 0,25 0,-25 0,0 0,-1 0,26 0,-25 0,0 0,24 0,-24 0,0 0,49 0,-24 0,-25 0,-1 0,26 0,-25 0,0 0,24 0,-24 0,0 0,24 0,-24 0,0 0,0 0,24 0,-24-25,25 25,-1 0,-24 0,0 0,25 0,-26 0,26 0,-25 0,25 0,-26-25,26 25,-25 0,0 0,-1 0,26 0,-25 0,0 0,24 0,-24 0,-25-25,50 25,-1 0,-24 0,0 0,0 0,24 0,-24 0,0 0,24 0,-24 0,0 0,25 0,-26 0,51 0,-50 0,24 0,-24 0,0 0,25 0,-26 0,1 0,25 0,24 0,-24 0,-1 0,1 0,-25 0,24 0,1 0,0 0,-1 0,1 0,-25 0,-1 0,26 0,-25 0,24 0,-49-49,50 49,0 0,-26 0,1 0,0 0,25 0,-25 0,-1 0,26 0,-25 0,-25-25,25 25,24 0,-24 0,0 0,24-25,-24 25,0 0,25 0,-26-50,1 50,25 0,-25 0,-1 0,26 0,-25 0,0 0,24-24,-24 24,0 0,24 0,-24 0,0 0,25 0,24 0,-49 0,0 0,24 0,26 0,-26 0,1 0,-25 0,24 0,-24 0,0 0,25 0,24 0,-24 0,-1 0,1 0,-1 0,1 0,0 0,-1 0,1 0,-1 0,1 0,0 0,-50-50,49 50,1 0,0 0,-1 0,1 0,-1 0,1-25,24 25,-24 0,-25 0,0 0,49-49,-49 49,49 0,-49 0,25 0,-26 0,1 0,25 0,-25 0,-1 0,51 0,-50 0,-1 0,1 0,25 0,0 0,-26 0,26 0,-25 0,0 0,-1 0,26-25,0 25,-1 0,26 0,-1 0,-49 0,0 0,24 0,-24 0,0 0,0 0,24 0,-24 0,0 0,24 0,-24 0,0 0,25 0,-26 0,1 0,25 0,-25 0,24 0,1 0,0 0,-1 0,-24 0,0 0,24 0,-24 0,0 0,25 0,-26 0,26 0,24 0,-49 0,25 0,-25 0,-1 0,26 0,0 0,-1 0,-24 0,49 0,-49 0,0 0,25 0,-26 0,1 0,25 0,0 0,-26 0,1 0,25 0,-1 0,-24 0,0 0,25 0,-26 0,1 0,25 0,-1 0,-24 0,25 0,-1 0,1 0,-25 0,24 0,-24 0,0 0,0 0,24 0,-24 0,0 0,25 0,-1 0,1 0,0 0,-50 0,49 0,-24 0,0 0,24 0,-24 0,0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52:08.7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 1240,'0'0,"50"0,-1 0,26-25,24-24,0-1,25 1,-49 24,-26 25,1-50,-25 50,-50 0</inkml:trace>
  <inkml:trace contextRef="#ctx0" brushRef="#br0" timeOffset="435.02">918 1067,'-25'0,"25"49,0 1,25-25,-25 49,50-24,-50 24,74 0,-74 50,0-24,0-26,0 1,0-51,0 26,0-25,0 0,-25-25,-24 0,-1 0,50-25,0 0,-25-49,25 49,0 0,0-25,25 50,50-49</inkml:trace>
  <inkml:trace contextRef="#ctx0" brushRef="#br0" timeOffset="1057.06">1563 1488,'-25'75,"25"-26,-49 51,49-26,-50-24,50-1,0 1,-25 24,25-49,0-99,0 24,0 0,25-49,-25 0,0 24,0 26,0 24,25 25,-25 25,49 0,-49 24,50-24,-50 0,74 25,-74-26,25-24,-25 50,25-50,-25 74,0-49</inkml:trace>
  <inkml:trace contextRef="#ctx0" brushRef="#br0" timeOffset="1283.07">1439 1885,'0'-49,"0"49,25-25,49 25,-49 0,0-50,24 50</inkml:trace>
  <inkml:trace contextRef="#ctx0" brushRef="#br0" timeOffset="1919.1">2605 2158,'0'-25,"-50"0,50-24</inkml:trace>
  <inkml:trace contextRef="#ctx0" brushRef="#br0" timeOffset="2180.12">2481 1935,'-50'0,"1"-50,49 1,0 49,49 74,-24-49,25 24,-1 26,-24-26,25 26,-26 24,-24-25,75 1,-75 24,74 25,-74-74</inkml:trace>
  <inkml:trace contextRef="#ctx0" brushRef="#br0" timeOffset="3443.19">2902 2729,'-24'0,"-1"0,50 0,49 0,-24 0,-1 0,1 0,24 0,1-50,49 50,-25 0,0 0,0 0,-24 0,-1 0,25 0,26 0,23-50,-24 50,25 0,25 0,-25 0,-1 0,1-49,-49 49,-1 0,25 0,-25 0,0 0,0 0,25-50,-24 50,-26 0,25 0,25 0,-24 0,-1 0,0 0,0 0,-24 0,24-25,-25 25,1 0,-1 0,0 0,1 0,-1-49,1 49,-1 0,25 0,1-50,-26 50,0 0,1-25,-26 25,26 0,-26 0,1 0,-25-49,49 49,-24 0,0 0,-1 0,1 0,24 0,-24-25,-1 25,-24 0,25 0,-25 0,-1-50,26 50,-25 0,24-25,-24 25,0 0,25-49,-26 49,1 0,25 0,-50-25,25 25,-25 0</inkml:trace>
  <inkml:trace contextRef="#ctx0" brushRef="#br0" timeOffset="5467.31">2803 2803,'0'-50,"0"26,25 24,-25 0,0 74,25-49,-25 0,0 49,0 0,49 1,-49-1,0 1,0 49,0 24,0-24,0 50,0 0,0 24,0-24,0-25,0-50,0 0,0 0,0-24,0 24,0-25,0 1,-24-1,24 1,0-26,0 1,0 24,0-49,0 0,0 24,24-49,26 0,25 0,-51-49,26 49,-25 0,0 0,24 0,26-25,-26 25,1 0,-1 0,26 0,24-50,0 50,0 0,1 0,24-49,-25 49,0 0,25-25,-25 25,1 0,24-50,-25 50,50 0,-50 0,50-49,0 49,-25 0,0-50,-25 50,0 0,25-49,-25 49,0 0,26-50,-26 50,0 0,25-50,-25 50,0 0,50-49,-25 49,-25 0,1-25,-26 25,50 0,-49-50,-1 50,0 0,1 0,-1 0,1 0,-1 0,-24 0,24 0,-24 0,-1 0,1 0,24-49,-24 49,0 0,-1 0,-24 0,25 0,-26 0,-24-25,50 25,24 0,-24 0,-25 0,0 0,24 0,-24 0,25-50,-26 50,26 0,-50-25,0 1,-25-26</inkml:trace>
  <inkml:trace contextRef="#ctx0" brushRef="#br0" timeOffset="6706.38">8980 2158,'0'-25,"0"25,0 75,0-51,0 1,0 25,0-25,0 24,0 26,0-1,0 25,0 25,0 25,49 0,-49-25,0-25,0 0,0 1,0-1,0 25,0-50,0 1,0-26,0 26,0-26,0 1,25 24,-25-24,0-25,0 24,0-24,50 25,-50-1,0 1,0-25,0 0,0 24,0-24,24 0,-24 49,50-74,-50 25,0 0,25 24,-25-24,0 0,0-25,-50 0,1 0,-1 0,-24 0,-50 0,-25 0,-25 0</inkml:trace>
  <inkml:trace contextRef="#ctx0" brushRef="#br0" timeOffset="9306.53">1861 2729,'-50'0,"50"-25,0 50,0 24,0 26,0-1,0 0,0 1,0-50,0-1,0 26,25-50,-25-50,0 26,-25-26,25-24,0-26,-50-24,50 50,0 49,0-25,50 50,0 25,-25-25,-25 50,49 0,-49-26,75 1,-75 25,24-50,-24 49,25-49,-25 25</inkml:trace>
  <inkml:trace contextRef="#ctx0" brushRef="#br0" timeOffset="9473.54">1786 2952,'0'-25,"0"25,50-74,24 24,26 0,-26 1,-24 24,-50-25</inkml:trace>
  <inkml:trace contextRef="#ctx0" brushRef="#br0" timeOffset="22525.28">2729 1885,'0'-25,"49"25,1 25,-50 25,25-25,-25-1,49 51,-49-26,25-24,-25 25,50-25,-50-1,25-24,0 0,-25 0</inkml:trace>
  <inkml:trace contextRef="#ctx0" brushRef="#br0" timeOffset="23065.31">2828 1885,'-50'-25,"50"-24,0 24,0 0,25 25,-25-49,50 49,-50-25,49 25,-24-25,25 25,-50 25,0 0,0-1,0 26,0-25,0 0,0 49,0-99,0 0,50 25,-1 0,1 25,-1 25,-49-25,0-1,0 26,0-25,-24-25,-1 49,-50 1,26-50,24 25,50-75,74-24</inkml:trace>
  <inkml:trace contextRef="#ctx0" brushRef="#br0" timeOffset="23493.34">3324 1662,'0'-25,"0"0,50 25,-25 0,-1 0,26 0,-50 25,50 0,-50 49,0-24,0 0,0-1,-25 1,0-25,25-25,0-50,25-24</inkml:trace>
  <inkml:trace contextRef="#ctx0" brushRef="#br0" timeOffset="23738.35">3622 1563,'0'24,"-25"1,0 25,-24 0,49-1,-50 26,50-51,0 26,0-50,25 0,49 0,-24 0,-1 0,1-50,0 50,-26-49</inkml:trace>
  <inkml:trace contextRef="#ctx0" brushRef="#br0" timeOffset="25170.43">2382 3448,'0'0,"0"25,-25-1,25 26,-50 0,50 24,0-24,0-1,0-24,0 25,50-50,-1 0,26 0,49 0,-50-75,25 1,-49 24,0 1,-50-1,0 0,0 26,-50-51,25 50,-24-24,-26 49,26 0,-26 0,1 74,-1-49,51 49,24-49,0 0,0 25</inkml:trace>
  <inkml:trace contextRef="#ctx0" brushRef="#br0" timeOffset="26066.49">2456 4663,'-25'0,"25"25,25 25,-25-1,0 26,0-1,0 1,0-1,0-24,0-26,0-24,0-49,50-1,-50 1</inkml:trace>
  <inkml:trace contextRef="#ctx0" brushRef="#br0" timeOffset="27219.55">3423 2307,'-24'0,"-1"0,25 25,-50 24,50-24,0 0,0 24,0-24,0 0,25 25,49-50,-49 0,25 0,-50-50,25 50,-25-50,0-24,-25 24,0 50,0-24,-24 24,24 0,0 0,-25 24,50 1,0 0,0 25,25-50,25 0</inkml:trace>
  <inkml:trace contextRef="#ctx0" brushRef="#br0" timeOffset="27682.58">3820 2282,'0'0,"0"25,-25 24,25-24,0 25,0-25,0-1,0 26,50-50,-25 0,24 0,1-50,-25 26,-25-26,50 25,-50-24,0-1,0 50,-25-25,-25 25,0 0,1 0,-26 50,51 24,24-24,0-25</inkml:trace>
  <inkml:trace contextRef="#ctx0" brushRef="#br0" timeOffset="28644.63">5085 2208,'0'-25,"-24"25,-26 25,50-1,-50 51,50-50,0 24,0-24,0 25,0-50,50 24,-25-24,24 0,26 0,-50-49,24 24,-49-25,25 1,-25 24,0 0,0-24,-50 49,26-50,-26 50,0 0,1 25,-1 24,50-24,0 0,0 25,50-50</inkml:trace>
  <inkml:trace contextRef="#ctx0" brushRef="#br0" timeOffset="28967.65">5656 2059,'-50'0,"50"25,0 49,0-24,0-1,0 1,0 24,0-24,0-1,0-24,50-50</inkml:trace>
  <inkml:trace contextRef="#ctx0" brushRef="#br0" timeOffset="29806.7">6698 2108,'0'25,"0"25,24 24,-24-24,0-1,0 1,50 0,-50-26,0 1,25-25,-25 50,49-50</inkml:trace>
  <inkml:trace contextRef="#ctx0" brushRef="#br0" timeOffset="30076.72">7094 2059,'0'0,"0"25,50 49,-50-24,0-1,25 1,-25 24,0-24,50-1,-50-24,49-25</inkml:trace>
  <inkml:trace contextRef="#ctx0" brushRef="#br0" timeOffset="32543.86">4688 2505,'0'-25,"-49"25,49 25,0 25,0-25,0 24,0-24,0 25,0-25,0 49,0-24,0 24,0 0,0 1,0-1,0 1,0-1,0 0,0-24,0 24,0-24,0 0,0-1,0-24,0 25,0-25,0 24,0 1,0 24,0-49,0 0,0 24,0-24,0 0,0 25,0-26,0 1,0 0,0 25,0-26,0 1,0 25,0-25,0-1,0 26,0 0,0-1,0 1,0-1,0 26,0-50,0-1,0 1,0 50,0-26,25-24,-25 25,0-25,0-1,0 26,0-25,0 24,24-49,26-74</inkml:trace>
  <inkml:trace contextRef="#ctx0" brushRef="#br0" timeOffset="33841.93">6326 2555,'0'0,"0"0,0 49,0-24,0 50,0-26,0 1,0 24,0 1,0-1,0 25,0 25,0-49,0-1,0 1,0-1,0 0,0-24,49 25,-49-1,50-24,-50-1,0 1,25 49,-25-49,0-1,49 1,-49 24,0-24,0-1,0 1,25 0,-25-1,0-24,0 0,0 24,50 1,-50 0,0-26,0 26,0-25,0 0,0 24,24-49,-24 25,0 0,0 25,0-26,0-24,0-74,50 24,-50-24</inkml:trace>
  <inkml:trace contextRef="#ctx0" brushRef="#br0" timeOffset="35087">7739 2406,'0'-25,"0"25,0 75,0-51,0 1,0 25,0-1,0 1,0 0,0-1,0 26,0-26,0 1,0 0,0-1,0 1,0 24,0-24,0-1,0 1,0 24,50-24,-50 0,0-1,0 1,0 24,25-49,-25 25,0-1,0-24,0 0,0 25,0 24,0-49,0 0,0-1,0 26,0-25,0 0,0 49,0-24,0-26,25-24,-25 50,0 0,0-1,0-24,0 25,0-1,0-24,0 0,0 0,49-25,-49 74,0-49,0 0,0 24,0-24,0 0,0 25,0-1,0-74,0-49,-49-1,-1-73</inkml:trace>
  <inkml:trace contextRef="#ctx0" brushRef="#br0" timeOffset="37066.11">2803 4266,'50'0,"-25"0,-1 0,76-49,-75 49,-1 0,1 0,25 0,-25-25,24 25,26 0,-51 0,26 0,0 0,24-50,-24 50,24 0,0 0,1-49,24 49,50 0,-25-25,-25 25,-24 0,-1 0,0 0,1 0,-26 0,1 0,24 0,-24 0,0-50,-1 50,1 0,24 0,-24 0,0-24,24 24,0 0,26-50,-26 50,-24 0,-26 0,1 0,25 0,-25 0,-1 0,26 0,-25 0,0 0,24 0,-24 0,0 0,24 0,-24-50,25 50,-1 0,26 0,-1-24,1 24,-1 0,1-50,-26 50,26 0,-26 0,1-25,-1 25,1 0,24 0,-24 0,0-49,-26 49,26 0,0-25,-1 25,1 0,24-50,-24 50,-25 0,24 0,1-25,0 25,-26 0,26 0,24-49,-24 49,-25 0,24-25,-24 25,0 0,25-50,-26 50,26 0,24-25,-24 25,-25 0,24-49,1 49,-25 0,0-25,24 25,1 0,-25 0,-25-50,74 50,1 0,-75-24,49 24,1 0,-1 0,-49-25,50 25,0 0,-26 0,-24-50,25 50,25 0,-1 0,1-25,-25 25,24 0,-24 0,-25-24,25 24,25 0,24-50,-49 50,0 0,24 0,-49-25,25 25,0 0,-25-49</inkml:trace>
  <inkml:trace contextRef="#ctx0" brushRef="#br0" timeOffset="79624.55">8434 2729,'0'-25,"0"0,0 25,0 25,0 49,0 1,0-26,0 1,0-1,0-24,0 25,0-1,0-49,0-24</inkml:trace>
  <inkml:trace contextRef="#ctx0" brushRef="#br0" timeOffset="115005.57">3820 4564,'0'-25,"0"25,0 124,0-25,-49 1,49-1,-50-25,50 1,0-26,-25-24,25 25,0-1</inkml:trace>
  <inkml:trace contextRef="#ctx0" brushRef="#br0" timeOffset="115673.61">3523 4688,'0'0,"0"50,24-1,51 1,-26 24,1-49,24 50,-24-51,0 26,-1-50,26 25,-50-25,24 49,-74-49,25 25</inkml:trace>
  <inkml:trace contextRef="#ctx0" brushRef="#br0" timeOffset="117427.71">5730 4390,'0'-49,"0"24,0 50,0 24,-74 51,49-51,25 1,-50-1,50 26,-49-50,49-1,0 26,25-50</inkml:trace>
  <inkml:trace contextRef="#ctx0" brushRef="#br0" timeOffset="118615.78">5408 4415,'0'25,"25"25,24-1,1 26,-1-26,-24 1,25 24,-1-24,1-50,-25 50,0-50,49 0,-74 0</inkml:trace>
  <inkml:trace contextRef="#ctx0" brushRef="#br0" timeOffset="119454.83">8533 4043,'0'0,"-25"75,25-1,-49-24,49-1,-25 1,25-1,-50-24,50 25,0-25</inkml:trace>
  <inkml:trace contextRef="#ctx0" brushRef="#br0" timeOffset="119680.84">8335 4167,'49'50,"-24"-25,25 24,-25-24,24 25,-24-26,25-24,-50 50,24-50,-24 50</inkml:trace>
  <inkml:trace contextRef="#ctx0" brushRef="#br0" timeOffset="120217.87">7367 4068,'0'0,"0"50,-74 49,49-50,25 1,-74 24,74-24,-50-25,50 24,-25 1</inkml:trace>
  <inkml:trace contextRef="#ctx0" brushRef="#br0" timeOffset="120436.88">7070 4217,'-25'0,"25"0,49 49,1-24,25 25,24-25,-25 24,25 1,-49-25,0 24,-1-24,1-25</inkml:trace>
  <inkml:trace contextRef="#ctx0" brushRef="#br0" timeOffset="126804.25">9277 2629,'-25'0,"25"-25,-49 25,49-49,-25 49,25-25,-25 25,25-25,-49 25,24 0,25-49,-25 49,0 0,-24-25,24 25,25-25,-50 25,25 0,1-50,-26 50,25-24,0 24,-49 0,49 0,0 0,-24 0,24 0,0 0,0 0,-24 0,24 0,25 0,-25 0,-24 0,49 24,-25-24,0 0,-25 50,26-50,24 25,-25-25,25 49,-50-49,50 25,-25-25,0 25,-24 25,24-26,-25 26,50-25,-24-25,24 25,-50 24,50-24,0 0,0 49,-25-74,25 50,0-25,0 24,0 1,0 24,0-24,0 0,0-1,0 1,0-1,0 26,0-50,0 24,0 1,0 24,0-49,0 25,0-1,0 1,-25-50,25 74,0-24,0 0,0-1,0 1,0-1,0 1,0 0,0-26,0 51,0-50,0 24,0-24,0 49,0-49,0 0,0 25,0-1,0 1,0-50,0 25,0 24,50-24,-50 0,25 49,-25-24,25-50,-25 25,49-25,-49 25,25 24,0-49,-25 25,74-25,-49 0,0 50,25-50,-26 0,1 0,50 0,-51 0,1 0,25 0,24 0,-74-25,50 25,-1-25,1 25,-50-50,50 50,-26-24,1-1,25-50,-1 26,1-1,-25-24,-25 24,74 25,-74-24,25 24,-25-25,50 25,-50 1,24-51,-24 26,50-1,-50 0,25-24,-25 49,0 0,49-24,-49 24,0 0,0-24,0 24,25 0,-25-25,0 26,0-1,0-25,0 25,0 1,0-1,0-25,0 25,50-24,-50-1,0 25,0 0,0-24,0 24,25 25,-25-50,0 26,0-26,0 0,0 26,0-26,0 25,0 25,0-25,0-24,-50 49,50-25,0 0,0 0,-25 25,25-49,-25 49,25-25,-49-25,49 26,-25 24,25-25,-25 25,25-25,-49 25,49-50,-25 50,25-24,-25 24,-25 0,50-25,-24 25</inkml:trace>
  <inkml:trace contextRef="#ctx0" brushRef="#br0" timeOffset="128070.32">869 6201,'0'-25,"0"1,0 48,0 51,0 49,-75-25,75-25,-74 26,74-51,-25 1,25-1,0-24,0-50,0 1,0-26,0 0,0-24,0 0,49-26,-49 1,0 25,25 24,-25 75,75 25,-75-1,49 26,-49-26,50 1,-50-25,50 24,-50-24,24-25,-24 50,25-50,-25 49</inkml:trace>
  <inkml:trace contextRef="#ctx0" brushRef="#br0" timeOffset="128250.33">645 6623,'0'-25,"0"0,75 25,24-74,0 74,0-25,1 25,-51 0,-24-74</inkml:trace>
  <inkml:trace contextRef="#ctx0" brushRef="#br0" timeOffset="128724.36">1588 5978,'0'0,"0"-25,0 25,0 50,0-1,0 51,0-26,0 0,0-24,0 0,49-1,-49-24,0 0,25 24,0-49</inkml:trace>
  <inkml:trace contextRef="#ctx0" brushRef="#br0" timeOffset="129257.39">1513 6127,'0'-50,"0"1,25-1,0 50,49-74,-24 74,0-25,-26 25,51 0,-75 25,0 24,0 1,-50 49,1-49,49-1,-50 1,50-25,-25-25,25 0,50-25,-1 25,1-75,-25 75,0-74,24 74,1 0,-25 25,-25 0,0 24,0 1,0 24,0-24,-75-25,51 24,-1-49,-25 25,25-25,0 0,-24 0,24 0,25 0,0-74,0 24,50-24,24 24</inkml:trace>
  <inkml:trace contextRef="#ctx0" brushRef="#br0" timeOffset="129826.42">2307 5953,'0'-25,"0"-24,0 24,25 25,0 0,24 0,-24 0,25 0,-25 0,-25 25,49 24,-49 26,0-1,0 1,0-26,0 1,-25-1,1-24,-26-25,25 50,-24-50,24 0,25-75,74 26</inkml:trace>
  <inkml:trace contextRef="#ctx0" brushRef="#br0" timeOffset="130139.44">2729 5804,'0'25,"-50"25,25-25,-24 49,49-49,-25 0,25 24,0-24,0 25,50-50,24 0,0 0,26 0,-26 0,-24 0,-1-25,-24 25,-25-25</inkml:trace>
  <inkml:trace contextRef="#ctx0" brushRef="#br0" timeOffset="136598.81">496 9376,'50'0,"49"0,75 0,49-99,50 49,49-24,1-25,74 24,0-24,74 0,-124 0,0 49,-49 0,-50 50,-74-74,-50 74,-50-50,-49 50,25 0,-50-24,-50 24,25 0,0 0,25-50</inkml:trace>
  <inkml:trace contextRef="#ctx0" brushRef="#br0" timeOffset="139807.99">2382 9327,'0'-50,"-25"50,25 25,25 0,-25-1,0 51,24-26,-24 26,0-1,0-24,50 24,-50-24,0-25,0-1,25-24,-25 0</inkml:trace>
  <inkml:trace contextRef="#ctx0" brushRef="#br0" timeOffset="140447.03">2332 9475,'0'-49,"-25"49,25-25,0 0,25 25,25-49,-26 49,1-25,25 25,-25 0,24 0,-49 49,0-24,0 25,0 24,0-24,0-1,0-24,-49 25,49-50,24-50,-24 25,50-24,-50 24,50 25,-50-25,49 25,-24 0,-25 0,0 25,0 25,0 24,0-24,0-1,0-24,-25 25,25-26,-74-24,49 50,0-50,-24 0,24 0,-25 0,25 0,25-50,0 26,25-1,25-25</inkml:trace>
  <inkml:trace contextRef="#ctx0" brushRef="#br0" timeOffset="141459.09">3027 9401,'-25'0,"25"-25,25 25,-1-49,51 49,-50 0,-1 0,26 0,-50 0,50 49,-50 1,0-1,0 1,0 24,-25-24,25-25,-50-25,50 49,-25-49,25-24,0-26,0 0,0 1</inkml:trace>
  <inkml:trace contextRef="#ctx0" brushRef="#br0" timeOffset="141736.1">3349 9252,'0'0,"0"25,0 49,-50-24,26 0,24-1,-50 1,50-25,0-1,0-24,50 0,-1 0,26 0,-26-24,26 24,-51-25,1 25,25-50</inkml:trace>
  <inkml:trace contextRef="#ctx0" brushRef="#br0" timeOffset="162599.3">8236 1960,'0'-50,"0"25,0 25,0 25,0 25,0-1,0 1,0-25,0 24,0-24,0 25,0-26,24-24</inkml:trace>
  <inkml:trace contextRef="#ctx0" brushRef="#br0" timeOffset="163084.32">8632 1860,'0'0,"0"50,0-25,-24 0,24 24,0-24,0 0,0 24,0-49,99 0,-74 0,-1 0,26-24,-25 24,-25-50,25 0,-25 26,0-1,0 25,-25-50,-25 50,1 0,-1 0,0 25,-24-25,74 50,0-26,25-24</inkml:trace>
  <inkml:trace contextRef="#ctx0" brushRef="#br0" timeOffset="177961.17">1290 7243,'0'-25,"0"25,-74 50,74-1,-50 26,50-26,0 1,0 0,0-26,0 1,25-25,25 50,-26-50,26 0,0-25,24 0,-49-24,-25 24,49-25,-49 25,0-24,-49-26,24 26,-25 24,26 25,-1 0,-25 0,50 50,-25 24,25-49,50 24,24-49</inkml:trace>
  <inkml:trace contextRef="#ctx0" brushRef="#br0" timeOffset="178358.2">2208 7119,'0'25,"0"0,0 24,0-24,0 0,0 24,50 26,-50-26,49 1</inkml:trace>
  <inkml:trace contextRef="#ctx0" brushRef="#br0" timeOffset="178830.22">3126 7020,'0'0,"-75"25,26-1,24 26,-25 0,50-26,0 26,0-25,0 0,25-25,25 49,-1-49,1 0,24-25,-24 25,-25-49,-25 24,74-25,-74 1,0-1,0 25,0-24,-49 49,-1 0,0 0,1 25,-50 24,74 50,-25-49,50-25</inkml:trace>
  <inkml:trace contextRef="#ctx0" brushRef="#br0" timeOffset="181851.4">1538 8260,'0'0,"0"-25,-49 25,49-25,0-24,-25 49,25 49,25-24,-25 25,24 24,-24-24,50-1,-50-24,25 25,-25-1,25-49,-25 25,0 25,49-50</inkml:trace>
  <inkml:trace contextRef="#ctx0" brushRef="#br0" timeOffset="184342.54">2456 8037,'0'-50,"-50"50,50-25,0 50,25 25,-25 24,50-24,-50-1,0-24,25 25,-25-25,0-1,0 26,0-25,49 24,1-49,-25 0</inkml:trace>
  <inkml:trace contextRef="#ctx0" brushRef="#br0" timeOffset="184830.57">3126 7888,'0'0,"0"74,-50 1,50-26,-25 1,25 0,0-26,0 26,25-50,50 0,-26 0,1 0,-1-25,1 25,-50-49,25 49,-25-75,0 26,0-26,-25 1,25 24,-50 50,26 0,-26 0,-24 0,49 74,25 1,0-25</inkml:trace>
  <inkml:trace contextRef="#ctx0" brushRef="#br0" timeOffset="186951.69">1315 7268,'0'-50,"0"1,0 24,0 25,0 74,-25 50,25 25,-49 74,49-24,-100 49,100-50,0-49,0-25,0 25,-49-25,49-99,0-1,0 1,25-50,-25 1</inkml:trace>
  <inkml:trace contextRef="#ctx0" brushRef="#br0" timeOffset="188638.78">3473 8880,'-25'-50,"25"75,0 74,0-24,0 24,0-24,0-1,0-24,0-26,50 26,-50-25</inkml:trace>
  <inkml:trace contextRef="#ctx0" brushRef="#br0" timeOffset="189771.85">5209 6102,'-49'0,"98"0,1 0,0 0,-1 0,50-50,-24 50,-26 0,1-24,0 24,-100 0</inkml:trace>
  <inkml:trace contextRef="#ctx0" brushRef="#br0" timeOffset="190175.87">5358 6077,'0'25,"25"-25,-25 50,0-26,50 26,-50 0,24-1,-24 26,0-1,0-24,0-1,0 1,0-1,0-24,0-25,0 25,-24-25,-51 0,26 50,24-50,0 0,-49-25,49 0,25-49,25-1,24 50,26 25</inkml:trace>
  <inkml:trace contextRef="#ctx0" brushRef="#br0" timeOffset="190774.91">5978 6300,'0'-24,"-25"48,-24 26,-1 49,25-24,-24-1,49 25,-75-24,75-26,0-24,0 25,0-75,0 0,0-25,0-24,0-25,0 0,25-1,-25 26,0 49,25 25,49 0,-74 0,50 50,-25-25,24 24,-24-24,-25 0,75 24,-75-24,24-25,-24 50,25-50,-25 49</inkml:trace>
  <inkml:trace contextRef="#ctx0" brushRef="#br0" timeOffset="190971.92">5730 6623,'0'-50,"50"50,-25-25,24 25,1 0,24-49,-24 49,-1 0,1-50</inkml:trace>
  <inkml:trace contextRef="#ctx0" brushRef="#br0" timeOffset="191308.94">6400 6350,'-50'0,"50"-25,50 25,24 0,-24-49,24 49,-24 0,0 0,-1-25,-24 25</inkml:trace>
  <inkml:trace contextRef="#ctx0" brushRef="#br0" timeOffset="191540.95">6499 6499,'25'0,"0"-25,49 25,-24-25,24 25,-24-49,-1 49,1-25,-25 25,-25 0</inkml:trace>
  <inkml:trace contextRef="#ctx0" brushRef="#br0" timeOffset="192591.01">7219 5879,'0'-25,"0"50,24 24,-24 26,0-26,0 1,0 0,0-1,0 1,0-25,0-1,0 1,50 25</inkml:trace>
  <inkml:trace contextRef="#ctx0" brushRef="#br0" timeOffset="193206.05">7194 5854,'0'-25,"0"-25,0 50,49 0,-24-24,0 24,49 0,-49 0,0 0,25 0,-50 24,0 26,0 0,-50 24,25-49,25 25,-74-26,74 1,-25-25,50 0,0 0,-1-49,26 49,-25-50,0 50,49 0,-49 0,-25 0,0 50,0-1,0 1,0-1,-25 26,-25-50,26 24,-26-24,0-25,1 0,-1 50,25-50,1 0,24-50,0-24,0 24,74 0,0 1,1 49</inkml:trace>
  <inkml:trace contextRef="#ctx0" brushRef="#br0" timeOffset="193634.07">7715 5978,'0'-25,"0"0,0 25,49 0,26 25,-75 25,24-1,-24 1,0 0,0-1,0 26,0-51,-74 26,49-50,25 50,-49-50,49-25,0-25</inkml:trace>
  <inkml:trace contextRef="#ctx0" brushRef="#br0" timeOffset="193911.09">8062 5953,'-25'0,"-25"75,26-26,-26-24,50 25,-25-26,25 1,25 50,0-75,0 0,24 0,26 0,-26 0,-24-50,25 50,-50-50,25 50,-25-24,0 24,-50 0</inkml:trace>
  <inkml:trace contextRef="#ctx0" brushRef="#br0" timeOffset="194293.11">8260 5507,'0'49,"0"1,0-1,0 26,0-26,0-24,0 0,0 50,0-51</inkml:trace>
  <inkml:trace contextRef="#ctx0" brushRef="#br0" timeOffset="198510.35">12204 918,'0'-50,"0"75,0 49,0 26,0-1,0 0,0 25,0-25,0-24,0-26,0 1,0 0,0-26,50-24</inkml:trace>
  <inkml:trace contextRef="#ctx0" brushRef="#br0" timeOffset="198862.37">12601 1067,'-25'0,"-49"49,24 1,-24-1,24 26,25-26,-24-24,49 25,25-25,24-25,-24 49,25-49,24 25,-24-25,-25 50,24-1,1 1,-25-50</inkml:trace>
  <inkml:trace contextRef="#ctx0" brushRef="#br0" timeOffset="199289.39">12973 1389,'-25'25,"25"24,-49 1,49 0,0 24,0-24,0-25,0-1,0-73,0 24,0-25,0 1,0-75,0 49,25 50,-25 1,24 24,26 0,0 0,-50 24,49 26,-49 0,50-1,-50 26,0-51,0 1,0 25,0 0,-25-26</inkml:trace>
  <inkml:trace contextRef="#ctx0" brushRef="#br0" timeOffset="199434.4">12899 1662,'25'0,"-1"-50,26 50,24 0,1 0,-1 0,-49-25</inkml:trace>
  <inkml:trace contextRef="#ctx0" brushRef="#br0" timeOffset="200198.45">12651 2034,'0'-25,"0"25,0 75,25-26,-25 50,0 1,74 48,-74-24,0-49,50-1,-50 1,24-26,26 1,-25-50</inkml:trace>
  <inkml:trace contextRef="#ctx0" brushRef="#br0" timeOffset="200737.48">12874 2877,'-25'0,"-24"0,73 0,26 0,0 0,24 0,50 0,50 0,74-24,74 24,50 0,75-50,24 50,149 0,99-99,-24 99,0 0,24-75,-25 75,26-74,-150 74,-198 0,-49 0,-75 0,-99 0,-25 0,-75 0,-24-25</inkml:trace>
  <inkml:trace contextRef="#ctx0" brushRef="#br0" timeOffset="202396.57">12973 2803,'0'-25,"-49"25,49 0,0 50,-25 24,25 50,0 50,-50-1,50 1,0-25,0 74,0-24,-49-26,49 1,0-25,0-50,0-25,0 1,0-1,0-49,0 25,0-75,0 25,74-25,0 25,1 0,-1 0,25-50,50 50,-25 0,100-49,-26 49,25 0,25 0,-24 0,24 0,24 0,1 0,0 0,-25 0,25 0,49 0,-73 0,73 0,-49-50,0 50,0 0,-50-74,50 74,-1 0,-23 0,23 0,-48-50,-1 50,-74 0,24 0,-24 0,25 0,24 0,-24 0,-25-50,-25 50,0 0,-25-49,-25 49,1 0,-1 0,25-25,-24 25,-1 0,-24 0,-1 0,1 0,0 0,-1 0,-24 0,0 0,49 0,-74-50,50 50,0 0,-1 0,1-24,-25 24,-25-25,-25-25,25 25</inkml:trace>
  <inkml:trace contextRef="#ctx0" brushRef="#br0" timeOffset="203339.63">21928 2704,'0'0,"49"0,-49 74,0-24,0-1,0 1,0 0,0-1,0 26,0-1,0 0,0 26,0-26,0 0,0 1,0 24,0-24,0-26,0 1,0-1,0 26,0-50,0-1,0 26,0-25,0 0,0 24,0 1,0-25,0-25,0-50</inkml:trace>
  <inkml:trace contextRef="#ctx0" brushRef="#br0" timeOffset="204201.67">14586 2927,'0'-25,"0"25,0 50,0-1,0 26,0 24,0 25,-50 74,50-24,-75-25,75-25,0 25,0-75,0 1,0-26,0 1,0-1,0 1,0-25,0 0</inkml:trace>
  <inkml:trace contextRef="#ctx0" brushRef="#br0" timeOffset="205187.73">16371 3001,'0'-24,"0"24,0 49,0 26,0 24,0 50,0 24,0 51,0-26,0 25,-24-24,24-26,0-24,0-50,0-24,0-26,0-24,0 50,0-75,0-25,0-50</inkml:trace>
  <inkml:trace contextRef="#ctx0" brushRef="#br0" timeOffset="206225.79">18455 2704,'0'0,"25"49,-25 1,49 24,-49 26,75 48,-75 1,0 50,0-1,49 50,-49-49,0-51,0-24,0-49,0-1,0-49,0 0,0-25,0-50</inkml:trace>
  <inkml:trace contextRef="#ctx0" brushRef="#br0" timeOffset="207932.89">12948 3845,'25'0,"50"0,-26 0,1 0,24 0,1 0,24 0,0 0,25 0,-25 0,1 0,-1 0,50 0,24 0,1 0,-25 0,74 0,-25 0,-24 0,-50 0,25 0,-50 0,0 0,25 0,-24 0,48 25,-48-25,-1 0,0 0,50 0,0 0,-25 0,-25 0,50 0,-50 0,0 0,25 0,-25 0,1 0,-1 0,0 0,25 0,-25 0,1 0,-1 0,25 0,-25 0,0 0,-24 0,-1 0,0-25,1 25,-1 0,-24 0,0 0,24 0,25 0,-24 0,-1 0,0 0,1 0,-1 0,25-25,-49 25,0 0,-1 0,1 0,49 0,-24 0,-1 0,0 0,1 0,-1 0,1 0,-1 0,0 0,-24 0,0 0,-1 0,1-50,-1 50,1 0,24 0,-24 0,0 0,-1-24,1 24,24 0,-24 0,-25 0,0 0,24 0,-24 0,0 0,24 0,-24 0,0 0,25 0,-26-50,1 50,50 0,-51 0,1 0,25 0,24 0,-49 0,0 0,24 0,1 0,-25 0,0 0,24 0</inkml:trace>
  <inkml:trace contextRef="#ctx0" brushRef="#br0" timeOffset="209163.96">16322 2803,'49'0,"-49"-50,25 50,-25-24,0 48,0 26,0-25,0 24,0-24,0 50,0-26,0 1,0-1,50 1</inkml:trace>
  <inkml:trace contextRef="#ctx0" brushRef="#br0" timeOffset="210149.01">14461 4266,'0'25,"0"25,0-25,0 49,0-24,-49-1,49 1,0 24,-25-24,25-25,0-1,0 26,0-25,0 0,25-25,0 0</inkml:trace>
  <inkml:trace contextRef="#ctx0" brushRef="#br0" timeOffset="-197693.48">14189 3101,'0'0,"-50"0,25 49,-24 26,49-26,-50-24,50 49,-50-49,50 0,-24-25,24 50</inkml:trace>
  <inkml:trace contextRef="#ctx0" brushRef="#br0" timeOffset="-197519.47">13717 3225,'0'-25,"0"25,50 0,0 74,24-74,25 50,-24-1,49 1,-25-50,-25 0</inkml:trace>
  <inkml:trace contextRef="#ctx0" brushRef="#br0" timeOffset="-197047.44">15801 3125,'0'25,"0"50,-50-26,26 1,-26 49,0-49,1-1,24 1,25-25</inkml:trace>
  <inkml:trace contextRef="#ctx0" brushRef="#br0" timeOffset="-196875.43">15503 3324,'-25'0,"50"25,25-25,49 49,-24 1,-1-1,25 1,-24-50,-26 25</inkml:trace>
  <inkml:trace contextRef="#ctx0" brushRef="#br0" timeOffset="-196463.41">17885 3076,'0'25,"0"24,-50 26,25-1,-49-24,24-1,0 1,26-25,24 24</inkml:trace>
  <inkml:trace contextRef="#ctx0" brushRef="#br0" timeOffset="-196287.4">17587 3225,'0'24,"0"1,0 0,25 25,24-26,51 26,-26 0,-24-26,24-24,-24 0</inkml:trace>
  <inkml:trace contextRef="#ctx0" brushRef="#br0" timeOffset="-195877.37">19596 2952,'0'25,"-50"24,26 1,-51 49,26-49,-26 24,50-49,1 0,24 24</inkml:trace>
  <inkml:trace contextRef="#ctx0" brushRef="#br0" timeOffset="-195702.36">19274 3101,'0'24,"24"26,26-25,24 24,26 1,-26-25,0-25,26 74,-26-74</inkml:trace>
  <inkml:trace contextRef="#ctx0" brushRef="#br0" timeOffset="-192653.19">13693 2431,'-50'0,"25"25,-24-1,-1 26,50-25,0 24,0 1,0-50,74 0,-24 0,0 0,-1-50,1 50,-50-49,25 49,-25-50,0 1,0-1,-25 50,-25-25,25 25,-49 0,24 0,50 0,0 75,0-75,50 0</inkml:trace>
  <inkml:trace contextRef="#ctx0" brushRef="#br0" timeOffset="-192298.17">14139 2406,'-25'0,"0"0,1 25,24 0,-50 24,50-24,0 0,0 24,25-24,24-25,-24 0,0 0,25-25,-26 25,-24-74,75 24,-75 26,0-1,0-25,-25 25,0 25,-24-49,24 49,-25 0,1 0,49 74,0-49</inkml:trace>
  <inkml:trace contextRef="#ctx0" brushRef="#br0" timeOffset="-190801.08">15553 2332,'-25'0,"-49"24,49 1,-25 25,50-25,-25 24,25 1,0-25,50-25,-25 0,24 0,26-25,-50 0,24-25,-24 26,-25-51,0 1,0 49,0 25,-50 0,26 0,-26 0,0 0,50 25,50-25</inkml:trace>
  <inkml:trace contextRef="#ctx0" brushRef="#br0" timeOffset="-190567.07">16049 2183,'0'25,"0"49,0-24,0 24,0-24,0 24,0 0,0 1,0-25</inkml:trace>
  <inkml:trace contextRef="#ctx0" brushRef="#br0" timeOffset="-190005.04">17711 2208,'0'49,"0"1,0-25,0-1,0 1,0 25,0-25,0 24,50-49</inkml:trace>
  <inkml:trace contextRef="#ctx0" brushRef="#br0" timeOffset="-189788.02">18058 2133,'0'25,"0"0,50 24,-50 26,0-26,0 1,0 0,0-26</inkml:trace>
  <inkml:trace contextRef="#ctx0" brushRef="#br0" timeOffset="-188624.96">20861 1960,'-50'0,"50"49,0 1,-24-25,24-1,0 26,0-25,0 0,0 24,0 1,49-50</inkml:trace>
  <inkml:trace contextRef="#ctx0" brushRef="#br0" timeOffset="-188295.94">21258 2009,'0'25,"-25"0,25 0,0 24,0-24,0 0,50-25,24 0,1 0,-1 0,-24 0,-26 0,-24-50,0-24,0 49,0 0,-49 25,-1-74,1 74,-26 0,-49 25,75 24,49-24</inkml:trace>
  <inkml:trace contextRef="#ctx0" brushRef="#br0" timeOffset="-187221.88">12427 3225,'0'0,"0"-50,-49 50,-1 25,25 0,-24 24,24-24,25 0,0 24,0 1,0-50,50 0,-1 0,26 0,-1 0,-24-25,-1 0,-49 1,50-26,-50 25,0-24,0-26,-25 50,0 25,1-24,-51 24,1 0,24 49,0 1,50-1,0-24</inkml:trace>
  <inkml:trace contextRef="#ctx0" brushRef="#br0" timeOffset="-186734.85">12477 4118,'0'24,"0"51,0 24,-25-49,25-1,0 26,0-51,0 1,0 25,0-100</inkml:trace>
  <inkml:trace contextRef="#ctx0" brushRef="#br0" timeOffset="-185620.79">17364 4291,'0'-25,"0"-24,0 123,0 1,0-26,0-24,0 25,0-26,0 1,0-25</inkml:trace>
  <inkml:trace contextRef="#ctx0" brushRef="#br0" timeOffset="-183523.67">18430 3051,'0'-25,"-49"25,49-49,-25 49,0 0,-25 0,26-25,-1 25,-25 0,50-25,-25 25,1 0,24-50,-75 50,26 0,24 0,-25-24,25 24,1 0,-1 0,-25 0,25-50,-24 50,-1 0,25 0,0 0,-49 0,49 0,0 0,-24 0,-1 25,1 0,24-25,25 49,-75-49,75 50,-49-50,49 74,-50-24,50-25,-49-1,49 26,-25-25,25 0,-25-25,25 74,-50-49,50 0,-24 24,24-24,-50 25,50-26,-25 1,25 25,0-25,-49-1,49 26,0-25,-25 0,25 49,0-24,0-1,-50 26,50-26,0-24,0 0,0 25,0-1,0-24,0 25,0-1,0-24,0 0,0 0,25 24,-25-24,25 25,49-1,-24 1,-1-1,1-49,0 25,-26-25,1 0,25 50,-25-50,24 0,26 0,-26 0,1 0,-1 0,-24 0,50 0,-51 0,26-25,0 25,24-25,-24 25,-1-74,26 74,-50-50,-1 50,26-49,0-1,-1 25,-24-24,25 24,-26 0,1-25,25 26,-25-26,-25 25,74 25,-74-74,74 24,-49 25,25-24,-25 24,-25-25,74-24,-74 24,0 26,25-26,-25 25,0 0,0-49,0 24,0 25,0-24,0-1,0 25,0 1,0-1,0-25,-25 25,-49-49,49 49,-25-24,1 24,-1-25,0 50,50-25,-49 25,24-24,0 24,-24 0,24 0,25 0</inkml:trace>
  <inkml:trace contextRef="#ctx0" brushRef="#br0" timeOffset="-170357.91">13147 5904,'0'-25</inkml:trace>
  <inkml:trace contextRef="#ctx0" brushRef="#br0" timeOffset="-170094.9">13271 5531,'0'-24,"0"73,0 26,0 24,-25 50,25 0,0-50,-50 0,50 25,0-50,-24-24,24 0,0-1,0 1,49-50,1-50</inkml:trace>
  <inkml:trace contextRef="#ctx0" brushRef="#br0" timeOffset="-169741.88">13668 5755,'0'-50,"-25"75,-49 74,-26 0,1-24,25-1,24-24,25-1,25-73,0 24,50 0,-1 0,-24 24,25-24,-25 50,24 0,1-1,0 1,24 24,-49-74,0 0</inkml:trace>
  <inkml:trace contextRef="#ctx0" brushRef="#br0" timeOffset="-169330.85">13916 6276,'0'-25,"0"25,0 25,0 49,0-24,0-1,0 1,0-1,0 1,0-25,0-50,0-25,0-24,0-50,49 25,-49 24,25 26,25 24,-25 25,49 25,-74 24,50-24,-50 25,24-1,-24 1,0 0,0-1,0 1,0-25,0-25</inkml:trace>
  <inkml:trace contextRef="#ctx0" brushRef="#br0" timeOffset="-169164.84">13941 6424,'24'-24,"1"24,25 0,49-50,-49 50,-1 0,-24-25</inkml:trace>
  <inkml:trace contextRef="#ctx0" brushRef="#br0" timeOffset="-168911.83">14982 6276,'0'0,"50"-50,24 50,1 0,-1 0,1 0,-51 0</inkml:trace>
  <inkml:trace contextRef="#ctx0" brushRef="#br0" timeOffset="-168760.82">14982 6424,'-49'0,"98"0,1 0,49 0,-24-24,-1 24,0-25,-24 25,0-50</inkml:trace>
  <inkml:trace contextRef="#ctx0" brushRef="#br0" timeOffset="-167839.77">17041 5531,'0'-24,"0"24,-49 74,-26 50,26 0,49-49,-50-26,50-24,-50 25,75-75,-25-25,0 1,50-26,-50 1,0-1,25 26,24 49,1 24,-25 51,24-26,-24 1,25 25,-50-51,49 1,-49 25,50-50,-50 49</inkml:trace>
  <inkml:trace contextRef="#ctx0" brushRef="#br0" timeOffset="-167685.76">16768 5953,'0'-25,"75"25,24 0,50-49,0 49,24 0,-24-75</inkml:trace>
  <inkml:trace contextRef="#ctx0" brushRef="#br0" timeOffset="-167479.75">17736 5631,'0'-25,"0"50,0 24,0 1,0-1,0 26,0-50,0 0,0 24,49-24</inkml:trace>
  <inkml:trace contextRef="#ctx0" brushRef="#br0" timeOffset="-167080.73">17686 5556,'0'-25,"25"-24,25 49,-1 0,1 0,-25 0,-25 25,0-1,0 1,-50 25,0-1,1-24,24-25,25 25,-25-25,75 0,-1 0,1 0,0 50,-26-50,-24 24,25-24,-25 50,0 25,-25-75,-24 24,24-24,-25 0,26 0,48 0,51-49</inkml:trace>
  <inkml:trace contextRef="#ctx0" brushRef="#br0" timeOffset="-166802.71">18182 5531,'50'-24,"-25"24,-25 0,24 49,-24 1,0-1,0 1,0 0,0-1,0 1,-24-50,24 25,-25-25,25-25</inkml:trace>
  <inkml:trace contextRef="#ctx0" brushRef="#br0" timeOffset="-166549.7">18529 5556,'0'-25,"-49"50,-1 0,1 49,-1-24,25 0,25 24,0-49,0 0,50 24,24-49,25 0,-24-24,-1 24,1-50,-51 0,-24 25,50 25,-50-24</inkml:trace>
  <inkml:trace contextRef="#ctx0" brushRef="#br0" timeOffset="-163652.53">17314 6722,'0'-25,"0"0,0-24,0 24,0 0,0 25,-50 25,1 25,-1 24,-24-24,49-1,25 1,0-25,0 24,50-49,49 0,-25 0,1 0,-26 0,-24-49,-25 24,74-25,-74 25,0-24,0-1,0 1,-74-1,24 50,-24 0,-25 0,24 25,26 0,49 24,49 1,26-50</inkml:trace>
  <inkml:trace contextRef="#ctx0" brushRef="#br0" timeOffset="-163301.51">17885 6573,'0'-25,"49"25,-49-49,0 74,25-1,-25 1,0 50,0-26,0-24,0 25,0-1,0-24,0 0,25 25,24-50</inkml:trace>
  <inkml:trace contextRef="#ctx0" brushRef="#br0" timeOffset="-163014.49">18579 6276,'0'0,"0"24,0 26,0 24,50 1,-50-1,0 1,0-1,0-24,-25-1</inkml:trace>
  <inkml:trace contextRef="#ctx0" brushRef="#br0" timeOffset="-162115.44">17413 7342,'0'25,"0"0,0 0,0-1,0 26,0-25,0 0,0 24,0-24,0 0,50 24,-25-49,-1 0</inkml:trace>
  <inkml:trace contextRef="#ctx0" brushRef="#br0" timeOffset="-161651.42">18182 7243,'0'25,"0"24,0 1,0 0,0-1,0 1,0 24,0-24,0-1,25 1,-25 0,74-50</inkml:trace>
  <inkml:trace contextRef="#ctx0" brushRef="#br0" timeOffset="-161276.39">18926 7144,'0'0,"0"49,0 26,0-1,0-24,-24-1,24 1,0 24,-25-49</inkml:trace>
  <inkml:trace contextRef="#ctx0" brushRef="#br0" timeOffset="-160743.36">17711 6375,'-25'25,"25"74,-74 99,24 1,0 24,1 25,-1-50,50-24,-99-25,99-50,-50 0,50-49,0-25,0 24,0-49</inkml:trace>
  <inkml:trace contextRef="#ctx0" brushRef="#br0" timeOffset="-160322.34">16421 8458,'0'0,"25"-49,148 49,26-50,99 50,98-49,26 49,25-75,49 75,-124 0,0-49,-99 49,-50 0,-49-50,-75 50,-74 0,-50 0,-50 0,1 0</inkml:trace>
  <inkml:trace contextRef="#ctx0" brushRef="#br0" timeOffset="-159442.29">18554 8582,'0'-24,"0"48,0 26,0 0,0-26,25 26,-25-25,0 24,0 1,0 0,0-26,0 1,0 25</inkml:trace>
  <inkml:trace contextRef="#ctx0" brushRef="#br0" timeOffset="-159011.26">18529 8607,'0'-49,"25"24,0 25,25-75,-1 75,1 0,-25 0,-25 25,0 0,0 25,-25-1,-50 26,26-51,24 26,-25-50,50 50,25-50,0 0,25 0,-26 0,26 0,-50 24,25-24,-25 50,0 0,0-26,-25 26,-74-25,49-25,25 0,25 0,50-50</inkml:trace>
  <inkml:trace contextRef="#ctx0" brushRef="#br0" timeOffset="-158695.25">19001 8706,'25'0,"-1"-49,26 49,-25 0,0 0,24 25,-24-25,-25 74,0-49,0 24,0 1,-25 24,-24-49,24-25,-25 50,25-50,50-25</inkml:trace>
  <inkml:trace contextRef="#ctx0" brushRef="#br0" timeOffset="-158411.23">19398 8607,'-25'0,"0"25,-25 0,26 24,-26-24,50 0,0 25,0-26,25 26,24-50,26 0,-1 0,1 0,-1 0,0-50,-49 50,-25-24,25 24</inkml:trace>
  <inkml:trace contextRef="#ctx0" brushRef="#br0" timeOffset="-157165.16">20390 5432,'0'25,"-25"74,25 0,-50 50,50-49,0 48,0-48,0-26,0-24,0-1,0-24,25-25,25 0</inkml:trace>
  <inkml:trace contextRef="#ctx0" brushRef="#br0" timeOffset="-156872.14">20563 5854,'0'0,"-49"25,-50 49,49 1,-24-26,24 1,25-25,25 24,0-49,25-25,49 25,-24 0,-25 50,49 0,-24-1,-25-49,49 50,-24-50,-1 0</inkml:trace>
  <inkml:trace contextRef="#ctx0" brushRef="#br0" timeOffset="-156484.12">20936 6052,'0'0,"0"25,-50 0,50 25,0-1,0 26,0-26,0-24,0 0,0-50,0-25,0 1,0-1,25-49,-25 25,49-1,-49 50,50 25,0 0,-50 0,49 50,-49 24,75 26,-75-51,24 1,-24-1,0 1,0-25,0 0</inkml:trace>
  <inkml:trace contextRef="#ctx0" brushRef="#br0" timeOffset="-156319.11">21035 6201,'25'0,"49"-25,25 25,0 0,25 0,-74-49</inkml:trace>
  <inkml:trace contextRef="#ctx0" brushRef="#br0" timeOffset="-156116.1">21779 6003,'-50'0,"125"-50,-1 50,25 0,1 0,-51 0,-24 0,25 0</inkml:trace>
  <inkml:trace contextRef="#ctx0" brushRef="#br0" timeOffset="-155965.09">21680 6276,'0'0,"74"0,25 0,0-50,1 50,-1-74,0 24</inkml:trace>
  <inkml:trace contextRef="#ctx0" brushRef="#br0" timeOffset="-155660.07">22746 5507,'0'24,"0"51,0-1,25 1,-25-1,0 1,0-26,0 26,-50-51,50 1,-24-25,24 50</inkml:trace>
  <inkml:trace contextRef="#ctx0" brushRef="#br0" timeOffset="-155244.05">22746 5556,'-49'-49,"49"-26,24 75,51-74,-1 74,-24 0,-1 0,-24 0,-25 49,0 1,0-25,0 24,-49-24,24 25,-25-25,50-1,50-24,-25 50,-1 0,-24-1,0-24,0 0,0 25,-24-26,-26-24,25 50,0-50,50-50</inkml:trace>
  <inkml:trace contextRef="#ctx0" brushRef="#br0" timeOffset="-154953.03">23317 5531,'0'-24,"25"24,49 0,-24 0,-1 49,-49 1,0 24,0-24,0-1,-49 26,-26-50,26-25,24 49,0-49,25-24,0-1,74-25</inkml:trace>
  <inkml:trace contextRef="#ctx0" brushRef="#br0" timeOffset="-154722.02">23986 5432,'0'0,"-49"0,-26 25,26 0,-1 49,-24-24,49-1,25 1,-50 24,50-24,25-25,25-25,24 50,25-50,25-25,-49 25,-1-50,1 0,-75 26,25-26</inkml:trace>
  <inkml:trace contextRef="#ctx0" brushRef="#br0" timeOffset="-151801.85">968 11733,'-25'0,"-25"0,50-25,-24 25,-1 0,50 0,-1-50,51 50,-26-25,26 25,-26-49,26 49,-50-50,-1 50</inkml:trace>
  <inkml:trace contextRef="#ctx0" brushRef="#br0" timeOffset="-151441.83">1166 11584,'-25'0,"25"25,0 24,0 1,0-25,0-1,0 26,50-25,-50 24,74 1,-74 0,50 49,-50-25,74-24,-74 0,25-1,-25-24,0 0,0-25,0 49,-49-49,-1 0,0 0,26-24,24-26,0 0,0 1,74 49,0-50</inkml:trace>
  <inkml:trace contextRef="#ctx0" brushRef="#br0" timeOffset="-151117.81">1811 11857,'-25'0,"25"-25,0 25,0 74,0-24,0-1,0 1,0 24,50-24,-50 0,0-1,25 1,-25-25,49-25,-49 49,50-49</inkml:trace>
  <inkml:trace contextRef="#ctx0" brushRef="#br0" timeOffset="-150622.78">1886 11981,'0'-50,"0"-24,49 24,1 50,24-25,-49 25,0 0,-25 0,0 25,0 74,0-24,-25-1,-25 0,1 1,49-50,-25-25,25 25,74-50,1-25,-26 50,1-50,24 50,-24 0,-50 0,0 25,0 25,-25-25,25 0,-74-25,49 74,-25-74,-24 0,24 25,1-25,24 0,25 0,0-75,0 26,25-51,99 26</inkml:trace>
  <inkml:trace contextRef="#ctx0" brushRef="#br0" timeOffset="-149901.74">2778 10939,'-24'0,"24"-50,0 100,74 24,0 50,26 0,24 0,0 0,-25-24,-25-26,1 50,-26 0,1-50,-50-24</inkml:trace>
  <inkml:trace contextRef="#ctx0" brushRef="#br0" timeOffset="-149491.72">3423 12055,'75'-50,"-1"50,50 0,50-49,74 49,25-50,24 50,1-49,49 49,50-100,-25 100,0-49,0 49,-49-75,-1 75,-98 0,-1-49,-99 49,-50 0,1 0,-50-25,-1 25,-48 0</inkml:trace>
  <inkml:trace contextRef="#ctx0" brushRef="#br0" timeOffset="-148175.64">3498 12055,'0'-50,"0"26,0-1,0 50,25 24,-25 50,0 50,49 0,-49 25,0 24,50-24,-50-1,0 1,49-25,-49-50,0-24,0-1,0-49,0 24,25-49,0 0,25 0,-26 0,51 0,24-24,0 24,50 0,0-50,49 50,50-50,-24 50,73-49,-49 49,75-75,49 75,-25-74,25 24,-49 50,-1-74,-99 74,1 0,-51 0,-49-50,-49 50,24 0,-49-24,-1 24,-24 0,25-50,-26 50,-24-25</inkml:trace>
  <inkml:trace contextRef="#ctx0" brushRef="#br0" timeOffset="-146461.55">8012 11633,'-49'0,"73"0,26 0,-25 0,24 0,26 0,-1 0,1 0,-1-49,1 49,-1 0,25-25,25 25,-25 0,1-50,-1 50,-25 0,-24-49,-1 49,-24 0,25 0,-25 0,-25 25,25-1,-25 1,0 25,49 24,-49 1,50-1,-50 0,0 1,25-1,-25 25,0-24,0-1,0 1,49-26,-49 1,0 0,0 24,25-49,-25 0,0 24,50-24,-50 0,0 24,0-24,0 25,-25-50,25 49,0 1,0-25,-25-25,25 49,0 1,-25-50,-24 0,24 0,-50 0,51 25,-51-25,25 49,-24-49,0 25,-1-25,-49 50,25-50,0 0,49 0,25 0,-24 0,-1 0,25 25,-24-25,24 0,25 0</inkml:trace>
  <inkml:trace contextRef="#ctx0" brushRef="#br0" timeOffset="-145343.48">3597 12998,'25'-50,"0"50,24 0,-24 0,25 0,-1 0,50-50,-24 50,24 0,-24-24,73 24,26-50,0 50,-1 0,-24-50,25 50,-25 0,24 0,1 0,-1 0,1 0,-25-49,25 49,24 0,-24-50,24 50,25-49,-49 49,0-100,-1 100,1-49,-25 49,-1-50,1 50,0-49,-25 49,-25-25,-24 25,-1 0,1-50,-26 50,1 0,-25 0,24 0,-24 0,0 0,24 0,26-49,-26 49,1 0,0 0,-1 0,-24-25,0 25,49 0,-49 0,0 0,25-25,-26 25,-24 0,-49 0,24 0</inkml:trace>
  <inkml:trace contextRef="#ctx0" brushRef="#br0" timeOffset="-144585.44">4490 11956,'0'25,"50"99,-50 25,0-1,49 1,-49 25,50-1,-50-49,49 0,-49-24,25-1,-25-49,0-1,50 1,-50-25,0-1,25-24,49-49,-74-26</inkml:trace>
  <inkml:trace contextRef="#ctx0" brushRef="#br0" timeOffset="-144031.41">6028 11857,'0'24,"0"26,0 0,0-1,49 1,-49-1,50 51,-50 49,0-1,50 26,-50 0,0-26,0 1,25-25,-25-49,0-26,49-24,-49 25,0-100,0 1</inkml:trace>
  <inkml:trace contextRef="#ctx0" brushRef="#br0" timeOffset="-143336.37">7442 11683,'0'-25,"0"25,0 75,49-1,-49 0,25 26,-25 48,50 26,-50 0,0-1,49 1,-49-25,50-50,-50-25,0 1,50-1,-50-49,0 0,0 25,0-100,0 25</inkml:trace>
  <inkml:trace contextRef="#ctx0" brushRef="#br0" timeOffset="-142402.31">3324 12328,'-25'0,"1"0,24 50,-100 24,100 0,-49 1,49-1,-50 25,50-49,0-25,25 49,25-74,-26 0,26 0,24-49,-24 24,-25-50,-25 26,0-1,0 1,0-1,0-24,-50 49,25 25,-24 0,-26 0,26 0,24 74,25 1,0-1,0-24</inkml:trace>
  <inkml:trace contextRef="#ctx0" brushRef="#br0" timeOffset="-141997.29">3225 13246,'0'74,"0"-24,0-1,0 1,0 0,0-26,0 1,0 0,25-25</inkml:trace>
  <inkml:trace contextRef="#ctx0" brushRef="#br0" timeOffset="-140941.23">3969 11509,'-50'0,"1"0,24 75,25-26,-50-24,50 0,0 25,-24-50,24 49,24-49,1 0,25 0,-25 0,-1 0,-24-49,50 24,-50-25,0 25,0-24,-25-1,-24 25,24 25,-25 0,1 25,24-25,25 50,0 24,74-74</inkml:trace>
  <inkml:trace contextRef="#ctx0" brushRef="#br0" timeOffset="-140634.21">4267 11460,'-25'0,"0"25,-24 24,24-24,25 0,-50 24,50 1,25-50,49 0,-24 0,0 0,-1 0,1 0,-1-50,-49 26,0-26,0-24,-24 74,-26 0,0 0,1 0,-1 24,1 1,49 25</inkml:trace>
  <inkml:trace contextRef="#ctx0" brushRef="#br0" timeOffset="-139981.18">5309 11460,'-75'0,"26"0,24 0,-25 49,50-24,-25 0,25 49,25-24,25-50,24 0,1 0,-1 0,0-25,-49-24,25 24,-50-25,0 25,0 1,0-1,0-25,-50 50,1-25,-1 25,0 0,1 0,-1 75,50-26,25-49,49 0</inkml:trace>
  <inkml:trace contextRef="#ctx0" brushRef="#br0" timeOffset="-139778.16">5705 11212,'0'25,"0"24,0 1,0-1,0 1,0 0,0 49,50-50,-50 1</inkml:trace>
  <inkml:trace contextRef="#ctx0" brushRef="#br0" timeOffset="-139186.13">6673 11137,'0'-25,"-25"25,25 75,0-25,0 24,0 0,0-24,0 24,0-49,0 0,0 49,74-74</inkml:trace>
  <inkml:trace contextRef="#ctx0" brushRef="#br0" timeOffset="-138992.12">6896 11187,'50'0,"-50"74,0-24,24 0,-24-1,0 1,0 24,75-49</inkml:trace>
  <inkml:trace contextRef="#ctx0" brushRef="#br0" timeOffset="-138105.07">8409 10939,'0'25,"0"-1,0 26,0 0,0 24,0-24,0-1,0 1,0 0,0-1,0-49,50 25,-25-25</inkml:trace>
  <inkml:trace contextRef="#ctx0" brushRef="#br0" timeOffset="-137814.05">8707 11013,'0'50,"0"-1,0-24,0 0,0 25,0-25,49-25,51 49,-26-49,0 0,-24-49,-25 49,-25-75,0 50,0 0,0-49,-25 49,0 25,-24-49,-26 49,1 24,24 26,50 24,0-24</inkml:trace>
  <inkml:trace contextRef="#ctx0" brushRef="#br0" timeOffset="-110554.49">6946 11956,'0'25,"0"24,0 26,-50 24,50 0,-74 0,74-24,-25-26,25 1,0-25,0-25</inkml:trace>
  <inkml:trace contextRef="#ctx0" brushRef="#br0" timeOffset="-110323.48">6747 12080,'0'25,"25"-25,49 49,1 1,-1-25,25 24,-24 1,-25-25,24 24,-49-49</inkml:trace>
  <inkml:trace contextRef="#ctx0" brushRef="#br0" timeOffset="-109887.45">8707 11708,'-25'25,"25"24,-50 1,50 24,-49 1,49-26,-50 1,50-1,-49 1,49-25,-50 25</inkml:trace>
  <inkml:trace contextRef="#ctx0" brushRef="#br0" timeOffset="-109703.44">8434 11931,'74'25,"1"-25,-1 49,25-49,1 50,-51-50,1 74,-1-74</inkml:trace>
  <inkml:trace contextRef="#ctx0" brushRef="#br0" timeOffset="-109228.42">7119 12948,'-25'0</inkml:trace>
  <inkml:trace contextRef="#ctx0" brushRef="#br0" timeOffset="-108982.4">7094 12948,'-24'0,"24"99,-75-24,75-26,-74 26,74-26,-50-24,50 50</inkml:trace>
  <inkml:trace contextRef="#ctx0" brushRef="#br0" timeOffset="-108785.39">6797 13097,'0'0,"74"0,50 74,-25-74,26 50,-26-50,25 50,-25-50,-49 0</inkml:trace>
  <inkml:trace contextRef="#ctx0" brushRef="#br0" timeOffset="-108438.37">8409 12700,'0'-50,"0"75,-25 50,-24-1,24 0,-25-24,26 0,-26-1,50 1,-25-25,25 24</inkml:trace>
  <inkml:trace contextRef="#ctx0" brushRef="#br0" timeOffset="-108261.36">8186 12898,'0'0,"74"75,-24-50,0-25,49 74,-25-74,1 25,-26-25</inkml:trace>
  <inkml:trace contextRef="#ctx0" brushRef="#br0" timeOffset="-107556.32">5457 12254,'0'-25,"-49"25,49-50,0 100,25-1,-25 1,24 0,-24 24,0-24,0-1,0 1,50-1,-50-24,25-25</inkml:trace>
  <inkml:trace contextRef="#ctx0" brushRef="#br0" timeOffset="-107218.3">5408 13171,'0'50,"49"-25,-49 24,25-24,-25 0,0 25,0-26,0 1</inkml:trace>
  <inkml:trace contextRef="#ctx0" brushRef="#br0" timeOffset="-104188.13">4788 12278,'0'-49,"0"49,49 0,26-25,-51 25,1 0,25 0,-25-50,0 50,24 0,1-25,-1 25,1 0,24 0,1-49,24 49,0 0,0-50,-24 50,-1-25,25 25,1-49,-26 49,1-50,-26 50,1 0,24-25,-24 25,-1 0,1 0,0-49,24 49,-24 0,-1 0,-24-25,25 25,-26 0,1 0,25 0,-25 0,-1 0,26 0,-25 0,0 0,24 0,-24-50,0 50,25 0,-26 0,26 0,0 0,24 0,-49 0,0 0,-25 25,0 25,49-1,-49 1,25-25,-25 24,0-24,50 25,-50-25,0 24,24-24,-24 0,0 25,50-26,-50 1,0 25,0-25,50 24,-50 26,0-51,0 1,0 25,0-25,24-1,-24 26,0-25,0 0,0 24,50-24,-50 25,0-26,0 26,0-25,0 0,0 24,0-24,0 25,0-1,0-24,0 0,0 0,0 49,0-49,-25-25,25 25,-25-25,25 49,-24-49,-26 25,0-25,26 50,-26-50,-24 25,24-25,0 49,-24-49,0 75,-1-75,25 49,1-49,-26 75,51-75,-26 49,0-49,-24 25,49-25,-24 50,24-50,0 0,-25 24,-49-24,50 0,-1 0,-24 0,24 0,-24 0,-1 0,1 0,-26 50,26-50,24 0,26 0,-1 0,-25 0,25 0,-24 0,-1 0,25 0,1-50,-26 50,25 0,-24-24,-1 24,50-50,-25 50,25-25,-25 25,25-49,-49-1,49 25,-25 25,25-49,-25 49,25-25,-49 25,49-50,-25 50,25-49,-50-1,50 0,0 26,-25-1,25-25,0 25,-24 1,24-26,0 25,0 0,0-24,0 24,0 0,-50-25,50 1,0-1,0 1,0-1,0 25,0 0,0-24,0 24,0-25,0 1,0-26,0 1,25 24,-25 26,0-1,0-25,0 25,25-24,-25 24,0 0,24 25,-24-25,0 25</inkml:trace>
  <inkml:trace contextRef="#ctx0" brushRef="#br0" timeOffset="-103446.09">3076 14833,'-25'0,"50"0,25 0,24-25,1 25,49-24,-50 24,25-75,-24 75,-1-49,-24 49</inkml:trace>
  <inkml:trace contextRef="#ctx0" brushRef="#br0" timeOffset="-103064.06">3448 14784,'-49'0,"73"0,1 0,-25 24,50 51,-50-26,49 1,-49 0,50-1,-50 1,0 24,0-49,0 0,0 24,0-24,-50 0,26 25,-26-50,25 25,0-25,-24 0,49 0,-50-25,50-50,0 26,0-1,0 25,25-24,0 49,24-50,1 50,24-50</inkml:trace>
  <inkml:trace contextRef="#ctx0" brushRef="#br0" timeOffset="-102762.05">4044 14858,'-50'0,"50"25,25 0,-25-1,49 51,-49-26,50 1,-50 0,0 24,25-24,-25-1,0 1,0 0,0-26,49-24,-49 0</inkml:trace>
  <inkml:trace contextRef="#ctx0" brushRef="#br0" timeOffset="-102290.02">4068 14982,'0'-25,"25"-24,25 49,-1-50,26 50,-50 0,49 50,-74 24,0-24,0-1,0 1,-25-1,25 1,-49-25,-1 24,50-73,25 24,0-25,-1 25,26 0,0 0,-26 0,-24 0,0 49,0 26,0-50,-49-25,24 0,-25 49,1-49,24 0,25-24,-25-1,25-25,0-24</inkml:trace>
  <inkml:trace contextRef="#ctx0" brushRef="#br0" timeOffset="-101973">5309 15056,'-25'0,"74"0,1 0,0-49,24 49,-24-25,-26 25,26 0,-25 0</inkml:trace>
  <inkml:trace contextRef="#ctx0" brushRef="#br0" timeOffset="-101720.99">5358 15205,'0'50,"25"-50,25-25,24 25,25-50,-24 50,-1-74,0 74,-24-50,0 50,-50-49,24 49,-48 0,-26-25</inkml:trace>
  <inkml:trace contextRef="#ctx0" brushRef="#br0" timeOffset="-100565.92">6623 14709,'-25'-25,"25"-24,0 24,50-25,0 50,24 0,-24 0,-1 0,1 25,-1 0,-24 49,-25-24,0 24,0 1,0-26,-25 1,-24 0,-1-50,25 49,-24-49,24 0,0 0,25 0,0-49</inkml:trace>
  <inkml:trace contextRef="#ctx0" brushRef="#br0" timeOffset="-100190.9">7293 14511,'0'-50,"-25"50,25 25,-74 0,24 24,25 26,-24-1,49 1,-50-26,50 26,0-51,25 26,0-50,24 0,26 0,-26 0,1 0,0 0,-1-74,-24 74,-25-25,50 25</inkml:trace>
  <inkml:trace contextRef="#ctx0" brushRef="#br0" timeOffset="-98250.79">12676 10220,'0'74,"0"50,24 25,-24-25,50 25,-50-50,25 0,-25-25,0 1,0-25,49-26,-24 26</inkml:trace>
  <inkml:trace contextRef="#ctx0" brushRef="#br0" timeOffset="-97882.77">13072 10517,'-74'25,"24"25,-49 49,50-50,-1 26,25-50,25-1,-25-24,25 0,25 0,25 50,-25-25,49 24,-24-24,24 25,0-50,26 74,-26-74,-24 0,-1 0,-24 0,25 0,-50-49</inkml:trace>
  <inkml:trace contextRef="#ctx0" brushRef="#br0" timeOffset="-97642.75">13519 10716,'0'-25,"0"25,25 74,24-24,-49-1,50 26,-50-26,50 1,-50 0,0-26,0 26,24 0</inkml:trace>
  <inkml:trace contextRef="#ctx0" brushRef="#br0" timeOffset="-97183.73">13519 10740,'0'-74,"25"49,0 25,24-49,26 49,-26 0,26 0,-51 24,-24 1,50 50,-50-1,-25 0,-24-24,-1 24,0-49,1-25,24 50,0-50,50-25,0 25,49-50,-24 50,-25 0,-1 0,26 0,-50 25,0 25,0-25,-25-1,0 26,1-50,-51 50,26-50,-1 0,25 0,-24 0,24 0,25 0,0-25,0-25,74 1</inkml:trace>
  <inkml:trace contextRef="#ctx0" brushRef="#br0" timeOffset="-96060.66">14635 10889,'0'-74,"0"24,0 25,-25 25,25 0,0 75,50 24,49 75,0-50,1 25,-26-50,-24 25,-50-25,49 0,-49-24,0-26</inkml:trace>
  <inkml:trace contextRef="#ctx0" brushRef="#br0" timeOffset="-95190.61">15057 11807,'-75'0,"51"0,-26 25,75-25,24 0,51 0,48 0,26-25,99 25,49-74,50 74,75-100,99 100,123-124,125 50,0-25,-75 24,1-49,-100 25,-149 0,-149 24,-74 26,-74 49,-25-50,-75 50,-24-25,-100 25,26 0</inkml:trace>
  <inkml:trace contextRef="#ctx0" brushRef="#br0" timeOffset="-93792.53">15057 11981,'0'-25,"49"25,-49-50,25 50,-25 25,0 25,0 24,0 25,0 50,0 0,0 74,0 0,0 75,75 0,-75-75,74 25,-74-74,0-50,50 25,-50-25,0-25,0-50,0-24,0 25,0-25,-25-25,0 0,25 0,0 0,50 0,-1-50,1 50,49-50,124 50,-24-74,49 74,25-74,24-1,26 26,-26 49,51-75,49 75,99-149,25 75,74-1,-124 75,75-99,-174 99,-50 0,1-49,-50 49,-50 0,-49 0,-1 0,1-50,-75 50,0-50,-24 50,-26-24,-24 24,25 0,-50-50,25 50,24 0,-49-25,50 25,-50-49,0-1</inkml:trace>
  <inkml:trace contextRef="#ctx0" brushRef="#br0" timeOffset="-92879.48">23366 10964,'-24'-50,"24"100,0-1,0 26,0 24,0 25,0 25,49 49,-49 50,0 0,75 0,-75-24,0 24,0-50,0-24,0-1,24-49,-24-24,50-1,-50 25,50-50,-50-24,0-25,24-25,-24 49,0-74,0 1,0-1,-74 25,24 0,-49-50,0 50,0 0</inkml:trace>
  <inkml:trace contextRef="#ctx0" brushRef="#br0" timeOffset="-91976.43">15330 13370,'-50'0,"25"0,50 0,49 0,26 0,73 0,75-50,50 50,49-99,25 99,174-99,25 24,148 1,0-1,75-24,0 25,-1-1,-148 1,-149 74,-24-99,-150 99,26-99,-76 99,-73 0,-50-50,-50 50,-50 0,1 0,0-25,-26 25,26 0,-25 0,0 0,49-49,-24 49,-25 0,-1 0,26 0,-25 0,-50 0,-25 0,-24 0</inkml:trace>
  <inkml:trace contextRef="#ctx0" brushRef="#br0" timeOffset="-90780.36">16595 11609,'0'-25,"0"25,24 49,-24 1,0 49,50 0,-50 25,50 75,-50-25,49-1,-49 1,0 24,0-24,100 0,-100-1,74 1,-24-25,-50-1,99 1,-99-50,25-24,-25-1,0-49,0 0,49-25,-49 0,0-25</inkml:trace>
  <inkml:trace contextRef="#ctx0" brushRef="#br0" timeOffset="-89751.3">18604 11509,'0'0,"25"0,-25 50,24 24,-24 1,75 24,-75 50,74 24,-74 76,50 48,-50 50,0-24,0-75,74-50,-74-24,25-50,-25-50,50-24,-50-25,25-25,-25 49,49-49,-49-24,0-1,0 0</inkml:trace>
  <inkml:trace contextRef="#ctx0" brushRef="#br0" timeOffset="-88928.26">20563 11237,'0'74,"0"0,50 26,-50 73,0 1,0 24,0 26,-25 98,25-49,-74 0,74-50,0 0,0-24,0-100,0-25,0-24,0-1,25-24,-1 25,-24-1,50-49,-50 25,25 0,-25-25</inkml:trace>
  <inkml:trace contextRef="#ctx0" brushRef="#br0" timeOffset="-88064.21">14437 12601,'0'-50,"0"1,0 73,-25 51,25 24,-50 25,50-50,-49-24,49 0,0-26,49 1,26-25,-26 0,26-49,-26 24,-24-25,-25 25,50-24,-50 24,0-25,-25-24,0 24,-24 50,24-24,0 24,-50 0,26 74,-1-24,50-1,0 26,0-26</inkml:trace>
  <inkml:trace contextRef="#ctx0" brushRef="#br0" timeOffset="-87614.18">14784 13841,'0'25,"0"24,-25 26,25-1,0 1,0-26,0 1,0-25,0 49,0-49,0-25,0-50</inkml:trace>
  <inkml:trace contextRef="#ctx0" brushRef="#br0" timeOffset="-86684.13">15727 11286,'0'-25,"-25"25,-25 25,0 50,50-26,-49-24,49 25,0-1,0-49,49 0,1 0,0-49,-1 24,1-25,-50 25,50 1,-50-26,0 25,0 0,-25-24,0 49,-49 0,-1 49,25 1,1-25,49 24,49-24</inkml:trace>
  <inkml:trace contextRef="#ctx0" brushRef="#br0" timeOffset="-86370.11">16297 11212,'-25'0,"-24"74,-51-49,51 25,24-26,25 26,-50-50,50 50,50-26,0-24,24 0,0-24,1-26,-50 25,-1-24,-24 24,0 0,0-25,0 26,-24 24,-1 0,-25 0,-24 0,-50 24,74 1,25 50</inkml:trace>
  <inkml:trace contextRef="#ctx0" brushRef="#br0" timeOffset="-85724.07">17636 11088,'-49'0,"24"0,0 0,-49 49,24 1,50-25,-25-25,25 49,0 26,50-75,24 0,1 0,24 0,-24-25,-26-25,26 26,-75-26,24 25,-24-49,-24 74,-1-50,-50 50,26 0,-1 0,0 0,1 50,49-1,25-49,24 0</inkml:trace>
  <inkml:trace contextRef="#ctx0" brushRef="#br0" timeOffset="-85513.06">18257 10765,'0'-25,"0"50,24 25,-24 24,0 1,0 49,0-50,50 1,-50-1,0-49</inkml:trace>
  <inkml:trace contextRef="#ctx0" brushRef="#br0" timeOffset="-84292.99">19348 10790,'0'-25,"0"50,0 25,0-1,0 26,0-51,50 26,-50-25,0 49,0-49,0 0,24-25</inkml:trace>
  <inkml:trace contextRef="#ctx0" brushRef="#br0" timeOffset="-84038.98">19919 10691,'0'49,"24"26,-24-26,50 1,-50 0,0 24,0-24,0-1</inkml:trace>
  <inkml:trace contextRef="#ctx0" brushRef="#br0" timeOffset="-83228.93">22101 10195,'0'-25,"0"75,0-26,0 26,0-25,0 0,0 24,25-24,-25 0,0 24,0-24,0 0,25 25</inkml:trace>
  <inkml:trace contextRef="#ctx0" brushRef="#br0" timeOffset="-82940.91">22473 10220,'0'49,"0"-24,0 0,0 24,0-24,50-25,-25 50,24-50,26 0,-50 0,-1 0,-24-25,75-25,-75 26,0-26,0 0,-25 1,-25 49,1 0,-50 49,24 51,26-51</inkml:trace>
  <inkml:trace contextRef="#ctx0" brushRef="#br0" timeOffset="-69231.13">21754 11460,'0'-25,"0"99,0 1,0-1,0 1,0-1,0 0,25 1,-25-50,0 24,25-49,-25 0</inkml:trace>
  <inkml:trace contextRef="#ctx0" brushRef="#br0" timeOffset="-68462.09">19497 13246,'0'-25,"0"99,0 1,0-1,0-24,0 24,0-49,0 0,0 24,0-73,0-1</inkml:trace>
  <inkml:trace contextRef="#ctx0" brushRef="#br0" timeOffset="-54378.28">16049 12278,'0'25,"-50"50,50 49,-24-25,24-25,-75 25,75-49,-25-25,25 24,0-24</inkml:trace>
  <inkml:trace contextRef="#ctx0" brushRef="#br0" timeOffset="-54162.27">15801 12477,'0'0,"50"25,49 24,-25 1,25-1,-24 26,49-1,-25 1,-74-51,-25 1,0 25</inkml:trace>
  <inkml:trace contextRef="#ctx0" brushRef="#br0" timeOffset="-53029.2">17909 12055,'0'50,"-49"49,-1 25,1 0,-1-25,25 25,-25-74,50-1,-24 1,24-25</inkml:trace>
  <inkml:trace contextRef="#ctx0" brushRef="#br0" timeOffset="-52834.19">17587 12378,'0'49,"74"-24,1 25,49-1,-25 1,0-1,0 26,-74-26,-25 1</inkml:trace>
  <inkml:trace contextRef="#ctx0" brushRef="#br0" timeOffset="-51943.14">16123 13841,'0'-25,"50"-49,-50 49,0 99,-25 1,25 49,-74 25,24-50,25 0,25-49,-49-25,49 24</inkml:trace>
  <inkml:trace contextRef="#ctx0" brushRef="#br0" timeOffset="-51762.13">15851 14015,'0'24,"49"1,1-25,-1 75,26-51,24 26,-25 0,26-26,-51 26,-24-50</inkml:trace>
  <inkml:trace contextRef="#ctx0" brushRef="#br0" timeOffset="-49505">18207 13469,'-74'99,"74"-24,-50-1,50 0,-74 1,74-26,-50-24,50 25</inkml:trace>
  <inkml:trace contextRef="#ctx0" brushRef="#br0" timeOffset="-49324.99">17885 13568,'24'0,"26"0,49 75,-49-51,-1 26,1-25,-25 24,24-24</inkml:trace>
  <inkml:trace contextRef="#ctx0" brushRef="#br0" timeOffset="-45920.8">17488 13469,'-25'0,"25"0,49 0,1 0,-50-25,50 25,-1 0,1-25,24 25,-24 0,-25-49,24 49,26-25,-50 25,-1 0,76-50,-76 50,26 0,0 0,24-24,-24 24,-1 0,-49-50,50 50,-25 0,49-25,-24 25,-26 0,26-50,-25 50,24 0,-49-24,50 24,25 0,-26 0,-49-25,75 25,-51 0,1 0,25 0,-25-50,24 50,1 0,-25 0,-1 0,26 0,-25 0,-25-25,25 25,24 0,-24 0,0 0,24 0,-24 0,25 0,-25 0,24 0,-24 0,-25 0,25 0,24 0,-49 50,25-50,-25 25,25 0,25 24,-50-24,0 25,25-50,-25 49,0-24,0 25,0-1,0 1,0-50,0 25,0 0,-50-25,50 49,-25-49,25 25,-25 0,-24 24,24-24,0-25,25 50,-50-50,26 25,-26-25,50 24,-74-24,24 50,0-50,1 25,-1-25,1 49,-26-49,26 25,24-25,0 50,-25-50,26 0,-1 25,-25-25,-24 49,49-49,-50 25,51-25,-26 50,0-50,1 0,-1 0,50 24,-49-24,24 0,-25 0,25 0,1 0,-26 0,25 0,0 0,-24 0,24 0,0 0,-24 0,24 0,0 0,0 0,-24 0,-1 0,0-49,1 49,24 0,25-25,-74 25,24 0,-25-50,51 50,24-24,-25 24,25-25,-25 25,25-50,-50 25,50 1,0-26,0 25,0 0,0-24,0 24,0 0,0 25,0-25,75 25,-75-49,49 49,-24-25,25 25,0-50,-1 50,-24 0,25 0</inkml:trace>
  <inkml:trace contextRef="#ctx0" brushRef="#br0" timeOffset="-42976.63">13221 12328,'-25'0,"25"0,0 0,75 0,-50 0,24-25,-24 25,0 0,24 0,-24 0,0 0,25 0,-25 0,-1 0,26-49,-25 49,24 0,1 0,24 0,26-50,-26 50,-24 0,24 0,0 0,26-25,24 25,-25 0,-25-50,1 50,-1 0,1 0,24 0,-50 0,-24 0,0 0,49 0,-24 0,-25 0,0 0,24 0,1 0,-25 0,24 0,1 0,24 0,-24 0,-1 0,-24 0,25 0,0 0,-1 0,-24 0,25 25,-26-25,26 25,24-25,-74 25,50-25,0 0,-50 50,49-50,-24 0,-25 24,50-24,-1 0,-49 25,25-25,25 50,-26-25,-24 24,50-49,-50 25,25-25,-25 25,25-25,-25 25,24-25,-24 49,50-49,-50 25,0 0,0 24,0-24,0 0,-25 25,0-26,-24 26,-1-50,25 25,-24-25,24 49,0-49,-24 25,-1-25,0 50,1-50,-26 25,26-25,-26 49,1-49,0 0,-26 25,26-25,-25 0,-1 50,-24-50,25 49,0-49,-25 0,25 50,-25-50,25 0,-1 0,-24 50,25-50,0 0,0 0,-1 0,1 0,25 49,24-49,1 0,24 0,-25 0,-24 0,49 0,0 0,-25 0,1 0,24 0,-25 0,1 0,24 25,-25-25,26 0,-26 0,25 0,25 25,75-25,-1 0,0 0</inkml:trace>
  <inkml:trace contextRef="#ctx0" brushRef="#br0" timeOffset="-41155.52">24284 10666,'-25'0,"-24"0,24 0,-49 0,24 0,0 0,1 0,-1 0,0 25,1-25,-26 0,1 0,0 25,-1-25,-24 0,25 49,-50-49,49 0,1 50,-1-50,1 0,24 25,-24-25,-1 0,1 49,0-49,24 50,-24-50,24 0,25 25,-24-25,-1 0,25 24,0-24,-49 50,24-50,1 25,-1-25,0 49,26-49,-26 25,25-25,0 0,-24 50,24-50,0 0,-24 25,24-25,25 49,-50-49,50 25,-49-25,49 50,-25-50,25 49,-25 26,25-26,0-24,-50 25,50-25,0-1,-24 26,24-25,0 24,0 1,0 0,0-26,0 51,0-26,0 1,24 0,1-26,25 26,-25-50,24 50,-24-50,25 49,-1-49,1 50,24-50,1 0,-1 0,1 0,24 0,50 0,-25 0,24 0,1 0,-25-25,25 25,0 0,25-74,24 74,-24-75,24 26,1-1,24-24,-50 24,-24 0,-25 50,0-74,-49 74,24-74,-25 74,1-75,-1 50,25-24,-49 49,0-50,-1 50,26-49,-26 49,1-25,-1 25,-24 0,-25-50,25 50,-25 0,-50 0,1 0</inkml:trace>
  <inkml:trace contextRef="#ctx0" brushRef="#br0" timeOffset="-33919.11">14933 15404,'0'25,"0"49,-50 50,50 50,0-1,0-24,0-25,0-25,0-24,25-1,-25-24,50-25,-26-25</inkml:trace>
  <inkml:trace contextRef="#ctx0" brushRef="#br0" timeOffset="-33545.09">15404 15602,'0'0,"-50"75,26-26,-26 26,0 49,26-50,-26 0,50-49,-50-25,50 25,25-25,50 74,-1-49,0-25,1 75,-1-75,25 24,-49-24,-25 50</inkml:trace>
  <inkml:trace contextRef="#ctx0" brushRef="#br0" timeOffset="-33296.07">15975 15974,'0'25,"0"0,0 24,0 1,24 24,-24-24,0 0,50-1,-50 26,25-50,-25-1</inkml:trace>
  <inkml:trace contextRef="#ctx0" brushRef="#br0" timeOffset="-32875.05">15950 16024,'0'-50,"0"1,25 49,-1-25,1 25,25 0,-1 0,-49 25,0 24,0 26,-24-1,24-24,-50-1,50 1,25-50,24 0,26-75,-50 75,-1 0,26 0,-50 25,0 0,0 0,-25 24,-49 1,49-50,-25 75,26-75,-26 24,25-24,0 0,25-24</inkml:trace>
  <inkml:trace contextRef="#ctx0" brushRef="#br0" timeOffset="-32441.02">17413 15925,'50'-25,"-1"25,1-25,-25 25,24 0,-49 25</inkml:trace>
  <inkml:trace contextRef="#ctx0" brushRef="#br0" timeOffset="-32223.01">17413 16173,'0'0,"75"0,-26 0,1-75,24 50,-24 25,0-49,-26 49,-48 0</inkml:trace>
  <inkml:trace contextRef="#ctx0" brushRef="#br0" timeOffset="-30124.89">18653 15404,'-49'0,"49"-25,0 0,-25 100,25 49,0 0,-50-25,50 25,0-50,0-24,0-1,0-24,0 25,0-75,0-25,0 1,0-26,0 1,0 0,0-26,0 26,0 0,25 74,25 49,-25 1,24-25,-24 49,-25-24,50-26,-50 26,49-25,-49 24,0 1,0 0</inkml:trace>
  <inkml:trace contextRef="#ctx0" brushRef="#br0" timeOffset="-29965.88">18529 15974,'0'-25,"25"-24,0 49,49-99,-24 74,-25 25,-25-75</inkml:trace>
  <inkml:trace contextRef="#ctx0" brushRef="#br0" timeOffset="-29689.87">18728 15032,'25'49,"-25"1,0 24,49 1,-49-1,50-24,-50-1,50 1</inkml:trace>
  <inkml:trace contextRef="#ctx0" brushRef="#br0" timeOffset="-29298.84">19100 15503,'0'-50,"0"1,50 49,-1-25,1 25,-50 50,49-1,-49 26,0-1,0 0,0-24,-24 0,24-26,-25-24,25 50,0-75</inkml:trace>
  <inkml:trace contextRef="#ctx0" brushRef="#br0" timeOffset="-29059.83">19447 15280,'0'0,"-74"0,49 74,-25-24,50-1,-49 51,49-51,0-24,0 0,0 24,25-49,49 0,0 0,1-24,-1-1,-24-25</inkml:trace>
  <inkml:trace contextRef="#ctx0" brushRef="#br0" timeOffset="-28705.81">19472 14784,'0'49,"25"26,-25-26,49 1,-49 24,25 25,-25-24,0-1,50-49</inkml:trace>
  <inkml:trace contextRef="#ctx0" brushRef="#br0" timeOffset="-27026.71">20092 15379,'75'0,"-26"-50,1 50,-1-25,26 25,24-74,-49 74,-26-25,26 25,-75 0</inkml:trace>
  <inkml:trace contextRef="#ctx0" brushRef="#br0" timeOffset="-26771.7">20315 15106,'0'-50,"0"75,50 0,-50 25,50 24,-50-24,49-1,-49 1,25 24,-25-24,0 0,0-26,0 26,0-25</inkml:trace>
  <inkml:trace contextRef="#ctx0" brushRef="#br0" timeOffset="-26163.67">21060 14908,'0'49,"0"26,0-1,0-24,24-1,-24-24,0 25,0-26,0-24,0-49,-49-1,49-24,-50-25,50 24,0 1,0 49,25 25,25 0,-26 0,26 0,0 0,-1 74,1-49,-50 25,25-25,-25-1,0 26,0-25,0 0,0 24,0-49</inkml:trace>
  <inkml:trace contextRef="#ctx0" brushRef="#br0" timeOffset="-26000.66">21134 15156,'0'-25,"50"-25,24 50,0-49,1 49,-1-50</inkml:trace>
  <inkml:trace contextRef="#ctx0" brushRef="#br0" timeOffset="-25572.63">21680 14660,'-25'0,"25"-25,25 25,24 0,-24 0,25 25,-26 24,-24 1,50 24,-50-24,0-1,0-24,-25 25,-74-1,49-49</inkml:trace>
  <inkml:trace contextRef="#ctx0" brushRef="#br0" timeOffset="-25258.61">22101 14461,'-24'0,"-26"50,25 24,-25-24,50-1,-49 1,49 0,0-26,0 26,49-50,1 0,0 0,24 0,1-25,-26 25,1-74,-25 49,-50 25,25 0</inkml:trace>
  <inkml:trace contextRef="#ctx0" brushRef="#br0" timeOffset="-23802.53">17686 17289,'-50'0,"50"25,-49-25,74 0,24 0,1-25,24 25,26-50,-26 50,0-74,1 74,-26 0,1 0</inkml:trace>
  <inkml:trace contextRef="#ctx0" brushRef="#br0" timeOffset="-23548.52">17810 17562,'50'-25,"-1"25,1-50,24 50,1-49,24 49,-49-50,-26 50</inkml:trace>
  <inkml:trace contextRef="#ctx0" brushRef="#br0" timeOffset="-22226.44">22994 14635,'25'0,"25"0,-25 0,-1-50,26 50,0 0</inkml:trace>
  <inkml:trace contextRef="#ctx0" brushRef="#br0" timeOffset="-22055.43">22994 14808,'75'-24,"-50"24,-1-50,26 50,0-25,-26 25</inkml:trace>
  <inkml:trace contextRef="#ctx0" brushRef="#br0" timeOffset="-21281.39">23590 14238,'0'25,"0"24,0 1,0 24,0-24,0 24,0-24,0-25,0 0,0 49,24-99,26 0,24 25,-24-49,-25 49,0 0,24-25,-24 25,-25 0,0-50</inkml:trace>
  <inkml:trace contextRef="#ctx0" brushRef="#br0" timeOffset="-21028.37">23540 14362,'0'-50,"50"50,-26-25,1 25,25-24,-25 24,24-50,-24 50,0-25,-25 25,0 0</inkml:trace>
  <inkml:trace contextRef="#ctx0" brushRef="#br0" timeOffset="-20870.36">23565 14486,'0'0,"49"0,-24-25,0 25,25-49,-26 49,1 0,25-25</inkml:trace>
  <inkml:trace contextRef="#ctx0" brushRef="#br0" timeOffset="-20601.35">24086 14287,'0'25,"-25"25,0 24,-25-49,50 0,-49 25,49-26,-50 26,50 0</inkml:trace>
  <inkml:trace contextRef="#ctx0" brushRef="#br0" timeOffset="-20405.34">23862 14461,'100'0,"-51"0,1 0,0 0,-1 50,-24-25</inkml:trace>
  <inkml:trace contextRef="#ctx0" brushRef="#br0" timeOffset="-20061.32">24259 14188,'0'0,"0"-49,0 98,0-24,0 25,50-1,-50 26,0-50,0-1,0 26,0-25</inkml:trace>
  <inkml:trace contextRef="#ctx0" brushRef="#br0" timeOffset="-19827.3">24235 14188,'24'0,"1"25,0-25,49 74,-49-24,25-25,-1 25,-49-1,50-49</inkml:trace>
  <inkml:trace contextRef="#ctx0" brushRef="#br0" timeOffset="-19585.29">24532 14089,'0'0,"0"50,0 24,50-24,-50-1,0 1,0 0,0-26,25 26</inkml:trace>
  <inkml:trace contextRef="#ctx0" brushRef="#br0" timeOffset="-19248.27">24805 14213,'0'-25,"0"25,0 0,-50 25,50 25,0-1,0-24,0 0,0 25,0-50,75 0,-50-50,24 25,-24-25,-25 1,50-1,-50 1,0-1,0 0,0 50,-50 0,25 0,-24 0,-1 25,25 0,25 25,0-26,25-24</inkml:trace>
  <inkml:trace contextRef="#ctx0" brushRef="#br0" timeOffset="-18995.26">25127 13915,'0'25,"0"0,0 25,0-1,0 1,0-1,0 1,0 24,0-49,0 0,0 25</inkml:trace>
  <inkml:trace contextRef="#ctx0" brushRef="#br0" timeOffset="-18627.23">25103 13940,'0'-49,"24"-1,26 50,-25-25,25 25,-26 0,-24 0,0 50,-49-25,-1 24,25-24,-24 25,24-26,50-24,-1 25,51-25,-50 75,0-75,24 24,1-24,-25 0</inkml:trace>
  <inkml:trace contextRef="#ctx0" brushRef="#br0" timeOffset="-15844.08">19522 16644,'0'0,"0"-50,0 100,-50 74,50 0,-74 25,74-50,-50 25,50-74,0-1,0-24,0-75,25 1,-25-50,0 24,0 1,0-25,0-1,25 26,-25 0,49 49,26 25,-26 25,26 49,-51-24,26-1,-50 26,50-51,-50 1,0 25,49-25,-49-1,0 26,0 0</inkml:trace>
  <inkml:trace contextRef="#ctx0" brushRef="#br0" timeOffset="-15680.07">19422 17140,'0'0,"75"-74,24 49,50-25,0 50,-25-74</inkml:trace>
  <inkml:trace contextRef="#ctx0" brushRef="#br0" timeOffset="-14833.02">20539 16619,'0'0,"0"0,0 50,0-50,-50-25,50-25,0 26,0-26,0 50,50 0,-50 50,0-26,0 1,0 0,0 49,-25-74,0 0,0 0,25-49,0 24,0 0,0 0,0 25,25 0,-25 25,0 25,0-25,0-50,0 0,0-25,0 26</inkml:trace>
  <inkml:trace contextRef="#ctx0" brushRef="#br0" timeOffset="-13444.94">20712 16197,'0'-24,"0"24,0-50,-25 50,-24 0,24 0,-25 0,1 0,-1 0,25 0,-24 25,24-25,25 25,-25-25,25 24,-25-24,25 50,-74-50,49 25,0-25,25 25,0 24,-49-49,49 25,0 0,-25-25,25 50,0-1,0 1,0-1,0-24,0 74,0-49,0-25,0 0,0 24,0-24,0 0,50-25,-50 49,24-24,26 25,-25-25,24 24,-24-49,-25 25,25-25,25 0,-26 0,1 0,25 0,24 0,-24 0,-1 0,-49 0,25 0,-25-50,50 50,-50-49,74 49,-74-50,25 50,-25-49,25 49,-25-75,50 26,-50-1,24 25,-24-24,0 24,50-25,-50 1,0 24,0 0,0-25,0 1,0-1,0 0,-25 1,25-1,-25 50,25-25,-49-24,24 24,0 25,25-25,-50 25,26 0,24-49,-25 49,-25 0,1 0,-1 0,25 0,-49 24,49 1,25 25</inkml:trace>
  <inkml:trace contextRef="#ctx0" brushRef="#br0" timeOffset="-12783.9">21531 16173,'-25'0,"25"-25,0-25,50 50,-1 0,-24 0,0 0,24 25,-24 0,-25 24,75 1,-75 0,0-1,0 26,-50-50,25 24,0-24,-24-25,24 50,-25-50,26 0,-1 0,25-50</inkml:trace>
  <inkml:trace contextRef="#ctx0" brushRef="#br0" timeOffset="-12334.87">22176 15949,'0'0,"-25"0,-49 0,49 0,0 0,-25 0,25 75,-24-26,24 1,25 0,-50-1,50 1,0-25,0 24,25-49,25 25,-1-25,26 0,-25 0,-1 0,26 0,-26 0,-24 0,25-74,-26 74,-24 0</inkml:trace>
  <inkml:trace contextRef="#ctx0" brushRef="#br0" timeOffset="-11562.83">21283 17686,'-50'0,"50"-25,25 25,74-74,0 49,50-25,74-49,26 24,-51 1,0 0,-49 24,-74 50,-51-50,-98 125,0-50,24 24</inkml:trace>
  <inkml:trace contextRef="#ctx0" brushRef="#br0" timeOffset="-11281.81">21556 17810,'-25'0,"25"25,25-50,74-25,25-24,25 24,0-24,24-1,-24 1,0 24,-50 1,25 49,-74-50,-26 50,-48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1:59:40.7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695 992,'0'-25,"-25"25,25 0,99 0,-49 0,24 0,-24 0,24-49,-24 49,24 0,-49 0,-25-25,-49 25</inkml:trace>
  <inkml:trace contextRef="#ctx0" brushRef="#br0" timeOffset="389.02">844 967,'25'0,"-25"75,49-26,-49 26,75-1,-75 1,0-1,24 0,-24-24,0 24,0-49,0-25,0 50,-49 0,-26-50,26 0,-1 0,25-25,25-25,0 25,50-24,0 24</inkml:trace>
  <inkml:trace contextRef="#ctx0" brushRef="#br0" timeOffset="992.05">1389 1290,'0'-25,"0"25,0 50,0 24,0 0,0 26,-24-1,24-49,0-1,-50 1,50-1,0-73,0-1,0 0,0-49,0-1,0-24,0 24,0 26,0 24,0 25,50 0,-50 25,74 24,-49-24,24 25,-49-25,50-1,-50 26,50-25,-50 0,0 49,-25-74</inkml:trace>
  <inkml:trace contextRef="#ctx0" brushRef="#br0" timeOffset="1170.06">1340 1662,'0'-25,"25"25,24-74,26 74,-1-25,0 25,-24-75</inkml:trace>
  <inkml:trace contextRef="#ctx0" brushRef="#br0" timeOffset="1537.08">2134 1339,'24'0,"1"0,25 0,-1 0,26-24,-50 24,-1 0,26 0,-50 24</inkml:trace>
  <inkml:trace contextRef="#ctx0" brushRef="#br0" timeOffset="1756.1">2084 1563,'0'0,"50"0,-1 0,1-25,-1 25,26-25,-26 25,1 0,0-50,-1 50,-74 0</inkml:trace>
  <inkml:trace contextRef="#ctx0" brushRef="#br0" timeOffset="4040.23">3002 868,'0'50,"0"49,0-25,0 26,0-26,0 0,0 1,0-1,49-24,-49-1,0 1</inkml:trace>
  <inkml:trace contextRef="#ctx0" brushRef="#br0" timeOffset="4709.26">2878 1067,'0'-50,"0"25,0-24,24-1,26 25,-25 25,25-49,-26 49,26-25,-25 25,0 0,-25-25,49 25,-49 0,25 25,-25 49,0 1,-25-1,25 0,-49 1,49-26,-50 1,50-25,0-25,0-50,50 50,-50-49,49 49,-24 0,25 0,-50 24,49 1,-49 0,0 49,0-24,0 0,0-1,-49 1,24-25,0-25,-49 74,24-74,25 0,-24 0,-1 0,25 0,25-50,0 1,0-1,50 1,49 24,-25-25</inkml:trace>
  <inkml:trace contextRef="#ctx0" brushRef="#br0" timeOffset="5295.3">3498 1166,'0'-25,"0"-25,49 50,1-24,0 24,-1 24,-49 1,50 25,-50-1,0 1,0 0,0-1,0-24,-25 25,-25-26,1-24,49 0,0-49,0-1</inkml:trace>
  <inkml:trace contextRef="#ctx0" brushRef="#br0" timeOffset="5626.32">3895 1042,'0'-50,"0"50,-75 50,75-25,-25-1,25 26,-49 0,49-26,0 26,0 0,25-50,49 0,-49 0,0 0,24-25,-24 25,-25-25,0 0,0 25</inkml:trace>
  <inkml:trace contextRef="#ctx0" brushRef="#br0" timeOffset="5999.34">4044 645,'0'0,"0"50,0-1,0 1,0 24,0-24,0-25,0-1,0 26,0-75,0 25,0-74</inkml:trace>
  <inkml:trace contextRef="#ctx0" brushRef="#br0" timeOffset="6929.39">5482 719,'-25'0,"25"124,0-24,0-1,0 0,0 25,0-50,0 1,-49-26,49-24,0 25,25-75</inkml:trace>
  <inkml:trace contextRef="#ctx0" brushRef="#br0" timeOffset="7306.41">5780 843,'-25'50,"0"0,-49 49,24-25,-24 1,49-51,25 1,-50-25,50 50,0-75,0 25,25 0,50 25,-51 0,1-25,25 74,-25-74,24 50,1-50,-50 24,25-24,-25-24</inkml:trace>
  <inkml:trace contextRef="#ctx0" brushRef="#br0" timeOffset="7850.44">6102 1191,'0'0,"0"24,0 26,0 24,0-24,0 0,0-1,0 1,0-25,0-1,0-24,0-24,0-26,0 0,0 1,0-26,0-24,0 50,0-1,0 50,0-25,50 25,0 50,-50-1,49 26,-49-1,50-24,-50-1,0 1,0-25,0 0,0 24</inkml:trace>
  <inkml:trace contextRef="#ctx0" brushRef="#br0" timeOffset="8324.47">6226 1414,'-49'0,"98"0,-24 0,0 0,0 0,24 0,-49-50,50 50,-75 0</inkml:trace>
  <inkml:trace contextRef="#ctx0" brushRef="#br0" timeOffset="8744.5">6921 1240,'25'0,"24"0,1 0,-25 0,24-25,-24 25</inkml:trace>
  <inkml:trace contextRef="#ctx0" brushRef="#br0" timeOffset="8992.51">6946 1414,'24'0,"1"0,0 0,25 0,-26 0,1 0,25 0,-50-25,50 25,-75 0,-25 0</inkml:trace>
  <inkml:trace contextRef="#ctx0" brushRef="#br0" timeOffset="10066.57">7665 794,'0'25,"0"49,0 0,0 1,0-1,0 1,0-1,0-24,0 24,0-49,25-25,-25 49,49-49</inkml:trace>
  <inkml:trace contextRef="#ctx0" brushRef="#br0" timeOffset="10551.6">7591 893,'-25'-25,"25"0,0-24,25-1,49 50,-24-49,24 49,-24 0,-1 0,1 24,-50 1,25 25,-25 24,0-24,-25 24,-25-24,25 24,-24-49,-1 25,75-50,25-25,24 25,-24 0,-1 0,-49 25,0-1,0 26,0 0,0-1,0 1,0-25,-99-25,74 49,0-49,-24 0,-1 0,50 0,0-25,0 1,50-51,49 1</inkml:trace>
  <inkml:trace contextRef="#ctx0" brushRef="#br0" timeOffset="10889.62">8409 992,'0'-25,"0"25,25 0,0 0,24 25,1 50,-50-26,25 26,-25-26,0 26,-25-26,-25-24,1-25,-1 50,25-50,-24 0,49 0,0-50,25 0</inkml:trace>
  <inkml:trace contextRef="#ctx0" brushRef="#br0" timeOffset="11114.63">8732 943,'0'-25,"0"25,-25 49,-25 26,1-26,-1 1,50 24,-25-49,25 0,25 25,0-50,49 0,1 0,-1 0,0-50,-24 50,-25-50</inkml:trace>
  <inkml:trace contextRef="#ctx0" brushRef="#br0" timeOffset="12350.7">10344 918,'-25'0,"50"0,74 0,50-50,25 50,-1-99,1 99,-50-25,-75 25,-24 0</inkml:trace>
  <inkml:trace contextRef="#ctx0" brushRef="#br0" timeOffset="12718.72">10914 794,'0'-25,"0"50,0 24,0 1,0 0,50 24,-50 25,50-24,-50-1,0 0,0-24,0-25,0 24,-50 1,0-50,26 0,-26 0,25 0,0 0,-49 0,74-74,0 49,50 25,24-50,0 50</inkml:trace>
  <inkml:trace contextRef="#ctx0" brushRef="#br0" timeOffset="13002.74">11361 1116,'0'25,"0"25,0-1,25 26,-25-1,0 0,0-24,0 0,0-1,0-24,0 25,0-50</inkml:trace>
  <inkml:trace contextRef="#ctx0" brushRef="#br0" timeOffset="13455.76">11336 1191,'0'-75,"0"50,50-24,-1 49,1 0,0 0,-26 0,26 25,-50 24,0 26,-50 24,26-50,-26-24,50 25,-50-50,100 0,24-25,-24 25,0-25,-26 25,26 0,-50 25,0 0,-50 24,26-24,-1-25,-25 50,25-50,-24 0,24 0,0 0,0 0,25-25,25 0,25-49</inkml:trace>
  <inkml:trace contextRef="#ctx0" brushRef="#br0" timeOffset="13731.78">12229 1166,'25'0,"0"0,24 0,1 0,-25 0,-25 25</inkml:trace>
  <inkml:trace contextRef="#ctx0" brushRef="#br0" timeOffset="13941.79">12130 1414,'25'0,"-1"0,26 0,0 0,24 0,-49 0,0 0,24 0,-74 0</inkml:trace>
  <inkml:trace contextRef="#ctx0" brushRef="#br0" timeOffset="15448.88">13196 1017,'0'-25,"-49"25,49-25,0-24,25 49,24-25,-24 25,25 0,-26 0,-24 50,50-1,-50 1,50 24,-50 1,0-1,0-24,-50 24,0-49,26-25,-26 49,0-49,1 0,24 0,-25-24,50-1</inkml:trace>
  <inkml:trace contextRef="#ctx0" brushRef="#br0" timeOffset="15794.9">13767 893,'-25'0,"-24"25,-26 24,-24 26,0-1,49-24,25-1,25 1,0-25,0 0,0 49,50-74,24 0,1 0,-1 0,25 0,-49 0,0 0,-26-25,26 25,-75 0,0 0</inkml:trace>
  <inkml:trace contextRef="#ctx0" brushRef="#br0" timeOffset="17653">15454 695,'0'49,"0"50,0 25,0 0,0-24,0-26,0 0,0-24,0 0,0-1,24-49</inkml:trace>
  <inkml:trace contextRef="#ctx0" brushRef="#br0" timeOffset="17972.02">15776 819,'0'0,"-49"49,-51 1,1 24,49-24,26 24,-26-49,50 0,0-25,50 0,-26 0,1 0,25 0,-25 49,-1-49,26 50,-25-50,25 50,-26-50,-24 49,50-49,0 0,-26 0</inkml:trace>
  <inkml:trace contextRef="#ctx0" brushRef="#br0" timeOffset="18200.04">16049 1141,'0'0,"0"0,0 50,0-1,50 1,-50 24,0-24,0-25,0-1,0 26,0-25</inkml:trace>
  <inkml:trace contextRef="#ctx0" brushRef="#br0" timeOffset="18629.06">16049 1116,'0'-25,"0"-24,25 49,24 0,1-50,0 50,-26 0,26 25,-50 25,0-1,0 1,-25-1,0 26,-24-50,24-25,25 24,-25-24,25 0,25 0,25 0,-26 0,1 0,-25 50,0-25,0 0,-25-25,-24 0,-1 49,25-49,1 0,-26-25,50 1,74-26</inkml:trace>
  <inkml:trace contextRef="#ctx0" brushRef="#br0" timeOffset="20725.18">16917 1215,'0'0,"75"-24,-1 24,-24 0,-1-25,26 25,-26 0,1 0,-25 0</inkml:trace>
  <inkml:trace contextRef="#ctx0" brushRef="#br0" timeOffset="20905.19">16917 1439,'50'0,"24"0,50-25,-25 25,25-75,-24 75,-26-49,-24 49,-1 0,-49-25</inkml:trace>
  <inkml:trace contextRef="#ctx0" brushRef="#br0" timeOffset="21625.23">18331 967,'0'75,"0"-1,0 25,0-24,0-1,0-24,0-1,0 1,0-50,0 50,-25-50,25-25,0-25,-49 25,49-24,0-26,0-24,0-25,24 50,-24 24,50 50,-50-25,50 25,-1 0,1 0,-25 25,24 25,-24-25,25 24,-50 1,24-1,-24-24,0 0,0 0,0 24,0-24,-74-25</inkml:trace>
  <inkml:trace contextRef="#ctx0" brushRef="#br0" timeOffset="21797.24">18405 1315,'0'-25,"25"0,25 25,49-50,-49 50,-1-49,-24 49</inkml:trace>
  <inkml:trace contextRef="#ctx0" brushRef="#br0" timeOffset="22606.29">19075 1091,'-25'0,"25"-24,0 24,25 0,-25 49,0-24,0 0,0-25,0 49,-25-49,1 0,24-24,0-26,0 0,0 50,24 0,-24 0,0 50,0-50,-24 0</inkml:trace>
  <inkml:trace contextRef="#ctx0" brushRef="#br0" timeOffset="23387.33">19174 719,'-24'0,"-1"0,0 0,0 0,-24 0,-1 0,0 50,50-25,-49 0,49 24,-50-24,0 74,50-74,0 0,-24 24,24-24,0 0,0 25,-50-26,50 1,0 25,0-25,0-1,0 26,25-50,-25 50,49-50,-49 24,50-24,-25 25,25-25,-1 0,1 0,-1 0,1 0,24 0,-49 0,0 0,25 0,-26-49,26-1,-25 0,-25 1,74-26,-74 1,25 24,-25 1,0 24,0-25,0 26,0-1,0-25,0 25,-50-24,1-26,-1 75,1 0,24 0,0 0,-25 0,26 25,-1-25,-25 50,25-25,25 24,-49-24,49 25,0-26,0-24,49 0</inkml:trace>
  <inkml:trace contextRef="#ctx0" brushRef="#br0" timeOffset="24272.38">19621 868,'0'-25,"0"1,25 24,24 0,1 0,-25 0,-25 24,49 26,-49 0,0-1,0 26,0-1,0-24,-49 24,24-49,0-25,-25 49,26-49,24-49,24-1</inkml:trace>
  <inkml:trace contextRef="#ctx0" brushRef="#br0" timeOffset="24604.4">20167 670,'0'-50,"0"75,-50 25,25 24,-24 0,24 1,-25-26,50 1,0 24,0-49,0 0,75-25,-26 0,26 0,-1-25,-24 25,24-74,-49 74,-25-25,25 25,-25-25,0 25</inkml:trace>
  <inkml:trace contextRef="#ctx0" brushRef="#br0" timeOffset="29766.7">4044 5755,'0'-25,"-25"25,-25 0,50-25,25 25,25 0,-26 0,26 0,0 0,-26 0,1 0,25 0,-25 0,-1 0,1 0,25 0,-25 0,-1 0,26 0,0 0,-1 0,1 0,-1 0,26 0,-26 0,1 0,0 0,-1 0,26 0,-26 0,1 0,0 0,24 0,0 0,1 0,-1 0,1 0,-26 0,-24 0,0 0,24 0,1 0,0 0,-1 0,26 0,-26 0,1 0,-1 0,1 0,25 0,-1 0,-24 0,-1 0,1 0,24 0,1 0,-1 0,0 0,1 0,-26 0,1 0,0 0,-1 0,26 0,-51 0,26 0,-25 0,25 0,-26 0,51 0,-50 0,24 0,-24 0,0 0,24 0,-24 0,0 0,25 0,-26 0,1 0,-25 0,-49 0,-1 0</inkml:trace>
  <inkml:trace contextRef="#ctx0" brushRef="#br0" timeOffset="31888.82">4068 5730,'-24'0,"24"-50,0 25,0 25,0 75,0-50,0 24,0 1,0 0,0 24,0 0,0 1,0-1,0 1,0-1,0 0,0 1,-50-1,50 1,0-1,0-24,0-1,0 1,0 0,0-1,0 26,0-26,0 1,25-1,-25-24,0 0,0 0,0 24,0-24,0 25,0 24,0 1,25-26,-25 1,0-1,0 1,49 24,-49-24,25 0,-25-1,0 1,25-50,-25 25,0 24,0 1,49-50,-49 50,0-26,0 26,0-25,0 24,0 1,0-25,0 24,0 1,0-25,25-25,-25 0,25 0,25-50,-1 50,1 0,-1 0,-24 0,0 0,0 0,24 0,1 0,-25 0,49-25,-49 25,25 0,-1 0,1 0,24 0,-24-49,0 49,-1 0,26 0,-26 0,1 0,-1-25,1 25,24 0,-24 0,0 0,-1-50,1 50,24 0,-24 0,-1 0,1-24,0 24,49 0,-25 0,1 0,-1-50,1 50,-1 0,0 0,1 0,-1 0,1-50,24 50,-50 0,1 0,0 0,-1 0,26 0,-1 0,-24 0,-1 0,1-24,0 24,24 0,-24 0,-1 0,-24 0,25 0,-26 0,1 0,25 0,-25 0,24 0,-24 0,-25-25,0-25,0 50</inkml:trace>
  <inkml:trace contextRef="#ctx0" brushRef="#br0" timeOffset="33432.91">7665 5680,'0'-49,"0"73,0 1,0 25,25-1,-25-24,0 0,25 50,-25-26,0 1,49-1,-49 26,0 24,25 0,-25-24,0-1,0 0,0 1,0-1,0 1,0-1,0-24,0 24,0-24,0-1,0 26,0-26,0 1,0-25,0 0,0-1,0 51,0-26,0-24,50 25,-50 24,0-24,24-25,-24 24,0 1,50-50,-50 25,0-1,0 26,25-50,-25 25,0 0,0 24,0-24,0 0,0 25,0-26,0 1,0-25</inkml:trace>
  <inkml:trace contextRef="#ctx0" brushRef="#br0" timeOffset="35805.04">12750 5482,'0'-25,"-25"25,25-25,0 50,0 0,0 0,0 24,0-24,0 0,0 49,0-24,0 24,0 1,0 24,0 0,0 50,0-25,0 25,0-50,0 0,0 25,0-24,0-1,0-25,0 1,0-26,0 1,0 24,0-24,0-25,0-1,0 26,0-25,0 0,0 24,0-24,0 0,0 24,0-24,0 25,0-25,0-25,0 49,0-74,0 25</inkml:trace>
  <inkml:trace contextRef="#ctx0" brushRef="#br0" timeOffset="38752.21">12899 7863,'-50'0,"50"0,-25 0,25-50,-24 50,48 0,-24 25,50-25,-25 0,24 0,-24 0,0 0,25 0,-1 0,1 0,-1 25,1-25,24 0,1 0,24 0,0 0,1 0,48 0,-48 0,-1 0,0 0,25 0,-50 0,1 0,-1 0,1 0,-1 0,1 50,-1-50,0 0,-24 0,24 0,-24 0,0 0,-1 0,1 0,24 0,1 0,-26 0,1 0,-1 0,1 0,24 0,-24 0,0 0,-25 0,24 0,1 0,-1 0,1-25,0 25,24 0,-24 0,-26 0,26 0,24 0,-49 0,25 0,-50-25,49 25,1 0,0 0,-26 0,1 0,50-50,-51 50,1 0</inkml:trace>
  <inkml:trace contextRef="#ctx0" brushRef="#br0" timeOffset="40832.33">12725 5556,'0'-25,"25"25,0 0,24 0,-24 0,0 0,0 0,49 0,-24 25,24-25,25 0,1 0,24 0,0 0,25 0,-25 0,-25 0,25 0,-25 0,0 0,0 0,25 0,-24 0,-1 0,0 0,25 25,-49-25,-1 0,0 0,1 0,24 0,-25 0,26 50,-26-50,0 0,-24 0,0 0,-25 0,24 0,-24 0,0 0,24 0,-24 0,0 0,0 0,24 0,-24 0,0 0,25 0,-26 0,26 0,0 0,-26 0,26 0,0 0,-1 0,26 0,-26 0,-24 0,0 0,24 0,-49 24,0 26,0-25,0 24,0 1,0 0,0-1,0 1,0 0,0-1,0 26,0-26,0 1,0-1,0 1,25 24,-25-24,0-25,0 24,0-24,0 0,0 0,0 24,0-24,0 0,0 25,0-26,0 1,0 50,0-26,0-24,0 0,0 25,0-26,0 1,0 25,0-1,0 1,0-25,0 24,0-24,0 0,0 25,0 24,0-49,0 0,0-1,0 26,0-25,0 0,0 24,0-24,0 0,0 24,0-24,-25-50,25 1</inkml:trace>
  <inkml:trace contextRef="#ctx0" brushRef="#br0" timeOffset="42140.41">5854 6871,'0'-50,"0"25,0 50,0 25,-49 0,49-1,-25 26,25-26,0-24,-50 25,50-1,0-74,0-24,0-1,25 1,-25-1,25-24,-25 49,49 25,-49-50,25 50,0 0,25 0,-26 0,-24 25,25-25,-25 74,50-49,-50 50,25-75,-25 49,0-24,0 0,0 24</inkml:trace>
  <inkml:trace contextRef="#ctx0" brushRef="#br0" timeOffset="42350.42">5780 7119,'0'-50,"25"50,-1-24,26 24,24 0,-49-50,25 50</inkml:trace>
  <inkml:trace contextRef="#ctx0" brushRef="#br0" timeOffset="43042.46">6053 6697,'0'-49,"0"24,-25 25,25-25,-50 25,1 0,24 0,0 0,-49 0,24 0,25 50,-24-50,-1 49,25-24,-24 49,49 1,-75 24,75-24,-25 24,25-50,0 1,0 0,0-1,0 26,50-51,-25-24,24 50,26-50,-26 0,1 0,0 0,-1 0,26 0,-51 0,1-25,25 0,-25-24,-25-1,74 1,-74-1,0 25,0 0,0-24,0 24,0 0,0-24,0 24,-50 0,1-49,24 74,-25-50,26 50,-1 0,-25-25,25 25,-24 0,-26 0,51 0,-1 0,25 50,0-25,0-25</inkml:trace>
  <inkml:trace contextRef="#ctx0" brushRef="#br0" timeOffset="44714.55">14288 6375,'0'25,"0"-1,0 26,0 0,25 24,-25-24,0-26,24 26,-24 0,0-26,0 26,0-25,50-25</inkml:trace>
  <inkml:trace contextRef="#ctx0" brushRef="#br0" timeOffset="45451.59">14189 6449,'0'-25,"-25"25,25-49,25 24,24 25,1 0,-1-50,1 50,24-24,-24 24,-25 0,0 0,24 0,-49 24,0 26,0 0,-24 24,24-49,-25 0,-25 49,50-99,0 25,0-74,75 74,-75-25,49 25,26 0,-26 0,1 25,-50 24,0-24,0 25,0-1,-25 26,-25-1,26-24,-26 0,0-26,1-24,-26 50,1-50,-1 0,51 0,-1 0,25 0,0-74,0 74,0-25,74 25,-49 0</inkml:trace>
  <inkml:trace contextRef="#ctx0" brushRef="#br0" timeOffset="47114.69">4316 7888,'25'0,"25"0,-25 0,-1 0,51 0,-26-50,1 50,0-25,-26 25,1 0</inkml:trace>
  <inkml:trace contextRef="#ctx0" brushRef="#br0" timeOffset="47475.71">4490 7838,'0'50,"0"-25,0 24,0-24,0 0,50 25,-50 24,0-24,0-1,0-24,0 25,-25-50,25 24,-25-24,0 0,-24-24,49-1</inkml:trace>
  <inkml:trace contextRef="#ctx0" brushRef="#br0" timeOffset="48066.74">4936 8086,'-24'0,"24"50,-50 0,50-1,0 1,-25-25,25 24,0-49,0-25,0 1,0-51,0 26,0-1,0 25,0 25,25 0,-25 25,50-25,-50 50,74-1,-24 1,-1-1,-24 1</inkml:trace>
  <inkml:trace contextRef="#ctx0" brushRef="#br0" timeOffset="48226.75">4887 8384,'-50'0,"50"-25,0 25,50-49,-1 24,26 25,-25-75,-1 75,1-49</inkml:trace>
  <inkml:trace contextRef="#ctx0" brushRef="#br0" timeOffset="49047.8">6772 7689,'-25'0,"25"-24,-49-1,49 74,0-24,24 0,-24 25,0-26,25 26,-25-25,50 24,-25 1</inkml:trace>
  <inkml:trace contextRef="#ctx0" brushRef="#br0" timeOffset="49402.82">6946 7665,'-25'49,"25"-24,-50 0,50 24,-49-49,49 50,-25-50,25 0,74 0,-24 0,-1 0,-49 25,50-25</inkml:trace>
  <inkml:trace contextRef="#ctx0" brushRef="#br0" timeOffset="49827.85">7219 7813,'0'25,"0"0,0-25,0 74,0-24,0-75,0-24,0 24,0-25,0 1,0 24,0 0,0 25,49 0,1 0,-25 50,-25-1,0-24,49-25,-49 50,0-1</inkml:trace>
  <inkml:trace contextRef="#ctx0" brushRef="#br0" timeOffset="49994.85">7243 7962,'25'0,"50"0,-26-49,1 49,24-50</inkml:trace>
  <inkml:trace contextRef="#ctx0" brushRef="#br0" timeOffset="51067.92">12948 7541,'-24'0,"24"-50,24 50,1 0,25-25,-1 25,1-49,0 49,-1 0,-49-25,25 25,-50 0</inkml:trace>
  <inkml:trace contextRef="#ctx0" brushRef="#br0" timeOffset="51414.94">13023 7466,'0'0,"0"50,49 24,-49-49,0 25,25-50,-25 49,0 1,0-50,0 25,-49-25,-1 0,25 0,25-50,0 25,0 25,50-25</inkml:trace>
  <inkml:trace contextRef="#ctx0" brushRef="#br0" timeOffset="51726.95">13296 7565,'0'50,"0"0,49-1,-49 1,0-25</inkml:trace>
  <inkml:trace contextRef="#ctx0" brushRef="#br0" timeOffset="52229.98">13271 7615,'0'-25,"0"0,25-24,-1 49,26 0,-25-25,0 25,24 0,-49 25,0 0,0-1,-49 26,49-25,-25-25,25 25,0-25,0 0,0-50,74 50,-24-50,-25 50,24 0,-49 0,0 25,0 25,0-25,-24-1,-1 51,-50-50,26-25,-1 0,50-25,0-25,0 1</inkml:trace>
  <inkml:trace contextRef="#ctx0" brushRef="#br0" timeOffset="53033.03">15429 7541,'0'49,"0"-24,25 0,-25 49,49-49,-49 0,25 24,-25 1,50-50,-50 25,49-25</inkml:trace>
  <inkml:trace contextRef="#ctx0" brushRef="#br0" timeOffset="53384.05">15776 7491,'-25'0,"25"50,-74-26,49 26,-25-25,1 24,24-49,25 0,25 0,0 0,-1 0,26 0,-25 25,0-25,24 0,1 25,-25-25</inkml:trace>
  <inkml:trace contextRef="#ctx0" brushRef="#br0" timeOffset="53638.06">16024 7541,'0'0,"0"-25,0 25,0 0,0 74,25-49,-25 25,50-50,-50 49,0 1,0-25</inkml:trace>
  <inkml:trace contextRef="#ctx0" brushRef="#br0" timeOffset="54075.09">16024 7565,'0'-24,"0"-26,25 50,0-50,24 50,26 0,-50 0,-1 0,-24 25,0 25,-24-25,24 24,-50-49,50 50,0-25,25-25,0 0,24 0,-24 0,0 0,-25 0,0 24,0 26,-25-25,0-25,-24 49,24-49,0 0,-25 50,26-50,-26 0,50-25</inkml:trace>
  <inkml:trace contextRef="#ctx0" brushRef="#br0" timeOffset="55733.18">5185 8384,'-25'0,"25"0,0 50,0 24,0 75,25 0,-25-25,74 99,-74-74,0 24,50-24,-50 0,49 25,-49-75,0-25,25 26,-25-26,0-49,0 0,0-25,0-75,74-24</inkml:trace>
  <inkml:trace contextRef="#ctx0" brushRef="#br0" timeOffset="56575.23">7268 8210,'0'-24,"0"48,0 51,0-1,0 25,50 50,-50 25,0 49,0 25,49-74,-49-1,0-49,0 0,0-49,0-26,0 1,50-50,-50-25,0-24</inkml:trace>
  <inkml:trace contextRef="#ctx0" brushRef="#br0" timeOffset="59745.41">13296 7937,'0'-24,"0"73,0 26,0 49,0 74,0 1,0 73,24 1,-24-49,0-76,0 1,0-50,0-24,0-26,0 1,0-75,75-49</inkml:trace>
  <inkml:trace contextRef="#ctx0" brushRef="#br0" timeOffset="60743.47">15553 8012,'0'-25,"0"-25,0 50,0 25,49 25,-49 74,0 50,0 74,0-25,0 75,0-75,0-124,0-25,0-24,0-25,25-25,-25-25</inkml:trace>
  <inkml:trace contextRef="#ctx0" brushRef="#br0" timeOffset="62679.58">5755 8334,'0'0,"0"0,0-24,50 24,-50-50,0 25,0 0,24 25,-24-49,0-1,25 50,-25-25,0 1,50-26,-50 25,0 0,25 25,24 25,-24 25,25-25,-1 49,-49-49,25 0,-25 24,50-24,-50 25,25-50,-25-25,49-25</inkml:trace>
  <inkml:trace contextRef="#ctx0" brushRef="#br0" timeOffset="64638.69">14362 7813,'0'0,"0"-49,50 24,-1-25,-24 50,25-49,-25 49,-25-25,0 25,25 25,-25 24,49-24,-49 0,50 25,-50-26,74-24,-74 50,50-50,-50 25,49-25</inkml:trace>
  <inkml:trace contextRef="#ctx0" brushRef="#br0" timeOffset="65753.76">6077 8285,'0'-25,"0"-25,0 100,0 24,0 1,0-1,0 1,0-1,0-24,0-1,0 1,0-1,0-24,0 0</inkml:trace>
  <inkml:trace contextRef="#ctx0" brushRef="#br0" timeOffset="68402.91">6152 8880,'-50'0,"75"0,0 0,25 0,-1 0,-24 0,0 0,0 0,24 0,1 0,-1 0,-24 0,50 0,-26 0,1 0,24 0,-24 0,-1 0,26 0,-26 0,1 0,0 0,-1 0,26 0,-26 0,1 0,0 0,-1 0,1 0,-1 0,1 0,0 0,24 0,-24 0,-1 0,1 0,-1 0,26 0,-1 0,1 0,24 0,-25 0,1 0,-1 0,1 0,-1 50,0-50,1 0,-1 0,1 0,-1 0,0 0,1 0,24 0,-25 0,26 0,-26 0,25 0,1 0,-26 0,0 0,1 0,-1 0,1 0,-1 0,25 0,-24 0,-1 0,25 0,-24 0,-1 0,1 0,24 0,-25 0,1 0,-1 0,25 0,-24 0,-1 0,25 49,-24-49,-1 0,-24 0,-1 0,1 0,24 0,1 0,-26 0,1 0,0 0,-1 0,26 0,-1 0,25 0,-24 0,-1 0,0 0,1 0,-1 0,1 25,-1-25,1 0,-1 0,0 0,26 50,-1-50,0 0,0 0,-24 0,24 0,25 0,-25 0,0 0,1 0,24 0,-25 0,0 0,-25 0,1 0,-1 0,26 0,-26 0,0 0,1 0,-26 0,1 0,0 0,-1 0,26 0,-26 0,1 0,-1 0,1 0,0 0,49 0,-25 0,1 0,-26 0,26 0,-26 0,26 0,-1 0,1 0,-1 0,0 0,-24 0,24 0,1 0,-1 0,1 0,-1 0,-24 0,24 0,-24 0,49 0,-49 0,-1 0,1 0,-1 0,1 0,24 0,-24-25,-25 25,24 0,-24 0,0 0,25 0,-26 0,1 0,25 0,24 0,-24 0,-1 0,1 0,25 0,-26 0,26 0,-26 0,1 0,-1 0,-24 0,25 0,-25 0,49 0,-24-25,-26 25,1 0,50 0,-26 0,-24 0,0 0,24 0,1 0,-25 0,0 0,24 0,26 25,-26-25,1 0,-25 0,24 0,-24 0,0 0,25 0,-1 0,-24 0,-50 0,-24-25</inkml:trace>
  <inkml:trace contextRef="#ctx0" brushRef="#br0" timeOffset="70121.01">14610 7838,'0'-49,"0"73,-24-24,24 50,0 0,0-26,0 26,-25-25,25 0,0 24,0-24,0 0,-50 25,50-26,0 1,0 50,0-26,0-24,0 0,0 49,0-49,0 0,0 24,0-24,0 0,0 0,0 24,0-24,0 0,0 25,0-26,0 1,0 25,0-25,0-1,0 26,0 0,0-25,0-1,0 26,0-25,0-50,0 25</inkml:trace>
  <inkml:trace contextRef="#ctx0" brushRef="#br0" timeOffset="72060.12">19001 9054,'49'0,"1"0,24 0,26 0,-1 0,50-50,49 50,25 0,-49-50,24 50,-24 0,-75 0,-24 0,-1-24,-24 24,-26 0,1 0,-25 0</inkml:trace>
  <inkml:trace contextRef="#ctx0" brushRef="#br0" timeOffset="72547.14">21630 8384,'0'-25,"-25"25,-24 0,-1 0,0 25,-24 49,24-24,1 0,49-1,0-24,0 0,0 49,49-74,1 0,0 25,-1-25,26 0,-51 0,1 0,25 0,-25 0,-25-50</inkml:trace>
  <inkml:trace contextRef="#ctx0" brushRef="#br0" timeOffset="72802.16">21828 8310,'0'-25,"0"50,0 24,0 1,0-1,25 1,-25 0,0-1,50-24,-50 25,0-1,49-49</inkml:trace>
  <inkml:trace contextRef="#ctx0" brushRef="#br0" timeOffset="73042.17">22027 8533,'-25'0,"25"25</inkml:trace>
  <inkml:trace contextRef="#ctx0" brushRef="#br0" timeOffset="73395.19">21952 8682,'0'0,"25"0,0-50,25 50,-1-25,26 25,-50 0,-1-74,-24 99</inkml:trace>
  <inkml:trace contextRef="#ctx0" brushRef="#br0" timeOffset="73638.21">22399 8161,'0'0,"0"-25,0 25,0 25,0 24,0 1,0 0,0-1,0-24,0 0,0 24,0-24,50-25,-26 0,1 0</inkml:trace>
  <inkml:trace contextRef="#ctx0" brushRef="#br0" timeOffset="73966.23">22721 8062,'-49'24,"24"1,0 25,-24-25,49-1,-50-24,50 75,0-50,0-25,50 0,-26 0,1 0,0 0,25 0,-26 0,1 0,50 0</inkml:trace>
  <inkml:trace contextRef="#ctx0" brushRef="#br0" timeOffset="75855.33">4589 4217,'0'0,"0"49,0 1,0-25,0 24,0 51,0 48,0-24,0 25,0-25,0 25,0 0,0-75,0-24,0 24,0-24,50 0,-50-1,0-24,0-50,0-24,0-26</inkml:trace>
  <inkml:trace contextRef="#ctx0" brushRef="#br0" timeOffset="76620.38">4614 3572,'-25'0,"25"25,0 24,0 26,0-1,25 1,-25-1,50 0,-50-49,24 0,-24 25,0-75,0-50,0 1,0 0,0-26,0 1,0-25,-49 74,49 26,0-1,25 25,24 0,-49 0,75 0,-51 49,26 1,-25-25,24 24,-49-24,50-25,-50 50,25 0,-25-1,0-24,-25-25</inkml:trace>
  <inkml:trace contextRef="#ctx0" brushRef="#br0" timeOffset="76868.39">4664 3820,'49'-50,"-24"50,25-24,-26 24,26-50,-25 50,24-75,-24 75,-25-24,25 24,-25 24,0 1,-50-25</inkml:trace>
  <inkml:trace contextRef="#ctx0" brushRef="#br0" timeOffset="78396.48">6772 4093,'0'-50,"-25"75,25 25,0-26,0 26,0-25,0 24,0 1,0 24,0-24,0 0,0-1,0 1,50-25,-50-1,0 26,0 24,0-24,25 0,-25-25,0 24,0-24,0 0,0 49,49-74,-49 25,0 0,0 24,25 26,-25-26,0-24,0 25,0-25,0-1,25-24,-25 25,0 25,0-25,0-1,49-24,-49 50,0-25,0 0,0-50,25-25</inkml:trace>
  <inkml:trace contextRef="#ctx0" brushRef="#br0" timeOffset="79260.53">6921 3398,'0'25,"0"49,0-24,0 24,25 1,-25-1,0 1,24-1,-24-24,0-25,50-25,-50 24,0-24,0-24,-25-51,25 26,-25-26,25-24,0 0,0-25,-49 49,49 26,25 49,24 0,1 24,-25 26,24-25,-24 0,-25 49,50-49,-50 0,0 24,49-24,-49 25,25-1</inkml:trace>
  <inkml:trace contextRef="#ctx0" brushRef="#br0" timeOffset="79424.54">6970 3721,'0'0,"0"-50,50 50,24-50,1 1,-1 24,-24-25</inkml:trace>
  <inkml:trace contextRef="#ctx0" brushRef="#br0" timeOffset="80473.6">7070 2803,'0'-25,"0"25,0 25,0 25,0 49,0-25,0-24,0 24,49-24,-49-1,50 26</inkml:trace>
  <inkml:trace contextRef="#ctx0" brushRef="#br0" timeOffset="81835.68">13345 4366,'25'-25,"-25"0,0-25,0 100,0 0,0-1,0 26,0-1,0 25,0 0,0 26,0-26,0 0,0 0,0-24,0-1,0 0,0-24,0-25,50 24,-50 1,0-75</inkml:trace>
  <inkml:trace contextRef="#ctx0" brushRef="#br0" timeOffset="82393.71">13345 3349,'0'24,"0"26,0 24,50 1,-50-1,25 1,-25-26,0 1,0-25,49 24,-49-24,25 25</inkml:trace>
  <inkml:trace contextRef="#ctx0" brushRef="#br0" timeOffset="82972.74">13147 3522,'0'-25,"0"-24,49 49,1-75,24 75,-24-74,0 24,24 50,-49-49,25 49,-50-25,24 25,-24 25,0 49,0 1,0-1,0 0,0-24,0 24,-24-49,24 0,0-50,49 0,-49-24,50 24,-1 25,-24 0,-25 25,50 24,-50 1,0 25,-25-26,25 1,-50-1,50 1,-74-25,49-25,-49 49,49-49,0 0,-25 0,26-24,24-51,0 26,0-1,74 0,-24 50</inkml:trace>
  <inkml:trace contextRef="#ctx0" brushRef="#br0" timeOffset="83932.8">15751 4192,'0'-50,"0"26,0-1,0 50,0 24,0 26,0 49,-49 49,49 1,0 0,0-1,0-24,0-25,0 25,0-50,0-25,0-24,0 0,0-1,0-24,0 0,25-50,-25 0,0-24</inkml:trace>
  <inkml:trace contextRef="#ctx0" brushRef="#br0" timeOffset="84495.83">15950 3547,'0'-25,"0"75,0-1,0 26,0-1,0 26,0-1,0 0,0-25,0-24,0 24,0-49,0 25,49-50</inkml:trace>
  <inkml:trace contextRef="#ctx0" brushRef="#br0" timeOffset="85086.86">15751 3795,'0'-25,"0"25,50-24,0 24,-1-50,26 50,24-50,-50 50,1-49,0 49,-26-25,1 25,-25 49,0 1,0 0,-49-1,24 26,25-50,-75 24,26 1,49-50,25-50,24 50,-24-49,25 49,-50-50,49 50,-24 0,-25 50,0-26,0 26,0 0,0 24,-25-24,25-1,-74 1,24-1,25-49,-24 0,-1 0,25 0,-24 0,49-24,0-26,0 25</inkml:trace>
  <inkml:trace contextRef="#ctx0" brushRef="#br0" timeOffset="85492.88">16471 3001,'0'25,"0"25,49 24,-49-24,0 24,0 1,0 24,0 0,0-49</inkml:trace>
  <inkml:trace contextRef="#ctx0" brushRef="#br0" timeOffset="98004.6">21407 15701,'0'-24,"0"-26,49 50,-24 0,0 0,25 0,-1 25,1 0,-1 24,-24 1,-25 24,75 25,-75-24,0-26,0 1,0 0,-25-1,0-24,-25-25,-24 50,24-50,26 0,24-50,0-24,0-26</inkml:trace>
  <inkml:trace contextRef="#ctx0" brushRef="#br0" timeOffset="98387.62">22201 15429,'0'-50,"-25"50,0 0,-25 0,1 50,-26-1,26 50,-1 1,0 24,50-25,0-25,0-24,0 24,50-49,24-25,1 0,49 0,25-50,-25-24,-50 24,1-24,-51 24,-24 1</inkml:trace>
  <inkml:trace contextRef="#ctx0" brushRef="#br0" timeOffset="100792.76">3473 16694,'-25'0</inkml:trace>
  <inkml:trace contextRef="#ctx0" brushRef="#br0" timeOffset="102875.88">3349 16743,'0'0,"25"0,49 0,-49 0,0 0,24 0,-24 0,0 0,49 0,1 0,-26 0,1 0,0 0,-1 0,26 0,-1 0,1 0,-1 0,0 0,50 0,-49 0,-1 0,1 0,-1 0,0 0,26 0,-1 0,0 0,25 0,-25 0,25 0,25 0,0 0,-25 0,-25 0,25 0,-49 0,-1 0,1 0,-1 0,0 0,26 0,-26 0,-24 0,-1 0,26 0,-51 0,26 0,0 0,-1 0,26 0,-26 0,1-25,0 25,49 0,25 0,-25-49,0 49,25 0,-25 0,25 0,25 0,-49 0,73 0,1 0,24 0,1 0,49 0,0 0,-50 0,25 0,-24 0,24 0,0 0,-24 0,-26 0,51 0,-76 0,26 0,0 0,-25 0,-25 0,0 0,-25 0,0 0,0 0,0 0,26 0,-26 0,25 0,25 0,-50 0,0 0,0 0,-24 0,-26 0,1 0,-1 0,1 0,25 0,-1 0,0 0,1 0,-1 0,1 0,-26 0,1 0,-1 0,26 0,-26 0,1-25,0 25,24 0,0 0,1 0,24 0,-24 0,-1 0,-24 0,-1 0,26 0,24 0,-25 0,1 0,-1 0,25 0,25 0,-25 0,1 0,-26 0,1 0,-1 0,0 0,26 0,-1 0,0 0,0 0,25 0,0 0,-24 0,-26 0,0 0,1 0,-1 0,1 0,-1 0,0 0,1 0,-1 0,1 0,24 0,-50 0,1 0,0 0,-1 0,1 0,24 0,-24 0,0 0,-1 0,1 0,24 0,1 0,-1 0,0 0,-24 0,0 0,24 50,-24-50,-1 0,1 0,-1 24,26-24,-25 0,-1 0,1 0,-1 0,26 0,-1 0,-24 0,-1 0,-24 0,25 0,-25 0,24 0,-24 0,25 0,-26 0,1 0,25 0,-1 0,1 0,0 0,-1 0,26 0,-26 0,1 0,-25 0,24 0,-24 0,25 0,-25 0,24 0,1 0,-25 0,-1 0,51 0,-50 0,-1 0,26 0,-75 0,0 0</inkml:trace>
  <inkml:trace contextRef="#ctx0" brushRef="#br0" timeOffset="104638.98">18902 15329,'0'-25,"0"50,0 50,0-50,0-1,0 26,0 24,0-24,0 24,-25 1,25-1,0-24,0 24,0-49,0 0,0 0,0 24,0-24,0 0,0 24,0-24,0 25,0-25,0 24,0-24,0 0,25-25,-25 50,0-26,0 1,24 25,-24-25,0-1,0 26,50-25,-50-50</inkml:trace>
  <inkml:trace contextRef="#ctx0" brushRef="#br0" timeOffset="106447.08">17810 15429,'25'-50,"25"50,24 0,-24 0,-26 0,1 0,50 0,-26 0,1 0,-1 0,-24 0,25 0,-25 0,-1 0,26 0,24 0,-24 0,-25 0,24 0,-24 0,0 0,-25-25,25 25,24 0,1 0,0 0,-25 0,24 0,-24 0,-25-25,25 25,-50 0</inkml:trace>
  <inkml:trace contextRef="#ctx0" brushRef="#br0" timeOffset="108089.18">17885 14734,'0'74,"0"-24,0 0,0 49,0 50,0-25,0-25,0 25,0-50,0 1,0-26,0-24,24 25,-24-1,0-24,0 0,0 25,0-75,0 25</inkml:trace>
  <inkml:trace contextRef="#ctx0" brushRef="#br0" timeOffset="109056.23">17016 15230,'-24'0,"24"-50,0 75,0-25,0 25,49-25,26 50,-1-50,-24 0,-1 24,-24-24,25 50,-26-50,51 50,-50-50,-25 25,49-25,1 49,24-24,-49 25,0-50,-25 24,50-24,-1 0,-49 25,50-25,-1 50,-24-50,-25 25,25-25,-25 49,25-49,-25 25,0 0,49-25,-24 49,25-49,-25 0,-50-24,0-51</inkml:trace>
  <inkml:trace contextRef="#ctx0" brushRef="#br0" timeOffset="109859.28">17984 14883,'0'-25,"-25"25,25-50,-25 50,-24 0,24 25,-25-25,1 50,-1-50,-25 74,26-74,-1 50,1-50,24 49,0-49,25 50,-74-50,49 74,0-74,-25 50,26-50,-26 0,50 25,-25-25,0 0,-24 49,-1-24,25-25,25 50,0-50,25 0,-25-25</inkml:trace>
  <inkml:trace contextRef="#ctx0" brushRef="#br0" timeOffset="110505.32">17091 15007,'-25'0,"-25"0,26 0,-51 25,26-25,49 49,-50 1,50-25,-50 49,50-49,0 24,-49 1,49-25,0 0,25-25,-25 49,49-49,-24 0,0 0,24 0,-24 0,0 0,25 0,-50 0,49 0,-49-49,25-1,-25 25,0 0,0-24,0 24,0-25,0 50,0-49,-25 49,25-50,-49 50,-1 0,25 0,0 0,-49 0,49 50,-24-1</inkml:trace>
  <inkml:trace contextRef="#ctx0" brushRef="#br0" timeOffset="114306.53">3175 15553,'25'0,"25"0,-1 0,-24 0,25 0,-25 0,-1 0,51 0,-26 0,1 0,24 0,1 0,24 0,-25 0,1 0,-25 0,49 0,-25 0,-24 0,-1 0,26 0,-26 0,1 0,24 0,-24 0,0 0,-26 0,26 0,-25 0,0 0,24 0,-24 0,0 0,24 0,26 0,-25 0,-1 0,1 0,-1 0,1 0,24 0,-24 0,0 0,-1 0,1 0,24 0,-24 0,-1 0,1 0,0 0,24-50,-24 50,-1 0,-24 0,25 0,-1 0,-24 0,25 0,-1 0,51 0,-51 0,1 0,-1 0,1 0,0 0,24-25,-24 25,24 0,0 0,1 0,-1 0,1 0,-1 0,1 0,-1 0,0 0,-24 0,0 0,24 0,0 0,1 0,-26 0,26 0,-1 0,1 0,24 0,0 0,0 0,1 0,24 0,-25 0,0 0,0 0,25 0,-25 0,25 0,25 0,-49 0,48 0,-24 0,25 0,-25 0,25 0,-25 0,25 0,-50 0,25 0,-25 0,1 0,-1 0,-25 0,1 0,-1 0,0 0,1 0,24 0,-24 0,-1 0,0 0,1 0,-1 0,1 0,-26 0,26 0,-26 0,26 0,-1 0,50 0,-50 0,1 0,-1 0,26 0,-26 0,25 0,0 0,1 0,24 0,-25 0,0 0,-25 0,1 0,24 0,0 0,1 0,-26 0,0 0,1 0,24 0,0 0,25 50,-49-50,-1 0,-24 0,24 0,-24 0,-1 0,1 0,0 0,24 0,-49 0,24 0,1 0,24 0,-49 0,0 0,0 0,24 0,-24 0,25 0,-1 0,1 0,-25 0,0 0,49 0,-24 0,-26 0,26 0,0 0,-26 0,51 0,-1 0,-49 0,25 0,-1 0,-24 0,0 0,-25-50,50 50,-1 0,-24 0,25 0,24-25,-49 25,24 0,1 0,-25-49,0 49,49 0,-24 0,-1 0,-24 0,0 0,24 0,-24-25,25 25,-25 0,0 0,24 0,-24 0,0 0,0 0,24 0,-24 0,-25 0</inkml:trace>
  <inkml:trace contextRef="#ctx0" brushRef="#br0" timeOffset="115258.59">18257 14784,'0'-50,"24"25,26 25,0 0,-26 0,51 0,-26 0,-49 25,25-25,-25 74,0-49,0 25,0-25,0-1,0 26,-25-50,-24 50,24-50,0 0,-24 0,24 0,25 0</inkml:trace>
  <inkml:trace contextRef="#ctx0" brushRef="#br0" timeOffset="115619.61">18852 14684,'0'-49,"-25"49,-25 0,26 0,-1 0,-50 49,51-24,-26 25,50-25,-50-1,50 51,0-50,50-25,0 0,24 0,0 0,1 0,-25 0,-1-25,-24 25,-25-50,0 25,0-24</inkml:trace>
  <inkml:trace contextRef="#ctx0" brushRef="#br0" timeOffset="116195.64">18257 14412,'24'0,"1"0,0 0,25 0,24 0,-24 0,-1 0,1 0,-25 0,24 0,-24-50,25 50,-100 0,25 25</inkml:trace>
  <inkml:trace contextRef="#ctx0" brushRef="#br0" timeOffset="122462">3151 1761</inkml:trace>
  <inkml:trace contextRef="#ctx0" brushRef="#br1" timeOffset="135145.72">13444 4762,'0'0,"-24"0,-26 0,25-24,0 24,-49 0,0 0,49 0,0 0,-25 0,26 0,-1 0,-25 0,25 0,1 0,-1 0,-50 0,26 0,-1 0,-24 0,-1 0,1 0,-25 0,24 0,1 0,-1 0,26 0,-1 0,1 0,-1 0,0 0,26 0,-1 0,-25 0,25 0,1 0,-26 0,0 0,1 49,-1-49,-24 0,-1 0,1 25,-1-25,1 0,0 0,-1 50,1-50,-1 0,-24 0,50 49,-1-49,0 0,1 0,-26 0,26 0,-1 25,1-25,-26 0,25 0,-49 0,50 50,-1-50,25 0,-24 0,24 0,0 0,-25 0,26 0,-1 0,-25 0,1 0,-26 0,50 0,-24 25,-26-25,26 0,-1 0,1 0,24 0,-25 0,25 0,-24 0,-1 0,-24 0,74 24,-50-24,25 0,0 0,-24 0,24 0,0 0,-24 0,24 0,-25 0,25 0,-24 0,24 0,0 0,-49 0,49 0,25 50,0 0,0-1,0 1,0 24,0-49,0 0,0 0,0 24,0-24,0 0,0 24,25-24,-25 0,0 25,0-26,25 26,-25-25,0 0,0-1,0 26,24-25,-24 49,0-24,0-25,0 24,0 26,0-26,0 1,0-25,0 0,0 24,0 1,0-25,0 24,50 26,-50-26,0 26,0-26,0 1,50 24,-50-24,0 0,0-1,24 1,-24-1,0 1,0-25,0 24,0-24,25 0,-25 25,0-26,0 1,0 25,0-1,0-24,0 0,0 25,0-26,50 1,-50 25,0-25,0-1,0 26,0-25,0 0,0 24,0 26,0-1,0-24,0-1,0 1,0 0,0-26,0 26,0-25,0 24,0 1,-25 0,25-1,0-74,25 25,0 0,24-24,1 24,-25 0,-1 0,-24 0,50 0,-50 24,25-24,-25 50,0 0,25-50,-25 49,0-24,0 25,0-1,0 1,0-25,0 24,0 1,0-25,-50-25,50 49,-50-24,26-25,24 25,-50-25,-24 0,74 50,-50-50,25 0,0 0,25 24,0 1,0 25,0-1,0-24,0 0,0-25,0 50,0-26,0 1,0 25,0-1,0-24,0 25,0-1,0-24,0 0,0 25,0-26,25 1,-25 25,0-25,0 24,0-24,0 25,0-1,0 1,0 0,0-1,0-24,0 25,0-26,0 26,0-25,0 0,0-25</inkml:trace>
  <inkml:trace contextRef="#ctx0" brushRef="#br1" timeOffset="143448.2">4788 12427,'0'-25,"0"-24,0 74,0-1,0 1,0 25,0-25,0 24,0 1,0-25,0-1,0 26,0 0,0-1,0 1,0-1,0 26,0-26,0 1,0 0,0-26,0 51,0-25,0 24,0-49,0 0,-50 49,50-49,0 0,0 24,0-24,0 0,0 24,-25-24,25 0,0 25,0-26,0 1,0 25,0-25,0-1,0 26,0-25,0 0,0 24,0-24,0 0,0 0,0 24,0 1,0-25,0 24,0-24,0 0,0 25,0-26,0 1,0 0,0 25,0-1,0-24,0 25,0-26,0 1,0 0,0 25,0-26,0 1,0 25,0-25,0-1,0 26,0-25,0 0,0 24,0-24,0 49,0-24,0-25,0 49,0-24,0 24,0-49,0 25,0-1,0-24,0 0,0-25,0-25,0-24</inkml:trace>
  <inkml:trace contextRef="#ctx0" brushRef="#br1" timeOffset="145963.34">4837 12254,'0'-25,"0"-25,0 100,0-1,0 26,-25-26,25 1,0 0,0-1,0 1,0-25</inkml:trace>
  <inkml:trace contextRef="#ctx0" brushRef="#br1" timeOffset="146595.38">4986 13047,'-25'-49,"25"24,0 0,0-25,50 50,-25-24,0 24,-25 24,74 1,-74 25,0-1,0 1,0 0,0-1,0-24,0 25,-25-50,25 25,-25-25,25 0,0-25</inkml:trace>
  <inkml:trace contextRef="#ctx0" brushRef="#br1" timeOffset="146901.4">5333 12824,'-24'0,"-26"0,50 25,-25 0,25-1,-49 26,49-25,0 24,0 1,24-50,1 0,0 0,25 0,-26 0,-24-25,0 0</inkml:trace>
  <inkml:trace contextRef="#ctx0" brushRef="#br1" timeOffset="158908.08">5408 12576,'0'-25,"0"0,0 25,0 25,0 25,0-25,0-1,0 26,0-25,0 24,0-49,0 25,49-25,-49 0</inkml:trace>
  <inkml:trace contextRef="#ctx0" brushRef="#br1" timeOffset="161180.21">4217 12229,'0'0,"50"0,-25 0,-1 0,51 0,-50 0,-1 0,1 0,50 0,-26 0,1 0,-1 0,1 0,0-25,-26 25,26 0,24 0,-49 0,0 0,0 0,25 0,-26 0,1 0,25 0,-25 0,-1 0,51 0,-26 0,1 25,0-25,-1 0,26 0,-26 0,1 0,-1 0,1 0,24 0,-24 0,0 0,24 0,-49 0,24 0,-24 0,0 0,0 0,49 0,-49 0,0 0,25 0,-75-25</inkml:trace>
  <inkml:trace contextRef="#ctx0" brushRef="#br1" timeOffset="162629.3">4242 11410,'0'-49,"0"24,0 50,0 24,0 1,0-25,0-1,0 26,0-25,0 0,0 24,0-24,0 0,0 24,0-24,0 25,0-25,0 24,0-24,0 0,25-25,-25 49,0-24,0 0,0 25,0-26,0 1,0 25,0-25,49-25,-49 25,0-25,0-25,0-25,0 25,0-24</inkml:trace>
  <inkml:trace contextRef="#ctx0" brushRef="#br1" timeOffset="165966.49">4267 11410,'0'-25,"25"-24,-25 24,24 25,-24-25,25-24,-25 24,50 25,-50-25,25 25,-1-50,26 50,-25-25,24 25,-24 0,0-49,25 49,-26 0,1 0,25-25,-25 25,-1 0,26 0,-25-50,0 50,24 0,-24 0,0 0,25-24,-26 24,1 0,25 0,-25 0,-1 0,26 0,-25 0,0 0,24 0,-24 0,25 0,-50-25,24 25,26 0,-25 0,0 0,24 0,-24 0,0 0,24 0,-24 0,0 0,25 0,-26 0,1 0,25 0,24 0,-49 0,25 0,-1 0,26 0,-75 25,49-25,-24 0,-25 49,25-49,-25 25,50-25,-50 25,24-25,-24 49,0-24,25-25,-25 25,0 25,50-25,-50-1,0 26,0-25,0 0,0 24,0-24,0 0,-25-25,25 25,0 24,0-24,0 0,0 24,0-24,0 0,0 25,0-26,0 1,0 25,0-25,0-1,0 26,0-25,0 0,0-1,0 26,-25-50,25 25,0 0,0 24,0-24,0 0,0-25</inkml:trace>
  <inkml:trace contextRef="#ctx0" brushRef="#br1" timeOffset="168903.66">5904 12278,'0'-24,"0"24,0 24,0 26,0 0,0-26,0 51,0-1,0 1,49-26,-49-24,0 0,0 24,0-24,0 25,0-1,25 1,-25-25,50 24,-50-24,0 0,25-25,-25 50,24-50,26 0,-25 0,25 0,-26 0,26 0,0 0,-26 0,26 0,0-25,-26 25,26 0,24 0,-49 0,0 0,0 0,24 0,-24 0,25 0,-1-25,-24 25,0 0,25 0,-26 0,1-50,25 50,-25 0,-1 0,51 0,-50 0,0 0,24 0,26 0,-51 0,26 0,0-24,-1 24,-24 0,25 0,-1 0,26 0,-26 0,1 0,-1 0,1 0,0-50,-1 50,-24 0,25 0,-1 0,-24 0,0-25,25 25,-26 0,1 0,25 0,-25 0,-1 0,26 0,-25 0,0-49,49 49,0 0,-24 0,-25 0,0 0,24 0,-24 0,0 0,49 0,1 0,-51 0,-24-25,25 25,25 0,-50-25</inkml:trace>
  <inkml:trace contextRef="#ctx0" brushRef="#br1" timeOffset="169818.71">8756 10220</inkml:trace>
  <inkml:trace contextRef="#ctx0" brushRef="#br1" timeOffset="171078.78">8756 10220,'0'24,"0"1,25-25,-25 25,0 25,0-1,50-24,-50 25,0 24,0-49,0 0,0-1,0 51,0-1,0-24,0-1,0-24,0 25,0-25,0-1,0 26,0-25,0 0,0 24,0 26,0-26,0 1,0-25,0 49,0-24,0-1,0 1,-25-50,25 25,0 49,0-24,0-25,0 49,0-49,0 24,0 1,0-25,0 24,0-24,0 0,0 0,0 24,0-24,0 0,0 25,0-25,0-1,0 51,0-50,0-1,0 1,0 25,0-25,0-1,0 26,0-25,0 0,0 24,0-24,0-25,-25-50,25 1</inkml:trace>
  <inkml:trace contextRef="#ctx0" brushRef="#br1" timeOffset="171822.82">6276 12551,'50'0,"-26"0,-24 50,25-25,-25-1,0 26,50-25,-50 0,0 49,25-74,-25 25,0-50</inkml:trace>
  <inkml:trace contextRef="#ctx0" brushRef="#br1" timeOffset="172488.86">6202 12502,'0'-25,"24"0,1 25,0 0,25-74,-1 74,1-25,-25 25,-1 0,-24-25,50 25,-25 0,-25 50,0-1,0-24,0 0,0 0,0 24,0-49,0-25,25 25,-25-24,24 24,-24-25,50 25,0 0,-26 0,26 0,-50 49,0 51,0-76,0 1,-25 25,25-25,-49-25,-1 49,25-49,0 0,-24 50,-1-50,25 0,25-25,-49 25,49-25,25-49,-25 24</inkml:trace>
  <inkml:trace contextRef="#ctx0" brushRef="#br1" timeOffset="174747.99">5383 10046,'0'25,"0"0,0-1,0 26,0-25,-25 0,25 24,0-24,0 0,0 24,0-24,0 0,0 25,0-26,0 1,0 0,0 25,0-26,0 1,0 25,0-25,0-1,0 26,0-25,0 0,0 24,0-24,0 0,0 0,0 24,0-24,0 0,0-50</inkml:trace>
  <inkml:trace contextRef="#ctx0" brushRef="#br1" timeOffset="176673.1">3969 10096,'0'-50,"0"100,25 24,-25-24,50-1,-50 1,24-1,-24-24,50 25,-50-1,0-24,25-25</inkml:trace>
  <inkml:trace contextRef="#ctx0" brushRef="#br1" timeOffset="177259.13">3944 10195,'0'-25,"0"-25,50 1,-25 49,0-50,24 50,-24-50,25 50,-26-24,-24 48,0 26,0 0,0-1,0 26,0-50,0-1,0 51,-49-75,49-25,49-25,-49 26,25 24,-25-75,25 75,25 0,-50 50,0-25,0 24,0 1,0-1,0 26,0-50,-25-25,25 49,-25-49,-25 50,1-50,24 0,0 0,-24 0,49-50,0 1,49-1,1 0</inkml:trace>
  <inkml:trace contextRef="#ctx0" brushRef="#br1" timeOffset="177754.16">4465 10021,'0'0,"0"-25,50 25,-50-25,25 25,-1 0,-24 0,0 25,50 50,-50-26,0 1,0-25,0 24,0-24,0-25,0 50,-50-50,26 25,24-25</inkml:trace>
  <inkml:trace contextRef="#ctx0" brushRef="#br1" timeOffset="178091.18">4763 9847,'0'0,"0"0,-50 0,50 50,-49 0,49-1,-50-24,50 25,0-25,0-1,0-24,0 50,50-50,24 0,-49-50,24 50,-49-49,50 49,-50-25,0-25</inkml:trace>
  <inkml:trace contextRef="#ctx0" brushRef="#br1" timeOffset="178451.2">4639 9500,'0'50,"25"-25,-25 24,0-24,49 0,-49 24,25-49,-25 25,25 0</inkml:trace>
  <inkml:trace contextRef="#ctx0" brushRef="#br1" timeOffset="186175.64">7392 10046,'-49'0,"49"50</inkml:trace>
  <inkml:trace contextRef="#ctx0" brushRef="#br1" timeOffset="188373.77">6846 11013</inkml:trace>
  <inkml:trace contextRef="#ctx0" brushRef="#br1" timeOffset="190151.87">6921 11112,'-25'0,"25"0,0 25,0 50,0-26,0 1,0 0,0-1,0 26,0-26,0 1,0-1,0-24,0 50,0-1,0-24,0-1,0-24,0-25,25 0,24 0,-24 0,0 0,49 0,-49 0,50 0,-26 0,1 0,0 0,-26 0,1 0,25 0,-1 0,-24 0,25 0,-1 0,-24 0,0 0,0 0,24 0,-24 0,0 0,25 0,-26 0,1 0,25 0,-25-25,-1 25,26 0,-25 0,0 0,-25-49,49 49,-24 0,-25 0,-50 0,50-50,-49 50</inkml:trace>
  <inkml:trace contextRef="#ctx0" brushRef="#br1" timeOffset="192890.03">6921 11212,'0'-50,"0"25,0-24,49 49,-49-25,25 25,0-25,25 25,-50-50,24 50,1 0,25 0,-50-24,25 24,0 0,24 0,-49-25,25 25,25 0,-50-50,24 50,26 0,-25 0,-25-25,25 25,49 0,-49 0,0 0,24 0,-49 0,25 0,0 0,-25 50,25-50,24 25,-24 24,25-24,-26-25,-24 25,25-25,-25 50,50-50,-50 24,25-24,-1 0,-24 25,50-25,-50 75,0-50,0-1,25 26,-25-25,0 0,0 24,0-24,25-25,-25 25,0 0,0 24,0-24,49-25,-49 25,0 24,0-24,0 0,0 25,25-26,-25 1,0 25,0-25,0-1,0 26,0-25,0-50,0-25</inkml:trace>
  <inkml:trace contextRef="#ctx0" brushRef="#br1" timeOffset="194949.15">7417 12055,'0'-25,"0"0</inkml:trace>
  <inkml:trace contextRef="#ctx0" brushRef="#br1" timeOffset="195692.19">7367 12005,'0'-24</inkml:trace>
  <inkml:trace contextRef="#ctx0" brushRef="#br1" timeOffset="197568.3">7963 11906,'-25'0,"25"-25,-50 25,50 0,0 50,0-25,0 0,25-25,-25 49,0-24,0 0,0 24,25-49,-25 50,0-25,0 0,0 24,0-24,0 0,0 25,0-26,25-24,-25 25,0 0,0 25,0-26,0 1,49 25,-49-25,0-1,0 26,0-25,0 0,25-25,-25 49,0-24,0 0,0 24,25-49,-25 25,0 0,0-25,0-25,0-49</inkml:trace>
  <inkml:trace contextRef="#ctx0" brushRef="#br1" timeOffset="203271.62">7343 12030,'0'-25,"0"1,0-1,0-25,0 75,0 25,0-26,0 26,24 24,-24-24,0 0,0-25,25-25,-25 49,0-24,0 0,0 24,0 26,0-50,0-1,0 1,0 25,0-25,0-1,0 26,0-25,0 0,0 24,0-74,25 1,-25-1,50 25,-26-50,1 50,25 0,-25 0,-25 0,24 50,-24-25,0-1,0 26,0-25,0 0,0 49,0-24,0-1,0 1,-24-50,24 49,-50-49,50 25,-25-25,0 0,-24 0,49 25,0 25,0-1,0-24,0 25,0-1,0 26,0-26,0-24,0 0,0 25,0-26,0 1,0 25,0-25,0-1,0 26,0-25,0 0,0-1,0 26,0-25,0 0,0 24,0-24,0 0,0 24,0-24,0 0,0 25,0-26,0 26,0 0,0-1,0-24,0 0,0 25,0-26,0 1,0 0,0 25,0-26,0 1,0 25,0-25,0-1,0 26,0-25,0 0,0 24,-25-24,25 0,0 24,0-24,0 0,0 25,0-26,0 1,0 0,0 25,0-26,0 1,0 25,0-25,0 0,0 24,0-24,0 0,0 24,0-24,0 0,0 25,0-26,50-24,-50 25,0 25,0-25,0-1,0 26,0-25,0 0,0-1,0 26,0-25,0 0,0 24,0-24,0 0,0 24,0-24,0 0,0 25,0-26,0 1,0 25,0 0,0-26,0 1,0 25,0-25,0-1,0 26,0-25,0 0,0-1,0 26,0-75,24-24,-24-1</inkml:trace>
  <inkml:trace contextRef="#ctx0" brushRef="#br1" timeOffset="203580.64">7938 16346</inkml:trace>
  <inkml:trace contextRef="#ctx0" brushRef="#br1" timeOffset="204677.7">7814 13618,'-50'0,"50"-25,0 0,25 25,0 0,0 0,24 0,-24 50,-25-25,0 49,0-24,0-1,0 1,0-25,0 24,-50 1,26-50,24-25,0 0,0-24,0 24</inkml:trace>
  <inkml:trace contextRef="#ctx0" brushRef="#br1" timeOffset="205072.72">7987 13593,'0'-25,"0"50,-24 25,24-26,-50 26,50-25,0 0,0 24,0 1,25-50,24 0,-24 0,25 0,-50-25,49 25,-49-25,25 25,-25-25</inkml:trace>
  <inkml:trace contextRef="#ctx0" brushRef="#br1" timeOffset="205997.78">8260 12154,'0'-25,"0"50,0 0,0 25,0-1,0 26,0-50,0-1,25 26,-25-25,25-25,-25 25,50-25,-50 0</inkml:trace>
  <inkml:trace contextRef="#ctx0" brushRef="#br1" timeOffset="206687.82">8236 12328,'0'-50,"0"26,24-1,1-50,25 26,-25-1,24 50,-49-25,0 25,0 50,0-25,0 24,0 1,0 24,-25-49,25 25,0-50,0-50,25 50,-25-49,25 49,0 24,-25 26,49 0,-49-26,0 1,0 25,0-1,-24-49,24 25,-25-25,0 25,-25-25,26 0,24 0,0-25,0 25</inkml:trace>
  <inkml:trace contextRef="#ctx0" brushRef="#br1" timeOffset="208080.9">7318 9996</inkml:trace>
  <inkml:trace contextRef="#ctx0" brushRef="#br1" timeOffset="208982.95">7392 9922,'0'25,"0"-1,0 1,0 25,0 24,0-24,0 0,0-26,0 51,0-1,0 1,0-51,0 1,0 25,0-25,0-1,0 1,0 25,0-25,0-1,0 26,0-25,0 0,0 49,0-49,0 0,0-1,0 26,0-25,50-50,-50-25</inkml:trace>
  <inkml:trace contextRef="#ctx0" brushRef="#br1" timeOffset="210129.01">7839 9847,'0'0,"0"50,0-25,0 24,0 1,0 25,0-26,0 1,24-25,-24 49,0-49,0 24,50-49,-25 0</inkml:trace>
  <inkml:trace contextRef="#ctx0" brushRef="#br1" timeOffset="210738.05">7764 10046,'0'-50,"0"1,0-1,25 25,25-24,-26 49,26-50,0 0,-50 75,0 50,0-51,0 26,0 0,0-1,0-24,0 25,24-50,26-50,-25 50,0 0,24 0,-49 25,0 49,0-49,0 25,-25-1,25-24,-49 0,-1 25,1-50,-1 0,25-25,25-50,0 1,50 49</inkml:trace>
  <inkml:trace contextRef="#ctx0" brushRef="#br1" timeOffset="211623.1">8236 9773,'-25'0,"25"0,0 0,25-25,24 25,-24 0,0 0,-25 25,49 49,-49-49,0 25,0-25,0-1,0-24,0 75,-49-50,24-25,25 0,0-50</inkml:trace>
  <inkml:trace contextRef="#ctx0" brushRef="#br1" timeOffset="211981.12">8508 9699,'0'-50,"0"50,0 25,-74 0,74-1,-50 26,50-25,0 0,0 49,25-74,25 0,-25 0,-1 0,-24-25,25 25,-25-25</inkml:trace>
  <inkml:trace contextRef="#ctx0" brushRef="#br1" timeOffset="-213935.41">13345 9872,'0'0,"0"50,50-25,-50-1,0 26,0-25,0 0,0 24,0-24,0-50,-25-24,0-1</inkml:trace>
  <inkml:trace contextRef="#ctx0" brushRef="#br1" timeOffset="-212614.33">12055 2158,'0'0,"0"0,75 0,-1-50,1 50,24 0,0 0,50 0,-25 0,0 0,-25 0,-24 0,-26 0,1-24,-100 24,-24 0,-25 0,24 0</inkml:trace>
  <inkml:trace contextRef="#ctx0" brushRef="#br1" timeOffset="-212385.32">12279 2133,'-75'0,"26"50,-1-50,100 0,24 0,50 0,-25 0,50-50,-25 50,0-49,-49 49,-1 0,-24-50,-75 100</inkml:trace>
  <inkml:trace contextRef="#ctx0" brushRef="#br1" timeOffset="-206446.98">13296 9723,'-25'0,"25"0,0 25,0 25,0-25,0-1,0 26,0 0,0-26,0 1,0 25,0-25,0 0,0 24,0-24,0 0,0 24,0-24,0 0,0 0,0 24,0-24,0 25,0-1,0 26,0-50,0-1,0 51,0-50,0-1,0 26,-25-25,25 0,0 49,0-49,0 0,0 24,0 26,0-1,0-24,0-1,0-24,0 25,0-25,0-1,0 26,0 24,0-24,0-25,0 0,0 24,0-24,0 0,0 24,0 1,0-25,0 0,0 24,0-24,0 0,-50 24,50-24,0 0,0 49,0-49,0 25,0 0,0-1,0 1,0-1,0 1,0-25,0 24,0-24,0 0,0 25,0-26,0 1,0 25,0-25,0-1,0 26,0-25,0 0,0 49,0-24,0-1,0 1,0-25,0 24,0 1,0-25,0 0,0 24,0 1,0-25,0 24,0-24,0 25,0-26,0 26,0-25,0 24,0-24,0 25,0-25,0 24,-24-49,24 50,0-1,0-24,0 25,0-1,0 1,0-25,0 0,0 49,0-49,0 0,0-1,0 26,0-25,0 49,0-24,-50-50,50 74,0-24,0-25,0 24,0 1,0-25,0 0,0-1,0 26,0-25,0 0,0 24,0 26,0-51,0 26,0 0,0-75,0 0,25 25,0 0,-1 0,26 0,-25 0,0 0,24 0,-49 50,0-1,0 1,0-25,0 24,0 1,0 0,0-26,0 26,-25-25,1 24,-26-24,0-25,50 25,-49-25,24 0,-25 0,26 0,24 50,0-26,0 1,0 25,24-25,-24-1,0 26,25-50,-25 25,0 0,0 24,0-24,0 0,0 24,0-24,25 25,-25-25,0 24,0-24,0 0,0 24,0-24,50 25,-50-25,0 0,0-1,0 26,0-25,0 0,0 24,0-24,0 0,0-50,0 0</inkml:trace>
  <inkml:trace contextRef="#ctx0" brushRef="#br1" timeOffset="-203251.79">18703 1736</inkml:trace>
  <inkml:trace contextRef="#ctx0" brushRef="#br1" timeOffset="-196379.4">4564 4961,'50'0,"-50"-50</inkml:trace>
  <inkml:trace contextRef="#ctx0" brushRef="#br2" timeOffset="-189256.99">2605 5035,'0'0,"0"0,49 0,26 0,-26 0,1 0,24 0,26 0,49 0,-25 0,24 0,26 0,0 0,-50 0,-25 0,25 0,-50 0,-24 0,0 0,-26 0,26 0,0 0,-26 0,26 0,-25 0,0 0,24 0,-24 0,25 0,-75 0,-25 0,-24 0</inkml:trace>
  <inkml:trace contextRef="#ctx0" brushRef="#br2" timeOffset="-186024.81">2704 5035,'0'-24,"-50"24,26 0,-1 0,-25 0,25 0,1 0,-26 0,0 0,26 0,-1 0,-25 0,25 0,1 0,-26 0,0 0,26 0,-1 0,-50 0,26 0,-1 0,25 0,-49 0,24 0,25 0,1 0,-51 0,50 0,1 0,24-50,-25 50,-25 0,25 0,25 25,0 0,0-1,0 1,0 25,0-25,0-1,0 26,0-25,0 0,0 24,0-24,0 0,0 24,0 1,0 0,0-26,0 26,0 24,0-24,0 0,0-1,0 1,0 24,0 1,0-1,0 1,0-1,0 0,0 50,0 25,0-50,0-24,0 24,0 0,-49 25,49-24,0-26,0 0,0 1,0-1,0 25,-50 25,50-49,0 24,0 50,0-50,0 0,0 1,0 24,0-25,0 0,0 0,0-24,0-1,0 0,0 1,0-25,0-1,0 1,0-1,25 51,-25-26,0 0,0 1,0-1,25-24,-25-1,0 26,0 24,0-25,0 1,0-25,0-1,0 1,0-1,0 1,49 0,-49-1,0 1,0-1,0 1,0 0,0-1,0 26,0-1,0 0,0 26,0-26,0-24,0-1,0 1,0 0,0 24,25-24,-25-26,0 26,0 0,0-26,0 1,0 25,50-25,-50-1,0 26,0-25,0 0,0 24,0-24,0 0,0 24,0-24,0 0,0 0,0 24,25-24,-25 25,0 24,0-49,0 0,0 25,0-26,0 1,0 25,0 24,0-49,0 0,0 0,0 24,0-24,0 0,0 24,0-24,0 25,0 24,0-24,0-25,0-1,0 1,0 25,0-25,0-1,0 26,0-25,0 0,0 24,0-24,49 25,-49-1,0 1,0 0,0-26,25-24,-25 50,0 24,0-24,0-25,0 0,0 24,50-49,-50 25,0 0,0 24,0-24,24-25,-24 25,0 49,0 1,0-50,0-1,0 1,0 25,25-50,-25 25,0-1,100-24,-1-124</inkml:trace>
  <inkml:trace contextRef="#ctx0" brushRef="#br2" timeOffset="-179090.41">1563 14213,'25'0,"24"0,-24 0,0 0,25 0,-1 0,1 0,0 0,-1 0,26 0,-51 0,1 0,25 0,24 0,-49 0,0 0,24 0,1 0,0 0,-1 0,1 0,-25 0,-1 0,1 0,25 0,-25 0,-1 0,51 0,-26 0,1 0,0 0,-1 0,26 0,-26 0,1 0,-25 0,24 0,-24 0,0 0,25 0,-26 0,1 0,25 0,-25 0,24 0,-24 0,25 0,-26 0,26 0,0 0,-1 0,-24 0,0 0,24-50,1 50,-25 0,24 0,26 0,-50 0,0 0,-1 0,26 25,-25-25,-25 50,49-50,-49 25,25-25,0 0,25 0,-26 0,1 49,25-49,-25 0,-1 0,26 0,-25 0,0 0,-25-25,0 1,-50-26,50 25,-25 25,25-25,0-24,0 24,0 0,0 25,50-49,-1 49,-24-25,25 25,-25 0,-1-50,26 50,0 0,-1 0,-24 0,-25 25,50-25,-50 50,24-26,26 51,-25-26,25 1,-50 0,24-50,-24 49,0-24,0 0,0 25,0-50,50 0,-25 0,24 0,-24 0,0 0,49 0,-24 0,0 0,24 0,0 0,1 0,-26 0,1 0,24 0,1 0,-26 0,1 24,0-24,24 0,-24 0,-25 0,-1 0,51 0,-26 0,1 50,0-50,-1 0,26 0,-26 0,1 25,-1-25,1 0,24 0,-24 0,-25 49,24-49,-24 0,0 0,25 0,-26 0,26 25,0-25,24 0,-49 0,-25 0,-50 0,26 0,24-25,0-24,0 24,0 0,0 25,0-49,24 49,-24-25,75 25,-26 0,-49-25,50 25,0 0,-26 0,26 0,-25 0,0 0,24 0,1 0,-50 0,25 0,24 50,-24-26,-25 26,0 0,0-26,0 1,0 25,0-1,25-49,24 0,-24 0,0 0,49 0,-49 0,25 0,-1 25,1-25,0 0,-1 0,1 0,0 0,24 0,0 0,1 0,-1 0,1 0,24 0,0 0,-25 0,1 0,-1 0,1 0,-1-49,1 49,-1 0,0-50,1 50,24 0,-25-25,1 25,-26 0,-24 0,25 0,-25 0,-1 0,26 0,-25 0,24 0,1 0,24 0,26-49,-26 49,-24 0,-1 0,1 0,0 0,-26 0,1 0,0 0,49-50,-49 50,25 0,-1 0,26 0,-26 0,-24 0,0 0,25 0,-26 0,51-25,-26 25,-24 0,0 0,25 0,-1 0,1 0,-25 0,24 0,-24 0,0 0,0 0,24 0,-24 0,25-49,24 49,-24 0,-1 0,1 0,0 0,-1 0,-24 0,0 0,24 0,26 0,-50 0,-1 0,26 0,0 0,-26 0,1 0,-25-25,50 25,-25 0,0 0,24 0,-24 0,0 0,24 0,1 0,0 0,-1 0,1 0,-1 0,-24 0,0 0,-25-25,0-25,0 50,0-74,0 24,0 1,0 24,0-25,0 1,50 49,-50-50,24 50,-24-50,25 50,-25-49,50 49,-25-25,24 25,-49-25,75 25,-1 0,-24 0,-26 0,26-49,-25 49,25 0,-26 0,-24 0,50 99,-50-50,0 1,0 0,0-1,0-24,0 0,0 24,0 1,0-50,0 25,-50-25,26 25,-1-25,50 0,24 0,-24 0,25 0,-26 0,26 0,0 0,24 0,-24 0,-1 0,1 0,-1 0,1 0,24 0,-24 0,0 0,-1 0,1 0,-1 0,-24 0,25 0,0 0,-1 0,-24-50,-25 50,-50 0,1 0</inkml:trace>
  <inkml:trace contextRef="#ctx0" brushRef="#br2" timeOffset="-174163.13">15776 10889,'0'-49,"-25"49,1 0,-26 0,25 0,0 24,-24-24,49 25,-25-25,25 25,-25-25,25 50,-50-50,26 24,-1 26,25-25,-50-25,50 49,-49 26,-1-25,50-1,-25 1,25-25,0-1,0 1,-49 25,49-25,0 24,0 26,-25-51,25 1,0 25,-25-25,25-1,0 26,-50-50,75 0,-25-25,25 25,-25-25,25 25,0 0,-25-24,49 24,-24 0,-25-25,25 25,24 0,-49-50,25 50,0-25,25-24,-26 24,26 25,-50-25,25 25,0 0,-25-49,49 49,1 0,-50-25,25 25,0 0,24 0,-24 0,25-50,-26 50,1 0,0 0,25 0,-26 0,-24 25,25-25,25 25,-25 24,24-24,-49 0,25-25,-25 50,0-26,25-24,-25 0,0-49</inkml:trace>
  <inkml:trace contextRef="#ctx0" brushRef="#br2" timeOffset="-172985.06">15652 10840,'0'-25,"25"25,-25 0,25 0,-25 49,25-49,-25 25,49-25,-49 25,25-25,0 50,24-26,-49 26,25-50,-25 25,50-25,-50 25,25 24,-25-24,24 0,-24 25,50-26,-50 1,0 25,0-1,0-24,25-25,-25 50,0-25,0-1,0 1,0-25,0-25</inkml:trace>
  <inkml:trace contextRef="#ctx0" brushRef="#br2" timeOffset="-170916.95">15627 10691,'25'0,"-25"-25,0 0,0 25,-25 0,-24 0,24 25,-25 25,50-26,-25-24,25 50,0-25,0 0,0-1,25 26,0-50,-25 25,50-25,-26 0,-24 49,50-49,-25 0,0 0,24-24,-24 24,-25-25,25 25,-25-50,50 25,-50 1,24 24,-24-50,0 25,0 0,0-24,0 24,0 0,0 0,0 25,0-49,-24 49,24-25,-75 25,26 0,-1 0,-25 0,75 0,-24 0,24 50</inkml:trace>
  <inkml:trace contextRef="#ctx0" brushRef="#br2" timeOffset="-169228.85">15627 9426,'-25'0,"25"0,0 25,0 24,0-24,0 0,0 24,0-24,0 0,0 0,0 24,0 1,0-25,0 24,0-24,0 0,0 25,0-1,0-24,0 0,0 25,0-26,0 1,0 25,0-25,0-1,0 1,0 25,0-25,0-1,0 26,0-25,0 0,0 24,0-24,0 0,0 24,25-49</inkml:trace>
  <inkml:trace contextRef="#ctx0" brushRef="#br2" timeOffset="-167714.76">15230 12030,'0'50,"0"-75,0 25,0-25,25 25,-25-25,50 25,-25 0,24 0,-49-24,25 24,25 0,-26 0,-24-50,25 50,25 0,-1 0,-24 0,0 0,25 0,-25 0,-1 0,51 0,-50 0,-1 0,26 0,-50 25,25-25,-25 25,25-25,-25 24,24-24,-24 25,0 25,50-50,-75 0,25-25</inkml:trace>
  <inkml:trace contextRef="#ctx0" brushRef="#br2" timeOffset="-165433.63">15404 12055,'0'-50,"0"75,0 0,0 25,0 24,0-49,0 0,0 24,0 26,0-26,0 1,0 0,0-1,0 26,0-26,0 1,0-25,0 24,0-24,0 0,0 0,0 49,-50-74,50 50,0-26,0 1,0 50,0-51,-24-24,24 50,0 0,0 24,0-24,0-25,0-1,0 51,0-50,0 24,0-24,-25 25,25-26,0 1,0 25,0-25,0-1,0 26,0-25,0 0,0 24,-50-49,50 25,0 0,0 24,0-24,0 0,-25-25,-24 0,-1 50,1-50,49 24,-50-24,0 0,50 25,-49-25,-1 0,25 50,1-50,-26 0,50 25,-25-25,0 0,-24 0,24 0,0 0,-24 0,24 0,50 0</inkml:trace>
  <inkml:trace contextRef="#ctx0" brushRef="#br2" timeOffset="-160558.35">15851 11981,'0'0,"0"49,0-24,0 0,0 24,0-24,0 0,0 50,0-51,0 1,0 25,0 24,0-24,0-1,0 1,0 0,0-1,0 26,0-26,0 1,0-25,0 24,0-24,0 0,0 24,0-24,0 0,0 0,0 24,0-24,0 0,-25 25,25-25,0-1,0 26,0-25,0 0,0 24,0-24,0 0,-50 24,50-24,0 0,0 25,0-26,-25-24,25 25,0 25,0-25,0-1,0 26,0-25,0 0,0 24,-24-24,24 0,0 24,0-24,0 0,0 25,0-26,0 1,0 0,0 25,-50-50,50 24,0 1,0 25,0-25,0 0,0 24,-25-49,25 75,0-51,0 1,0 50,0-26,-50 1,50-1,0 1,0-25,0 0,0-1,0 26,0 0,0-1,-24-49,24 25,0 25,0-26,0 1,0 25,0-1,0-24,0-25,0 0,0-25,49 25,-24 0,0 0,25 0,-26 0,1 0,25 0,-25 0,-1 0,-24 0,50 25,-50 50,0-26,0 1,0 0,-25-1,0 26,-24-26,24-49,25 25,-50-25,26 0,-1 0,0 0,25 50,0-26,0 1,0 25,0-25,0 24,0 1,0-1,0-24,0 0,0 25,0-50,0 49,0-24,0 0,0 24,0-24,25 0,-25 25,0-25,0-1,0 26,0-25,0 0,0 24,0-24,0 0,0 24,0-24,0 0,0 25,0-26,0-24,0-49,25-26</inkml:trace>
  <inkml:trace contextRef="#ctx0" brushRef="#br2" timeOffset="-155357.06">18083 4366,'-25'0,"25"-50,0 100,0 49,50 25,-1 25,-49-25,75 25,-75-1,49 1,-49-50,0-24,25-1,-25-49,0-25,50-50,-25 26,24-26,26 25,-26-24,26-1,24 25,-25 25,-24-74,0 74,-50-75</inkml:trace>
  <inkml:trace contextRef="#ctx0" brushRef="#br2" timeOffset="-155019.04">19199 4812,'0'0,"0"0,-74 75,24-26,25 26,-24-26,49 1,-25-25,25 24,0 1,0-50,25 0,24 0,1 0,0-50,24 1,-49 24,-25-50,0 26,0-1,0 1,0 24,-50 25,1 0,-26 0,-24 74,49-24,1 24,49-49,0 0,25-25,24 0</inkml:trace>
  <inkml:trace contextRef="#ctx0" brushRef="#br2" timeOffset="-154313">19571 4713,'-25'0,"1"25,-51 24,26 1,-1 24,25-24,25-25,0 49,25-74,49 0,26-49,-51-1,-24 0,-25 1,74-1,-74 25,0 0,-49-49,-1 74,50 25,0 0,0 24,50 51,-25-26,24 50,1-25,-50 50,49 0,-49-25,0 0,0-50,0-24,0-25,-49-25,-1 0,25 0,25-50,-49 0,49-24,0-25,0-75,49 1,1 24,24 25,1 0,-25 74,-1 0,-24 26,-25-26,0 50,-25 0,25 25,0 0,0-1,25 51,25-50,-1-25,1 0,-1 0,-49-25,0 0</inkml:trace>
  <inkml:trace contextRef="#ctx0" brushRef="#br2" timeOffset="-154147.99">19919 4390,'-25'0,"74"0,1 0,-25 0</inkml:trace>
  <inkml:trace contextRef="#ctx0" brushRef="#br2" timeOffset="-153857.97">20390 4390,'0'0,"0"50,-75 49,75-49,0-1,-24 1,24 0,0-1,49-49,1 0,-25-25,24-24,-24-1,-25 25</inkml:trace>
  <inkml:trace contextRef="#ctx0" brushRef="#br2" timeOffset="-152597.9">21382 2952,'-25'0,"25"-25,0 124,0 0,50 50,-1 0,1 0,0 0,-1-25,-24-50,25 25,-50-74,24-25,-24 25,0-50,-49-24,24 49,-25 0,1 0,-50 24,-25 76,0 24,49-25,1-25,49 1,25-26,0-24,50-25,49 0,25 0,0-74,-25-1,-25 1,1-25,-26 24,-24 26,-25-1,-25 100,-24-1,49-24,0 0,0 24,25-24,-1-25,26 0,24-49,-49-1,25 0,-25-24,-25 24,49 1,-49-1,0-24,0 24,0 50,0-25,0 50,0 25,0-1,0-24,25 0,-25 25,75-50,-51 24,26-24,0 50</inkml:trace>
  <inkml:trace contextRef="#ctx0" brushRef="#br2" timeOffset="-152454.89">21853 3746,'50'-50,"24"50</inkml:trace>
  <inkml:trace contextRef="#ctx0" brushRef="#br2" timeOffset="-151629.84">22548 3497,'-50'25,"25"25,-24-1,-26 26,26-25,-1-1,25 1,25-25,0-1,25-24,50 0,24-24,-25-51,1 1,-26-1,1 26,-50 24,25-25,-25 25,0 25,-50 75,25-26,-24 51,49-51,-50-24,50 25,25-50,0 0,49 0,25-25,25-49,-25-26,-49 51,25-1,-51-24,26 24,-50 25,0-24,-25 49,-24 0,-26 74,-24 0,49-49,1 25,-1-25,50-1,25-24,49 0,50-24,-49-51,-1 26,-49-26,-25 26,74 24,-74-25,0 25,-24 25,24 0,0 50,0-25,0 24,0 1,24 49,-24 0,50 50,-50-25,50 25,-50 50,49-1,-49-74,0-50,0-24,0 0,-25-50,-74-25,74-25,25 1,-49-51,49 1,0-74,0 49,0-50,49-24,1 123,-50 50,74-24,-24 49,-50-25</inkml:trace>
  <inkml:trace contextRef="#ctx0" brushRef="#br2" timeOffset="-151320.82">23466 3398,'0'-25,"0"25,24 25,26 0,-25 25,24 24,-49 0,25-24,-25 0,0-1,-25-49,25-24,0-1,-49-25,49 0,0-24,0 0,25-1,-25 1,74-1,-49 75,24-24,1 24</inkml:trace>
  <inkml:trace contextRef="#ctx0" brushRef="#br2" timeOffset="-150953.8">23962 3150,'-25'0,"-25"50,1-1,-1 1,25 0,-24-26,49 26,0 0,49-50,1 0,24-50,-24 25,-50-24,49 24,-49-25,0 1,-24 49,-1 49,25-24,0 25,0-1,0-49,25 0,49 0,1 0,-1 0,-24-49,-26 24</inkml:trace>
  <inkml:trace contextRef="#ctx0" brushRef="#br2" timeOffset="-150451.77">24210 3125,'-25'0,"25"25,0 25,25-25,-25-1,49-24,-49 75,25-75,-25 25,0-25,0-50,0 25,0 0,0-49,0 24,0 26,0-1,25 25,49 0,-24 74,-50-49,25 0,24-50,-49 0,50-49,-50 49,25 0,-25-24,25 49,49 0,-74 24,25 1,-25 0,0 25,0-1,25-24,-25 49,49-24,-24-25</inkml:trace>
  <inkml:trace contextRef="#ctx0" brushRef="#br2" timeOffset="-150031.75">20216 6152,'0'0,"124"-50,50-24,99-26,49-24,75 0,-50 0,-49 25,-124 49,-125 50,-49-49,-49 49</inkml:trace>
  <inkml:trace contextRef="#ctx0" brushRef="#br2" timeOffset="-149798.74">20712 6449,'0'0,"75"-74,74-25,74-25,25-25,25 50,-25-1,-75 51,-24-1,-99 50,-1 0,-73 0,-51 0,26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6T12:07:02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1712 1513,'0'-25,"0"25,-25 99,25 1,-50 24,1-50,49 1,-50-1,50-24,0-26,0 1,0-50,0-24,0-1,25-24,-25-25,0-1,25 26,-25 49,0-25,49 50,-49 25,50 0,0 0,-26 49,1-49,25 25,-50-25,50 24,-50-24,49 0,-49 24,0-24,25-25,-25 50,0-1</inkml:trace>
  <inkml:trace contextRef="#ctx0" brushRef="#br0" timeOffset="181.01">1613 2009,'-50'0,"50"-25,0 1,25 24,24-50,26 50,24-50,25 50,-25-24,1-26</inkml:trace>
  <inkml:trace contextRef="#ctx0" brushRef="#br0" timeOffset="505.02">2555 1439,'0'-50,"-49"149,-26 25,1 0,-1-24,26 24,24-50,25 0,0-24,0 0,25-26,49-24,25 0,1 0</inkml:trace>
  <inkml:trace contextRef="#ctx0" brushRef="#br0" timeOffset="849.04">3027 1563,'0'-50,"-25"75,25 49,0 1,-25-1,25 1,0-1,0 0,0-24,0-25,0 0,0-25,25 49,49-49,-24 0,-1 0,1 0,0-25,-50-24,24 24,-24-25</inkml:trace>
  <inkml:trace contextRef="#ctx0" brushRef="#br0" timeOffset="1015.05">2952 1885,'-25'0,"25"0,50 0,49-25,-24 25,-1-74,-24 74</inkml:trace>
  <inkml:trace contextRef="#ctx0" brushRef="#br0" timeOffset="1276.07">3721 1885,'74'-25,"1"25,24-49,0 49,-24 0,-1-50</inkml:trace>
  <inkml:trace contextRef="#ctx0" brushRef="#br0" timeOffset="1509.08">4019 1637,'0'50,"0"-1,0 26,0-26,0 1,0 0,0-1,0 1,25-25,-1-25,26 49</inkml:trace>
  <inkml:trace contextRef="#ctx0" brushRef="#br0" timeOffset="1771.1">4515 1538,'0'-25,"0"50,0 24,25 1,-25 0,0-1,0 26,0-26,0 1,24-25,26 24</inkml:trace>
  <inkml:trace contextRef="#ctx0" brushRef="#br0" timeOffset="2056.11">4763 1315,'0'-50,"25"50,-25-25,74 25,-24 0,-1 0,26 75,-26-1,1 25,-50 0,50 26,-50-26,0 0,-25-25,-50 50,26-49,-51-26,76 1</inkml:trace>
  <inkml:trace contextRef="#ctx0" brushRef="#br0" timeOffset="2401.13">6375 1662,'-25'0,"-24"0,74 0,24 0,1 0,-1 0,26 0,-1 0,-24 0,-1 0,-24 0,0 0,-25 0</inkml:trace>
  <inkml:trace contextRef="#ctx0" brushRef="#br0" timeOffset="2656.15">6474 1885,'-74'0,"124"0,-1 0,1 0,-1 0,1 0,24 0,-24 0,0 0,-26 0,26 0,-100 0</inkml:trace>
  <inkml:trace contextRef="#ctx0" brushRef="#br0" timeOffset="4036.23">7343 1662,'0'-25,"0"0,24 25,1-49,50 49,-26 0,1 0,-1 0,-24 0,25 0,-25 49,-25-24,49 0,-49 49,0-24,0 0,-49-1,-1-24,25 25,-24-50,24 24,0-24,25-24</inkml:trace>
  <inkml:trace contextRef="#ctx0" brushRef="#br0" timeOffset="4291.24">7938 1538,'-25'0,"-49"25,24-1,0 51,-24-25,49-1,25 1,0-25,0-1,25 51,49-75,26 0,48 0,-48 0,-26-25,1 25,-26-50</inkml:trace>
  <inkml:trace contextRef="#ctx0" brushRef="#br0" timeOffset="4928.28">8732 1389,'0'25,"0"49,0 1,0-1,0 25,0-49,0-25,0 0,0 24,-50-24,25-50,25 0,-49-49,49 0,0-26,-50-49,50 25,0 0,25 50,-25 0,25 24,49 25,-49 25,0 0,24 0,1 0,-25 50,24-1,-24 51,-25-1,74-25,-74 1,0-1,50 0,-50-24,0 0,0-25,0 24,0-24</inkml:trace>
  <inkml:trace contextRef="#ctx0" brushRef="#br0" timeOffset="5123.29">8657 1637,'-49'0,"49"-50,49 50,26 0,49-24,-25 24,25-50,-25 50,-25 0,-24-50,-25 50</inkml:trace>
  <inkml:trace contextRef="#ctx0" brushRef="#br0" timeOffset="5454.31">9451 1116,'0'-25,"-50"25,50 50,25 24,-25 1,0-1,50 25,-50-24,0-1,0-24,0 0,49-1,-49-24,0 25</inkml:trace>
  <inkml:trace contextRef="#ctx0" brushRef="#br0" timeOffset="5991.34">9401 1240,'0'-25,"0"-24,0 24,0 0,0 0,50-24,0 49,-1 0,26-50,-26 50,-24 0,25 50,-50-25,24 24,-24 26,-24 24,-26-25,0-24,1 24,24-49,-49 25,123-50,1-50,-25 50,49-50,-49 50,0 0,24 0,-49 50,0 0,0-1,0 1,-49 24,24-49,-25 25,25-50,1 25,-26-25,25 0,0 0,25-25,0 0,0-25,50 1,0 49</inkml:trace>
  <inkml:trace contextRef="#ctx0" brushRef="#br0" timeOffset="7968.45">10642 1612,'49'0,"26"0,-1 0,25 0,25 0,25-49,-50 49,1 0,-76 0,1 0,-50 0,-24 0</inkml:trace>
  <inkml:trace contextRef="#ctx0" brushRef="#br0" timeOffset="8244.47">11063 1339,'-49'-49,"73"49,-24 49,50 26,-50-1,0 1,50-1,-50 1,0-26,0 1,0-1,0 1,0-25,24-25</inkml:trace>
  <inkml:trace contextRef="#ctx0" brushRef="#br0" timeOffset="10036.57">11807 1215,'-49'0,"49"25,0 0,0 0,0 24,0 1,25-50,-25 25,49-25,-24 0,25 0,-1 0,-24-25,25 25,-50-74,24 24,-24 0,0 1,0 24,0-25,0 26,0 73,0 1,0 24,0-24,50 24,-50 25,0 50,0-25,0 25,0-50,0 1,0-26,0 0,0 1,-25-50,-24 24,24-49,-25 0,25 0,1 0,-26 0,50-25,-25 1,25-26,0-24,0-1,0 26,25 24,25-25,-1 25,1-24,24 49,25-50,-49 50,0-74</inkml:trace>
  <inkml:trace contextRef="#ctx0" brushRef="#br0" timeOffset="12046.68">12725 992,'0'25,"-25"49,-24 50,49 0,-75 75,75-25,-74-75,74 0,0-49,0-1,0-24,0-75,0 26,0-26,0-24,0-1,25-24,-25-75,49 25,-49 75,25 24,-25 26,50 24,-25 0,-25 0,49 24,-49 51,75-1,-75 1,24 24,-24-25,0 1,50-26,-50-24,0 25,0-25,25-25</inkml:trace>
  <inkml:trace contextRef="#ctx0" brushRef="#br0" timeOffset="12210.69">12527 1712,'0'-25,"25"-50,-1 75,26-49,24 49,26-50,-26 50,0-99</inkml:trace>
  <inkml:trace contextRef="#ctx0" brushRef="#br0" timeOffset="12503.71">13097 769,'-25'0,"25"25,0 24,0 1,25 24,-25 1,0-1,0 1,0-1,0-24</inkml:trace>
  <inkml:trace contextRef="#ctx0" brushRef="#br0" timeOffset="12922.73">13866 1265,'-25'-25,"1"25,-26 0,0 25,1 25,-50-1,49 50,-25-24,26-1,49-24,0-25,0 24,0-24,49-25,26 50,24-50,-24 0,-1 0,0 0,26-25,-51 25,-24-50,0 50,-25-24,0 24</inkml:trace>
  <inkml:trace contextRef="#ctx0" brushRef="#br0" timeOffset="14271.81">14660 1538,'50'0,"24"-25,25 25,50 0,-50-25,25 25,-74 0,-25 0</inkml:trace>
  <inkml:trace contextRef="#ctx0" brushRef="#br0" timeOffset="14520.83">14933 1240,'49'50,"-49"-1,50 51,-50-1,50-25,-50 1,0-26,0 51,0-26,0-49,24-25</inkml:trace>
  <inkml:trace contextRef="#ctx0" brushRef="#br0" timeOffset="14992.85">15677 1265,'0'-25,"0"-24,25 49,0 0,-1 0,26 0,-25 0,0 24,24 1,-49 50,50-1,-50 0,0 26,0-26,-25-24,-25 24,1-49,-1-25,1 50,-1-50,25 0,0 0,25-25</inkml:trace>
  <inkml:trace contextRef="#ctx0" brushRef="#br0" timeOffset="15256.87">16371 1042,'-24'0,"-1"0,0 0,-49 74,24-24,-24 24,49 1,25-26,-50 1,50-1,0 26,25-50,49 24,-24-49,24 0,26 0,-1 0,0-49</inkml:trace>
  <inkml:trace contextRef="#ctx0" brushRef="#br0" timeOffset="15871.9">16868 1215,'0'0,"-50"0,0 0,1 50,-1 24,50-24,0-25,0 0,0-25,25 49,25-49,-1 0,1 0,-1 0,26-25,-50 1,24-26,-49 0,50 1,-50-26,0 51,0-1,0 50,0 24,0 1,0 24,0 1,0 24,0 25,0 0,49-25,-49 50,0-25,0-25,0 0,0-49,0-25,-49 24,24-49,0 0,-24 0,24 0,0 0,25-49,-50 24,50-25,0-24,50-25,24 24,-24 1,49 24,-49 1,-1 49,26-50,-1 50,1-49,-26 49</inkml:trace>
  <inkml:trace contextRef="#ctx0" brushRef="#br0" timeOffset="80225.58">20762 918,'0'0,"-50"99,25 0,-24 50,-1-25,1-50,49-24,-25 24,25-24,0-50,49-74,-24 24,-25-24,75-50,-75 0,74 0,-74 49,25 26,24 123,-49-24,75-1,-25 26,-26-26,-24 1,75 24,-75-24,0-25,0 24,0 1,-25-50</inkml:trace>
  <inkml:trace contextRef="#ctx0" brushRef="#br0" timeOffset="80386.59">20514 1364,'0'0,"99"-74,0 74,50 0,0-50,-25 50,-25 0</inkml:trace>
  <inkml:trace contextRef="#ctx0" brushRef="#br0" timeOffset="80633.61">21556 868,'0'25,"0"25,0-1,24 26,-24-26,0 26,0-1,0 0,0-24,0 24</inkml:trace>
  <inkml:trace contextRef="#ctx0" brushRef="#br0" timeOffset="81045.63">21506 943,'0'-50,"0"25,25-24,49 24,1 25,-26 0,1 0,-1 0,1 0,-50 49,-25-24,0 25,-49 24,49-74,25 50,-25-50,25 25,25 24,0-49,49 25,-49-25,-25 50,25-50,-25 74,0-24,0-50,-50 24,1-24,-1 0,1 50,-1-50,0 0</inkml:trace>
  <inkml:trace contextRef="#ctx0" brushRef="#br0" timeOffset="81522.66">20390 2183,'0'-25,"0"0,25 25,24 0,1 0,-1 0,-24 0,25 0,-50 50,25 24,-25 1,0-26,-25 1,0-1,-49 1,24-50,25 25,25-75</inkml:trace>
  <inkml:trace contextRef="#ctx0" brushRef="#br0" timeOffset="81706.67">20936 1935,'-50'25,"-49"49,-25 50,24-25,51-24,-1-1,50-24,0-26,0 1,99-25,50 50,25-50,49-25,-49-49</inkml:trace>
  <inkml:trace contextRef="#ctx0" brushRef="#br0" timeOffset="82268.7">21779 2059,'0'-25,"-25"25,-25 0,-24 50,49-26,25 1,0 25,0-25,0-25,75 49,-1-49,0 0,1-49,-26 24,1-25,-50 25,0-24,0 24,0 0,0 25,0 25,0 49,0 26,0-26,0 25,0 0,-25 50,25 0,-74 25,24-75,1 25,-1-74,25-50,-24 0,-1 0,50-50,0-24,0-26,25-98,74-1,50-24,0-25,24 0,1 75</inkml:trace>
  <inkml:trace contextRef="#ctx0" brushRef="#br0" timeOffset="82930.74">22597 521,'0'-25,"75"-25,-1 50,1 0,-1 0,-24 0,-26 0,-24 25,0 25,0 74,-74 50,-50-26,0-24,25-24,49-51,50 1,-49-25,49 24,24-49,51 50,-1-50,1 0,-1 25,-49-25,-25 49,0 26,0-26,-50 1,-49 49,49-49,50-25,-49-25,49 74,0-49,49 24,1 1,0 24,49-49,-50 74,1-74,-50 25,0-25,-25-25,0 0,-24 0,-1 0,1 0,-26 0</inkml:trace>
  <inkml:trace contextRef="#ctx0" brushRef="#br0" timeOffset="101133.78">1538 4713,'0'-25,"0"0,0 0,0 75,-25 24,25 1,0-1,-49 1,49-26,0-24,0 0,0 25,0-26,0 1,0-25,0-74,0-1,25 1,-25-50,49 25,-49 49,0 0,0 26,25 24,-25 0,25 49,-25-24,74 25,-74 24,25-24,-25-25,50 24,-50-24,24 0,-24 24,50-24,-50 25,0-25,50-25</inkml:trace>
  <inkml:trace contextRef="#ctx0" brushRef="#br0" timeOffset="101374.79">1513 5011,'0'-25,"50"25,0-25,24 25,25-50,1 50,-26-74</inkml:trace>
  <inkml:trace contextRef="#ctx0" brushRef="#br0" timeOffset="105118.01">22325 868,'24'0,"-24"-49,0 24,-24 25,-26 25,0 24,-24-24,49 25,-24-26,49 26,-25-25,25 0,0 24,0 1,0-25,49-25,-24 0,0 0,25 0,-26 0,1 0,25 0,-1 0,-24 0,0 0,-25 0,74 0</inkml:trace>
  <inkml:trace contextRef="#ctx0" brushRef="#br0" timeOffset="110600.32">3324 4589,'0'0,"0"0,25 0,-25 74,25-49,-25 49,0-24,49 0,-49-1,0 1,0 0,25-26,-25 26,0 0,0-75</inkml:trace>
  <inkml:trace contextRef="#ctx0" brushRef="#br0" timeOffset="111432.37">3275 4688,'0'-25,"0"0,24 25,26-49,-25 49,24 0,-24-25,0 25,25 0,-26-50,1 50,25 0,-25 0,-25 25,0 0,0 25,0-1,-25 26,-25-26,25-24,25 25,-49-50,49 25,25-25,-25 0,49 0,1-50,-1 50,1 0,-25 0,-25 25,0 24,0-24,0 0,0 25,0-26,0-24,0 50,-50-50,1 50,24-50,-25 0,25 0,-24 0,24 0,25-25,50-50</inkml:trace>
  <inkml:trace contextRef="#ctx0" brushRef="#br0" timeOffset="112091.41">4912 4589,'0'-25,"0"0,-25 25,0 50,-25-1,50 1,-49 24,49-24,0-25,0 0,0 49,25-74,-1 0,26 0,24 0,-24 0,-25-25,25 25,-50-24,24 24,-24 0</inkml:trace>
  <inkml:trace contextRef="#ctx0" brushRef="#br0" timeOffset="113686.5">6772 4514,'-25'-24,"25"-26,50 50,-1 0,26 0,-26 25,-49 24,0-24,25 25,-25-25,0-1,0 1,0 25,0-25,-25-25,25 49,-49-49,-1 50,1-50,49-50,24-24</inkml:trace>
  <inkml:trace contextRef="#ctx0" brushRef="#br0" timeOffset="113922.51">7243 4316,'0'0,"-74"50,24-26,50 26,-49-25,49 0,0 24,0 1,0-25,74-25,-24 0,-1 49,26-49,-26 0</inkml:trace>
  <inkml:trace contextRef="#ctx0" brushRef="#br0" timeOffset="114822.56">7938 4341,'0'-25,"-25"25,25 50,0-26,-25 1,25 50,25-51,25-24,-1 0,1 0,-1 0,-24 0,25-24,-50-1,25-25,-25 25,0 1,0-26,49 100,-49-26,0 1,0 0,25 49,-25-24,0 0,0-1,0 26,0-1,0 1,0-51,0 1,0 25,-25-50,-24 0,-1 0,50-25,0 0,0 0,0-49,25-1,25 26,24-26,25 26,-49 49,-25-25,24 25</inkml:trace>
  <inkml:trace contextRef="#ctx0" brushRef="#br0" timeOffset="138442.91">1886 6052,'0'-24,"-50"24,50-50,-25 50,0-25,-24 25,49 50,-50 24,50 25,-25 25,25-24,0-1,0 0,0-25,0-49,50 25,-25-50,24 25,1-25,0 0,-26 0,1-25,25-25,-25 1,-25 24,49-50,-49 1,0 0,0 24,0-24,0 24,0 0,-49 50,-1 0,-24 0,-26 0,-24 75,25 24,74-49,25 24</inkml:trace>
  <inkml:trace contextRef="#ctx0" brushRef="#br0" timeOffset="139343.97">3820 6077,'-49'0,"-1"0,25 0,-49 0,24 50,1-1,-26 1,75 24,-49-24,49 0,0-26,24 51,51-75,-1 0,25 0,1 0,24-50,-25 1,-25 24,-49-25,-25 25,0-24,0-26,0 26,0 24,-49 25,-26-50,-24 50,-75 75,25-1,50 1,50-1,49-24,0-50</inkml:trace>
  <inkml:trace contextRef="#ctx0" brushRef="#br0" timeOffset="139945">5433 5928,'-25'0,"0"0,-74 75,74-26,-25 1,26 49,24-24,0-26,-50-24,50 25,25-50,24 0,26 0,24 0,-25-25,26-25,-51 25,-49-49,50 24,-50-24,-25 0,-25-1,1 50,-1 25,-49 0,-50 0,25 75,75-26,49 26,0-26</inkml:trace>
  <inkml:trace contextRef="#ctx0" brushRef="#br0" timeOffset="141183.07">1985 7516,'-25'0,"25"-50,-50 50,26 25,-26 49,0 1,25 24,25-25,-49-24,49-25,0 24,74-24,-24-25,24 0,1 0,-1 0,1-49,-1-26,-49 26,-25-26,49 1,-49-1,0 1,-24 0,-26 49,0 25,-24 0,-75 74,0 50,25 0,124-25,0-74</inkml:trace>
  <inkml:trace contextRef="#ctx0" brushRef="#br0" timeOffset="142194.13">3870 7367,'0'-50,"0"75,-50 25,-24 49,24-49,50-26,-25 26,25 0,0-50,75 49,-1-49,25 0,1-25,-26 25,1-74,-51 49,-24 0,0-24,0-1,0 1,-74-1,0 50,-1-25,1 25,-1 0,-24 50,74-1,25 1,0 24,75-74</inkml:trace>
  <inkml:trace contextRef="#ctx0" brushRef="#br0" timeOffset="142613.15">5606 7094,'-49'0,"49"0,0 50,24 49,-24 0,0-24,50 24,-50-25,0 1,0 24,25-50,-25 1,0 0</inkml:trace>
  <inkml:trace contextRef="#ctx0" brushRef="#br0" timeOffset="143371.2">1786 8830,'0'-24,"0"48,-25 76,-24 24,-1 0,50-50,0-24,0-1,0-24,25-25,49 50,-24-50,25 0,24-75,0 26,-49-26,-50 1,49 0,-49-1,0 1,-25 24,-24 0,-1 50,-24 0,-50 50,24 49,26-24,74 24,0-25</inkml:trace>
  <inkml:trace contextRef="#ctx0" brushRef="#br0" timeOffset="143942.23">3870 8756,'0'-25,"-50"25,25 0,-24 75,24-1,-25 0,50 1,0-1,0-24,0-25,0-25,75 74,-1-74,25 0,1-49,-1-1,-49 0,-1-49,-49 25,50-50,-50 24,0 26,-75 49,26 25,-26 0,-24 0,-25 50,0 49,74 0,50-24</inkml:trace>
  <inkml:trace contextRef="#ctx0" brushRef="#br0" timeOffset="146320.36">5656 8558,'-50'0</inkml:trace>
  <inkml:trace contextRef="#ctx0" brushRef="#br0" timeOffset="146960.4">4242 8558,'-25'0,"25"-50,-49 50,49-25,-25 0,-25 75,50 74,-49 25,49 24,-50 1,50-50,0-49,0-1,0-24,0-1,0-24,0 49,0-49,25-25,24-25</inkml:trace>
  <inkml:trace contextRef="#ctx0" brushRef="#br0" timeOffset="147838.45">5755 8458,'0'-49,"-25"98,-24 26,-1-1,50 1,-25 24,25-50,0 1,0-25,25 24,0-49,24 0,1 0,0-24,-1-1,-24-50,-25 26,50-50,-50 24,0 26,0-1,-25 0,-25 50,25-24,-24 24,-26 0,26 74,-1-24,50 24,0 0,0-49</inkml:trace>
  <inkml:trace contextRef="#ctx0" brushRef="#br0" timeOffset="148704.5">3423 9996,'0'-25,"0"25,0-49,0 49,0 25,0-1,0-24,0-49,0 74,0-25</inkml:trace>
  <inkml:trace contextRef="#ctx0" brushRef="#br0" timeOffset="149102.52">3448 10716,'0'0,"0"-25,0-50,50 75,-50-24,0 24,0 49,-25-49,25 25,-25-25,0 0,25 0,0-50,0 50,0 0</inkml:trace>
  <inkml:trace contextRef="#ctx0" brushRef="#br0" timeOffset="149493.55">3399 11410,'0'0,"0"-74,0 74,0-25,74 25,-49 0,0 0,-25 0,0 50,0-26,0 1,0 25,-25-50,-25-25,50 0,0-24,0 24,0-25,25 50</inkml:trace>
  <inkml:trace contextRef="#ctx0" brushRef="#br0" timeOffset="149799.56">3547 11906,'0'-49,"0"73,0 1,0 25,-24-50,-26 0,50-25,0 0,0-24</inkml:trace>
  <inkml:trace contextRef="#ctx0" brushRef="#br0" timeOffset="150983.63">1886 12973,'0'-50,"-25"50,25 50,0 49,25 50,-25-25,0-50,24 1,-24-26,0-24,0 25,50-50,0-25</inkml:trace>
  <inkml:trace contextRef="#ctx0" brushRef="#br0" timeOffset="151629.67">3547 12874,'0'-50,"0"100,25 24,-25 0,0 1,50-26,-50-24,0 25,0-25,25 0</inkml:trace>
  <inkml:trace contextRef="#ctx0" brushRef="#br0" timeOffset="152213.7">5234 12254,'0'0,"50"74,-50 25,74 25,-74-25,50-24,-50-1,0-24,25-25,-25 24,0-74</inkml:trace>
  <inkml:trace contextRef="#ctx0" brushRef="#br0" timeOffset="154665.84">7144 5705,'0'-25,"0"0,-25 25,-24 0,24 0,0 0,-25 0,50 0,-24 0,24 25,-25 25,25-25,0 24,-50-24,50 0,0 25,0-26,0 1,25 25,-25-25,50-25,-26 49,26-49,-25 0,0 0,24 0,-24 0,0 0,25 0,-1-74,1-1,-50 26,0-1,25-24,-25 24,0 0,-50 1,0 49,26-25,-26 25,25 0,0 0,-24 0,24 0,25 74,0-74,74 25</inkml:trace>
  <inkml:trace contextRef="#ctx0" brushRef="#br0" timeOffset="155251.87">8360 5655,'-50'0,"50"-24,-25 24,25 49,-49 1,49-1,0 26,0-25,0 24,0-49,24 0,1-25,25 49,-1-49,1 0,0-25,-1 1,-24-26,-25 25,50 0,-50-49,0-1,0 26,0 24,-50-25,25 50,-24 0,-1 0,-24 0,-26 75,76-26,24 1,0 0</inkml:trace>
  <inkml:trace contextRef="#ctx0" brushRef="#br0" timeOffset="156009.92">7119 7144,'0'-25,"-25"25,-24 0,24 25,25 24,-74 26,74-1,-25 25,25-24,0-1,0-24,0-25,0 24,49-49,1 0,24 0,1-49,24-51,-24 26,-51 0,-24-1,0 26,0-1,0 0,0-24,-49 74,-1 0,-24 0,-1 74,-24 1,49-26,50 1,0 0</inkml:trace>
  <inkml:trace contextRef="#ctx0" brushRef="#br0" timeOffset="156502.95">8558 7169,'0'0,"0"24,-74 26,74 0,0 24,0-24,0-1,0-24,49-25,26 0,-1 0,0 0,-24-74,0 24,-50 0,0 1,0-1,0-24,-25 49,-25 25,1-50,-26 50,26 0,-26 50,1 0,49 49,25-25</inkml:trace>
  <inkml:trace contextRef="#ctx0" brushRef="#br0" timeOffset="157275.99">7367 8384,'-24'0,"-51"0,50 50,25-1,-74 1,74 24,0-24,0-1,0-24,50 25,-1-50,1 0,24-25,1-25,-51 1,26-1,-50-24,0-1,0 1,0 49,-25 25,-24-25,24 25,-25 0,-24 75,-1-1,51 50,24-49,0-1,49-24,26-50</inkml:trace>
  <inkml:trace contextRef="#ctx0" brushRef="#br0" timeOffset="157734.02">8856 8384,'0'0,"-50"0,25 50,-24-1,24 26,-25 24,50-50,0 1,0-25,25 24,25-49,24-24,25-51,-49 26,24-51,-74 26,25 0,-25 24,0 25,-25-24,0 49,-49 0,0 0,-1 0,1 74,-1 0,26 50,49-99</inkml:trace>
  <inkml:trace contextRef="#ctx0" brushRef="#br0" timeOffset="158979.09">7243 12005,'-24'25,"-26"50,50 24,-25 0,25-24,0-1,0-24,0-26,0 26,25-50,0 0,24-25,26 0,-26-49,1 24,-25-24,-25 0,0-1,0 1,0 49,0 25,-50-25,-24 25,-50 0,24 50,26-1,74-24,0 25</inkml:trace>
  <inkml:trace contextRef="#ctx0" brushRef="#br0" timeOffset="159332.11">8236 11832,'-50'49,"50"-24,0 0,0 25,0 24,0-24,0-26,0 1,50-25,-26 0,26 0,24-49,-24-26,24-49,1 25,-75 25,49-1,-49 26,0-1,0 25,-49 25,-26 0,-49 50,0 24,0 25,50 1,74-51</inkml:trace>
  <inkml:trace contextRef="#ctx0" brushRef="#br0" timeOffset="161278.22">2109 14188,'-50'-25,"25"25,25-49,-24 49,24 49,-50-24,50 0,-25 49,25-24,0 25,0-1,0-24,0-26,0 26,25-50,49 25,-24-25,24 0,-24 0,0-25,-26 25,-24-74,50 49,-50-50,0 26,0-1,-50 0,26-24,-26 49,0 25,1 0,-1 0,-24 0,49 0,-25 50,50-25,0 49,0-24,75-50</inkml:trace>
  <inkml:trace contextRef="#ctx0" brushRef="#br0" timeOffset="162073.27">3895 14039,'-25'0,"-25"0,25 25,25 0,-24 0,24 49,0-49,-50 0,50 24,0-24,0-25,50 50,-26-50,26 0,24 0,1 0,-1-50,1-24,-50 49,-25-25,0 26,0-26,0 25,0-24,-50 24,25 25,0 0,-24 0,-1 25,0 24,50 1,-24 24,24-24,49-1</inkml:trace>
  <inkml:trace contextRef="#ctx0" brushRef="#br0" timeOffset="162605.3">5681 13841,'-25'0,"-25"0,1 25,-1 49,25 25,25-24,-74-26,74 1,0-25,0 0,49-25,-24 49,25-49,-1-25,1 1,-25-26,-25 0,49 1,-49-1,0-24,-24 24,-26 1,-24 49,24 0,-24 74,49 0,25-24</inkml:trace>
  <inkml:trace contextRef="#ctx0" brushRef="#br0" timeOffset="163617.35">2431 15255,'-25'0,"-24"0,49 25,-50 24,50 1,-49 24,49-49,0 0,0 49,49-74,1 0,24 0,1 0,-26 0,1-49,-50 24,25-25,-25 26,0-26,-25 0,-25 1,1 24,-1 25,0 0,-24 0,24 0,26 25,24 24,0 26,49-75,50 0</inkml:trace>
  <inkml:trace contextRef="#ctx0" brushRef="#br0" timeOffset="164253.39">4019 15156,'0'0,"-50"0,25 24,25 1,-49 25,49-1,0 1,0 0,24-1,1-49,0 0,50 0,-26-24,-24-26,25 25,-50-49,0 49,0 0,0 0,0-24,-25 49,-25 0,25 0,-24 0,-1 49,0-24,50 25,0-1,0-49</inkml:trace>
  <inkml:trace contextRef="#ctx0" brushRef="#br0" timeOffset="164967.43">5904 14784,'0'-50,"0"75,0 24,0 26,0-1,0-24,0 24,0-24,0 24,25-49</inkml:trace>
  <inkml:trace contextRef="#ctx0" brushRef="#br0" timeOffset="165634.47">2878 16297,'0'-25,"-50"25,25 0,-49 25,24 49,50-24,-25-1,25 1,0 0,0-1,25-49,0 0,49 0,1 0,24-74,-49 24,-1 1,-24-26,-25 50,0 0,0-24,0 49,-49-25,24 25,-25 0,-24 25,-1 24,50-24,25 25,0-25,0 0,50-25</inkml:trace>
  <inkml:trace contextRef="#ctx0" brushRef="#br0" timeOffset="166353.51">4192 15949,'-49'0,"49"50,25 24,-25-24,0 0,49-1,-49 1,0-25,0-1,0 26,25-25</inkml:trace>
  <inkml:trace contextRef="#ctx0" brushRef="#br0" timeOffset="166819.54">5879 15900,'-25'0,"0"0,25 74,-49-24,49-1,0-24,0 25,25-25,-1-25,26 0,0 0,-26-25,26-25,-50 25,50 1,-50-51,0 50,0 25,-100-49,51 49,-26 25,1 24,-25-24,49 25,50-26</inkml:trace>
  <inkml:trace contextRef="#ctx0" brushRef="#br0" timeOffset="168619.64">1588 14461,'0'-25,"-50"-49,50 49,-25 25,25-25,-49 25,-1 0,25 0,1 0,-26 25,25 0,-24 25,24-1,25 1,0-1,0 26,0-26,49 1,51 24,-51-24,1-25,-1 24,26 1,-50 24,-25 1,49 24,-49-25,0 1,-25-1,25-49,-24-25,24 50,-25-50,25-25,0-49,0 49,0 25,49 49,-49 26,25 24,-25 0,50 75,-50-25,49-1,-49-48,0-26,50 1,-50-26,0 1,0-25,0-1,50 26,-50 0,0 49,0 0,25 25,-25-50,0-24,0-25,49 24,1-49,24-24,25-26,1 0,24-24,-25 0,-25-1,1 1</inkml:trace>
  <inkml:trace contextRef="#ctx0" brushRef="#br0" timeOffset="171491.8">7566 13395,'0'-25,"-50"25,25 0,1 0,-26 0,25 0,0 0,25 49,-49-24,49 0,0 49,-25-49,25 0,0 25,0-26,0 1,0 25,0-25,0-1,50 26,-1-50,-24 0,25 0,-26 0,1 0,0 0,25 0,-50-25,24 25,-24-49,50 24,-50 0,25-25,-25 26,0-26,0 25,0-24,0 24,0-25,0 25,0 1,-50 24,50-50,-49 50,-1 0,0 0,-24 0,49 25,25 24,0-24,0 25,25-50</inkml:trace>
  <inkml:trace contextRef="#ctx0" brushRef="#br0" timeOffset="172428.86">8508 13072,'0'-50,"0"75,0 25,25 24,-25 26,0-1,0 0,0-25,0 1,50-1,-50-49,0 25</inkml:trace>
  <inkml:trace contextRef="#ctx0" brushRef="#br0" timeOffset="172961.89">7665 14536,'-25'-25,"-49"25,-1 0,51 74,-26-24,50-1,-25 1,25 24,0-49,0 25,25-50,0 0,24 0,1 0,24-25,-24-49,0 24,-50 0,49 1,-49-26,0 26,0 24,-49 25,-1 0,0 25,-49 49,74-24,25-1,0 1,25-50</inkml:trace>
  <inkml:trace contextRef="#ctx0" brushRef="#br0" timeOffset="173397.91">8484 14337,'0'0,"0"50,0 24,0 1,0-1,0 25,0 0,0-24,0-1,0-24,0-25,0-25</inkml:trace>
  <inkml:trace contextRef="#ctx0" brushRef="#br0" timeOffset="173997.95">7491 15726,'-49'25,"49"25,-50 49,50-25,-49-24,49-1,0 1,0 0,24-50,26 0,0 0,-1-25,1 0,-25-49,-25 24,49-24,-49-1,0 26,0-1,-25 50,-24-25,-1 25,1 0,-51 50,76-1,24 1,0 0,0-1</inkml:trace>
  <inkml:trace contextRef="#ctx0" brushRef="#br0" timeOffset="174392.97">8558 15503,'0'74,"0"26,0-26,0 25,0-24,0-26,0 1,0-1,0-24</inkml:trace>
  <inkml:trace contextRef="#ctx0" brushRef="#br0" timeOffset="184672.56">893 5755,'-24'0,"-1"0,25-25,25 25,24 0,-24 0,25 0,-26 0,26 0,0 0,24 0,0 0,1 0,-1 0,1-25,-1 25,0 0,1 0,-1 0,1 0,-1 0,25 0,-24 0,24 0,-25-50,1 50,-26 0,1 0,24 0,-24 0,0 0,24 0,-24 0,-1 0,26-49,-26 49,1 0,0 0,24 0,-24 0,-1 0,-24 0,25 0,24 0,0 0,1 0,-1 0,1 0,-1 0,25-25,0 25,-24 0,24 0,-24 0,-1 0,-24-50,-1 50,1 0,24 0,1 0,-26 0,1 0,-1 0,1 0,24 0,-24 0,0 0,-1 0,1 0,0 0,24-24,0 24,1 0,-1 0,1 0,-26 0,1 0,24 0,-24 0,-1 0,1 0,0 0,24 0,-24 0,-1 0,1 0,-1 0,1 0,49 0,-49 0,0-50,-1 50,1 0,24 0,-24-25,-1 25,1 0,0 0,-26 0,26-49,0 49,24 0,-24 0,-1 0,1 0,-1 0,1 0,0-50,-1 50,1 0,0 0,49 0,-25 0,-24-25,-1 25,1 0,0 0,24 0,-24 0,-1-49,1 49,-1 0,1 0,0 0,-26 0,26 0,-25 0,0 0,24 0,-24 0,0 0,0 0,24 0,-24 0,25-25,-25 25,24 0,-24 0,25 0,-26 0</inkml:trace>
  <inkml:trace contextRef="#ctx0" brushRef="#br0" timeOffset="191787.96">11882 4738,'0'0,"0"-25,-25 25,25-50,-50 50,50-25,-24 25,24-24,0-26,0 25,0 25,0-25,49 25,1 0,-25 0,-1 0,26 0,0 0,-26 0,-24 75,50-26,-50 1,0 0,0-1,0 26,0-26,-25 1,25 0,-74-26,49-24,-25 50,26-50,-1 0,-25 0,50 0,25-74</inkml:trace>
  <inkml:trace contextRef="#ctx0" brushRef="#br0" timeOffset="192168.99">12279 4390,'0'-24,"0"24,-50 0,0 49,26-24,-26 49,25-24,-24 0,49-1,-25 1,25-25,0-1,0 26,74-50,-24 0,-1 0,1 0,0 0,-1 0,1-25,-25 25,-1 0,-24 0</inkml:trace>
  <inkml:trace contextRef="#ctx0" brushRef="#br0" timeOffset="192761.02">12824 4415,'0'-25,"0"25,0 50,0 49,0-24,0-26,0 1,0-1,0 1,0 0,0-75,0 0,0-25,0-24,0-25,0-25,0 25,0 24,0 26,0 24,0-25,50 50,0 0,-26 0,26 0,-25 50,24-1,-49 1,50 24,-50 26,0-26,50-24,-50-1,0 1,0-1,0-24,0 0,-25-25</inkml:trace>
  <inkml:trace contextRef="#ctx0" brushRef="#br0" timeOffset="192928.03">12849 4638,'0'-49,"25"49,0 0,24-25,26 25,-1-50,1 50,-26-24</inkml:trace>
  <inkml:trace contextRef="#ctx0" brushRef="#br0" timeOffset="193227.05">13444 4142,'0'50,"0"24,0 1,0-1,0 1,0-1,0-24,0 24,0-24,0-26,0 1</inkml:trace>
  <inkml:trace contextRef="#ctx0" brushRef="#br0" timeOffset="193699.07">13370 4217,'0'-25,"0"0,0-24,25 24,24 25,1-50,-25 50,0 0,24 0,-24 50,-25-1,0 26,0-1,0 1,-74-1,74-49,-25-25,25 25,0-25,50 0,-26 0,1 0,25 0,-1 0,-49 49,0-24,0 25,0-1,-24 1,-1-25,-25 24,25-49,1 25,-26-25,25 0,0 0,-24 0,49-25,0-49,0 49</inkml:trace>
  <inkml:trace contextRef="#ctx0" brushRef="#br0" timeOffset="194231.1">11981 5234,'0'0,"50"0,24 0,25 0,0-50,25 50,75-49,-25 49,-50-50,0 50,-50 0,-49-25,0 25,-25 0</inkml:trace>
  <inkml:trace contextRef="#ctx0" brushRef="#br0" timeOffset="194481.12">12130 5333,'-50'50,"100"-50,74-25,-25 25,50-50,49 50,-24-74,0 74,-1-75,-24 75,-75-49,-24 49,-75 0,-24 0,-1 0</inkml:trace>
  <inkml:trace contextRef="#ctx0" brushRef="#br0" timeOffset="195942.2">12155 4638</inkml:trace>
  <inkml:trace contextRef="#ctx0" brushRef="#br0" timeOffset="197299.28">13097 4688</inkml:trace>
  <inkml:trace contextRef="#ctx0" brushRef="#br0" timeOffset="197762.31">13122 4589,'-25'0</inkml:trace>
  <inkml:trace contextRef="#ctx0" brushRef="#br0" timeOffset="202699.59">7442 5482,'0'-50,"0"25,-25 25,0 0,-24 0,49-24,-25 24,0 0,-25 0,50-50,-24 50,-1 0,0 0,-25 0,25 0,1 0,-26 0,25 0,0 25,-24-25,24 0,25 25,-25-25,-24 49,24-49,25 50,-25-50,25 25,-50 24,50 1,-24-1,24-24,0 25,-50-50,50 74,0-24,0 0,0-1,0 1,0-25,0-1,0 1,0 25,25-25,-25 24,25-24,24 25,26-1,-51-49,1 0,25 0,-25 0,24 0,1 0,-1 0,-24 0,25-25,-25 25,0-74,24 49,-24-24,25 24,-50 0,49-25,-49 26,50-26,-50 25,0 0,49-24,-49 24,0 0,0-25,0 26,0-26,0 0,0 1,0 24,0 0,0-24,0 24,0 0,0 25,0-50,-49 50,24-24,-25 24,-24 0,49 0,0 0,-24 0,-1 0,25 0,0 0,25 0,0 49</inkml:trace>
  <inkml:trace contextRef="#ctx0" brushRef="#br0" timeOffset="204907.72">1935 5879,'-25'-25,"1"25,24-50,-50 50,25 0,0 0,-24 0,-26 0,50 0,-24 50,-26-25,51 24,-26-49,50 50,-50-50,50 25,-24-25,24 49,-50 1,50 0,-74-1,74-24,-25 25,25-1,0 26,-50-51,50 1,0 50,0-51,0 1,0 0,0 49,0-24,0-25,50 24,-25-24,24 25,1-50,-1 50,1-50,24 49,-24-49,0 0,24 0,0 0,1 0,-1 0,26-25,-51 25,1 0,-1-49,1 49,0-50,-1 0,1 26,24-26,-49 0,25 26,-26-51,26 26,-50-1,50 0,-50 26,0-1,0-25,0 25,0 1,0-26,0 25,0 0,0-24,-50 24,50 0,-50-24,50 24,-49-25,-1 50,25-49,-24 49,49-50,-50 50,50-50,-49 50,49-49,-50 49,0 0,1 0,24 0,-25 0,1 24,-26-24,26 50,24-50,-25 50,25-50,25 74,-24-74,24 50,0-1,49-49</inkml:trace>
  <inkml:trace contextRef="#ctx0" brushRef="#br0" timeOffset="207452.86">4118 5705,'-25'0,"25"-25,0 0,-25 25,1-49,-26 49,25-25,0 25,-49 0,49 0,0 0,-24 0,24 0,0 0,-25 0,-24 0,49 0,0 0,-24 50,-1-50,50 49,-49-49,49 25,-25-25,25 50,-50-50,50 24,-25 1,25 25,-49 0,49-26,-25 26,25 0,-25-50,25 49,0 1,0-1,0-24,0 0,0 25,0-26,0 1,0 0,0 25,0-26,0 26,0-25,25 0,-25 24,74-24,-49-25,25 50,-25-50,-1 49,26-49,-25 0,0 0,24 25,-24-25,0 0,24 0,-24 0,0 0,25 0,-26 0,1 0,25-50,-25 50,24-49,1-1,0-24,-50 49,74 0,-74-24,25 24,-25-25,0 25,49 1,-49-26,0 25,0 0,0-24,-24 24,24 0,0-24,0 24,-25-25,25 1,0-1,-50 0,50 1,-25 49,25-25,-24 25,24-50,-50 50,25-25,-25 25,26 0,-51 0,50 0,-24 0,24 0,0 0,-24 0,49 0,0 25,0-25</inkml:trace>
  <inkml:trace contextRef="#ctx0" brushRef="#br0" timeOffset="209456.98">11956 5234,'-25'0,"50"0,25 0,-1 0,-24 0,0 0,25 0,-1 0,1 0,-1 0,26 0,-1 0,50-25,-49 25,-1 0,1 0,-26 0,1-25,24 25,-49 0,0 0,24 0,-49-49,50 49</inkml:trace>
  <inkml:trace contextRef="#ctx0" brushRef="#br0" timeOffset="209998.01">7243 5978,'0'0,"0"-50,25 50,-74 0</inkml:trace>
  <inkml:trace contextRef="#ctx0" brushRef="#br0" timeOffset="210357.03">3994 6474,'0'25</inkml:trace>
  <inkml:trace contextRef="#ctx0" brushRef="#br0" timeOffset="210685.05">1439 6424,'0'0,"0"0,25 0</inkml:trace>
  <inkml:trace contextRef="#ctx0" brushRef="#br0" timeOffset="-210616.22">7169 6003</inkml:trace>
  <inkml:trace contextRef="#ctx0" brushRef="#br0" timeOffset="-210052.18">4168 6152,'24'0</inkml:trace>
  <inkml:trace contextRef="#ctx0" brushRef="#br0" timeOffset="-209691.16">1588 6375,'25'0,"-1"0,26 0</inkml:trace>
  <inkml:trace contextRef="#ctx0" brushRef="#br0" timeOffset="-196757.42">12924 5531,'0'-24,"0"-26,0 25,-25 25,0 0,25-25,-25 25,-24 0,24 0,0 0,25 0,-25 0,-24 50,24-50,25 25,-50-25,50 25,-25 24,25-24,0 0,-24-25,24 49,0-24,0 0,0 25,0-1,0 1,0 0,0-1,49-49,-49 50,25-50,-25 25,25-25,24 24,-24-24,25 0,-25 0,49 0,-24 0,-50 0,49 0,-49-24,25 24,-25-50,50 50,-50-50,24 1,-24 24,50-25,-50 1,25 49,-25-50,0 0,0 1,0 24,0-25,0 26,0-26,-25 25,0-24,0 49,-24 0,24 0,-25 0,1 0,-26 0,75 24,-24-24,-1 0,25 25,-50-25,50 25,-25-25,25 50,0-26,0-24</inkml:trace>
  <inkml:trace contextRef="#ctx0" brushRef="#br0" timeOffset="-192743.19">15057 4514,'0'-24,"-50"24,50-50,0 75,-25-25,25 74,0-49,0 0,0 24,0-24,0 0,0 0,0 49,0-74,0 25,50-25,0 0,-26 0,1 0,25 0,-25 0,49 0,-74 0,50 0,-50-74,74 49,-74 0,25-25,-25 26,49-26,-49 0,0 26,0-1,0-25,-24 25,24 25,0 50,24 0,-24-26,0 26,25 49,-25-49,0 24,50 1,-50-1,0 1,0-26,25 26,-25-26,0-24,0 25,0-26,0-24,0 50,-25-50,25 25,-50-25,1 0,24 0,0 0,-49 0,24-25,50-25,-25 50,25-49,0-1,0 25,0 1,25-26,-25 25,50-24,-1 24,-49 0,50 25,-50-74,49 74,1-25,-25 25,0-50,24 50,-24 0</inkml:trace>
  <inkml:trace contextRef="#ctx0" brushRef="#br0" timeOffset="-191912.15">16024 4440,'0'25,"0"49,-25 25,25 25,-24-49,24-1,-50-24,50 24,0-49,-25-25,25 25,0-25,0-50,0-24,0 24,0-24,0-1,50-24,-50 0,49 0,-49 49,25 50,-25-25,75 50,-75 0,24 25,-24-1,50-24,-50 25,74-26,-74 26,25-25,-25 0,0 24,50 1</inkml:trace>
  <inkml:trace contextRef="#ctx0" brushRef="#br0" timeOffset="-191739.14">15999 4787,'0'-25,"0"25,50-49,0-1,-1 1,26 24,-26-25,1 1</inkml:trace>
  <inkml:trace contextRef="#ctx0" brushRef="#br0" timeOffset="-191499.12">16297 4043,'-50'0,"50"-49,0 98,50 26,-50-1,50 0,-50 1,0-1,49 25,-49-49,25-25</inkml:trace>
  <inkml:trace contextRef="#ctx0" brushRef="#br0" timeOffset="-191079.1">17091 4366,'0'0,"-50"0,1 0,-26 24,1 51,-25 24,24-25,50 1,25-26,-49-24,49 0,0 25,24-50,26 25,25-25,24 0,0 0,0 0,-24 0,-26-75,1 75,-1-25,-24 25,-50 0,1 0</inkml:trace>
  <inkml:trace contextRef="#ctx0" brushRef="#br0" timeOffset="-188829.97">8508 6028,'-24'24,"-26"-24,25 25,-24-25</inkml:trace>
  <inkml:trace contextRef="#ctx0" brushRef="#br0" timeOffset="-180115.47">15230 3671,'0'-25,"-24"25,24 25,-25 0,25 25,0-1,-50-24,50 0,0 24,0-24,0 25,0-50,0 49,75-49,-1 0,-49-24,24 24,-24-25,0 25,-25-75,74 51,-74-1,25-25,-25 1,0-1,0 0,-49 50,49-25,-50 25,25 0,-24 0,24 0,0 0,-25 50,50-25,25-25</inkml:trace>
  <inkml:trace contextRef="#ctx0" brushRef="#br0" timeOffset="-179492.44">15900 3324,'0'25,"0"24,0 26,0-1,0 0,0-24,0-25,0 0,0 49,0-49,25-25</inkml:trace>
  <inkml:trace contextRef="#ctx0" brushRef="#br0" timeOffset="-178981.41">16768 3398,'-24'0,"-26"50,50-1,-25-24,25 25,0-25,0-1,25 26,49-50,-49 0,25 0,-50 0,25 0,-25-74,0-1,0 50,0 1,0-26,0 50,0-25,-75 25,50 25,-24 0,24 24,25 1</inkml:trace>
  <inkml:trace contextRef="#ctx0" brushRef="#br0" timeOffset="-176612.27">16123 5556,'0'-25,"-49"25,24 0,-25 0,26 0,-26 0,25 0,0 25,-24-25,49 25,-25-25,0 25,-24 24,49-24,-25-25,25 25,0 25,0-26,0 1,0 25,0 0,0-50,0 24,49 26,-24-50,-25 25,25-25,0 0,49 0,-49 0,25 0,-26 0,26 0,-25-25,24 25,-24-25,25 25,-50-25,25 25,-25-49,49 49,-49-50,25 50,-25-74,50 49,-50-25,24 50,-24-49,0-1,0 25,0-24,0 24,0 0,0 25,0-50,-49 50,-1-24,1 24,-1 0,0 0,26 0,-1 0,25 0,-50 0,50 24,-25-24,25 50,-24-50,24 25,-50-25,50 25,25-25</inkml:trace>
  <inkml:trace contextRef="#ctx0" brushRef="#br0" timeOffset="-174240.14">18083 4514,'0'0,"-50"0,75-49,25 49,-1 0,1 0,0 0,-1 25,-49-1,50 51,-50-26,0 1,0-25,0 24,0 1,-25-25,-25 49,-24-49,49-25,-24 0,49 0</inkml:trace>
  <inkml:trace contextRef="#ctx0" brushRef="#br0" timeOffset="-173845.11">18554 4316,'0'0,"-49"0,-1 0,25 25,-24 24,24-24,25 25,-50-25,50-1,-49 26,49-25,0 24,0-24,0 0,24-25,-24 50,50-50,-25 0,24 0,1 0,24 0,-49 0,0 0,25-50,-50 25,0 0</inkml:trace>
  <inkml:trace contextRef="#ctx0" brushRef="#br0" timeOffset="-172856.06">18926 4242,'-24'0,"24"24,-25 26,25-25,0 24,0 1,0-25,0 0,0 49,25-74,-1 0,51 0,-26 0,1 0,-25-25,24 0,-24 25,-25-74,50 0,-50 24,0 25,0-24,0 24,0 0,0 50,0 24,0 1,0-25,0 24,0 1,0 0,0 24,0 50,49-25,-49-24,0-1,25 25,-25-24,0-1,0 1,0-26,0 1,0-25,0 24,0-49,-49 0,-1 0,25 0,0-49,-24 49,24-50,-25 50,50-50,-24 50,24-49,0-1,0 25,24 1,1-26,25 25,24-24,-24 24,-1-25,1 25,24-24,-24 49,-25-50,-25 0,74 50,-123 0,24 25</inkml:trace>
  <inkml:trace contextRef="#ctx0" brushRef="#br0" timeOffset="-170275.91">18058 4118,'25'0,"0"0,24 0,1 0,0-25,49 25,-25-50,1 50,-1-49,-24 49,24-25,-24 25,-26-50,26 50,-25 0,-25 25,-25-25,25 25</inkml:trace>
  <inkml:trace contextRef="#ctx0" brushRef="#br0" timeOffset="-167056.72">18604 5482,'-25'0,"0"-25,-24 25,49 0,-25 0,25 25,-50 24,50-24,-25 25,25-1,0 1,0 0,0-26,0 26,0-25,0 0,0-25,50 74,-25-74,24 25,26-25,-50 0,-1 0,26 0,-25 0,24-50,1 26,-25-26,-25 25,50 25,-50-25,0-24,0-1,0 25,0-24,-25 24,0 25,25-25,-25 25,-25 0,26-50,-26 50,25 0,0 0,1 0,-26 0,50 25,-25-25,25 25,0 0</inkml:trace>
  <inkml:trace contextRef="#ctx0" brushRef="#br0" timeOffset="-164716.59">7715 2307,'0'0,"24"0,26 0,49 0,-24 0,24 0,25-50,0 50,25-74,-25 24,-50 50,1-49,-26 49,1 0,-75 0,-25 0</inkml:trace>
  <inkml:trace contextRef="#ctx0" brushRef="#br0" timeOffset="-164439.57">7442 2604,'49'-24,"26"24,-1-75,1 75,24-49,25 49,-25-75,50 75,0-74,0 74,-75-75,-24 75,-1 0,-98 0,-1 50</inkml:trace>
  <inkml:trace contextRef="#ctx0" brushRef="#br0" timeOffset="-164196.56">7863 2530,'25'0,"25"0,-1 0,1-50,24 50,26-74,24 74,0-99,-50 99,-24-50,-25 50,-25 0,-25 0</inkml:trace>
  <inkml:trace contextRef="#ctx0" brushRef="#br0" timeOffset="-161590.41">3250 6350,'25'0</inkml:trace>
  <inkml:trace contextRef="#ctx0" brushRef="#br0" timeOffset="-159626.3">14065 4986,'24'0,"51"-25,-26 25,1 0,0-25,-1 25,26 0,-26 0,-24 0,25-49,-1 49</inkml:trace>
  <inkml:trace contextRef="#ctx0" brushRef="#br0" timeOffset="-159370.28">14412 4713,'0'-25,"-25"25,25 0,0 74,25 1,-25 49,0 0,0 50,0-75,49 25,-49-50,25-24</inkml:trace>
  <inkml:trace contextRef="#ctx0" brushRef="#br0" timeOffset="-158620.24">17413 5011,'0'0,"50"0,24 0,1-50,-26 50,1-25,-25 25,49 0</inkml:trace>
  <inkml:trace contextRef="#ctx0" brushRef="#br0" timeOffset="-158388.23">17587 4787,'-25'0,"25"0,0 50,0 0,25-1,-25 1,0-1,25 26,-25-1,0 1,0-1,0 0</inkml:trace>
  <inkml:trace contextRef="#ctx0" brushRef="#br0" timeOffset="-154616.01">20787 4589,'0'-25,"0"0,0-24,0 24,24 25,1 0,25 0,-25 0,-25 0,49 49,-49 1,0 0,50-1,-50 26,0-26,-50-24,50 25,-49-50,49 49,-50-49,25 0,25-49,50-26</inkml:trace>
  <inkml:trace contextRef="#ctx0" brushRef="#br0" timeOffset="-154405">21159 4440,'-25'0,"-49"0,49 50,-25-1,50 1,-25-1,25-24,0 0,0 25,25-50,25 0,-1 0,1 0,0 0,-1 0</inkml:trace>
  <inkml:trace contextRef="#ctx0" brushRef="#br0" timeOffset="-153928.97">21382 4490,'-25'0,"25"49,0-24,0 0,0 0,0 24,0-24,25-25,-25 50,0-1,-25-49,25-49,-25 24,25-25,0 1,0-26,0 1,0 24,0 25,50 25,-25 0,24 0,1 0,-50 25,0 25,25-25,-25 24,0-24,0 0,0 0,0 49,0-49,0-25</inkml:trace>
  <inkml:trace contextRef="#ctx0" brushRef="#br0" timeOffset="-153783.97">21407 4614,'0'-25,"0"25,49-50,-24 50,25-25,-1 25,26-74,-50 74</inkml:trace>
  <inkml:trace contextRef="#ctx0" brushRef="#br0" timeOffset="-153549.95">21754 4316,'0'0,"0"50,0-26,0 1,25 25,-25-25,0-1,0 26,0-25,0 0,0-1,0 26</inkml:trace>
  <inkml:trace contextRef="#ctx0" brushRef="#br0" timeOffset="-153115.93">21754 4316,'0'-25,"74"-49,-49 74,0 0,25-25,-26 25,-24 25,0 0,-24 24,-1-24,25 0,-50 24,50-24,-49-25,49 50,24-50,1 0,0 0,25 49,-50 1,0 0,0-50,0 24,-75-24,50 0,25-24</inkml:trace>
  <inkml:trace contextRef="#ctx0" brushRef="#br0" timeOffset="-152785.91">22225 4564,'0'0,"75"0,-26-25,1 25,0 0,-1 0,-24-25</inkml:trace>
  <inkml:trace contextRef="#ctx0" brushRef="#br0" timeOffset="-152568.9">22399 4440,'0'-25,"0"25,0 25,0 25,0-26,0 1,0 25,0-1,0-24</inkml:trace>
  <inkml:trace contextRef="#ctx0" brushRef="#br0" timeOffset="-152005.86">22622 4341,'-25'0,"25"0,-24 0,24 49,0 26,0-26,24-49,1 0,25 0,-25 0,24 0,-49-24,50-76,-50 76,0-1,0-25,0 100,0 24,0-24,25-1,-25 26,0-1,0 1,0-1,0 25,0-24,0-26,-25-24,0-25,-25 0,50-25,0 1,-49-26,49-24,0 24,25-25,-1-24,26 50,-25 24,24 25,-24-50,0 50,25 0</inkml:trace>
  <inkml:trace contextRef="#ctx0" brushRef="#br0" timeOffset="-151539.84">23168 4415,'0'-49,"-25"49,25 49,0 1,0-1,0 1,0 0,25-1,-25-24,0 25,0-75,0 0,0-25,0 1,0-50,0 24,0 26,25 24,24 25,-24 0,-25 25,25-1,-25 26,50-25,-50 0,0 24,0-24,24-25,-24 50</inkml:trace>
  <inkml:trace contextRef="#ctx0" brushRef="#br0" timeOffset="-151394.83">23267 4539,'0'-25,"25"25,25-24,-26 24,1-75</inkml:trace>
  <inkml:trace contextRef="#ctx0" brushRef="#br0" timeOffset="-151180.82">23490 3919,'0'50,"0"-1,0 51,0-51,0 1,0-1,0-24</inkml:trace>
  <inkml:trace contextRef="#ctx0" brushRef="#br0" timeOffset="-150736.79">23912 4291,'-25'0,"0"0,1 0,-26 25,25 25,-24-1,49 1,-25-1,25-24,0 0,0 25,0-50,74 0,-49 0,25 0,-26 0,26 0,0 0,-50-25</inkml:trace>
  <inkml:trace contextRef="#ctx0" brushRef="#br0" timeOffset="-149521.72">21010 4564,'25'25,"24"-25,51 0,48 49,26-49,99 0,49 0,26 0,-1 0,-49 0,-26-24,-73 24,-26-50,1 50,-50-50,-74 50,-25 0,-25-24,-50 24,25 0</inkml:trace>
  <inkml:trace contextRef="#ctx0" brushRef="#br0" timeOffset="-148727.68">22250 3522,'0'-49,"0"73,0 51,0-1,0-24,0 0,0-1,0 1,0-25,0-75,0 0,-25-24,25 24,0 1,0-1,0 0,0-24,50 74,-50-50,50 50,-26 0,1 0,25 0,-25 25,24-25,-24 75,-25-51,50 26,-50-25,0 0,0 24,0-24,0 0,-25-25,25 50</inkml:trace>
  <inkml:trace contextRef="#ctx0" brushRef="#br0" timeOffset="-148563.67">22250 3646,'0'-25,"0"25,50-24,-1 24,1-50,0 50,-1-50,26 50,-26-49</inkml:trace>
  <inkml:trace contextRef="#ctx0" brushRef="#br0" timeOffset="-148345.65">22994 3026,'0'-25,"-25"25,1 0,-26 75,-24-1,-1 25,50-24,25-26,-49 26,49-50,0-1,25-24,24 50,1-50,24 0,1 0,-1-74</inkml:trace>
  <inkml:trace contextRef="#ctx0" brushRef="#br0" timeOffset="-148120.64">23267 3001,'-25'0,"-49"0,74 25,-25 0,25 25,0-1,0 26,0-26,0 1,0-25,0 24,50-49,-50 50,25-50,24 25</inkml:trace>
  <inkml:trace contextRef="#ctx0" brushRef="#br0" timeOffset="-147955.63">23044 3349,'0'-25,"25"-25,49 50,25-25,25 25,-49-49,-26 49</inkml:trace>
  <inkml:trace contextRef="#ctx0" brushRef="#br0" timeOffset="-147771.62">23590 3175,'0'-25,"99"25,-25 0,1-25,-1 25</inkml:trace>
  <inkml:trace contextRef="#ctx0" brushRef="#br0" timeOffset="-147536.61">23862 3001,'-49'0,"49"25,0 25,0 24,25 1,-25-26,0 26,0-26,0 1,0-25,0 24</inkml:trace>
  <inkml:trace contextRef="#ctx0" brushRef="#br0" timeOffset="-147304.59">24111 2853,'0'24,"0"26,49 0,-49-1,0 26,0-26,0-24,0 0</inkml:trace>
  <inkml:trace contextRef="#ctx0" brushRef="#br0" timeOffset="-146778.56">24284 2480,'0'0,"0"-49,0 24,25 25,0 0,24 0,-24 0,25 25,-25 74,-25 25,74 0,-74-25,0 50,0-25,0 25,-50-25,-49-25,25 0,-25-24,24-50,1-25,-1 74,50-74</inkml:trace>
  <inkml:trace contextRef="#ctx0" brushRef="#br0" timeOffset="-144685.44">22672 5482,'0'-25,"25"25,-25-25,0 25,0-49,-50 49,25 0,0 0,1 0,-26 0,25 0,0 0,-24 24,24 1,-25 50,50-51,-24 1,24 25,0-25,0 24,0 1,0 24,0-24,0-25,49 24,-24-24,0-25,24 50,1-50,0 0,-1 0,1 0,-1 0,1-50,0 50,-1-25,-24 25,25-49,-50-1,49 25,-49-24,50 24,-50 0,50-25,-50 26,0-26,0 25,24 0,-24-24,0 24,0 0,0-24,-49 49,49-50,-50 50,25 0,-24 0,-26-25,1 25,24 0,1 0,-1 0,0 0,26 75,-26-75</inkml:trace>
  <inkml:trace contextRef="#ctx0" brushRef="#br0" timeOffset="-143602.38">12676 6251,'0'0,"49"0,1 0,-25 0,24 0,1 0,49-75,-25 75,1 0,-1-24,-24 24,-1 0,-24 0,-25-50,25 50,-50 0,0 25</inkml:trace>
  <inkml:trace contextRef="#ctx0" brushRef="#br0" timeOffset="-143194.36">12676 6375,'0'0,"0"-25,74 25,-49 0,0 0,49-25,-24 25,24-49,0 49,1-25,49 25,-50-75,-24 75,-1 0,-24-24,-25 24,0 0</inkml:trace>
  <inkml:trace contextRef="#ctx0" brushRef="#br0" timeOffset="-142457.32">15751 6400,'25'0,"0"0,0 0,49-25,-24 25,24-50,1 50,24-25,-25 25,1-49,-26 49,-24 0,-25-25,50 25,-125 25,26-25,-1 74</inkml:trace>
  <inkml:trace contextRef="#ctx0" brushRef="#br0" timeOffset="-142172.3">15702 6548,'49'0,"26"0,-1-24,1 24,24-25,0 25,-25-50,1 50,24-74,-25 74,-24-25,-25 25,24 0,-49-25,25 25,25 0,-25 0</inkml:trace>
  <inkml:trace contextRef="#ctx0" brushRef="#br0" timeOffset="-141609.27">18678 6474,'25'0,"0"0,0 0,24-50,-24 50,25-24,24 24,-24-50,-25 50,-1 0,26 0,-100 0,1 0</inkml:trace>
  <inkml:trace contextRef="#ctx0" brushRef="#br0" timeOffset="-140426.2">22746 3795</inkml:trace>
  <inkml:trace contextRef="#ctx0" brushRef="#br0" timeOffset="-139564.15">22449 6325,'-50'0,"124"0,-24 0,24 0,1 0,-1 0,-24 0,-1 0,1 0,-25 0,0-49</inkml:trace>
  <inkml:trace contextRef="#ctx0" brushRef="#br0" timeOffset="-139256.13">22424 6474,'-50'0,"25"0,50 0,25 0,24 0,25 0,1 0,-26-25,0 25,1 0,-26-49,1 49,-25 0,-25 0</inkml:trace>
  <inkml:trace contextRef="#ctx0" brushRef="#br0" timeOffset="-137433.03">23118 5159,'0'-24,"0"-26,0 50,0-25,-24 25,-26 0,25 0,-25 0,26 0,24-25,-50 25,25 0,0 0,-24 0,49-49,-25 49,0 0,-24 0,24 0,-25 0,1 25,24-25,-25 24,1 26,-26 0,26 24,-26-24,50-1,25 26,-49-51,49 1,0 25,-25-25,25-1,0 51,0-26,-50 1,50 0,0-1,0 26,0-26,0 1,0 0,25-1,-25 1,0-25,25 24,-25-24,50 0,-26 24,26-49,-25 50,24-50,26 50,-26-50,1 0,-25 24,24-24,-24 0,25 0,-1 0,26 0,-50 0,-1 0,26 0,-25-74,24 49,-24-24,25 24,-25-25,24-24,-24 24,-25 1,75-26,-75 1,24-1,-24 26,50-1,-50-24,0 24,0 25,0 0,0-24,0 24,0 0,0-24,0 24,0 0,-25-25,25 26,-49 24,-1-25,-49 25,-75 0,-24 0,24 0,50 25,74-25</inkml:trace>
  <inkml:trace contextRef="#ctx0" brushRef="#br0" timeOffset="-133714.82">8930 5209,'0'0,"0"-25,-50 25,26 0,-1 0,-25 0,50-25,-25 25,1 0,-26 0,50-24,-25 24,0 0,-24 0,24-50,-25 50,1 0,-1 0,25 0,1 0,-26 0,25-25,0 25,-24 0,24 0,0 0,-25 0,26 0,-26 0,25 0,-24 0,-1 0,25 0,-24 0,-1 0,0 0,-24-49,0 49,-1-50,-24 50,25 0,-1-25,1 25,-26 0,-48-49,48 49,-24-50,-24 0,48 50,-48-74,-1 74,25-50,-25 50,0 0,25-49,0 49,0 0,-25-50,50 50,-25-50,25 50,-1 0,-24 0,25 0,0 0,0 0,-25 0,49 0,1 0,0 25,-1-25,-24 0,0 0,-1 25,26-25,0 0,-1 50,26-50,-1 0,-24 49,24-49,0 0,1 25,-26-25,1 0,24 0,-24 0,24 0,-24 50,-1-50,1 0,0 24,24-24,-24 0,24 0,0 50,26-50,-1 0,25 25,-75-25,51 50,-1-26,-25 26,25-50,25 25,-49-25,49 25,0-1,0 26,0-25,0 0,0 24,0 1,0-25,0 24,0 1,0-25,0-1,0 26,0 0,0 24,0-49,0 24,0 1,74-25,-24 24,-1-49,1 25,0-25,-1 50,-24-50,49 25,-24-25,24 0,1 49,-1-49,1 0,-1 0,50-24,-25 24,25-25,-24 25,-26-50,25 50,25-50,-25 50,25-49,-24 49,24-75,-25 75,0-49,-49 49,-1-75,26 51,-26-26,-24 25,25-24,-25 24,24-25,-49-24,50 24,-50 1,49-26,-49 26,0 24,0-25,0 1,0 24,0 0,-49-25,24 25,-25-24,-24 24,0-25,-1 1,-24 24,25 25,-1-74,-24 74,24 0,-24 0,25 0,-1 49,1-49,0 50,-1-50,50 74,-24-24</inkml:trace>
  <inkml:trace contextRef="#ctx0" brushRef="#br0" timeOffset="-133479.8">2431 4961,'25'0,"-25"0</inkml:trace>
  <inkml:trace contextRef="#ctx0" brushRef="#br0" timeOffset="-133217.79">4068 4812,'25'0</inkml:trace>
  <inkml:trace contextRef="#ctx0" brushRef="#br0" timeOffset="-129484.58">8558 4018,'0'-49,"0"49,0-25,-25 0,-24-24,24 49,25-25,-50 25,50-25,-25 25,1-50,-26 26,0-26,1 25,-26-25,26 26,-1-26,-24 0,-1 26,50 24,1 0,-26 0,25-50,-24 50,24 0,0 0,0 0,-24 0,24 0,0 0,-49 0,24 0,0 25,1-25,-1 0,-24 49,24-49,0 0,1 50,24-50,-25 0,50 25,-24-25,-26 0,50 25,-25-25,25 49,-25-49,25 25,-49-25,49 50,-25-50,25 49,-25-49,25 75,-49-75,49 49,-25-49,25 25,0 25,-25-50,25 49,0 1,0 0,0-26,0 26,0 24,0-24,0 0,0-1,0 1,0-1,0-24,0 0,0 25,0-26,0-24,0 50,0 0,25-50,-25 49,49 26,-49-50,25 24,-25-24,50 0,-25 49,24-24,-24-25,49 24,-24-24,-25-25,24 50,-24-50,0 24,50 26,-26-50,-24 25,25-25,-1 0,-24 0,25 49,-26-49,1 0,25 0,-1 0,1 0,0-24,-1 24,-24 0,0-25,24 25,-24-50,0 50,25-25,-26 25,26-49,-25 49,-25-25,49 25,-49-25,50 25,-50-49,75 49,-75-50,49 50,-49-50,50 50,-50-49,25 49,-25-50,49 50,-49-49,25-26,-25 50,0 0,50-24,-50 24,0 0,24-24,-24 24,0-25,0 25,0 1,0-1,0-25,0 25,0 1,0-26,0 25,0 0,0-24,0 24,0 0,0-24,0 24,0 0,0-25,0 50,0-49,-49 24,49 0,-25 25,25-49,-25 49,25-25,-49 25,24-50,0 50,-25-25,26 25,24 0</inkml:trace>
  <inkml:trace contextRef="#ctx0" brushRef="#br0" timeOffset="-80250.76">10989 6821,'0'-49,"0"-1,0 0,0 50,-50 0,25 0,-49 100,-25-1,-25 174,-25-25,50 25,-1-1,51-23,49-76,0-49,0 25,49-75,26 1,49-26,-25-49,0 0,25 0</inkml:trace>
  <inkml:trace contextRef="#ctx0" brushRef="#br0" timeOffset="-79922.74">11162 8434,'-49'0,"24"49,-25-24,26 49,24-24,-50 0,50-1,0-24,50 0,-1-25,1 49,24-49,1-24,-1 24,25-75,-49 26,0-1,-50 0,0-24,0 0,0 24,-25 50,-25-50,-49 50,-25 25,25 25,-1-1,100 26,0-26,0-24</inkml:trace>
  <inkml:trace contextRef="#ctx0" brushRef="#br0" timeOffset="-79543.72">11559 8508,'-49'0,"-1"50,50 24,0-49,0 0,50 24,-1-49,26 25,-26-25,26 0,-1 0,1 0,-26 0,-24-74,-25 49,50-25,-50 1,0-26,0 50,0 1,-25 24,25-25,-99 25,74 0,25 25,25 24</inkml:trace>
  <inkml:trace contextRef="#ctx0" brushRef="#br0" timeOffset="-78900.68">12130 8458,'0'25,"0"25,0-25,0 24,49 1,-49-1,0 1,0-75,0-24,0-1,50-24,-25-1,-25 1,49 24,1 50,-25 0,-25 0,49 75,-49-26,25 1,-25-1,50 1,-50-25,99-25,-74 49,0-49,24 0,-24-49,-25 24,50-25,-50-24,0 0,0-26,0-24,0-24,0-26,0 99,0 26,0 24,0 75,0 24,0 0,0 26,0-1,0 0,49 25,-49-49,25-1,-25 0,50-24,-50-25,0 24,25-49</inkml:trace>
  <inkml:trace contextRef="#ctx0" brushRef="#br0" timeOffset="-78733.67">12800 8409,'0'-25,"0"-25,49 50,26-24,-1 24,25 0,-49 0,-25 0,-25 24</inkml:trace>
  <inkml:trace contextRef="#ctx0" brushRef="#br0" timeOffset="-77931.63">13072 8657,'50'-50,"0"1,24-1,-24 0,-1-24,26 24,-51 1,26-26,-50 51,-25 24,-24 24,-1 26,0 0,26 24,24-49,-50 0,50 24,74 1,-24-50,0 0,24 0,1 0,-1-50,-49 25,24-24,-49-1,25 1,-25-26,0 26,0-26,-25 26,25-26,-74 25,99 50,24 0,1 0,0 25,-1 0,-49 25,25 24,-25 1,0-1,0-24,0-1,0 1,0-25,25-25,49-25,50-25,0 1,0-51,-49 1,24-25,0 0,-49 50,-50 24,0 0,-25 50,-25 0,26 0,-1 0,-25 50,50-25,-25 0,25 24,0 1,0-25,50 24,-25-49,49 75,-24-26,-1-24,1-25,-50 50,0 24,-74-24,24-50,-24 49,-1-49,-24 25,24-25,1 50,49-50</inkml:trace>
  <inkml:trace contextRef="#ctx0" brushRef="#br0" timeOffset="-77219.59">10294 9500,'0'0,"100"0,73 0,75-25,99 25,26-74,123 74,-50-50,-74 50,-74-74,24 74,-123-50,-26 50,-49-24,-74 24,-50-50,-50 50,-24 0,-25 0,-25 25,25-25</inkml:trace>
  <inkml:trace contextRef="#ctx0" brushRef="#br0" timeOffset="-76835.56">10815 9575,'-25'0,"1"0,98 0,50 0,50 0,99-25,24 25,75 0,75-50,-26 50,-49-74,-24 74,-75-50,-1 50,-73-49,-50 49,-75-50,-24 50,-125 0,26 25,24-25</inkml:trace>
  <inkml:trace contextRef="#ctx0" brushRef="#br0" timeOffset="-75279.47">11733 8235,'0'0,"25"0,-25-49,0 49,0 24,-50-24,50 50,-74-25,74 24,-50 1,50 0,-25 24,25-49,0 0,0 24,0-49,50 50,24-50,1 0</inkml:trace>
  <inkml:trace contextRef="#ctx0" brushRef="#br0" timeOffset="-73240.36">12031 10418,'0'-50,"0"26,0 24,0-25,-25 25,-50 0,26 0,24 49,-25 1,1 49,49-24,-50 24,50-25,0-24,0-25,50 24,24-49,25 50,50-50,-50 0,1-25,-26-25,0 26,-24-26,-50 0,50 1,-50-26,0-24,0 25,0-1,-75 26,1-1,-1 50,-24 0,-50 25,-49 49,99 1,49-1,50 1,0 49,25-75</inkml:trace>
  <inkml:trace contextRef="#ctx0" brushRef="#br0" timeOffset="-72558.32">13320 10344,'-24'0,"-1"0,-25 24,-24 51,-1 24,51-25,24 1,-50-26,50 26,25-50,24-1,1-24,24 0,1 0,-1 0,-24-49,-1-1,-49 1,50-1,-50-24,0-26,-25 26,0 49,-24 25,-1 0,-24 0,-25 0,-1 75,76 24,24-25,-50-49</inkml:trace>
  <inkml:trace contextRef="#ctx0" brushRef="#br0" timeOffset="-71988.29">12006 11460,'-25'0,"50"0,49 0,25 0,50 0,25 0,74-99,-25 99,25-75,-49 75,-1-49,-99 49,-74 0,-25 0,-74 49,24-49</inkml:trace>
  <inkml:trace contextRef="#ctx0" brushRef="#br0" timeOffset="-71539.26">12973 11807,'-25'0,"-24"0,49 25,-50 24,50 1,0 0,0-1,0-24,25-25,0 50,24-50,26 0,-1 0,25-25,-49-25,0 25,-50-24,24-26,-24 26,0-1,-24 1,-1 49,-50-25,26 25,-1 0,1 25,49-1,0 51,0-50</inkml:trace>
  <inkml:trace contextRef="#ctx0" brushRef="#br0" timeOffset="-70605.21">15082 10220,'-25'0,"-50"49,26 50,24-24,-49 24,24-25,50 1,0-26,0 1,74 0,1-50,24 0,0 0,0 0,1-75,-51 26,1-1,-50-24,0-1,0 1,-25-1,-25 26,-49-1,0 50,-25 0,-50 99,100-24,24-26,50 1,50 24,24-74</inkml:trace>
  <inkml:trace contextRef="#ctx0" brushRef="#br0" timeOffset="-70351.19">15826 10021,'0'50,"0"24,49 1,-49-1,50 25,-50-24,0-26,0 1,0 24,0 1,-25-26</inkml:trace>
  <inkml:trace contextRef="#ctx0" brushRef="#br0" timeOffset="-70015.17">14958 11162,'0'0,"99"0,74 0,51-50,-26 50,50-49,-49 49,-26-75,-24 75,-99 0,-50-24,-100 48,1 26,50 0</inkml:trace>
  <inkml:trace contextRef="#ctx0" brushRef="#br0" timeOffset="-69679.15">15776 11559,'0'25,"0"0,0 24,50 1,-50-25,0 24,25-24,-25 0,0 24</inkml:trace>
  <inkml:trace contextRef="#ctx0" brushRef="#br0" timeOffset="-68508.09">17636 10120,'0'-24,"0"-1,0 25,0-25,0-25,0 75,-49 25,-1 24,-24 25,49-24,25-1,0 1,0-26,0-24,50-25,24 0,25 0,25 0,0-74,-49 24,-1-49,-49 24,-25 1,0-25,0 24,-25 26,-24 24,-51 25,-48 0,-1 49,25 26,74 24,50-24,0 24,0-50</inkml:trace>
  <inkml:trace contextRef="#ctx0" brushRef="#br0" timeOffset="-67129.01">17116 9947,'0'0,"49"49,-49 1,25 24,-25 1,0-1,0-24,50-1,-50 26,0-1,0 25</inkml:trace>
  <inkml:trace contextRef="#ctx0" brushRef="#br0" timeOffset="-66815.99">17041 10939,'0'0,"75"0,49-25,0 25,49-50,51 50,-26-74,-24 74,-1-74,-49 74,-49-50,-51 50,-48 0,-26 50</inkml:trace>
  <inkml:trace contextRef="#ctx0" brushRef="#br0" timeOffset="-66213.96">17612 11212,'0'-25,"0"-25,49 50,-24 0,0-25,49 25,-49 0,25 0,-50 50,0 0,0-1,-75 26,26 24,-26-49,26-1,-1-24,25 25,25-50,75 0,24-50,0 50,25-74,0 74,75-75,-75 26,0 49,-50-50,-24 50,-50-50,74 50,-74-24</inkml:trace>
  <inkml:trace contextRef="#ctx0" brushRef="#br0" timeOffset="-64653.87">19497 9823,'0'0,"-25"49,25 26,0-1,0 25,0-24,0-26,0 1,0 0,0-26,0 26,50-50</inkml:trace>
  <inkml:trace contextRef="#ctx0" brushRef="#br0" timeOffset="-64435.85">20018 9723,'0'50,"49"0,-49 49,0-25,25 1,-25-1,0 1,0-1,0 0,50-24</inkml:trace>
  <inkml:trace contextRef="#ctx0" brushRef="#br0" timeOffset="-64113.84">19026 10740,'24'0,"76"0,98-24,0 24,1-50,24 0,-24 50,-26-74,-24 74,-25-74,-74 74,-75 0,-74 49,49-49</inkml:trace>
  <inkml:trace contextRef="#ctx0" brushRef="#br0" timeOffset="-63626.81">19794 11088,'-49'0,"49"-50,25 50,49 0,-24-25,-1 25,1 0,0 0,-50 0,0 25,-75 25,26-1,-1-24,0-25,50 50,0-1,25-24,0-25,25 0,-26 0,1 50,25-50,-50 25,0-1,-50 26,25-50,1 0,-26 25,25-25,0 0,-24 0,24 0</inkml:trace>
  <inkml:trace contextRef="#ctx0" brushRef="#br0" timeOffset="-62019.72">13817 11906,'-25'0,"-25"0,75 0,25 0,-1 0,1 0,49 0,0 0,25 0,-25-49,-24 49,-1 0,1 0,-26 0,-24 0,25 0,-75 0,25-50</inkml:trace>
  <inkml:trace contextRef="#ctx0" brushRef="#br0" timeOffset="-61689.7">14461 11757,'0'-24,"-49"24,74 0,-1 0,26 0,0 0,-1 49,26-49,-26 0,26 25,-50-25,-1 0,-24 50,0-1,-49-24,24 25,-25-26,1-24,24 50,-25 24,50-24,50-50</inkml:trace>
  <inkml:trace contextRef="#ctx0" brushRef="#br0" timeOffset="-60939.65">16272 11757,'-25'-49,"50"49,0 0,25 0,24 0,0 0,1 0,-1 0,1 0,-1-25,-24 25,-1 0,-49-50,-24 50,-1 0</inkml:trace>
  <inkml:trace contextRef="#ctx0" brushRef="#br0" timeOffset="-60686.64">16719 11584,'0'0,"25"0,24 0,-24 0,0 0,24 0,-24 0,0 0,-25 0,0 49,0 1,-50-50,26 74,-26-49,25 25</inkml:trace>
  <inkml:trace contextRef="#ctx0" brushRef="#br0" timeOffset="-59650.58">18728 11460,'25'0,"24"0,26 0,24 0,-25 0,1 0,-26 0,1 0,0 0,-50 0,-25 0</inkml:trace>
  <inkml:trace contextRef="#ctx0" brushRef="#br0" timeOffset="-59374.57">19150 11336,'24'0,"26"0,24 0,-24 49,0-49,-26 0,26 25,-50 25,-25-25,-49 24,24-24,1 25,-26-26,50 26,25 0,-49-1</inkml:trace>
  <inkml:trace contextRef="#ctx0" brushRef="#br0" timeOffset="-57370.45">20142 11237,'0'-25,"25"25,-1 0,1 0,25 0,-25 0,-1 0,26 0,-25 0,0 0,24 0,-24 0,0 0,24 49,26 51,-75-26,0 0,0 1,0 74,0-1,-50 76,1-51,-26-24,1 0,-50 0,25-50,-1-25,-48 1,-51-26,25 1,1 0,-26-50,-24 74,0-74,-25 0,-25 0,-25 0,-74 0,50 0,-50 0,-50 0,-99-74,-49 74,-26-100,-98 100,-50-124,74 124,0-124,199 50,173 24,75 1,49-1,75 50,50-74,-1 74,50-25,50 0,-26 25,1 0,25-49,-25 49,24 0,26 0,24 0,50-50,24 50,1 0,0 0,24 0,0 0,-24 0,0 0,-1 0,-49 0,0 0,-74 0</inkml:trace>
  <inkml:trace contextRef="#ctx0" brushRef="#br0" timeOffset="-56975.43">12676 12030,'24'25,"26"-25,0 25,24-25,-24 49,-1-49,1 25,-25-25,-25 50,0-25,-25 24,25-24,-75 0,51 25,-26-26,25 26,25-25,-49 24</inkml:trace>
  <inkml:trace contextRef="#ctx0" brushRef="#br0" timeOffset="-54495.29">13296 14337,'0'-25,"0"25,-50 0,0 0,-24 75,-25-26,24 26,1-26,49 26,25-26,0 1,0 0,75-1,-1-49,25 0,25 0,25 0,-25-49,-74-1,-1-24,-49 24,25 0,-25-24,0 0,-49-1,-51 25,1 50,-25 0,-25 0,75 25,24 25,50 0,0-1</inkml:trace>
  <inkml:trace contextRef="#ctx0" brushRef="#br0" timeOffset="-53980.26">14089 14560,'-24'0,"-26"0,75 0,49 0,50 0,50 0,0 0,-26 0,1 0,0 0,-50 0,-49 0,-25 0,-25-24,-50 24,25 0,-24-50</inkml:trace>
  <inkml:trace contextRef="#ctx0" brushRef="#br0" timeOffset="-53704.24">14958 14387,'-25'0,"25"0,49 74,26-74,-1 50,1-50,-1 0,-24 25,-1-25,-24 0,-25 24,-25 51,-24-75,24 49,-25-49,-24 50,49-50,25 74,-50-49,75 0</inkml:trace>
  <inkml:trace contextRef="#ctx0" brushRef="#br0" timeOffset="-53247.21">15925 14238,'0'25,"0"-1,0 26,25 25,-25-26,0 1,0-25,0 24,0-24,0 0,0 24</inkml:trace>
  <inkml:trace contextRef="#ctx0" brushRef="#br0" timeOffset="-52878.19">16446 14511,'25'0,"49"0,50 0,25 0,-25 0,50 0,-26 0,-48-50,-1 50,-50 0,-49-25,-49 25,-1 0</inkml:trace>
  <inkml:trace contextRef="#ctx0" brushRef="#br0" timeOffset="-52609.18">17215 14312,'0'0,"74"0,25 0,1 25,-1-25,0 0,-49 0,-25 25,-25 25,-25-50,-25 99,0-99,26 49,-26-49,50 50,-25-50,25 74</inkml:trace>
  <inkml:trace contextRef="#ctx0" brushRef="#br0" timeOffset="-51948.14">17810 14139,'0'-25,"25"-25,49 50,-24 0,0 0,-1 0,-24 0,25 0,-50 25,24-25,-24 74,0-24,-24 0,-26 24,0-24,1-25,24 24,-25-49,50 25,75-25,-1 0,25 0,-49 0,0 0,24 0,-24 0,-50 0,24 0,-24-50</inkml:trace>
  <inkml:trace contextRef="#ctx0" brushRef="#br0" timeOffset="-51635.12">18653 14287,'0'-49,"0"49,100 0,49 0,-25 0,24 0,-24 0,-24 0,-1 25,-74-25,-25 0,-25 0,-25 0,25 0,25 0</inkml:trace>
  <inkml:trace contextRef="#ctx0" brushRef="#br0" timeOffset="-51339.11">19323 14163,'-49'0,"73"0,51 0,-1 0,1 0,-1 0,-24 0,-26 0,-24 0,50 0,-50 25,-50 25,26-25,-26 24,25-24,-24 25,24-25,25 24,-75-24,26-25</inkml:trace>
  <inkml:trace contextRef="#ctx0" brushRef="#br0" timeOffset="-50509.06">19993 13816,'25'-49,"24"49,1 0,0 0,24 0,-24 0,-1 0,-49 24,0 1,-25 25,-24-25,-26 24,-24-24,50-25,24 74,25-49,0 25,74-50,50 74,-25-74,-24 75,-26-75,-49 24,0 1,0 25,-49-50,-26 25,26-25,-1 0,25 0,-24 49,49-24</inkml:trace>
  <inkml:trace contextRef="#ctx0" brushRef="#br0" timeOffset="-49724.01">19745 14784,'-25'24,"-25"1,-24-25,-25 75,0-75,-25 74,24-74,26 0,24 0,1 0,74 0,24-25,-49 0</inkml:trace>
  <inkml:trace contextRef="#ctx0" brushRef="#br0" timeOffset="-49398.99">19298 14759,'-74'-25,"0"25,24 25,-24-25,-1 74,-24-74,49 75,1-75,24 24,25 1,25-25,49 75,25-75,1 74,-26-49,0-25,26 74,-51-74,-24 25</inkml:trace>
  <inkml:trace contextRef="#ctx0" brushRef="#br0" timeOffset="-48323.93">18133 14932,'0'-49,"0"24,0 25,74 0,-24 0,-26 0,-24 0,25 0,-25 50,0 24,0-49,-49 24,-1-24,0 25,-24-50,24 25,26-25,24 24,24-24,51 0,24 0,0 0,25 0,-25 0,1 0,-26 0,-24 0,-1 0,-74 0,1 0,-1 0</inkml:trace>
  <inkml:trace contextRef="#ctx0" brushRef="#br0" timeOffset="-47417.88">17686 14982,'0'-25,"-50"25,-49 0,25 0,-25 50,-1-50,1 0,-25 0,25 49,0-49,-25 0,74 0,25 0,25 0,0 0</inkml:trace>
  <inkml:trace contextRef="#ctx0" brushRef="#br0" timeOffset="-47080.86">16843 14858,'0'-50,"-25"50,-25 25,-24 25,24-25,1 24,-1-24,0-25,26 50,-1-50,25 0,25 24,24-24,26 0,-26 0,1 75,24-75,1 49,-26-49,-24 25,25-25,-50 50,0-25,-25-25</inkml:trace>
  <inkml:trace contextRef="#ctx0" brushRef="#br0" timeOffset="-46000.8">15900 14982,'0'-25,"0"25,0 25,0 25,0 24,0-49,0 0,0 24,-49-49,49 75,0-51,0 1</inkml:trace>
  <inkml:trace contextRef="#ctx0" brushRef="#br0" timeOffset="-45394.77">15503 15205,'-25'0,"1"0,-26 0,-24 0,-1 0,1 0,-25 0,-1 0,1 0,25 0,-1 0,1 0,0 0,-1 0,1 0,49 0,0 0</inkml:trace>
  <inkml:trace contextRef="#ctx0" brushRef="#br0" timeOffset="-45040.75">14511 15032,'-25'0,"-49"0,-1 49,26-24,-1-25,-24 74,24-74,25 0,25 25,-49-25,74 0,-1 0,26 0,-25 0,0 0,24 25,-24-25,25 74,-26-74,-24 50,50-50,-50 25,25-25,-25 50</inkml:trace>
  <inkml:trace contextRef="#ctx0" brushRef="#br0" timeOffset="-44614.72">13320 15131,'-49'0,"-26"0,-24 25,25 24,-25 26,74-51,25 26,0 0,0 24,25-24,74-1,0-49,25 0,25 0,-50 0,-24 0,-1-49,-49 24,-25-49,0 24,-25 0,-25 50,-49-49,25 49,-26 0,26 24,24-24,50 75</inkml:trace>
  <inkml:trace contextRef="#ctx0" brushRef="#br0" timeOffset="-42924.62">20539 13791,'-25'-24,"25"-1,0-25,0 25,0-24,0-1,0 1,74 49,1-25,-26 25,1 0,-1 0,-24 0,25 0,-50 25,25-1,-25 26,0 49,-50 25,-24 25,-26 0,26 24,0-98,49-25,25-1,-50-24,50 0,50-25,-25 0,24 0,26 0,-26 0,26 0,-51 49,-24 26,0-26,0 1,0 24,0-24,0 0,0-1,0 1,0 24,0 25,0-24,75-26,-75-24,25 25,-25-25,-25-25,-25 0,25 0,-24 0,24 0,25-50,-74 0,74 26,0-26,24 0,51 1</inkml:trace>
  <inkml:trace contextRef="#ctx0" brushRef="#br0" timeOffset="-42540.6">21630 13816,'-25'-49,"-49"73,74 1,-25 25,25-25,0-1,0 26,25-25,0-25,24 0,1 0,-1 0,1 0,24 0,-49-50,25 25,-50-49,25 24,-25 1,0-1,0 1,0 49,0-25,-50 25,50 0,50 0,-1 0</inkml:trace>
  <inkml:trace contextRef="#ctx0" brushRef="#br0" timeOffset="-42333.59">22126 13568,'0'-49,"0"73,50 26,-50 24,0 1,49-1,-49 25,0 1,0-1,0-25,0 1,0-26,0-24,0-25</inkml:trace>
  <inkml:trace contextRef="#ctx0" brushRef="#br0" timeOffset="-42101.58">22101 13667,'0'-24,"50"24,0-50,-26 50,1 0,25 0,-25 50,-25-1,0 1,0-1,-25 1,-25 24,1-24,-1 0,0-26,26 26</inkml:trace>
  <inkml:trace contextRef="#ctx0" brushRef="#br0" timeOffset="-41830.56">22895 13097,'0'25,"0"74,-50 75,-24 49,0 25,-50 25,0 0,0-50,24-25,51-99,-1 1,50-26,-25-49,50-25,25 0</inkml:trace>
  <inkml:trace contextRef="#ctx0" brushRef="#br0" timeOffset="-41604.55">22870 14089,'0'25,"0"24,0 26,0-1,0 1,0-1,-25-24,25 24,0-49,0 0,0 24,-24-24</inkml:trace>
  <inkml:trace contextRef="#ctx0" brushRef="#br0" timeOffset="-41357.53">22697 14064,'49'-49,"-49"24,50 25,-25-25,24 25,1 0,-1 0,1 50,-25-1,-25 26,0 24,0 0,0 0,-50-49,1 0,-26-1,50-49,1 25,24-75,24 1</inkml:trace>
  <inkml:trace contextRef="#ctx0" brushRef="#br0" timeOffset="-40314.47">23218 14139,'0'49,"-25"26,25-26,0-24,-50 25,50-25,0 24,25-49,25 0,-26 0,1 0,25 0,-25-49,-25 24,74-50,-74 26,0-26,0 1,0 49,-25 25,0 0,-24 0,24 0,25 0,-50 0,50 25,25-25,0 0,0 0,0 0,24 0,-49 0,25 0,-25-25,0 50,0 24,0 1,0 0,0-26,0 26,25 0,24-50,26 0,-1 0,-24 0,-1-25,-24-25,25 25,-50-24,25 24,-25 25,-50 0,50 25,0 0,25-25,24 0,1 0,24 0,-49-25,0 25,-25-50,50 50,-50-49,0-1,-25 0,0 50,0 0,50 0,25 25,-1 0,-49 0,25 49,-25-49,0-25,0-50,0 26,50-1,-50-50,25 51,-1-1,26 25,-25 0,-25 25,49 24,-49-24,50 25,0 24,-50-49,49 24,-49-24,25 0</inkml:trace>
  <inkml:trace contextRef="#ctx0" brushRef="#br0" timeOffset="-40150.47">23862 14560,'-24'0,"24"0</inkml:trace>
  <inkml:trace contextRef="#ctx0" brushRef="#br0" timeOffset="-24859.59">12155 11460,'0'-25,"-50"25,25-25,0 25,25-49,-49 49,24-25,-25 25,50-50,-24 50,24-25,-25 25,25-49,-50 24,50-25,-25 25,25-24,-49 24,49 0,-50-24,50 24,-49-25,49 25,-50 1,50-26,-25 25,25-24,0 24,-49 0,49-25,0 1,0 24,0-25,0 1,24-1,-24 1,25 49,-25-50,50 0,-50 26,25 24,-25-25,49 25,1-50,-1 50,-24 0,25-25,-25 25,-1 0,26-49,-25 49,0 0,24 0,-24-25,0 25,24 0,-24 0,0 0,25 0,-26 0,1-50,25 50,-1 0,-24 0,50 0,-26 0,-24 0,25 0,-1 0,26 0,-26 0,-24-25,25 25,-1 0,1 0,0 0,-26 0,26 0,-25 0,0 0,-25 0,49 0,26 0,-51 50,26-50,24 0,-74 25,25-25,0 25,25 24,-50-24,49-25,-49 25,25 25,-25-1,50-49,-50 50,25-50,-25 49,24 1,-24 0,0-1,0 1,0-25,0 24,0 1,0 24,0-24,0-1,0-49,0 50,-24 0,24-1,-50-24,25 25,25-1,-49-49,49 25,-25-25,25 25,-25 25,-25-26,25 26,-24-50,24 0,0 0,-24 0,24 0,0 0,25-50,50 26</inkml:trace>
  <inkml:trace contextRef="#ctx0" brushRef="#br0" timeOffset="-23436.51">13593 10269,'0'-25,"-24"25,-26-49,50 24,0 0,0-24,0 24,0 0,25-25,-25 25,25-24,-25 24,49 0,-49-24,25 49,-25-25,25 25,-25-25,49 25,-24-50,25 50,-50-24,25 24,-1 0,-24-25,50 25,49-50,-74 50,0-25,24 25,-24-49,0 49,25-25,-26 25,26 0,-25-74,0 74,24 0,-24 0,0-25,24 25,-24 0,0 0,25 0,-25 0,24 0,1 0,24 0,-24 0,-1 0,-24 0,50 0,-26 49,-49-24,25 25,-25-25,50 24,-50-24,24 0,26 49,-50-49,25 0,-25 24,0-24,0 0,25-25,-25 50,0-1,49-49,-24 0,-25-25,0 25,0-24</inkml:trace>
  <inkml:trace contextRef="#ctx0" brushRef="#br0" timeOffset="-23077.49">15082 9922,'0'0,"0"74,24-24,-24-25,50 0,24 24,-24-49,-25 0,0 0,24-25,-49-24,25 24,-25 0,74-49,-49 24,-25 0,75 1,-26 49</inkml:trace>
  <inkml:trace contextRef="#ctx0" brushRef="#br0" timeOffset="-20145.32">15900 9971,'0'-24,"0"-26,0 50,0-25,-49 25,49-25,-25 25,25-49,-50 49,1 0,49-25,-50 25,25 0,0 0,25-25,-74 25,24 0,25 0,1 0,-26 0,25 0,0 0,-24 0,24 0,0 0,-24 0,-1 0,-24 0,49 0,-25 0,25 50,1-50,-26 25,-24 49,74-49,-50-25,50 49,-74 1,49 0,25-25,-50 24,25 1,25-25,0 24,-49-24,49 0,0 24,-25-49,25 75,0-50,-25-25,25 74,0 0,0-24,0-25,0 0,0-1,0 26,0-25,0 24,0 1,50-25,-50 0,25 24,-25-24,49 25,1-26,-25 26,24-50,-24 50,0-50,24 25,1-25,0 49,-1-49,-24 0,0 0,24 0,-24 0,0 0,25 0,-1 0,-24 0,25 0,-26 0,1 0,25-49,-25 49,-1-50,26 50,-25-75,24 26,1 24,0-25,-1 26,-24-26,25 25,-50-24,49 24,-49-25,50 25,-50 1,0-26,25 25,-25 0,0-24,25 24,-25 0,0-24,49 24,-49-25,0 25,0 1,0-1,0-25,0 25,0 1,0-26,0 0,0 26,-25-51,25 25,-24 1,24-1,-25 50,25-25,-50 25,50-49,-25 49,1 0,-26 0,25 0,25 25</inkml:trace>
  <inkml:trace contextRef="#ctx0" brushRef="#br0" timeOffset="-19095.26">15280 9847,'-25'0,"0"0,25 0,0-49,0 24,0 0,0-24,0-26,0 50,25-24,0-26,-25 51,74-26,-49 0,-25 26,75-26,-75 25,49 0,1-49,-50 49,74-24,-24-1,-50 25,50 25,-50-50,49 50,26-24,-26 24,-24-50,25 50,-26 0,1-25,25 25,-25 0,-1 0,26 0,24 0,-24 0,0 0,-1 0,1 0,24 0,1 0,-1 0,-24 0,-1 50,1-50,-25 25,0-25,24 74,-24-74,25 50,-26-50,26 49,-25 1,0-25,-25 24,74-24,-74 0,25 25,-25-26,49 26,-49-25,25 0,-25 24,50-24,-50 25,0-26,25 26,-25 0,0-1,0-24,0 0,24-25,-24 0,0-50</inkml:trace>
  <inkml:trace contextRef="#ctx0" brushRef="#br0" timeOffset="-18696.24">17190 9649,'25'0,"-25"50,49-26,-49 1,50 25,-50-25,50 24,-50-24,24-25,-24 25,25-25,25 0,-50 0,49 0,-49-50,25 1,-25 24,75-25,-75 25,24 25,-24-49</inkml:trace>
  <inkml:trace contextRef="#ctx0" brushRef="#br0" timeOffset="-16365.11">18108 9599,'0'-24,"0"-26,0 25,0 25,-75 0,1 0,49 0,0 0,-24 0,24-25,0 25,-49 0,49 0,-25 0,25 0,-24 0,24 0,0 0,-24 0,24 0,0 0,-25 0,26 0,-1 0,-25 0,1 50,-1-50,50 25,-25-25,25 25,-74-25,49 74,-25-49,26 0,-26 24,50-24,-50 25,26-26,24 26,-75-25,26 24,49 1,-25-50,25 50,-50-1,50 1,0 24,-25-74,25 50,0 0,0-1,0 1,0-1,0-24,0 25,50-1,-50-24,25 25,-25-1,49-49,-49 50,25-50,-25 50,50-50,-50 49,49-49,-49 50,75-50,-26 25,-24-25,25 24,-25-24,-1 0,26 0,-25 50,24-50,1 0,0 0,-1 0,-24 0,25 0,-26 0,1 0,0 0,74 0,-74 0,0-25,25 25,-26 0,1-25,25 25,-25 0,-1-24,51 24,-75-50,74 50,-49-25,0 25,24-49,-24-1,25 25,-25-49,24 49,-49-25,50 1,-50 24,49-25,-24-24,25 24,-50 1,25 24,-25 0,49-49,-49 49,25 0,-25-24,0 24,50 0,-50-25,0 25,0 1,0-26,0 25,0 0,0-24,0 24,0 0,-25-24,-25 24,25 25,-49-50,24 50,26-25,-26 25,0 0,1-49,-1 49,1 0,-1 0,25 0,25 25,0-1,-49 26,49 0,49-50</inkml:trace>
  <inkml:trace contextRef="#ctx0" brushRef="#br0" timeOffset="-15337.05">17537 9699,'0'0,"-25"-25,25-25,0 1,0-1,50-24,-50 49,0-25,25 25,-25-24,49 24,-49-25,25 1,-25-1,50 1,-50-26,50 50,-50 0,74-24,-24 24,-26-25,26 26,-25-26,24 25,26-24,-26 24,51-50,24 1,0 24,-25 50,-25-24,25 24,-24 0,-1 0,1 0,24 0,0 0,0 0,1 0,-1 24,-50 26,26-25,-50 49,24 1,1-1,-50-24,49 24,-49-24,25-1,-25 1,50 0,-50-26,25-24,-25 50,25-50,-25 50,0-75,0 0,-25 25,0 0</inkml:trace>
  <inkml:trace contextRef="#ctx0" brushRef="#br0" timeOffset="-14980.03">19670 9079,'0'0,"25"0,-25 99,75-74,-26 24,-24-24,25 25,-25-26,24-24,-49 25,50-25,-25 0,-1-25,26-24,-50-1,50 25,-50 1,99-26,-74 0,-25 26</inkml:trace>
  <inkml:trace contextRef="#ctx0" brushRef="#br0" timeOffset="-12657.89">21283 8855,'-25'0,"25"0,50 0,-1 0,50-49,-24 49,24-50,50 50,-50-74,25 74,-74-50,-25 50,-25-25</inkml:trace>
  <inkml:trace contextRef="#ctx0" brushRef="#br0" timeOffset="-12380.88">21804 8582,'24'0,"26"0,0 0,24 0,25 0,-24 0,-26 0,-24 0,0 0,-25 0,0 50,-50 0,1-26,-1-24,-24 75,24-75,50 49,-25-49,25 50,0-50</inkml:trace>
  <inkml:trace contextRef="#ctx0" brushRef="#br0" timeOffset="-11853.85">22399 8161,'0'-25,"50"0,24 25,0-49,1 49,-1-50,1 50,-1 0,-49-25,-100 25</inkml:trace>
  <inkml:trace contextRef="#ctx0" brushRef="#br0" timeOffset="-11524.83">22573 8086,'0'75,"0"-50,24-1,-24 51,25-50,-25 24,50 1,-50-25,25-1,-25 51,0-50,0-1,-50-24,25 0,-24 0,-1 0,25 0,0 0,25 0,75-49,-1-1</inkml:trace>
  <inkml:trace contextRef="#ctx0" brushRef="#br0" timeOffset="-11301.82">22994 7937,'0'25,"50"25,-50 0,25-1,-25 26,49-51,-49 1,25 50,-25-51</inkml:trace>
  <inkml:trace contextRef="#ctx0" brushRef="#br0" timeOffset="-10991.8">23317 8086,'0'0,"-25"0,25 25,-74 0,49 49,25-49,0 0,49-25,1 0,0 0,-1 0,26 0,-26 0,-24 0,25 0</inkml:trace>
  <inkml:trace contextRef="#ctx0" brushRef="#br0" timeOffset="-10115.75">22994 9004,'0'-50,"0"100,0 0,0-1,0 1,25 24,-25-49,0 0,0 0,0 24,0-24,0 0,-25 49</inkml:trace>
  <inkml:trace contextRef="#ctx0" brushRef="#br0" timeOffset="-9844.73">22647 9252,'0'-25,"50"25,-1-74,1 74,49-74,-25 74,26-75,-26 75,25-50,-24 50,-26-74,-24 74,25-25,-50 25,-25 50</inkml:trace>
  <inkml:trace contextRef="#ctx0" brushRef="#br0" timeOffset="-8675.67">22994 10046,'-49'0,"49"0,0 25,0 24,0 1,0-25,0 0,0 24,0-24</inkml:trace>
  <inkml:trace contextRef="#ctx0" brushRef="#br0" timeOffset="-8309.64">22920 9922,'0'-25,"25"-25,24 50,-24 0,25 0,-25 0,24 0,-24 50,-25-25,74 0,-74 24,0-24,0 0,0 25,0-1,-49-49,49 50,-75-50,51 49,-26-49,-25 25,51-25,24 25,-50-25</inkml:trace>
  <inkml:trace contextRef="#ctx0" brushRef="#br0" timeOffset="-8053.63">22796 10616</inkml:trace>
  <inkml:trace contextRef="#ctx0" brushRef="#br0" timeOffset="-7739.61">22201 11162,'49'0,"1"0,24-74,1 49,49-25,0 1,-25-1,-25 50,-24 0</inkml:trace>
  <inkml:trace contextRef="#ctx0" brushRef="#br0" timeOffset="-7551.6">22498 11212,'50'-50,"-25"50,24-50,1 50,-1-49,1 49,24-50,-49 50</inkml:trace>
  <inkml:trace contextRef="#ctx0" brushRef="#br0" timeOffset="-5188.47">21903 7739,'-99'0,"24"0,26 0,-1 0,0 25,50 24,0 1,0-25,25 49,25-49,-1 25,26-25,-1 49,1 0,-51 50,-24 0,0 25,0-25,0 0,-24-25,-26-24,50-50,-50-25,75 0,0 0,25 0,-26 0,26 25,-50 74,0 198,-50-24,1-25,-1-24,1-51,-1-24,50-75,-25-24,25 0,0-1,25-49,0 50,24-50,26 0,-1 0,-24 0,0 49,-1 1,-49 24,0 100,-25 49,-49-49,24 0,1-50,49-50,-50-74,50 25,25-25,49 0,100-25,74-25,0 1,-50-26,1-49</inkml:trace>
  <inkml:trace contextRef="#ctx0" brushRef="#br0" timeOffset="-4108.4">23366 7615,'0'-50,"0"-24,50 49,0-24,24 24,0 25,1-50,-50 50,-1 0,-24 50,0-1,-24 26,-51 49,-24 0,0-25,49-25,1 26,49-26,-25-24,25-1,0 1,25 49,24-49,1-1,-1-24,26 25,-50-25,-25-1,0 26,0 0,-25 24,-25 25,-24-24,24-1,50-24,0-1,0 1,25 0,49 49,-24-25,49 25,-49-49,-1 24,-24-24,-25 0,0-1,0 26,-49-26,24 1,-25-50,25 25,-24-25,-26 0,26 0,24 0,25 24,0 26,25-50,49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9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6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45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44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7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31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68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5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90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35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75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B0920-D393-4A9A-8C48-3320141C920F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E793A-1415-42E1-8C79-AE7F73703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85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customXml" Target="../ink/ink6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8.xml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customXml" Target="../ink/ink10.xml"/><Relationship Id="rId4" Type="http://schemas.openxmlformats.org/officeDocument/2006/relationships/image" Target="../media/image2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emf"/><Relationship Id="rId4" Type="http://schemas.openxmlformats.org/officeDocument/2006/relationships/customXml" Target="../ink/ink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customXml" Target="../ink/ink1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customXml" Target="../ink/ink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customXml" Target="../ink/ink2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customXml" Target="../ink/ink2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59.emf"/><Relationship Id="rId4" Type="http://schemas.openxmlformats.org/officeDocument/2006/relationships/customXml" Target="../ink/ink3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385" y="497776"/>
            <a:ext cx="2917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8059420" cy="44240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38760" marR="6985" indent="-226695" algn="just">
              <a:lnSpc>
                <a:spcPct val="100800"/>
              </a:lnSpc>
              <a:spcBef>
                <a:spcPts val="85"/>
              </a:spcBef>
              <a:buFont typeface="Arial MT"/>
              <a:buChar char="•"/>
              <a:tabLst>
                <a:tab pos="23939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outputs</a:t>
            </a:r>
            <a:r>
              <a:rPr sz="2100" spc="5" dirty="0">
                <a:latin typeface="Calibri"/>
                <a:cs typeface="Calibri"/>
              </a:rPr>
              <a:t> of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digital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circuits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are</a:t>
            </a:r>
            <a:r>
              <a:rPr sz="2100" spc="-5" dirty="0">
                <a:latin typeface="Calibri"/>
                <a:cs typeface="Calibri"/>
              </a:rPr>
              <a:t> dependent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entirely</a:t>
            </a:r>
            <a:r>
              <a:rPr sz="2100" spc="45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  </a:t>
            </a:r>
            <a:r>
              <a:rPr sz="2100" dirty="0">
                <a:latin typeface="Calibri"/>
                <a:cs typeface="Calibri"/>
              </a:rPr>
              <a:t>their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inputs.</a:t>
            </a:r>
            <a:endParaRPr sz="2100" dirty="0">
              <a:latin typeface="Calibri"/>
              <a:cs typeface="Calibri"/>
            </a:endParaRPr>
          </a:p>
          <a:p>
            <a:pPr marL="238760" marR="6985" indent="-226695" algn="just">
              <a:lnSpc>
                <a:spcPct val="100699"/>
              </a:lnSpc>
              <a:spcBef>
                <a:spcPts val="415"/>
              </a:spcBef>
              <a:buFont typeface="Arial MT"/>
              <a:buChar char="•"/>
              <a:tabLst>
                <a:tab pos="239395" algn="l"/>
              </a:tabLst>
            </a:pPr>
            <a:r>
              <a:rPr sz="2100" spc="-30" dirty="0">
                <a:latin typeface="Calibri"/>
                <a:cs typeface="Calibri"/>
              </a:rPr>
              <a:t>However, </a:t>
            </a:r>
            <a:r>
              <a:rPr sz="2100" spc="-5" dirty="0">
                <a:latin typeface="Calibri"/>
                <a:cs typeface="Calibri"/>
              </a:rPr>
              <a:t>there </a:t>
            </a:r>
            <a:r>
              <a:rPr sz="2100" spc="-15" dirty="0">
                <a:latin typeface="Calibri"/>
                <a:cs typeface="Calibri"/>
              </a:rPr>
              <a:t>are </a:t>
            </a:r>
            <a:r>
              <a:rPr sz="2100" spc="-5" dirty="0">
                <a:latin typeface="Calibri"/>
                <a:cs typeface="Calibri"/>
              </a:rPr>
              <a:t>requirements </a:t>
            </a:r>
            <a:r>
              <a:rPr sz="2100" spc="-15" dirty="0">
                <a:latin typeface="Calibri"/>
                <a:cs typeface="Calibri"/>
              </a:rPr>
              <a:t>for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10" dirty="0">
                <a:latin typeface="Calibri"/>
                <a:cs typeface="Calibri"/>
              </a:rPr>
              <a:t>digital </a:t>
            </a:r>
            <a:r>
              <a:rPr sz="2100" spc="-5" dirty="0">
                <a:latin typeface="Calibri"/>
                <a:cs typeface="Calibri"/>
              </a:rPr>
              <a:t>device </a:t>
            </a:r>
            <a:r>
              <a:rPr sz="2100" spc="5" dirty="0">
                <a:latin typeface="Calibri"/>
                <a:cs typeface="Calibri"/>
              </a:rPr>
              <a:t>or </a:t>
            </a:r>
            <a:r>
              <a:rPr sz="2100" spc="-10" dirty="0">
                <a:latin typeface="Calibri"/>
                <a:cs typeface="Calibri"/>
              </a:rPr>
              <a:t>circuit </a:t>
            </a:r>
            <a:r>
              <a:rPr sz="2100" dirty="0">
                <a:latin typeface="Calibri"/>
                <a:cs typeface="Calibri"/>
              </a:rPr>
              <a:t>whose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output </a:t>
            </a:r>
            <a:r>
              <a:rPr sz="2100" spc="-5" dirty="0">
                <a:latin typeface="Calibri"/>
                <a:cs typeface="Calibri"/>
              </a:rPr>
              <a:t>will remain unchanged, once </a:t>
            </a:r>
            <a:r>
              <a:rPr sz="2100" dirty="0">
                <a:latin typeface="Calibri"/>
                <a:cs typeface="Calibri"/>
              </a:rPr>
              <a:t>set, </a:t>
            </a:r>
            <a:r>
              <a:rPr sz="2100" spc="-5" dirty="0">
                <a:latin typeface="Calibri"/>
                <a:cs typeface="Calibri"/>
              </a:rPr>
              <a:t>even if </a:t>
            </a:r>
            <a:r>
              <a:rPr sz="2100" spc="-10" dirty="0">
                <a:latin typeface="Calibri"/>
                <a:cs typeface="Calibri"/>
              </a:rPr>
              <a:t>there </a:t>
            </a:r>
            <a:r>
              <a:rPr sz="2100" spc="-5" dirty="0">
                <a:latin typeface="Calibri"/>
                <a:cs typeface="Calibri"/>
              </a:rPr>
              <a:t>is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10" dirty="0">
                <a:latin typeface="Calibri"/>
                <a:cs typeface="Calibri"/>
              </a:rPr>
              <a:t>change </a:t>
            </a:r>
            <a:r>
              <a:rPr sz="2100" spc="-5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input level(s). Such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5" dirty="0">
                <a:latin typeface="Calibri"/>
                <a:cs typeface="Calibri"/>
              </a:rPr>
              <a:t>device could </a:t>
            </a:r>
            <a:r>
              <a:rPr sz="2100" dirty="0">
                <a:latin typeface="Calibri"/>
                <a:cs typeface="Calibri"/>
              </a:rPr>
              <a:t>be used </a:t>
            </a:r>
            <a:r>
              <a:rPr sz="2100" spc="-10" dirty="0">
                <a:latin typeface="Calibri"/>
                <a:cs typeface="Calibri"/>
              </a:rPr>
              <a:t>to </a:t>
            </a:r>
            <a:r>
              <a:rPr sz="2100" spc="-15" dirty="0">
                <a:latin typeface="Calibri"/>
                <a:cs typeface="Calibri"/>
              </a:rPr>
              <a:t>store </a:t>
            </a:r>
            <a:r>
              <a:rPr sz="2100" dirty="0">
                <a:latin typeface="Calibri"/>
                <a:cs typeface="Calibri"/>
              </a:rPr>
              <a:t>a binary number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called Flip-Flop.</a:t>
            </a:r>
            <a:endParaRPr sz="2100" dirty="0">
              <a:latin typeface="Calibri"/>
              <a:cs typeface="Calibri"/>
            </a:endParaRPr>
          </a:p>
          <a:p>
            <a:pPr marL="238760" marR="8255" indent="-226695" algn="just">
              <a:lnSpc>
                <a:spcPct val="100899"/>
              </a:lnSpc>
              <a:spcBef>
                <a:spcPts val="405"/>
              </a:spcBef>
              <a:buFont typeface="Arial MT"/>
              <a:buChar char="•"/>
              <a:tabLst>
                <a:tab pos="239395" algn="l"/>
              </a:tabLst>
            </a:pPr>
            <a:r>
              <a:rPr sz="2100" spc="-5" dirty="0">
                <a:latin typeface="Calibri"/>
                <a:cs typeface="Calibri"/>
              </a:rPr>
              <a:t>Flip-flops </a:t>
            </a:r>
            <a:r>
              <a:rPr sz="2100" spc="-10" dirty="0">
                <a:latin typeface="Calibri"/>
                <a:cs typeface="Calibri"/>
              </a:rPr>
              <a:t>are </a:t>
            </a:r>
            <a:r>
              <a:rPr sz="2100" dirty="0">
                <a:latin typeface="Calibri"/>
                <a:cs typeface="Calibri"/>
              </a:rPr>
              <a:t>used </a:t>
            </a:r>
            <a:r>
              <a:rPr sz="2100" spc="-5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construction </a:t>
            </a:r>
            <a:r>
              <a:rPr sz="2100" dirty="0">
                <a:latin typeface="Calibri"/>
                <a:cs typeface="Calibri"/>
              </a:rPr>
              <a:t>of </a:t>
            </a:r>
            <a:r>
              <a:rPr sz="2100" spc="-15" dirty="0">
                <a:latin typeface="Calibri"/>
                <a:cs typeface="Calibri"/>
              </a:rPr>
              <a:t>registers </a:t>
            </a:r>
            <a:r>
              <a:rPr sz="2100" spc="-5" dirty="0">
                <a:latin typeface="Calibri"/>
                <a:cs typeface="Calibri"/>
              </a:rPr>
              <a:t>and </a:t>
            </a:r>
            <a:r>
              <a:rPr sz="2100" spc="-10" dirty="0">
                <a:latin typeface="Calibri"/>
                <a:cs typeface="Calibri"/>
              </a:rPr>
              <a:t>counters, </a:t>
            </a:r>
            <a:r>
              <a:rPr sz="2100" dirty="0">
                <a:latin typeface="Calibri"/>
                <a:cs typeface="Calibri"/>
              </a:rPr>
              <a:t>and </a:t>
            </a:r>
            <a:r>
              <a:rPr sz="2100" spc="-5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numerous </a:t>
            </a:r>
            <a:r>
              <a:rPr sz="2100" dirty="0">
                <a:latin typeface="Calibri"/>
                <a:cs typeface="Calibri"/>
              </a:rPr>
              <a:t>other</a:t>
            </a:r>
            <a:r>
              <a:rPr sz="2100" spc="-5" dirty="0">
                <a:latin typeface="Calibri"/>
                <a:cs typeface="Calibri"/>
              </a:rPr>
              <a:t> applications.</a:t>
            </a:r>
            <a:endParaRPr sz="2100" dirty="0">
              <a:latin typeface="Calibri"/>
              <a:cs typeface="Calibri"/>
            </a:endParaRPr>
          </a:p>
          <a:p>
            <a:pPr marL="238760" indent="-226695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39395" algn="l"/>
              </a:tabLst>
            </a:pPr>
            <a:r>
              <a:rPr sz="2100" dirty="0">
                <a:latin typeface="Calibri"/>
                <a:cs typeface="Calibri"/>
              </a:rPr>
              <a:t>In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5" dirty="0">
                <a:latin typeface="Calibri"/>
                <a:cs typeface="Calibri"/>
              </a:rPr>
              <a:t>sequential </a:t>
            </a:r>
            <a:r>
              <a:rPr sz="2100" dirty="0">
                <a:latin typeface="Calibri"/>
                <a:cs typeface="Calibri"/>
              </a:rPr>
              <a:t>logic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circuit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flip-flops</a:t>
            </a:r>
            <a:r>
              <a:rPr sz="2100" dirty="0">
                <a:latin typeface="Calibri"/>
                <a:cs typeface="Calibri"/>
              </a:rPr>
              <a:t> serve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 </a:t>
            </a:r>
            <a:r>
              <a:rPr sz="2100" spc="-30" dirty="0">
                <a:latin typeface="Calibri"/>
                <a:cs typeface="Calibri"/>
              </a:rPr>
              <a:t>key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memory</a:t>
            </a:r>
            <a:r>
              <a:rPr sz="2100" dirty="0">
                <a:latin typeface="Calibri"/>
                <a:cs typeface="Calibri"/>
              </a:rPr>
              <a:t> elements.</a:t>
            </a:r>
          </a:p>
          <a:p>
            <a:pPr marL="238760" marR="5080" indent="-226695" algn="just">
              <a:lnSpc>
                <a:spcPct val="100600"/>
              </a:lnSpc>
              <a:spcBef>
                <a:spcPts val="425"/>
              </a:spcBef>
              <a:buFont typeface="Arial MT"/>
              <a:buChar char="•"/>
              <a:tabLst>
                <a:tab pos="239395" algn="l"/>
              </a:tabLst>
            </a:pPr>
            <a:r>
              <a:rPr sz="2100" spc="-5" dirty="0">
                <a:latin typeface="Calibri"/>
                <a:cs typeface="Calibri"/>
              </a:rPr>
              <a:t>Analysis </a:t>
            </a:r>
            <a:r>
              <a:rPr sz="2100" spc="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such </a:t>
            </a:r>
            <a:r>
              <a:rPr sz="2100" spc="-10" dirty="0">
                <a:latin typeface="Calibri"/>
                <a:cs typeface="Calibri"/>
              </a:rPr>
              <a:t>circuits are </a:t>
            </a:r>
            <a:r>
              <a:rPr sz="2100" dirty="0">
                <a:latin typeface="Calibri"/>
                <a:cs typeface="Calibri"/>
              </a:rPr>
              <a:t>done </a:t>
            </a:r>
            <a:r>
              <a:rPr sz="2100" spc="-5" dirty="0">
                <a:latin typeface="Calibri"/>
                <a:cs typeface="Calibri"/>
              </a:rPr>
              <a:t>through </a:t>
            </a:r>
            <a:r>
              <a:rPr sz="2100" dirty="0">
                <a:latin typeface="Calibri"/>
                <a:cs typeface="Calibri"/>
              </a:rPr>
              <a:t>truth </a:t>
            </a:r>
            <a:r>
              <a:rPr sz="2100" spc="-5" dirty="0">
                <a:latin typeface="Calibri"/>
                <a:cs typeface="Calibri"/>
              </a:rPr>
              <a:t>tables </a:t>
            </a:r>
            <a:r>
              <a:rPr sz="2100" dirty="0">
                <a:latin typeface="Calibri"/>
                <a:cs typeface="Calibri"/>
              </a:rPr>
              <a:t>or </a:t>
            </a:r>
            <a:r>
              <a:rPr sz="2100" spc="-10" dirty="0">
                <a:latin typeface="Calibri"/>
                <a:cs typeface="Calibri"/>
              </a:rPr>
              <a:t>characteristic </a:t>
            </a:r>
            <a:r>
              <a:rPr sz="2100" spc="-5" dirty="0">
                <a:latin typeface="Calibri"/>
                <a:cs typeface="Calibri"/>
              </a:rPr>
              <a:t> equations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flip-flops.</a:t>
            </a:r>
            <a:r>
              <a:rPr sz="2100" dirty="0">
                <a:latin typeface="Calibri"/>
                <a:cs typeface="Calibri"/>
              </a:rPr>
              <a:t> 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analysis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result</a:t>
            </a:r>
            <a:r>
              <a:rPr sz="2100" spc="-5" dirty="0">
                <a:latin typeface="Calibri"/>
                <a:cs typeface="Calibri"/>
              </a:rPr>
              <a:t> is</a:t>
            </a:r>
            <a:r>
              <a:rPr sz="2100" spc="45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normally</a:t>
            </a:r>
            <a:r>
              <a:rPr sz="2100" spc="47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presented 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through </a:t>
            </a:r>
            <a:r>
              <a:rPr sz="2100" spc="-20" dirty="0">
                <a:latin typeface="Calibri"/>
                <a:cs typeface="Calibri"/>
              </a:rPr>
              <a:t>state </a:t>
            </a:r>
            <a:r>
              <a:rPr sz="2100" spc="-5" dirty="0">
                <a:latin typeface="Calibri"/>
                <a:cs typeface="Calibri"/>
              </a:rPr>
              <a:t>table </a:t>
            </a:r>
            <a:r>
              <a:rPr sz="2100" spc="5" dirty="0">
                <a:latin typeface="Calibri"/>
                <a:cs typeface="Calibri"/>
              </a:rPr>
              <a:t>or </a:t>
            </a:r>
            <a:r>
              <a:rPr sz="2100" spc="-20" dirty="0">
                <a:latin typeface="Calibri"/>
                <a:cs typeface="Calibri"/>
              </a:rPr>
              <a:t>state </a:t>
            </a:r>
            <a:r>
              <a:rPr sz="2100" spc="-10" dirty="0">
                <a:latin typeface="Calibri"/>
                <a:cs typeface="Calibri"/>
              </a:rPr>
              <a:t>transition </a:t>
            </a:r>
            <a:r>
              <a:rPr sz="2100" spc="-5" dirty="0">
                <a:latin typeface="Calibri"/>
                <a:cs typeface="Calibri"/>
              </a:rPr>
              <a:t>diagram </a:t>
            </a:r>
            <a:r>
              <a:rPr sz="2100" dirty="0">
                <a:latin typeface="Calibri"/>
                <a:cs typeface="Calibri"/>
              </a:rPr>
              <a:t>and </a:t>
            </a:r>
            <a:r>
              <a:rPr sz="2100" spc="-5" dirty="0">
                <a:latin typeface="Calibri"/>
                <a:cs typeface="Calibri"/>
              </a:rPr>
              <a:t>also through timing 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diagram.</a:t>
            </a:r>
            <a:endParaRPr sz="2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180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 New Roman" pitchFamily="18" charset="0"/>
              </a:rPr>
              <a:t>Introduction</a:t>
            </a:r>
            <a:endParaRPr lang="en-GB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543800" cy="4648200"/>
          </a:xfrm>
        </p:spPr>
        <p:txBody>
          <a:bodyPr>
            <a:normAutofit fontScale="85000" lnSpcReduction="20000"/>
          </a:bodyPr>
          <a:lstStyle/>
          <a:p>
            <a:pPr>
              <a:buSzPct val="120000"/>
              <a:buFont typeface="Wingdings" pitchFamily="2" charset="2"/>
              <a:buChar char="§"/>
            </a:pPr>
            <a:r>
              <a:rPr lang="en-GB"/>
              <a:t>There are two types of sequential circuits: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 i="1">
                <a:solidFill>
                  <a:srgbClr val="0000CC"/>
                </a:solidFill>
              </a:rPr>
              <a:t>synchronous</a:t>
            </a:r>
            <a:r>
              <a:rPr lang="en-GB"/>
              <a:t>: outputs change only at specific time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 i="1">
                <a:solidFill>
                  <a:srgbClr val="0000CC"/>
                </a:solidFill>
              </a:rPr>
              <a:t>asynchronous</a:t>
            </a:r>
            <a:r>
              <a:rPr lang="en-GB"/>
              <a:t>: outputs change at any time</a:t>
            </a:r>
          </a:p>
          <a:p>
            <a:pPr>
              <a:spcBef>
                <a:spcPct val="40000"/>
              </a:spcBef>
              <a:buSzPct val="120000"/>
              <a:buFont typeface="Wingdings" pitchFamily="2" charset="2"/>
              <a:buChar char="§"/>
            </a:pPr>
            <a:r>
              <a:rPr lang="en-GB" i="1"/>
              <a:t>Multivibrator</a:t>
            </a:r>
            <a:r>
              <a:rPr lang="en-GB"/>
              <a:t>: a class of sequential circuits.  They can be: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 i="1">
                <a:solidFill>
                  <a:srgbClr val="0000CC"/>
                </a:solidFill>
              </a:rPr>
              <a:t>bistable</a:t>
            </a:r>
            <a:r>
              <a:rPr lang="en-GB"/>
              <a:t> (2 stable states)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 i="1">
                <a:solidFill>
                  <a:srgbClr val="0000CC"/>
                </a:solidFill>
              </a:rPr>
              <a:t>monostable</a:t>
            </a:r>
            <a:r>
              <a:rPr lang="en-GB"/>
              <a:t> or </a:t>
            </a:r>
            <a:r>
              <a:rPr lang="en-GB" i="1">
                <a:solidFill>
                  <a:srgbClr val="0000CC"/>
                </a:solidFill>
              </a:rPr>
              <a:t>one-shot</a:t>
            </a:r>
            <a:r>
              <a:rPr lang="en-GB"/>
              <a:t> (1 stable state)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 i="1">
                <a:solidFill>
                  <a:srgbClr val="0000CC"/>
                </a:solidFill>
              </a:rPr>
              <a:t>astable</a:t>
            </a:r>
            <a:r>
              <a:rPr lang="en-GB"/>
              <a:t> (no stable state)</a:t>
            </a:r>
          </a:p>
          <a:p>
            <a:pPr>
              <a:spcBef>
                <a:spcPct val="40000"/>
              </a:spcBef>
              <a:buSzPct val="120000"/>
              <a:buFont typeface="Wingdings" pitchFamily="2" charset="2"/>
              <a:buChar char="§"/>
            </a:pPr>
            <a:r>
              <a:rPr lang="en-GB"/>
              <a:t>Bistable logic devices: </a:t>
            </a:r>
            <a:r>
              <a:rPr lang="en-GB" i="1">
                <a:solidFill>
                  <a:srgbClr val="0000CC"/>
                </a:solidFill>
              </a:rPr>
              <a:t>latches</a:t>
            </a:r>
            <a:r>
              <a:rPr lang="en-GB"/>
              <a:t> and </a:t>
            </a:r>
            <a:r>
              <a:rPr lang="en-GB" i="1">
                <a:solidFill>
                  <a:srgbClr val="0000CC"/>
                </a:solidFill>
              </a:rPr>
              <a:t>flip-flops</a:t>
            </a:r>
            <a:r>
              <a:rPr lang="en-GB"/>
              <a:t>.</a:t>
            </a:r>
          </a:p>
          <a:p>
            <a:pPr>
              <a:spcBef>
                <a:spcPct val="40000"/>
              </a:spcBef>
              <a:buSzPct val="120000"/>
              <a:buFont typeface="Wingdings" pitchFamily="2" charset="2"/>
              <a:buChar char="§"/>
            </a:pPr>
            <a:r>
              <a:rPr lang="en-GB"/>
              <a:t>Latches and flip-flops differ in the method used for changing their state.</a:t>
            </a:r>
          </a:p>
        </p:txBody>
      </p:sp>
    </p:spTree>
    <p:extLst>
      <p:ext uri="{BB962C8B-B14F-4D97-AF65-F5344CB8AC3E}">
        <p14:creationId xmlns:p14="http://schemas.microsoft.com/office/powerpoint/2010/main" val="10571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 New Roman" pitchFamily="18" charset="0"/>
              </a:rPr>
              <a:t>Memory Elements</a:t>
            </a:r>
            <a:endParaRPr lang="en-GB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543800" cy="2971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SzPct val="120000"/>
              <a:buFont typeface="Wingdings" pitchFamily="2" charset="2"/>
              <a:buChar char="§"/>
            </a:pPr>
            <a:r>
              <a:rPr lang="en-GB" b="1" dirty="0">
                <a:solidFill>
                  <a:srgbClr val="0000CC"/>
                </a:solidFill>
              </a:rPr>
              <a:t>Memory element</a:t>
            </a:r>
            <a:r>
              <a:rPr lang="en-GB" dirty="0"/>
              <a:t>: a device which can remember value indefinitely, or change value on command from its inputs.</a:t>
            </a:r>
          </a:p>
          <a:p>
            <a:pPr>
              <a:lnSpc>
                <a:spcPct val="90000"/>
              </a:lnSpc>
              <a:spcBef>
                <a:spcPct val="400000"/>
              </a:spcBef>
              <a:buSzPct val="120000"/>
              <a:buFont typeface="Wingdings" pitchFamily="2" charset="2"/>
              <a:buChar char="§"/>
            </a:pPr>
            <a:r>
              <a:rPr lang="en-GB" dirty="0">
                <a:solidFill>
                  <a:srgbClr val="0000CC"/>
                </a:solidFill>
              </a:rPr>
              <a:t>Characteristic table:</a:t>
            </a:r>
          </a:p>
        </p:txBody>
      </p:sp>
      <p:graphicFrame>
        <p:nvGraphicFramePr>
          <p:cNvPr id="1026" name="Object 38"/>
          <p:cNvGraphicFramePr>
            <a:graphicFrameLocks noChangeAspect="1"/>
          </p:cNvGraphicFramePr>
          <p:nvPr/>
        </p:nvGraphicFramePr>
        <p:xfrm>
          <a:off x="2514600" y="4191000"/>
          <a:ext cx="3316288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19920" imgH="2019240" progId="Word.Document.8">
                  <p:embed/>
                </p:oleObj>
              </mc:Choice>
              <mc:Fallback>
                <p:oleObj name="Document" r:id="rId2" imgW="3319920" imgH="2019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91000"/>
                        <a:ext cx="3316288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2" name="Group 42"/>
          <p:cNvGrpSpPr>
            <a:grpSpLocks/>
          </p:cNvGrpSpPr>
          <p:nvPr/>
        </p:nvGrpSpPr>
        <p:grpSpPr bwMode="auto">
          <a:xfrm>
            <a:off x="2286000" y="2590800"/>
            <a:ext cx="5334000" cy="838200"/>
            <a:chOff x="1440" y="1632"/>
            <a:chExt cx="3360" cy="528"/>
          </a:xfrm>
        </p:grpSpPr>
        <p:sp>
          <p:nvSpPr>
            <p:cNvPr id="1038" name="Text Box 29"/>
            <p:cNvSpPr txBox="1">
              <a:spLocks noChangeArrowheads="1"/>
            </p:cNvSpPr>
            <p:nvPr/>
          </p:nvSpPr>
          <p:spPr bwMode="auto">
            <a:xfrm>
              <a:off x="1440" y="1805"/>
              <a:ext cx="8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command</a:t>
              </a:r>
              <a:r>
                <a:rPr lang="en-GB" sz="1800" b="0"/>
                <a:t> </a:t>
              </a:r>
            </a:p>
          </p:txBody>
        </p:sp>
        <p:sp>
          <p:nvSpPr>
            <p:cNvPr id="1039" name="Rectangle 7"/>
            <p:cNvSpPr>
              <a:spLocks noChangeArrowheads="1"/>
            </p:cNvSpPr>
            <p:nvPr/>
          </p:nvSpPr>
          <p:spPr bwMode="auto">
            <a:xfrm>
              <a:off x="2644" y="1632"/>
              <a:ext cx="860" cy="5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Text Box 8"/>
            <p:cNvSpPr txBox="1">
              <a:spLocks noChangeArrowheads="1"/>
            </p:cNvSpPr>
            <p:nvPr/>
          </p:nvSpPr>
          <p:spPr bwMode="auto">
            <a:xfrm>
              <a:off x="2688" y="1698"/>
              <a:ext cx="7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Memory element</a:t>
              </a:r>
              <a:endParaRPr lang="en-GB" sz="1800" b="0"/>
            </a:p>
          </p:txBody>
        </p:sp>
        <p:sp>
          <p:nvSpPr>
            <p:cNvPr id="1041" name="Line 9"/>
            <p:cNvSpPr>
              <a:spLocks noChangeShapeType="1"/>
            </p:cNvSpPr>
            <p:nvPr/>
          </p:nvSpPr>
          <p:spPr bwMode="auto">
            <a:xfrm>
              <a:off x="2208" y="1901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42" name="Text Box 30"/>
            <p:cNvSpPr txBox="1">
              <a:spLocks noChangeArrowheads="1"/>
            </p:cNvSpPr>
            <p:nvPr/>
          </p:nvSpPr>
          <p:spPr bwMode="auto">
            <a:xfrm>
              <a:off x="3936" y="1805"/>
              <a:ext cx="8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stored value</a:t>
              </a:r>
              <a:r>
                <a:rPr lang="en-GB" sz="1800" b="0"/>
                <a:t> </a:t>
              </a:r>
            </a:p>
          </p:txBody>
        </p:sp>
        <p:sp>
          <p:nvSpPr>
            <p:cNvPr id="1043" name="Line 33"/>
            <p:cNvSpPr>
              <a:spLocks noChangeShapeType="1"/>
            </p:cNvSpPr>
            <p:nvPr/>
          </p:nvSpPr>
          <p:spPr bwMode="auto">
            <a:xfrm>
              <a:off x="3504" y="1901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44" name="Text Box 41"/>
            <p:cNvSpPr txBox="1">
              <a:spLocks noChangeArrowheads="1"/>
            </p:cNvSpPr>
            <p:nvPr/>
          </p:nvSpPr>
          <p:spPr bwMode="auto">
            <a:xfrm>
              <a:off x="3648" y="168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 i="1"/>
                <a:t>Q</a:t>
              </a:r>
              <a:endParaRPr lang="en-GB" sz="1800" b="0"/>
            </a:p>
          </p:txBody>
        </p:sp>
      </p:grpSp>
      <p:sp>
        <p:nvSpPr>
          <p:cNvPr id="1033" name="Text Box 47"/>
          <p:cNvSpPr txBox="1">
            <a:spLocks noChangeArrowheads="1"/>
          </p:cNvSpPr>
          <p:nvPr/>
        </p:nvSpPr>
        <p:spPr bwMode="auto">
          <a:xfrm>
            <a:off x="5562600" y="4419600"/>
            <a:ext cx="26670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800" b="0" i="1"/>
              <a:t>Q(t)</a:t>
            </a:r>
            <a:r>
              <a:rPr lang="en-US" sz="1800" b="0"/>
              <a:t>: current state</a:t>
            </a:r>
          </a:p>
          <a:p>
            <a:r>
              <a:rPr lang="en-US" sz="1800" b="0" i="1"/>
              <a:t>Q(t+1)</a:t>
            </a:r>
            <a:r>
              <a:rPr lang="en-US" sz="1800" b="0"/>
              <a:t> or </a:t>
            </a:r>
            <a:r>
              <a:rPr lang="en-US" sz="1800" b="0" i="1"/>
              <a:t>Q</a:t>
            </a:r>
            <a:r>
              <a:rPr lang="en-US" sz="1800" b="0" i="1" baseline="30000"/>
              <a:t>+</a:t>
            </a:r>
            <a:r>
              <a:rPr lang="en-US" sz="1800" b="0"/>
              <a:t>: next state</a:t>
            </a:r>
          </a:p>
        </p:txBody>
      </p:sp>
    </p:spTree>
    <p:extLst>
      <p:ext uri="{BB962C8B-B14F-4D97-AF65-F5344CB8AC3E}">
        <p14:creationId xmlns:p14="http://schemas.microsoft.com/office/powerpoint/2010/main" val="104281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 New Roman" pitchFamily="18" charset="0"/>
              </a:rPr>
              <a:t>Memory Elements</a:t>
            </a:r>
            <a:endParaRPr lang="en-GB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696200" cy="3276600"/>
          </a:xfrm>
        </p:spPr>
        <p:txBody>
          <a:bodyPr>
            <a:normAutofit fontScale="85000" lnSpcReduction="10000"/>
          </a:bodyPr>
          <a:lstStyle/>
          <a:p>
            <a:pPr>
              <a:buSzPct val="120000"/>
              <a:buFont typeface="Wingdings" pitchFamily="2" charset="2"/>
              <a:buChar char="§"/>
            </a:pPr>
            <a:r>
              <a:rPr lang="en-GB"/>
              <a:t>Memory element with clock. Flip-flops are memory elements that change state on clock signals.</a:t>
            </a:r>
          </a:p>
          <a:p>
            <a:pPr>
              <a:spcBef>
                <a:spcPct val="500000"/>
              </a:spcBef>
              <a:buSzPct val="120000"/>
              <a:buFont typeface="Wingdings" pitchFamily="2" charset="2"/>
              <a:buChar char="§"/>
            </a:pPr>
            <a:r>
              <a:rPr lang="en-GB"/>
              <a:t>Clock is usually a square wave.</a:t>
            </a:r>
          </a:p>
        </p:txBody>
      </p:sp>
      <p:grpSp>
        <p:nvGrpSpPr>
          <p:cNvPr id="15367" name="Group 47"/>
          <p:cNvGrpSpPr>
            <a:grpSpLocks/>
          </p:cNvGrpSpPr>
          <p:nvPr/>
        </p:nvGrpSpPr>
        <p:grpSpPr bwMode="auto">
          <a:xfrm>
            <a:off x="2286000" y="2286000"/>
            <a:ext cx="5334000" cy="1479550"/>
            <a:chOff x="1440" y="1200"/>
            <a:chExt cx="3360" cy="932"/>
          </a:xfrm>
        </p:grpSpPr>
        <p:sp>
          <p:nvSpPr>
            <p:cNvPr id="15407" name="Text Box 7"/>
            <p:cNvSpPr txBox="1">
              <a:spLocks noChangeArrowheads="1"/>
            </p:cNvSpPr>
            <p:nvPr/>
          </p:nvSpPr>
          <p:spPr bwMode="auto">
            <a:xfrm>
              <a:off x="1440" y="1373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command</a:t>
              </a:r>
              <a:r>
                <a:rPr lang="en-GB" sz="1800" b="0"/>
                <a:t> </a:t>
              </a:r>
            </a:p>
          </p:txBody>
        </p:sp>
        <p:sp>
          <p:nvSpPr>
            <p:cNvPr id="15408" name="Rectangle 8"/>
            <p:cNvSpPr>
              <a:spLocks noChangeArrowheads="1"/>
            </p:cNvSpPr>
            <p:nvPr/>
          </p:nvSpPr>
          <p:spPr bwMode="auto">
            <a:xfrm>
              <a:off x="2644" y="1200"/>
              <a:ext cx="860" cy="5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9" name="Text Box 9"/>
            <p:cNvSpPr txBox="1">
              <a:spLocks noChangeArrowheads="1"/>
            </p:cNvSpPr>
            <p:nvPr/>
          </p:nvSpPr>
          <p:spPr bwMode="auto">
            <a:xfrm>
              <a:off x="2688" y="1266"/>
              <a:ext cx="768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Memory element</a:t>
              </a:r>
              <a:r>
                <a:rPr lang="en-GB" sz="1800" b="0"/>
                <a:t> </a:t>
              </a:r>
            </a:p>
          </p:txBody>
        </p:sp>
        <p:sp>
          <p:nvSpPr>
            <p:cNvPr id="15410" name="Line 10"/>
            <p:cNvSpPr>
              <a:spLocks noChangeShapeType="1"/>
            </p:cNvSpPr>
            <p:nvPr/>
          </p:nvSpPr>
          <p:spPr bwMode="auto">
            <a:xfrm>
              <a:off x="2208" y="1469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11" name="Text Box 11"/>
            <p:cNvSpPr txBox="1">
              <a:spLocks noChangeArrowheads="1"/>
            </p:cNvSpPr>
            <p:nvPr/>
          </p:nvSpPr>
          <p:spPr bwMode="auto">
            <a:xfrm>
              <a:off x="3936" y="137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stored value</a:t>
              </a:r>
              <a:r>
                <a:rPr lang="en-GB" sz="1800" b="0"/>
                <a:t> </a:t>
              </a:r>
            </a:p>
          </p:txBody>
        </p:sp>
        <p:sp>
          <p:nvSpPr>
            <p:cNvPr id="15412" name="Line 12"/>
            <p:cNvSpPr>
              <a:spLocks noChangeShapeType="1"/>
            </p:cNvSpPr>
            <p:nvPr/>
          </p:nvSpPr>
          <p:spPr bwMode="auto">
            <a:xfrm>
              <a:off x="3504" y="1469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13" name="Text Box 13"/>
            <p:cNvSpPr txBox="1">
              <a:spLocks noChangeArrowheads="1"/>
            </p:cNvSpPr>
            <p:nvPr/>
          </p:nvSpPr>
          <p:spPr bwMode="auto">
            <a:xfrm>
              <a:off x="3648" y="1248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 i="1"/>
                <a:t>Q</a:t>
              </a:r>
              <a:endParaRPr lang="en-GB" sz="1800" b="0"/>
            </a:p>
          </p:txBody>
        </p:sp>
        <p:sp>
          <p:nvSpPr>
            <p:cNvPr id="15414" name="Line 14"/>
            <p:cNvSpPr>
              <a:spLocks noChangeShapeType="1"/>
            </p:cNvSpPr>
            <p:nvPr/>
          </p:nvSpPr>
          <p:spPr bwMode="auto">
            <a:xfrm flipV="1">
              <a:off x="3072" y="172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15" name="Text Box 15"/>
            <p:cNvSpPr txBox="1">
              <a:spLocks noChangeArrowheads="1"/>
            </p:cNvSpPr>
            <p:nvPr/>
          </p:nvSpPr>
          <p:spPr bwMode="auto">
            <a:xfrm>
              <a:off x="2880" y="192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clock </a:t>
              </a:r>
            </a:p>
          </p:txBody>
        </p:sp>
      </p:grpSp>
      <p:grpSp>
        <p:nvGrpSpPr>
          <p:cNvPr id="15368" name="Group 56"/>
          <p:cNvGrpSpPr>
            <a:grpSpLocks/>
          </p:cNvGrpSpPr>
          <p:nvPr/>
        </p:nvGrpSpPr>
        <p:grpSpPr bwMode="auto">
          <a:xfrm>
            <a:off x="2209800" y="4572000"/>
            <a:ext cx="4572000" cy="1708150"/>
            <a:chOff x="1440" y="2640"/>
            <a:chExt cx="2880" cy="1076"/>
          </a:xfrm>
        </p:grpSpPr>
        <p:sp>
          <p:nvSpPr>
            <p:cNvPr id="15373" name="Line 17"/>
            <p:cNvSpPr>
              <a:spLocks noChangeShapeType="1"/>
            </p:cNvSpPr>
            <p:nvPr/>
          </p:nvSpPr>
          <p:spPr bwMode="auto">
            <a:xfrm>
              <a:off x="144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4" name="Line 18"/>
            <p:cNvSpPr>
              <a:spLocks noChangeShapeType="1"/>
            </p:cNvSpPr>
            <p:nvPr/>
          </p:nvSpPr>
          <p:spPr bwMode="auto">
            <a:xfrm>
              <a:off x="168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5" name="Line 19"/>
            <p:cNvSpPr>
              <a:spLocks noChangeShapeType="1"/>
            </p:cNvSpPr>
            <p:nvPr/>
          </p:nvSpPr>
          <p:spPr bwMode="auto">
            <a:xfrm rot="5400000">
              <a:off x="1560" y="3144"/>
              <a:ext cx="240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6" name="Line 20"/>
            <p:cNvSpPr>
              <a:spLocks noChangeShapeType="1"/>
            </p:cNvSpPr>
            <p:nvPr/>
          </p:nvSpPr>
          <p:spPr bwMode="auto">
            <a:xfrm>
              <a:off x="192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7" name="Line 21"/>
            <p:cNvSpPr>
              <a:spLocks noChangeShapeType="1"/>
            </p:cNvSpPr>
            <p:nvPr/>
          </p:nvSpPr>
          <p:spPr bwMode="auto">
            <a:xfrm>
              <a:off x="216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8" name="Line 22"/>
            <p:cNvSpPr>
              <a:spLocks noChangeShapeType="1"/>
            </p:cNvSpPr>
            <p:nvPr/>
          </p:nvSpPr>
          <p:spPr bwMode="auto">
            <a:xfrm rot="5400000">
              <a:off x="2040" y="3144"/>
              <a:ext cx="240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9" name="Line 23"/>
            <p:cNvSpPr>
              <a:spLocks noChangeShapeType="1"/>
            </p:cNvSpPr>
            <p:nvPr/>
          </p:nvSpPr>
          <p:spPr bwMode="auto">
            <a:xfrm rot="5400000">
              <a:off x="180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0" name="Line 24"/>
            <p:cNvSpPr>
              <a:spLocks noChangeShapeType="1"/>
            </p:cNvSpPr>
            <p:nvPr/>
          </p:nvSpPr>
          <p:spPr bwMode="auto">
            <a:xfrm>
              <a:off x="240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1" name="Line 25"/>
            <p:cNvSpPr>
              <a:spLocks noChangeShapeType="1"/>
            </p:cNvSpPr>
            <p:nvPr/>
          </p:nvSpPr>
          <p:spPr bwMode="auto">
            <a:xfrm>
              <a:off x="264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2" name="Line 26"/>
            <p:cNvSpPr>
              <a:spLocks noChangeShapeType="1"/>
            </p:cNvSpPr>
            <p:nvPr/>
          </p:nvSpPr>
          <p:spPr bwMode="auto">
            <a:xfrm rot="5400000">
              <a:off x="2520" y="3144"/>
              <a:ext cx="240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3" name="Line 27"/>
            <p:cNvSpPr>
              <a:spLocks noChangeShapeType="1"/>
            </p:cNvSpPr>
            <p:nvPr/>
          </p:nvSpPr>
          <p:spPr bwMode="auto">
            <a:xfrm rot="5400000">
              <a:off x="228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4" name="Line 28"/>
            <p:cNvSpPr>
              <a:spLocks noChangeShapeType="1"/>
            </p:cNvSpPr>
            <p:nvPr/>
          </p:nvSpPr>
          <p:spPr bwMode="auto">
            <a:xfrm>
              <a:off x="288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5" name="Line 29"/>
            <p:cNvSpPr>
              <a:spLocks noChangeShapeType="1"/>
            </p:cNvSpPr>
            <p:nvPr/>
          </p:nvSpPr>
          <p:spPr bwMode="auto">
            <a:xfrm>
              <a:off x="312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6" name="Line 30"/>
            <p:cNvSpPr>
              <a:spLocks noChangeShapeType="1"/>
            </p:cNvSpPr>
            <p:nvPr/>
          </p:nvSpPr>
          <p:spPr bwMode="auto">
            <a:xfrm rot="5400000">
              <a:off x="3000" y="3144"/>
              <a:ext cx="240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7" name="Line 31"/>
            <p:cNvSpPr>
              <a:spLocks noChangeShapeType="1"/>
            </p:cNvSpPr>
            <p:nvPr/>
          </p:nvSpPr>
          <p:spPr bwMode="auto">
            <a:xfrm rot="5400000">
              <a:off x="276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8" name="Line 32"/>
            <p:cNvSpPr>
              <a:spLocks noChangeShapeType="1"/>
            </p:cNvSpPr>
            <p:nvPr/>
          </p:nvSpPr>
          <p:spPr bwMode="auto">
            <a:xfrm>
              <a:off x="336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9" name="Line 33"/>
            <p:cNvSpPr>
              <a:spLocks noChangeShapeType="1"/>
            </p:cNvSpPr>
            <p:nvPr/>
          </p:nvSpPr>
          <p:spPr bwMode="auto">
            <a:xfrm>
              <a:off x="360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0" name="Line 34"/>
            <p:cNvSpPr>
              <a:spLocks noChangeShapeType="1"/>
            </p:cNvSpPr>
            <p:nvPr/>
          </p:nvSpPr>
          <p:spPr bwMode="auto">
            <a:xfrm rot="5400000">
              <a:off x="3480" y="3144"/>
              <a:ext cx="240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1" name="Line 35"/>
            <p:cNvSpPr>
              <a:spLocks noChangeShapeType="1"/>
            </p:cNvSpPr>
            <p:nvPr/>
          </p:nvSpPr>
          <p:spPr bwMode="auto">
            <a:xfrm rot="5400000">
              <a:off x="324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2" name="Line 36"/>
            <p:cNvSpPr>
              <a:spLocks noChangeShapeType="1"/>
            </p:cNvSpPr>
            <p:nvPr/>
          </p:nvSpPr>
          <p:spPr bwMode="auto">
            <a:xfrm>
              <a:off x="3840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3" name="Line 37"/>
            <p:cNvSpPr>
              <a:spLocks noChangeShapeType="1"/>
            </p:cNvSpPr>
            <p:nvPr/>
          </p:nvSpPr>
          <p:spPr bwMode="auto">
            <a:xfrm>
              <a:off x="4080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4" name="Line 38"/>
            <p:cNvSpPr>
              <a:spLocks noChangeShapeType="1"/>
            </p:cNvSpPr>
            <p:nvPr/>
          </p:nvSpPr>
          <p:spPr bwMode="auto">
            <a:xfrm rot="5400000">
              <a:off x="3960" y="3144"/>
              <a:ext cx="240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5" name="Line 39"/>
            <p:cNvSpPr>
              <a:spLocks noChangeShapeType="1"/>
            </p:cNvSpPr>
            <p:nvPr/>
          </p:nvSpPr>
          <p:spPr bwMode="auto">
            <a:xfrm rot="5400000">
              <a:off x="372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6" name="Line 43"/>
            <p:cNvSpPr>
              <a:spLocks noChangeShapeType="1"/>
            </p:cNvSpPr>
            <p:nvPr/>
          </p:nvSpPr>
          <p:spPr bwMode="auto">
            <a:xfrm rot="5400000">
              <a:off x="4200" y="3144"/>
              <a:ext cx="24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7" name="Line 45"/>
            <p:cNvSpPr>
              <a:spLocks noChangeShapeType="1"/>
            </p:cNvSpPr>
            <p:nvPr/>
          </p:nvSpPr>
          <p:spPr bwMode="auto">
            <a:xfrm flipH="1">
              <a:off x="2304" y="2832"/>
              <a:ext cx="33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8" name="Text Box 46"/>
            <p:cNvSpPr txBox="1">
              <a:spLocks noChangeArrowheads="1"/>
            </p:cNvSpPr>
            <p:nvPr/>
          </p:nvSpPr>
          <p:spPr bwMode="auto">
            <a:xfrm>
              <a:off x="1680" y="3504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Positive edges</a:t>
              </a:r>
              <a:endParaRPr lang="en-GB" sz="1800" b="0"/>
            </a:p>
          </p:txBody>
        </p:sp>
        <p:sp>
          <p:nvSpPr>
            <p:cNvPr id="15399" name="Text Box 48"/>
            <p:cNvSpPr txBox="1">
              <a:spLocks noChangeArrowheads="1"/>
            </p:cNvSpPr>
            <p:nvPr/>
          </p:nvSpPr>
          <p:spPr bwMode="auto">
            <a:xfrm>
              <a:off x="2832" y="3504"/>
              <a:ext cx="10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Negative edges</a:t>
              </a:r>
              <a:endParaRPr lang="en-GB" sz="1800" b="0"/>
            </a:p>
          </p:txBody>
        </p:sp>
        <p:sp>
          <p:nvSpPr>
            <p:cNvPr id="15400" name="Line 49"/>
            <p:cNvSpPr>
              <a:spLocks noChangeShapeType="1"/>
            </p:cNvSpPr>
            <p:nvPr/>
          </p:nvSpPr>
          <p:spPr bwMode="auto">
            <a:xfrm flipH="1">
              <a:off x="2736" y="28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1" name="Line 50"/>
            <p:cNvSpPr>
              <a:spLocks noChangeShapeType="1"/>
            </p:cNvSpPr>
            <p:nvPr/>
          </p:nvSpPr>
          <p:spPr bwMode="auto">
            <a:xfrm>
              <a:off x="2832" y="2832"/>
              <a:ext cx="33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2" name="Text Box 51"/>
            <p:cNvSpPr txBox="1">
              <a:spLocks noChangeArrowheads="1"/>
            </p:cNvSpPr>
            <p:nvPr/>
          </p:nvSpPr>
          <p:spPr bwMode="auto">
            <a:xfrm>
              <a:off x="2256" y="2640"/>
              <a:ext cx="10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GB" sz="1600" b="0"/>
                <a:t>Positive pulses</a:t>
              </a:r>
              <a:endParaRPr lang="en-GB" sz="1800" b="0"/>
            </a:p>
          </p:txBody>
        </p:sp>
        <p:sp>
          <p:nvSpPr>
            <p:cNvPr id="15403" name="Line 52"/>
            <p:cNvSpPr>
              <a:spLocks noChangeShapeType="1"/>
            </p:cNvSpPr>
            <p:nvPr/>
          </p:nvSpPr>
          <p:spPr bwMode="auto">
            <a:xfrm flipH="1" flipV="1">
              <a:off x="1728" y="3168"/>
              <a:ext cx="384" cy="33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4" name="Line 53"/>
            <p:cNvSpPr>
              <a:spLocks noChangeShapeType="1"/>
            </p:cNvSpPr>
            <p:nvPr/>
          </p:nvSpPr>
          <p:spPr bwMode="auto">
            <a:xfrm flipV="1">
              <a:off x="2208" y="3168"/>
              <a:ext cx="384" cy="33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5" name="Line 54"/>
            <p:cNvSpPr>
              <a:spLocks noChangeShapeType="1"/>
            </p:cNvSpPr>
            <p:nvPr/>
          </p:nvSpPr>
          <p:spPr bwMode="auto">
            <a:xfrm flipV="1">
              <a:off x="3408" y="3168"/>
              <a:ext cx="384" cy="336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6" name="Line 55"/>
            <p:cNvSpPr>
              <a:spLocks noChangeShapeType="1"/>
            </p:cNvSpPr>
            <p:nvPr/>
          </p:nvSpPr>
          <p:spPr bwMode="auto">
            <a:xfrm flipH="1" flipV="1">
              <a:off x="2928" y="3168"/>
              <a:ext cx="384" cy="336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313000" y="3098520"/>
              <a:ext cx="4822200" cy="2625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3640" y="3089160"/>
                <a:ext cx="4840920" cy="26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60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 New Roman" pitchFamily="18" charset="0"/>
              </a:rPr>
              <a:t>Memory Elements</a:t>
            </a:r>
            <a:endParaRPr lang="en-GB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620000" cy="4876800"/>
          </a:xfrm>
        </p:spPr>
        <p:txBody>
          <a:bodyPr>
            <a:normAutofit fontScale="85000" lnSpcReduction="20000"/>
          </a:bodyPr>
          <a:lstStyle/>
          <a:p>
            <a:pPr>
              <a:buSzPct val="120000"/>
              <a:buFont typeface="Wingdings" pitchFamily="2" charset="2"/>
              <a:buChar char="§"/>
            </a:pPr>
            <a:r>
              <a:rPr lang="en-GB"/>
              <a:t>Two types of triggering/activation: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pulse-triggered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edge-triggered</a:t>
            </a:r>
          </a:p>
          <a:p>
            <a:pPr>
              <a:spcBef>
                <a:spcPct val="40000"/>
              </a:spcBef>
              <a:buSzPct val="120000"/>
              <a:buFont typeface="Wingdings" pitchFamily="2" charset="2"/>
              <a:buChar char="§"/>
            </a:pPr>
            <a:r>
              <a:rPr lang="en-GB"/>
              <a:t>Pulse-triggered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latches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ON = 1, OFF = 0</a:t>
            </a:r>
          </a:p>
          <a:p>
            <a:pPr>
              <a:spcBef>
                <a:spcPct val="40000"/>
              </a:spcBef>
              <a:buSzPct val="120000"/>
              <a:buFont typeface="Wingdings" pitchFamily="2" charset="2"/>
              <a:buChar char="§"/>
            </a:pPr>
            <a:r>
              <a:rPr lang="en-GB"/>
              <a:t>Edge-triggered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flip-flops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positive edge-triggered (ON = from 0 to 1; OFF = other time)</a:t>
            </a:r>
          </a:p>
          <a:p>
            <a:pPr lvl="1">
              <a:buSzPct val="90000"/>
              <a:buFont typeface="Wingdings" pitchFamily="2" charset="2"/>
              <a:buChar char="v"/>
            </a:pPr>
            <a:r>
              <a:rPr lang="en-GB"/>
              <a:t>negative edge-triggered (ON = from 1 to 0; OFF = other time)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795040" y="1785960"/>
              <a:ext cx="2884680" cy="1688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5680" y="1776600"/>
                <a:ext cx="2903400" cy="170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5268600" y="1518120"/>
              <a:ext cx="3045600" cy="2786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9240" y="1508760"/>
                <a:ext cx="3064320" cy="280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52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3171"/>
            <a:ext cx="7457440" cy="189928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58445" indent="-246379" algn="just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259079" algn="l"/>
              </a:tabLst>
            </a:pPr>
            <a:r>
              <a:rPr sz="2300" b="1" dirty="0">
                <a:latin typeface="Calibri"/>
                <a:cs typeface="Calibri"/>
              </a:rPr>
              <a:t>Basic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Idea</a:t>
            </a:r>
            <a:endParaRPr sz="2300" dirty="0">
              <a:latin typeface="Calibri"/>
              <a:cs typeface="Calibri"/>
            </a:endParaRPr>
          </a:p>
          <a:p>
            <a:pPr marL="258445" marR="5080" indent="-246379" algn="just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59079" algn="l"/>
              </a:tabLst>
            </a:pPr>
            <a:r>
              <a:rPr sz="2300" spc="-5" dirty="0">
                <a:latin typeface="Calibri"/>
                <a:cs typeface="Calibri"/>
              </a:rPr>
              <a:t>One of the </a:t>
            </a:r>
            <a:r>
              <a:rPr sz="2300" spc="-10" dirty="0">
                <a:latin typeface="Calibri"/>
                <a:cs typeface="Calibri"/>
              </a:rPr>
              <a:t>easiest </a:t>
            </a:r>
            <a:r>
              <a:rPr sz="2300" spc="-30" dirty="0">
                <a:latin typeface="Calibri"/>
                <a:cs typeface="Calibri"/>
              </a:rPr>
              <a:t>ways </a:t>
            </a:r>
            <a:r>
              <a:rPr sz="2300" spc="-20" dirty="0">
                <a:latin typeface="Calibri"/>
                <a:cs typeface="Calibri"/>
              </a:rPr>
              <a:t>to </a:t>
            </a:r>
            <a:r>
              <a:rPr sz="2300" spc="-10" dirty="0">
                <a:latin typeface="Calibri"/>
                <a:cs typeface="Calibri"/>
              </a:rPr>
              <a:t>construct </a:t>
            </a:r>
            <a:r>
              <a:rPr sz="2300" spc="-5" dirty="0">
                <a:latin typeface="Calibri"/>
                <a:cs typeface="Calibri"/>
              </a:rPr>
              <a:t>a </a:t>
            </a:r>
            <a:r>
              <a:rPr sz="2300" spc="-10" dirty="0">
                <a:latin typeface="Calibri"/>
                <a:cs typeface="Calibri"/>
              </a:rPr>
              <a:t>flip-flop </a:t>
            </a:r>
            <a:r>
              <a:rPr sz="2300" spc="-5" dirty="0">
                <a:latin typeface="Calibri"/>
                <a:cs typeface="Calibri"/>
              </a:rPr>
              <a:t>is </a:t>
            </a:r>
            <a:r>
              <a:rPr sz="2300" spc="-20" dirty="0">
                <a:latin typeface="Calibri"/>
                <a:cs typeface="Calibri"/>
              </a:rPr>
              <a:t>to </a:t>
            </a:r>
            <a:r>
              <a:rPr sz="2300" spc="-10" dirty="0">
                <a:latin typeface="Calibri"/>
                <a:cs typeface="Calibri"/>
              </a:rPr>
              <a:t>connect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two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inverters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series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shown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Figure.</a:t>
            </a:r>
            <a:r>
              <a:rPr sz="2300" spc="-5" dirty="0">
                <a:latin typeface="Calibri"/>
                <a:cs typeface="Calibri"/>
              </a:rPr>
              <a:t> 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line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connecting </a:t>
            </a:r>
            <a:r>
              <a:rPr sz="2300" spc="-5" dirty="0">
                <a:latin typeface="Calibri"/>
                <a:cs typeface="Calibri"/>
              </a:rPr>
              <a:t>the output of </a:t>
            </a:r>
            <a:r>
              <a:rPr sz="2300" spc="-15" dirty="0">
                <a:latin typeface="Calibri"/>
                <a:cs typeface="Calibri"/>
              </a:rPr>
              <a:t>inverter </a:t>
            </a:r>
            <a:r>
              <a:rPr sz="2300" i="1" spc="-5" dirty="0">
                <a:latin typeface="Calibri"/>
                <a:cs typeface="Calibri"/>
              </a:rPr>
              <a:t>B (INV B) </a:t>
            </a:r>
            <a:r>
              <a:rPr sz="2300" spc="-5" dirty="0">
                <a:latin typeface="Calibri"/>
                <a:cs typeface="Calibri"/>
              </a:rPr>
              <a:t>back </a:t>
            </a:r>
            <a:r>
              <a:rPr sz="2300" spc="-20" dirty="0">
                <a:latin typeface="Calibri"/>
                <a:cs typeface="Calibri"/>
              </a:rPr>
              <a:t>to </a:t>
            </a:r>
            <a:r>
              <a:rPr sz="2300" spc="-5" dirty="0">
                <a:latin typeface="Calibri"/>
                <a:cs typeface="Calibri"/>
              </a:rPr>
              <a:t>the </a:t>
            </a:r>
            <a:r>
              <a:rPr sz="2300" spc="-10" dirty="0">
                <a:latin typeface="Calibri"/>
                <a:cs typeface="Calibri"/>
              </a:rPr>
              <a:t>input </a:t>
            </a:r>
            <a:r>
              <a:rPr sz="2300" spc="-5" dirty="0">
                <a:latin typeface="Calibri"/>
                <a:cs typeface="Calibri"/>
              </a:rPr>
              <a:t> of </a:t>
            </a:r>
            <a:r>
              <a:rPr sz="2300" spc="-15" dirty="0">
                <a:latin typeface="Calibri"/>
                <a:cs typeface="Calibri"/>
              </a:rPr>
              <a:t>inverter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A (INV</a:t>
            </a:r>
            <a:r>
              <a:rPr sz="2300" i="1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A)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is </a:t>
            </a:r>
            <a:r>
              <a:rPr sz="2300" spc="-20" dirty="0">
                <a:latin typeface="Calibri"/>
                <a:cs typeface="Calibri"/>
              </a:rPr>
              <a:t>referred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to</a:t>
            </a:r>
            <a:r>
              <a:rPr sz="2300" spc="-5" dirty="0">
                <a:latin typeface="Calibri"/>
                <a:cs typeface="Calibri"/>
              </a:rPr>
              <a:t> as the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feedback</a:t>
            </a:r>
            <a:r>
              <a:rPr sz="2300" i="1" spc="-10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line.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02" y="3959643"/>
            <a:ext cx="6286322" cy="19713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384120" y="1767960"/>
              <a:ext cx="7688880" cy="40723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760" y="1758600"/>
                <a:ext cx="7707600" cy="40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870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FLIP-FLOPS-3</a:t>
            </a:r>
          </a:p>
        </p:txBody>
      </p:sp>
      <p:sp>
        <p:nvSpPr>
          <p:cNvPr id="3" name="object 3"/>
          <p:cNvSpPr/>
          <p:nvPr/>
        </p:nvSpPr>
        <p:spPr>
          <a:xfrm>
            <a:off x="782523" y="3040321"/>
            <a:ext cx="7620000" cy="1905000"/>
          </a:xfrm>
          <a:custGeom>
            <a:avLst/>
            <a:gdLst/>
            <a:ahLst/>
            <a:cxnLst/>
            <a:rect l="l" t="t" r="r" b="b"/>
            <a:pathLst>
              <a:path w="7620000" h="1905000">
                <a:moveTo>
                  <a:pt x="7619758" y="0"/>
                </a:moveTo>
                <a:lnTo>
                  <a:pt x="0" y="0"/>
                </a:lnTo>
                <a:lnTo>
                  <a:pt x="0" y="1904758"/>
                </a:lnTo>
                <a:lnTo>
                  <a:pt x="3809885" y="1904758"/>
                </a:lnTo>
                <a:lnTo>
                  <a:pt x="7619758" y="1904758"/>
                </a:lnTo>
                <a:lnTo>
                  <a:pt x="7619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951" y="1412776"/>
            <a:ext cx="6305042" cy="19713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772" y="3501008"/>
            <a:ext cx="6791045" cy="197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5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138"/>
            <a:ext cx="8067040" cy="41694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b="1" spc="-15" dirty="0">
                <a:latin typeface="Calibri"/>
                <a:cs typeface="Calibri"/>
              </a:rPr>
              <a:t>NOR-Gate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latch</a:t>
            </a:r>
            <a:endParaRPr sz="32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flip-flop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be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improved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replacing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inverters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either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NAND</a:t>
            </a:r>
            <a:r>
              <a:rPr sz="3200" dirty="0">
                <a:latin typeface="Calibri"/>
                <a:cs typeface="Calibri"/>
              </a:rPr>
              <a:t> or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gates.</a:t>
            </a:r>
            <a:endParaRPr sz="3200" dirty="0">
              <a:latin typeface="Calibri"/>
              <a:cs typeface="Calibri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The additional inputs on these </a:t>
            </a:r>
            <a:r>
              <a:rPr sz="3200" spc="-25" dirty="0">
                <a:latin typeface="Calibri"/>
                <a:cs typeface="Calibri"/>
              </a:rPr>
              <a:t>gates </a:t>
            </a:r>
            <a:r>
              <a:rPr sz="3200" spc="-15" dirty="0">
                <a:latin typeface="Calibri"/>
                <a:cs typeface="Calibri"/>
              </a:rPr>
              <a:t>provide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convenient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means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input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signals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switch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flip-flop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spc="-5" dirty="0">
                <a:latin typeface="Calibri"/>
                <a:cs typeface="Calibri"/>
              </a:rPr>
              <a:t>one </a:t>
            </a:r>
            <a:r>
              <a:rPr sz="3200" spc="-20" dirty="0">
                <a:latin typeface="Calibri"/>
                <a:cs typeface="Calibri"/>
              </a:rPr>
              <a:t>stable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state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other.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3154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FLIP-FLOPS-5</a:t>
            </a:r>
          </a:p>
        </p:txBody>
      </p:sp>
      <p:sp>
        <p:nvSpPr>
          <p:cNvPr id="4" name="object 4"/>
          <p:cNvSpPr txBox="1"/>
          <p:nvPr/>
        </p:nvSpPr>
        <p:spPr>
          <a:xfrm rot="10800000" flipV="1">
            <a:off x="300578" y="1448864"/>
            <a:ext cx="3137281" cy="114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354"/>
              </a:lnSpc>
              <a:spcBef>
                <a:spcPts val="100"/>
              </a:spcBef>
            </a:pPr>
            <a:r>
              <a:rPr sz="2000" spc="-55" dirty="0">
                <a:latin typeface="Calibri"/>
                <a:cs typeface="Calibri"/>
              </a:rPr>
              <a:t>Two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labeled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a</a:t>
            </a:r>
            <a:r>
              <a:rPr sz="2000" spc="-5" dirty="0" err="1">
                <a:latin typeface="Calibri"/>
                <a:cs typeface="Calibri"/>
              </a:rPr>
              <a:t>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S.</a:t>
            </a:r>
            <a:endParaRPr sz="2000" dirty="0">
              <a:latin typeface="Calibri"/>
              <a:cs typeface="Calibri"/>
            </a:endParaRPr>
          </a:p>
          <a:p>
            <a:pPr marL="12700" marR="5080" algn="just">
              <a:lnSpc>
                <a:spcPct val="99800"/>
              </a:lnSpc>
              <a:spcBef>
                <a:spcPts val="565"/>
              </a:spcBef>
            </a:pPr>
            <a:r>
              <a:rPr sz="2000" spc="-55" dirty="0">
                <a:latin typeface="Calibri"/>
                <a:cs typeface="Calibri"/>
              </a:rPr>
              <a:t>Two </a:t>
            </a:r>
            <a:r>
              <a:rPr sz="2000" spc="-10" dirty="0">
                <a:latin typeface="Calibri"/>
                <a:cs typeface="Calibri"/>
              </a:rPr>
              <a:t>outputs, </a:t>
            </a:r>
            <a:r>
              <a:rPr sz="2000" spc="-15" dirty="0">
                <a:latin typeface="Calibri"/>
                <a:cs typeface="Calibri"/>
              </a:rPr>
              <a:t>defined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more</a:t>
            </a:r>
            <a:r>
              <a:rPr sz="2000" spc="60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general </a:t>
            </a:r>
            <a:r>
              <a:rPr sz="2000" spc="-6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terms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spc="-85" dirty="0">
                <a:latin typeface="Calibri"/>
                <a:cs typeface="Calibri"/>
              </a:rPr>
              <a:t>Q’.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685" y="1218958"/>
            <a:ext cx="3514318" cy="13712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8770" y="2472740"/>
            <a:ext cx="2818994" cy="21236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511" y="2596578"/>
            <a:ext cx="2666558" cy="19998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114" y="5219281"/>
            <a:ext cx="1733042" cy="12571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446760" y="80280"/>
              <a:ext cx="8394120" cy="4724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400" y="70920"/>
                <a:ext cx="8412840" cy="47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750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5579"/>
            <a:ext cx="1276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736" y="1632140"/>
            <a:ext cx="3596640" cy="1830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715" algn="just">
              <a:lnSpc>
                <a:spcPct val="99500"/>
              </a:lnSpc>
              <a:spcBef>
                <a:spcPts val="110"/>
              </a:spcBef>
            </a:pPr>
            <a:r>
              <a:rPr sz="2300" spc="-20" dirty="0">
                <a:latin typeface="Calibri"/>
                <a:cs typeface="Calibri"/>
              </a:rPr>
              <a:t>Any </a:t>
            </a:r>
            <a:r>
              <a:rPr sz="2300" spc="-10" dirty="0">
                <a:latin typeface="Calibri"/>
                <a:cs typeface="Calibri"/>
              </a:rPr>
              <a:t>device </a:t>
            </a:r>
            <a:r>
              <a:rPr sz="2300" spc="-5" dirty="0">
                <a:latin typeface="Calibri"/>
                <a:cs typeface="Calibri"/>
              </a:rPr>
              <a:t>or </a:t>
            </a:r>
            <a:r>
              <a:rPr sz="2300" spc="-15" dirty="0">
                <a:latin typeface="Calibri"/>
                <a:cs typeface="Calibri"/>
              </a:rPr>
              <a:t>circuit that </a:t>
            </a:r>
            <a:r>
              <a:rPr sz="2300" spc="-10" dirty="0">
                <a:latin typeface="Calibri"/>
                <a:cs typeface="Calibri"/>
              </a:rPr>
              <a:t>has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two </a:t>
            </a:r>
            <a:r>
              <a:rPr sz="2300" spc="-20" dirty="0">
                <a:latin typeface="Calibri"/>
                <a:cs typeface="Calibri"/>
              </a:rPr>
              <a:t>stable states </a:t>
            </a:r>
            <a:r>
              <a:rPr sz="2300" spc="-5" dirty="0">
                <a:latin typeface="Calibri"/>
                <a:cs typeface="Calibri"/>
              </a:rPr>
              <a:t>is </a:t>
            </a:r>
            <a:r>
              <a:rPr sz="2300" spc="-10" dirty="0">
                <a:latin typeface="Calibri"/>
                <a:cs typeface="Calibri"/>
              </a:rPr>
              <a:t>said </a:t>
            </a:r>
            <a:r>
              <a:rPr sz="2300" spc="-15" dirty="0">
                <a:latin typeface="Calibri"/>
                <a:cs typeface="Calibri"/>
              </a:rPr>
              <a:t>to </a:t>
            </a:r>
            <a:r>
              <a:rPr sz="2300" spc="-10" dirty="0">
                <a:latin typeface="Calibri"/>
                <a:cs typeface="Calibri"/>
              </a:rPr>
              <a:t>be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i="1" spc="-15" dirty="0">
                <a:latin typeface="Calibri"/>
                <a:cs typeface="Calibri"/>
              </a:rPr>
              <a:t>bistable.</a:t>
            </a:r>
            <a:endParaRPr sz="2300">
              <a:latin typeface="Calibri"/>
              <a:cs typeface="Calibri"/>
            </a:endParaRPr>
          </a:p>
          <a:p>
            <a:pPr marL="12700" marR="5080" algn="just">
              <a:lnSpc>
                <a:spcPts val="2750"/>
              </a:lnSpc>
              <a:spcBef>
                <a:spcPts val="550"/>
              </a:spcBef>
            </a:pPr>
            <a:r>
              <a:rPr sz="2300" spc="-20" dirty="0">
                <a:latin typeface="Calibri"/>
                <a:cs typeface="Calibri"/>
              </a:rPr>
              <a:t>For</a:t>
            </a:r>
            <a:r>
              <a:rPr sz="2300" spc="-15" dirty="0">
                <a:latin typeface="Calibri"/>
                <a:cs typeface="Calibri"/>
              </a:rPr>
              <a:t> instance, </a:t>
            </a:r>
            <a:r>
              <a:rPr sz="2300" spc="-5" dirty="0">
                <a:latin typeface="Calibri"/>
                <a:cs typeface="Calibri"/>
              </a:rPr>
              <a:t>a </a:t>
            </a:r>
            <a:r>
              <a:rPr sz="2300" spc="-10" dirty="0">
                <a:latin typeface="Calibri"/>
                <a:cs typeface="Calibri"/>
              </a:rPr>
              <a:t>toggle switch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two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stable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states.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20416"/>
            <a:ext cx="1276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476053"/>
            <a:ext cx="1276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736" y="3492614"/>
            <a:ext cx="3596640" cy="25273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just">
              <a:lnSpc>
                <a:spcPts val="2750"/>
              </a:lnSpc>
              <a:spcBef>
                <a:spcPts val="195"/>
              </a:spcBef>
            </a:pPr>
            <a:r>
              <a:rPr sz="2300" spc="-5" dirty="0">
                <a:latin typeface="Calibri"/>
                <a:cs typeface="Calibri"/>
              </a:rPr>
              <a:t>It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either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up</a:t>
            </a:r>
            <a:r>
              <a:rPr sz="2300" spc="-5" dirty="0">
                <a:latin typeface="Calibri"/>
                <a:cs typeface="Calibri"/>
              </a:rPr>
              <a:t> or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down,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depending </a:t>
            </a:r>
            <a:r>
              <a:rPr sz="2300" spc="-5" dirty="0">
                <a:latin typeface="Calibri"/>
                <a:cs typeface="Calibri"/>
              </a:rPr>
              <a:t>on </a:t>
            </a:r>
            <a:r>
              <a:rPr sz="2300" spc="-10" dirty="0">
                <a:latin typeface="Calibri"/>
                <a:cs typeface="Calibri"/>
              </a:rPr>
              <a:t>the position </a:t>
            </a:r>
            <a:r>
              <a:rPr sz="2300" spc="-5" dirty="0">
                <a:latin typeface="Calibri"/>
                <a:cs typeface="Calibri"/>
              </a:rPr>
              <a:t>of 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the switch.</a:t>
            </a:r>
            <a:endParaRPr sz="2300">
              <a:latin typeface="Calibri"/>
              <a:cs typeface="Calibri"/>
            </a:endParaRPr>
          </a:p>
          <a:p>
            <a:pPr marL="12700" marR="5080" algn="just">
              <a:lnSpc>
                <a:spcPct val="99500"/>
              </a:lnSpc>
              <a:spcBef>
                <a:spcPts val="365"/>
              </a:spcBef>
            </a:pPr>
            <a:r>
              <a:rPr sz="2300" spc="-10" dirty="0">
                <a:latin typeface="Calibri"/>
                <a:cs typeface="Calibri"/>
              </a:rPr>
              <a:t>The switch </a:t>
            </a:r>
            <a:r>
              <a:rPr sz="2300" spc="-5" dirty="0">
                <a:latin typeface="Calibri"/>
                <a:cs typeface="Calibri"/>
              </a:rPr>
              <a:t>is </a:t>
            </a:r>
            <a:r>
              <a:rPr sz="2300" spc="-10" dirty="0">
                <a:latin typeface="Calibri"/>
                <a:cs typeface="Calibri"/>
              </a:rPr>
              <a:t>also said </a:t>
            </a:r>
            <a:r>
              <a:rPr sz="2300" spc="-15" dirty="0">
                <a:latin typeface="Calibri"/>
                <a:cs typeface="Calibri"/>
              </a:rPr>
              <a:t>to </a:t>
            </a:r>
            <a:r>
              <a:rPr sz="2300" spc="-25" dirty="0">
                <a:latin typeface="Calibri"/>
                <a:cs typeface="Calibri"/>
              </a:rPr>
              <a:t>have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memory </a:t>
            </a:r>
            <a:r>
              <a:rPr sz="2300" spc="-10" dirty="0">
                <a:latin typeface="Calibri"/>
                <a:cs typeface="Calibri"/>
              </a:rPr>
              <a:t>since it </a:t>
            </a:r>
            <a:r>
              <a:rPr sz="2300" spc="-5" dirty="0">
                <a:latin typeface="Calibri"/>
                <a:cs typeface="Calibri"/>
              </a:rPr>
              <a:t>will </a:t>
            </a:r>
            <a:r>
              <a:rPr sz="2300" spc="-15" dirty="0">
                <a:latin typeface="Calibri"/>
                <a:cs typeface="Calibri"/>
              </a:rPr>
              <a:t>remain </a:t>
            </a:r>
            <a:r>
              <a:rPr sz="2300" spc="-10" dirty="0">
                <a:latin typeface="Calibri"/>
                <a:cs typeface="Calibri"/>
              </a:rPr>
              <a:t>as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set </a:t>
            </a:r>
            <a:r>
              <a:rPr sz="2300" spc="-15" dirty="0">
                <a:latin typeface="Calibri"/>
                <a:cs typeface="Calibri"/>
              </a:rPr>
              <a:t>until </a:t>
            </a:r>
            <a:r>
              <a:rPr sz="2300" spc="-5" dirty="0">
                <a:latin typeface="Calibri"/>
                <a:cs typeface="Calibri"/>
              </a:rPr>
              <a:t>someone </a:t>
            </a:r>
            <a:r>
              <a:rPr sz="2300" spc="-15" dirty="0">
                <a:latin typeface="Calibri"/>
                <a:cs typeface="Calibri"/>
              </a:rPr>
              <a:t>changes </a:t>
            </a:r>
            <a:r>
              <a:rPr sz="2300" spc="-10" dirty="0">
                <a:latin typeface="Calibri"/>
                <a:cs typeface="Calibri"/>
              </a:rPr>
              <a:t>its 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position.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580902"/>
            <a:ext cx="1276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0435" y="2309279"/>
            <a:ext cx="3400196" cy="231420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2133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62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5798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95234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09534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633220"/>
            <a:ext cx="3882390" cy="432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algn="just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flip-flop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bistable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electronic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circuit that </a:t>
            </a:r>
            <a:r>
              <a:rPr sz="1800" spc="-5" dirty="0">
                <a:latin typeface="Calibri"/>
                <a:cs typeface="Calibri"/>
              </a:rPr>
              <a:t>has </a:t>
            </a:r>
            <a:r>
              <a:rPr sz="1800" spc="-10" dirty="0">
                <a:latin typeface="Calibri"/>
                <a:cs typeface="Calibri"/>
              </a:rPr>
              <a:t>two stable </a:t>
            </a:r>
            <a:r>
              <a:rPr sz="1800" spc="-15" dirty="0">
                <a:latin typeface="Calibri"/>
                <a:cs typeface="Calibri"/>
              </a:rPr>
              <a:t>states-that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 output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either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+5V.</a:t>
            </a:r>
            <a:endParaRPr sz="1800">
              <a:latin typeface="Calibri"/>
              <a:cs typeface="Calibri"/>
            </a:endParaRPr>
          </a:p>
          <a:p>
            <a:pPr marL="355600" marR="9525" indent="-343535" algn="just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356235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flip-flop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also has memory since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remain</a:t>
            </a:r>
            <a:r>
              <a:rPr sz="1800" spc="-5" dirty="0">
                <a:latin typeface="Calibri"/>
                <a:cs typeface="Calibri"/>
              </a:rPr>
              <a:t> 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until </a:t>
            </a:r>
            <a:r>
              <a:rPr sz="1800" spc="-5" dirty="0">
                <a:latin typeface="Calibri"/>
                <a:cs typeface="Calibri"/>
              </a:rPr>
              <a:t> something is done </a:t>
            </a:r>
            <a:r>
              <a:rPr sz="1800" spc="-15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change</a:t>
            </a:r>
            <a:r>
              <a:rPr sz="1800" spc="-5" dirty="0">
                <a:latin typeface="Calibri"/>
                <a:cs typeface="Calibri"/>
              </a:rPr>
              <a:t> it.</a:t>
            </a:r>
            <a:endParaRPr sz="1800">
              <a:latin typeface="Calibri"/>
              <a:cs typeface="Calibri"/>
            </a:endParaRPr>
          </a:p>
          <a:p>
            <a:pPr marL="355600" marR="10160" algn="just">
              <a:lnSpc>
                <a:spcPct val="100000"/>
              </a:lnSpc>
              <a:spcBef>
                <a:spcPts val="359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fact,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bistable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store</a:t>
            </a:r>
            <a:r>
              <a:rPr sz="1800" spc="-5" dirty="0">
                <a:latin typeface="Calibri"/>
                <a:cs typeface="Calibri"/>
              </a:rPr>
              <a:t> one binary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digit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(bit).</a:t>
            </a:r>
            <a:endParaRPr sz="1800">
              <a:latin typeface="Calibri"/>
              <a:cs typeface="Calibri"/>
            </a:endParaRPr>
          </a:p>
          <a:p>
            <a:pPr marL="355600" marR="10795" algn="just">
              <a:lnSpc>
                <a:spcPct val="100000"/>
              </a:lnSpc>
              <a:spcBef>
                <a:spcPts val="359"/>
              </a:spcBef>
            </a:pPr>
            <a:r>
              <a:rPr sz="1800" spc="-10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instance,</a:t>
            </a:r>
            <a:r>
              <a:rPr sz="1800" spc="-5" dirty="0">
                <a:latin typeface="Calibri"/>
                <a:cs typeface="Calibri"/>
              </a:rPr>
              <a:t> when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flip-flop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 </a:t>
            </a:r>
            <a:r>
              <a:rPr sz="1800" spc="-15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0V </a:t>
            </a:r>
            <a:r>
              <a:rPr sz="1800" spc="-5" dirty="0">
                <a:latin typeface="Calibri"/>
                <a:cs typeface="Calibri"/>
              </a:rPr>
              <a:t>dc, 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logic </a:t>
            </a:r>
            <a:r>
              <a:rPr sz="1800" dirty="0">
                <a:latin typeface="Calibri"/>
                <a:cs typeface="Calibri"/>
              </a:rPr>
              <a:t>0 and </a:t>
            </a:r>
            <a:r>
              <a:rPr sz="1800" spc="-5" dirty="0">
                <a:latin typeface="Calibri"/>
                <a:cs typeface="Calibri"/>
              </a:rPr>
              <a:t>when its output is set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+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 dc,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logic 1.</a:t>
            </a:r>
            <a:endParaRPr sz="1800">
              <a:latin typeface="Calibri"/>
              <a:cs typeface="Calibri"/>
            </a:endParaRPr>
          </a:p>
          <a:p>
            <a:pPr marL="355600" marR="5080" algn="just">
              <a:lnSpc>
                <a:spcPct val="100000"/>
              </a:lnSpc>
              <a:spcBef>
                <a:spcPts val="359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flip-flop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often</a:t>
            </a:r>
            <a:r>
              <a:rPr sz="1800" spc="-10" dirty="0">
                <a:latin typeface="Calibri"/>
                <a:cs typeface="Calibri"/>
              </a:rPr>
              <a:t> called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latch, </a:t>
            </a:r>
            <a:r>
              <a:rPr sz="1800" i="1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since it will hold, or </a:t>
            </a:r>
            <a:r>
              <a:rPr sz="1800" spc="-15" dirty="0">
                <a:latin typeface="Calibri"/>
                <a:cs typeface="Calibri"/>
              </a:rPr>
              <a:t>latch,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either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stable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5401" y="2400122"/>
            <a:ext cx="3571557" cy="27046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605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8106"/>
            <a:ext cx="12890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343" y="1633219"/>
            <a:ext cx="3597910" cy="3263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00699"/>
              </a:lnSpc>
              <a:spcBef>
                <a:spcPts val="100"/>
              </a:spcBef>
            </a:pPr>
            <a:r>
              <a:rPr sz="2300" spc="-100" dirty="0">
                <a:latin typeface="Calibri"/>
                <a:cs typeface="Calibri"/>
              </a:rPr>
              <a:t>To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understanding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operation </a:t>
            </a:r>
            <a:r>
              <a:rPr sz="2300" spc="5" dirty="0">
                <a:latin typeface="Calibri"/>
                <a:cs typeface="Calibri"/>
              </a:rPr>
              <a:t>of </a:t>
            </a:r>
            <a:r>
              <a:rPr sz="2300" dirty="0">
                <a:latin typeface="Calibri"/>
                <a:cs typeface="Calibri"/>
              </a:rPr>
              <a:t>this </a:t>
            </a:r>
            <a:r>
              <a:rPr sz="2300" spc="-5" dirty="0">
                <a:latin typeface="Calibri"/>
                <a:cs typeface="Calibri"/>
              </a:rPr>
              <a:t>circuit, </a:t>
            </a:r>
            <a:r>
              <a:rPr sz="2300" spc="-10" dirty="0">
                <a:latin typeface="Calibri"/>
                <a:cs typeface="Calibri"/>
              </a:rPr>
              <a:t>recall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that </a:t>
            </a:r>
            <a:r>
              <a:rPr sz="2300" dirty="0">
                <a:latin typeface="Calibri"/>
                <a:cs typeface="Calibri"/>
              </a:rPr>
              <a:t>an </a:t>
            </a:r>
            <a:r>
              <a:rPr sz="2300" i="1" spc="10" dirty="0">
                <a:latin typeface="Calibri"/>
                <a:cs typeface="Calibri"/>
              </a:rPr>
              <a:t>H </a:t>
            </a:r>
            <a:r>
              <a:rPr sz="2300" spc="5" dirty="0">
                <a:latin typeface="Calibri"/>
                <a:cs typeface="Calibri"/>
              </a:rPr>
              <a:t>= 1 </a:t>
            </a:r>
            <a:r>
              <a:rPr sz="2300" spc="-5" dirty="0">
                <a:latin typeface="Calibri"/>
                <a:cs typeface="Calibri"/>
              </a:rPr>
              <a:t>at </a:t>
            </a:r>
            <a:r>
              <a:rPr sz="2300" spc="-10" dirty="0">
                <a:latin typeface="Calibri"/>
                <a:cs typeface="Calibri"/>
              </a:rPr>
              <a:t>any </a:t>
            </a:r>
            <a:r>
              <a:rPr sz="2300" dirty="0">
                <a:latin typeface="Calibri"/>
                <a:cs typeface="Calibri"/>
              </a:rPr>
              <a:t>input </a:t>
            </a:r>
            <a:r>
              <a:rPr sz="2300" spc="5" dirty="0">
                <a:latin typeface="Calibri"/>
                <a:cs typeface="Calibri"/>
              </a:rPr>
              <a:t>of 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NOR </a:t>
            </a:r>
            <a:r>
              <a:rPr sz="2300" spc="-15" dirty="0">
                <a:latin typeface="Calibri"/>
                <a:cs typeface="Calibri"/>
              </a:rPr>
              <a:t>gate </a:t>
            </a:r>
            <a:r>
              <a:rPr sz="2300" spc="-10" dirty="0">
                <a:latin typeface="Calibri"/>
                <a:cs typeface="Calibri"/>
              </a:rPr>
              <a:t>forces </a:t>
            </a:r>
            <a:r>
              <a:rPr sz="2300" dirty="0">
                <a:latin typeface="Calibri"/>
                <a:cs typeface="Calibri"/>
              </a:rPr>
              <a:t>its output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 an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i="1" spc="5" dirty="0">
                <a:latin typeface="Calibri"/>
                <a:cs typeface="Calibri"/>
              </a:rPr>
              <a:t>L</a:t>
            </a:r>
            <a:r>
              <a:rPr sz="2300" i="1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=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0.</a:t>
            </a:r>
            <a:endParaRPr sz="2300">
              <a:latin typeface="Calibri"/>
              <a:cs typeface="Calibri"/>
            </a:endParaRPr>
          </a:p>
          <a:p>
            <a:pPr marL="12700" marR="5080" algn="just">
              <a:lnSpc>
                <a:spcPct val="100800"/>
              </a:lnSpc>
              <a:spcBef>
                <a:spcPts val="46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first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condition</a:t>
            </a:r>
            <a:r>
              <a:rPr sz="2300" spc="5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 </a:t>
            </a:r>
            <a:r>
              <a:rPr sz="2300" spc="5" dirty="0">
                <a:latin typeface="Calibri"/>
                <a:cs typeface="Calibri"/>
              </a:rPr>
              <a:t> the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truth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table</a:t>
            </a:r>
            <a:r>
              <a:rPr sz="2300" spc="1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i="1" spc="10" dirty="0">
                <a:latin typeface="Calibri"/>
                <a:cs typeface="Calibri"/>
              </a:rPr>
              <a:t>R</a:t>
            </a:r>
            <a:r>
              <a:rPr sz="2300" i="1" spc="204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=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0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i="1" spc="5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  <a:p>
            <a:pPr marL="12700" marR="11430" algn="just">
              <a:lnSpc>
                <a:spcPts val="2780"/>
              </a:lnSpc>
              <a:spcBef>
                <a:spcPts val="95"/>
              </a:spcBef>
            </a:pPr>
            <a:r>
              <a:rPr sz="2300" spc="5" dirty="0">
                <a:latin typeface="Calibri"/>
                <a:cs typeface="Calibri"/>
              </a:rPr>
              <a:t>= 0. Since a 0 </a:t>
            </a:r>
            <a:r>
              <a:rPr sz="2300" spc="-5" dirty="0">
                <a:latin typeface="Calibri"/>
                <a:cs typeface="Calibri"/>
              </a:rPr>
              <a:t>at </a:t>
            </a:r>
            <a:r>
              <a:rPr sz="2300" spc="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input </a:t>
            </a:r>
            <a:r>
              <a:rPr sz="2300" spc="5" dirty="0">
                <a:latin typeface="Calibri"/>
                <a:cs typeface="Calibri"/>
              </a:rPr>
              <a:t>of 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NOR</a:t>
            </a:r>
            <a:r>
              <a:rPr sz="2300" spc="1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gate</a:t>
            </a:r>
            <a:r>
              <a:rPr sz="2300" spc="1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has</a:t>
            </a:r>
            <a:r>
              <a:rPr sz="2300" spc="1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1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effect</a:t>
            </a:r>
            <a:r>
              <a:rPr sz="2300" spc="15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on</a:t>
            </a:r>
            <a:r>
              <a:rPr sz="2300" spc="1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443300"/>
            <a:ext cx="12890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" dirty="0"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0343" y="4870703"/>
            <a:ext cx="3593465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output,</a:t>
            </a:r>
            <a:r>
              <a:rPr sz="2300" spc="5" dirty="0">
                <a:latin typeface="Calibri"/>
                <a:cs typeface="Calibri"/>
              </a:rPr>
              <a:t> the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flip-flop</a:t>
            </a:r>
            <a:r>
              <a:rPr sz="2300" dirty="0">
                <a:latin typeface="Calibri"/>
                <a:cs typeface="Calibri"/>
              </a:rPr>
              <a:t> simply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remains</a:t>
            </a:r>
            <a:r>
              <a:rPr sz="2300" dirty="0">
                <a:latin typeface="Calibri"/>
                <a:cs typeface="Calibri"/>
              </a:rPr>
              <a:t> in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present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state;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that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is, </a:t>
            </a:r>
            <a:r>
              <a:rPr sz="2300" i="1" spc="10" dirty="0">
                <a:latin typeface="Calibri"/>
                <a:cs typeface="Calibri"/>
              </a:rPr>
              <a:t>Q</a:t>
            </a:r>
            <a:r>
              <a:rPr sz="2300" i="1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remains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unchanged.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198" y="2752191"/>
            <a:ext cx="2818994" cy="21236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32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5579"/>
            <a:ext cx="13652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10" dirty="0"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854" y="1633220"/>
            <a:ext cx="3576320" cy="280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890" algn="just">
              <a:lnSpc>
                <a:spcPct val="101400"/>
              </a:lnSpc>
              <a:spcBef>
                <a:spcPts val="95"/>
              </a:spcBef>
            </a:pPr>
            <a:r>
              <a:rPr sz="2450" spc="15" dirty="0">
                <a:latin typeface="Calibri"/>
                <a:cs typeface="Calibri"/>
              </a:rPr>
              <a:t>The </a:t>
            </a:r>
            <a:r>
              <a:rPr sz="2450" spc="5" dirty="0">
                <a:latin typeface="Calibri"/>
                <a:cs typeface="Calibri"/>
              </a:rPr>
              <a:t>second </a:t>
            </a:r>
            <a:r>
              <a:rPr sz="2450" spc="10" dirty="0">
                <a:latin typeface="Calibri"/>
                <a:cs typeface="Calibri"/>
              </a:rPr>
              <a:t>input </a:t>
            </a:r>
            <a:r>
              <a:rPr sz="2450" spc="5" dirty="0">
                <a:latin typeface="Calibri"/>
                <a:cs typeface="Calibri"/>
              </a:rPr>
              <a:t>condition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i="1" spc="20" dirty="0">
                <a:latin typeface="Calibri"/>
                <a:cs typeface="Calibri"/>
              </a:rPr>
              <a:t>R </a:t>
            </a:r>
            <a:r>
              <a:rPr sz="2450" spc="15" dirty="0">
                <a:latin typeface="Calibri"/>
                <a:cs typeface="Calibri"/>
              </a:rPr>
              <a:t>= 0 </a:t>
            </a:r>
            <a:r>
              <a:rPr sz="2450" spc="10" dirty="0">
                <a:latin typeface="Calibri"/>
                <a:cs typeface="Calibri"/>
              </a:rPr>
              <a:t>and </a:t>
            </a:r>
            <a:r>
              <a:rPr sz="2450" i="1" spc="15" dirty="0">
                <a:latin typeface="Calibri"/>
                <a:cs typeface="Calibri"/>
              </a:rPr>
              <a:t>S </a:t>
            </a:r>
            <a:r>
              <a:rPr sz="2450" spc="15" dirty="0">
                <a:latin typeface="Calibri"/>
                <a:cs typeface="Calibri"/>
              </a:rPr>
              <a:t>= 1 </a:t>
            </a:r>
            <a:r>
              <a:rPr sz="2450" spc="-5" dirty="0">
                <a:latin typeface="Calibri"/>
                <a:cs typeface="Calibri"/>
              </a:rPr>
              <a:t>forces </a:t>
            </a:r>
            <a:r>
              <a:rPr sz="2450" spc="5" dirty="0">
                <a:latin typeface="Calibri"/>
                <a:cs typeface="Calibri"/>
              </a:rPr>
              <a:t>the </a:t>
            </a:r>
            <a:r>
              <a:rPr sz="2450" spc="10" dirty="0">
                <a:latin typeface="Calibri"/>
                <a:cs typeface="Calibri"/>
              </a:rPr>
              <a:t> output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of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NOR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gate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i="1" spc="20" dirty="0">
                <a:latin typeface="Calibri"/>
                <a:cs typeface="Calibri"/>
              </a:rPr>
              <a:t>B</a:t>
            </a:r>
            <a:r>
              <a:rPr sz="2450" i="1" spc="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low.</a:t>
            </a:r>
            <a:endParaRPr sz="2450">
              <a:latin typeface="Calibri"/>
              <a:cs typeface="Calibri"/>
            </a:endParaRPr>
          </a:p>
          <a:p>
            <a:pPr marL="12700" marR="5080" algn="just">
              <a:lnSpc>
                <a:spcPct val="101499"/>
              </a:lnSpc>
              <a:spcBef>
                <a:spcPts val="500"/>
              </a:spcBef>
            </a:pPr>
            <a:r>
              <a:rPr sz="2450" spc="15" dirty="0">
                <a:latin typeface="Calibri"/>
                <a:cs typeface="Calibri"/>
              </a:rPr>
              <a:t>Both </a:t>
            </a:r>
            <a:r>
              <a:rPr sz="2450" spc="10" dirty="0">
                <a:latin typeface="Calibri"/>
                <a:cs typeface="Calibri"/>
              </a:rPr>
              <a:t>inputs </a:t>
            </a:r>
            <a:r>
              <a:rPr sz="2450" spc="-5" dirty="0">
                <a:latin typeface="Calibri"/>
                <a:cs typeface="Calibri"/>
              </a:rPr>
              <a:t>to </a:t>
            </a:r>
            <a:r>
              <a:rPr sz="2450" spc="20" dirty="0">
                <a:latin typeface="Calibri"/>
                <a:cs typeface="Calibri"/>
              </a:rPr>
              <a:t>NOR </a:t>
            </a:r>
            <a:r>
              <a:rPr sz="2450" spc="-10" dirty="0">
                <a:latin typeface="Calibri"/>
                <a:cs typeface="Calibri"/>
              </a:rPr>
              <a:t>gate </a:t>
            </a:r>
            <a:r>
              <a:rPr sz="2450" i="1" spc="20" dirty="0">
                <a:latin typeface="Calibri"/>
                <a:cs typeface="Calibri"/>
              </a:rPr>
              <a:t>A </a:t>
            </a:r>
            <a:r>
              <a:rPr sz="2450" i="1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are </a:t>
            </a:r>
            <a:r>
              <a:rPr sz="2450" spc="15" dirty="0">
                <a:latin typeface="Calibri"/>
                <a:cs typeface="Calibri"/>
              </a:rPr>
              <a:t>now </a:t>
            </a:r>
            <a:r>
              <a:rPr sz="2450" spc="-45" dirty="0">
                <a:latin typeface="Calibri"/>
                <a:cs typeface="Calibri"/>
              </a:rPr>
              <a:t>low, </a:t>
            </a:r>
            <a:r>
              <a:rPr sz="2450" spc="10" dirty="0">
                <a:latin typeface="Calibri"/>
                <a:cs typeface="Calibri"/>
              </a:rPr>
              <a:t>and the NOR-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gate </a:t>
            </a:r>
            <a:r>
              <a:rPr sz="2450" spc="10" dirty="0">
                <a:latin typeface="Calibri"/>
                <a:cs typeface="Calibri"/>
              </a:rPr>
              <a:t>output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must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high.</a:t>
            </a:r>
            <a:endParaRPr sz="24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5"/>
              </a:spcBef>
            </a:pPr>
            <a:r>
              <a:rPr sz="2450" spc="15" dirty="0">
                <a:latin typeface="Calibri"/>
                <a:cs typeface="Calibri"/>
              </a:rPr>
              <a:t>Thus</a:t>
            </a:r>
            <a:r>
              <a:rPr sz="2450" spc="4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4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1</a:t>
            </a:r>
            <a:r>
              <a:rPr sz="2450" spc="48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at</a:t>
            </a:r>
            <a:r>
              <a:rPr sz="2450" spc="484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the</a:t>
            </a:r>
            <a:r>
              <a:rPr sz="2450" spc="509" dirty="0">
                <a:latin typeface="Calibri"/>
                <a:cs typeface="Calibri"/>
              </a:rPr>
              <a:t> </a:t>
            </a:r>
            <a:r>
              <a:rPr sz="2450" i="1" spc="15" dirty="0">
                <a:latin typeface="Calibri"/>
                <a:cs typeface="Calibri"/>
              </a:rPr>
              <a:t>S</a:t>
            </a:r>
            <a:r>
              <a:rPr sz="2450" i="1" spc="4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input</a:t>
            </a:r>
            <a:r>
              <a:rPr sz="2450" spc="4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15818"/>
            <a:ext cx="13652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10" dirty="0"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14622"/>
            <a:ext cx="13652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10" dirty="0"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854" y="4410976"/>
            <a:ext cx="3573145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  <a:spcBef>
                <a:spcPts val="100"/>
              </a:spcBef>
            </a:pPr>
            <a:r>
              <a:rPr sz="2450" spc="10" dirty="0">
                <a:latin typeface="Calibri"/>
                <a:cs typeface="Calibri"/>
              </a:rPr>
              <a:t>said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i="1" spc="15" dirty="0">
                <a:latin typeface="Calibri"/>
                <a:cs typeface="Calibri"/>
              </a:rPr>
              <a:t>SET</a:t>
            </a:r>
            <a:r>
              <a:rPr sz="2450" i="1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the  </a:t>
            </a:r>
            <a:r>
              <a:rPr sz="2450" dirty="0">
                <a:latin typeface="Calibri"/>
                <a:cs typeface="Calibri"/>
              </a:rPr>
              <a:t>flip-flop,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and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it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switches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5" dirty="0">
                <a:latin typeface="Calibri"/>
                <a:cs typeface="Calibri"/>
              </a:rPr>
              <a:t> the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stable</a:t>
            </a:r>
            <a:r>
              <a:rPr sz="2450" spc="-10" dirty="0">
                <a:latin typeface="Calibri"/>
                <a:cs typeface="Calibri"/>
              </a:rPr>
              <a:t> state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where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i="1" spc="25" dirty="0">
                <a:latin typeface="Calibri"/>
                <a:cs typeface="Calibri"/>
              </a:rPr>
              <a:t>Q</a:t>
            </a:r>
            <a:r>
              <a:rPr sz="2450" i="1" spc="-1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1.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198" y="2752191"/>
            <a:ext cx="2818994" cy="212364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410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5223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10" dirty="0"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900" y="1633220"/>
            <a:ext cx="3589654" cy="749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5" dirty="0">
                <a:latin typeface="Calibri"/>
                <a:cs typeface="Calibri"/>
              </a:rPr>
              <a:t>The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spc="-5" dirty="0">
                <a:latin typeface="Calibri"/>
                <a:cs typeface="Calibri"/>
              </a:rPr>
              <a:t>third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input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condition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i="1" spc="15" dirty="0">
                <a:latin typeface="Calibri"/>
                <a:cs typeface="Calibri"/>
              </a:rPr>
              <a:t>R</a:t>
            </a: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350" spc="15" dirty="0">
                <a:latin typeface="Calibri"/>
                <a:cs typeface="Calibri"/>
              </a:rPr>
              <a:t>=</a:t>
            </a:r>
            <a:r>
              <a:rPr sz="2350" spc="165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1</a:t>
            </a:r>
            <a:r>
              <a:rPr sz="2350" spc="17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and</a:t>
            </a:r>
            <a:r>
              <a:rPr sz="2350" spc="175" dirty="0">
                <a:latin typeface="Calibri"/>
                <a:cs typeface="Calibri"/>
              </a:rPr>
              <a:t> </a:t>
            </a:r>
            <a:r>
              <a:rPr sz="2350" i="1" spc="10" dirty="0">
                <a:latin typeface="Calibri"/>
                <a:cs typeface="Calibri"/>
              </a:rPr>
              <a:t>S</a:t>
            </a:r>
            <a:r>
              <a:rPr sz="2350" i="1" spc="18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=</a:t>
            </a:r>
            <a:r>
              <a:rPr sz="2350" spc="17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0.</a:t>
            </a:r>
            <a:r>
              <a:rPr sz="2350" spc="17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This</a:t>
            </a:r>
            <a:r>
              <a:rPr sz="2350" spc="1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condition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900" y="2355735"/>
            <a:ext cx="3589020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100"/>
              </a:spcBef>
            </a:pPr>
            <a:r>
              <a:rPr sz="2350" spc="-10" dirty="0">
                <a:latin typeface="Calibri"/>
                <a:cs typeface="Calibri"/>
              </a:rPr>
              <a:t>forces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the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output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NOR 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gate</a:t>
            </a:r>
            <a:r>
              <a:rPr sz="2350" spc="-10" dirty="0">
                <a:latin typeface="Calibri"/>
                <a:cs typeface="Calibri"/>
              </a:rPr>
              <a:t> </a:t>
            </a:r>
            <a:r>
              <a:rPr sz="2350" i="1" spc="15" dirty="0">
                <a:latin typeface="Calibri"/>
                <a:cs typeface="Calibri"/>
              </a:rPr>
              <a:t>A</a:t>
            </a:r>
            <a:r>
              <a:rPr sz="2350" i="1" spc="20" dirty="0">
                <a:latin typeface="Calibri"/>
                <a:cs typeface="Calibri"/>
              </a:rPr>
              <a:t> </a:t>
            </a:r>
            <a:r>
              <a:rPr sz="2350" spc="-45" dirty="0">
                <a:latin typeface="Calibri"/>
                <a:cs typeface="Calibri"/>
              </a:rPr>
              <a:t>low,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and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since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both </a:t>
            </a:r>
            <a:r>
              <a:rPr sz="2350" spc="-52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inputs</a:t>
            </a:r>
            <a:r>
              <a:rPr sz="2350" spc="325" dirty="0">
                <a:latin typeface="Calibri"/>
                <a:cs typeface="Calibri"/>
              </a:rPr>
              <a:t> </a:t>
            </a:r>
            <a:r>
              <a:rPr sz="2350" spc="-5" dirty="0">
                <a:latin typeface="Calibri"/>
                <a:cs typeface="Calibri"/>
              </a:rPr>
              <a:t>to</a:t>
            </a:r>
            <a:r>
              <a:rPr sz="2350" spc="33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NOR</a:t>
            </a:r>
            <a:r>
              <a:rPr sz="2350" spc="32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gate</a:t>
            </a:r>
            <a:r>
              <a:rPr sz="2350" spc="355" dirty="0">
                <a:latin typeface="Calibri"/>
                <a:cs typeface="Calibri"/>
              </a:rPr>
              <a:t> </a:t>
            </a:r>
            <a:r>
              <a:rPr sz="2350" i="1" spc="15" dirty="0">
                <a:latin typeface="Calibri"/>
                <a:cs typeface="Calibri"/>
              </a:rPr>
              <a:t>B</a:t>
            </a:r>
            <a:r>
              <a:rPr sz="2350" i="1" spc="3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are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900" y="3441496"/>
            <a:ext cx="3590290" cy="225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1099"/>
              </a:lnSpc>
              <a:spcBef>
                <a:spcPts val="100"/>
              </a:spcBef>
            </a:pPr>
            <a:r>
              <a:rPr sz="2350" spc="10" dirty="0">
                <a:latin typeface="Calibri"/>
                <a:cs typeface="Calibri"/>
              </a:rPr>
              <a:t>now </a:t>
            </a:r>
            <a:r>
              <a:rPr sz="2350" spc="-45" dirty="0">
                <a:latin typeface="Calibri"/>
                <a:cs typeface="Calibri"/>
              </a:rPr>
              <a:t>low, </a:t>
            </a:r>
            <a:r>
              <a:rPr sz="2350" spc="5" dirty="0">
                <a:latin typeface="Calibri"/>
                <a:cs typeface="Calibri"/>
              </a:rPr>
              <a:t>the output </a:t>
            </a:r>
            <a:r>
              <a:rPr sz="2350" dirty="0">
                <a:latin typeface="Calibri"/>
                <a:cs typeface="Calibri"/>
              </a:rPr>
              <a:t>must </a:t>
            </a:r>
            <a:r>
              <a:rPr sz="2350" spc="10" dirty="0">
                <a:latin typeface="Calibri"/>
                <a:cs typeface="Calibri"/>
              </a:rPr>
              <a:t>be </a:t>
            </a:r>
            <a:r>
              <a:rPr sz="2350" spc="-5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high.</a:t>
            </a:r>
            <a:endParaRPr sz="2350">
              <a:latin typeface="Calibri"/>
              <a:cs typeface="Calibri"/>
            </a:endParaRPr>
          </a:p>
          <a:p>
            <a:pPr marL="12700" marR="5080" algn="just">
              <a:lnSpc>
                <a:spcPct val="101099"/>
              </a:lnSpc>
              <a:spcBef>
                <a:spcPts val="465"/>
              </a:spcBef>
            </a:pPr>
            <a:r>
              <a:rPr sz="2350" spc="5" dirty="0">
                <a:latin typeface="Calibri"/>
                <a:cs typeface="Calibri"/>
              </a:rPr>
              <a:t>Thus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15" dirty="0">
                <a:latin typeface="Calibri"/>
                <a:cs typeface="Calibri"/>
              </a:rPr>
              <a:t>1 </a:t>
            </a:r>
            <a:r>
              <a:rPr sz="2350" dirty="0">
                <a:latin typeface="Calibri"/>
                <a:cs typeface="Calibri"/>
              </a:rPr>
              <a:t>at </a:t>
            </a:r>
            <a:r>
              <a:rPr sz="2350" spc="5" dirty="0">
                <a:latin typeface="Calibri"/>
                <a:cs typeface="Calibri"/>
              </a:rPr>
              <a:t>the </a:t>
            </a:r>
            <a:r>
              <a:rPr sz="2350" i="1" spc="15" dirty="0">
                <a:latin typeface="Calibri"/>
                <a:cs typeface="Calibri"/>
              </a:rPr>
              <a:t>R </a:t>
            </a:r>
            <a:r>
              <a:rPr sz="2350" spc="5" dirty="0">
                <a:latin typeface="Calibri"/>
                <a:cs typeface="Calibri"/>
              </a:rPr>
              <a:t>input </a:t>
            </a:r>
            <a:r>
              <a:rPr sz="2350" dirty="0">
                <a:latin typeface="Calibri"/>
                <a:cs typeface="Calibri"/>
              </a:rPr>
              <a:t>is </a:t>
            </a:r>
            <a:r>
              <a:rPr sz="2350" spc="5" dirty="0">
                <a:latin typeface="Calibri"/>
                <a:cs typeface="Calibri"/>
              </a:rPr>
              <a:t>said </a:t>
            </a:r>
            <a:r>
              <a:rPr sz="2350" spc="-52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to </a:t>
            </a:r>
            <a:r>
              <a:rPr sz="2350" spc="5" dirty="0">
                <a:latin typeface="Calibri"/>
                <a:cs typeface="Calibri"/>
              </a:rPr>
              <a:t>RESET the </a:t>
            </a:r>
            <a:r>
              <a:rPr sz="2350" dirty="0">
                <a:latin typeface="Calibri"/>
                <a:cs typeface="Calibri"/>
              </a:rPr>
              <a:t>flip-flop </a:t>
            </a:r>
            <a:r>
              <a:rPr sz="2350" spc="15" dirty="0">
                <a:latin typeface="Calibri"/>
                <a:cs typeface="Calibri"/>
              </a:rPr>
              <a:t>and </a:t>
            </a:r>
            <a:r>
              <a:rPr sz="2350" dirty="0">
                <a:latin typeface="Calibri"/>
                <a:cs typeface="Calibri"/>
              </a:rPr>
              <a:t>it 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switches </a:t>
            </a:r>
            <a:r>
              <a:rPr sz="2350" spc="-5" dirty="0">
                <a:latin typeface="Calibri"/>
                <a:cs typeface="Calibri"/>
              </a:rPr>
              <a:t>to </a:t>
            </a:r>
            <a:r>
              <a:rPr sz="2350" spc="5" dirty="0">
                <a:latin typeface="Calibri"/>
                <a:cs typeface="Calibri"/>
              </a:rPr>
              <a:t>the </a:t>
            </a:r>
            <a:r>
              <a:rPr sz="2350" spc="-5" dirty="0">
                <a:latin typeface="Calibri"/>
                <a:cs typeface="Calibri"/>
              </a:rPr>
              <a:t>stable </a:t>
            </a:r>
            <a:r>
              <a:rPr sz="2350" spc="-15" dirty="0">
                <a:latin typeface="Calibri"/>
                <a:cs typeface="Calibri"/>
              </a:rPr>
              <a:t>state </a:t>
            </a:r>
            <a:r>
              <a:rPr sz="2350" spc="-1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where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i="1" spc="20" dirty="0">
                <a:latin typeface="Calibri"/>
                <a:cs typeface="Calibri"/>
              </a:rPr>
              <a:t>Q</a:t>
            </a:r>
            <a:r>
              <a:rPr sz="2350" i="1" spc="-1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=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0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(or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i="1" spc="15" dirty="0">
                <a:latin typeface="Calibri"/>
                <a:cs typeface="Calibri"/>
              </a:rPr>
              <a:t>Q’</a:t>
            </a:r>
            <a:r>
              <a:rPr sz="2350" i="1" dirty="0">
                <a:latin typeface="Calibri"/>
                <a:cs typeface="Calibri"/>
              </a:rPr>
              <a:t> </a:t>
            </a:r>
            <a:r>
              <a:rPr sz="2350" spc="15" dirty="0">
                <a:latin typeface="Calibri"/>
                <a:cs typeface="Calibri"/>
              </a:rPr>
              <a:t>=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1).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208665"/>
            <a:ext cx="1314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10" dirty="0"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198" y="2752191"/>
            <a:ext cx="2818994" cy="212364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22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023" y="497776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14" dirty="0"/>
              <a:t> </a:t>
            </a:r>
            <a:r>
              <a:rPr spc="-20" dirty="0"/>
              <a:t>FLIP-FLOPS-9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186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1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783" y="1633220"/>
            <a:ext cx="3612515" cy="68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  <a:tabLst>
                <a:tab pos="832485" algn="l"/>
                <a:tab pos="1165860" algn="l"/>
                <a:tab pos="1485265" algn="l"/>
                <a:tab pos="1804670" algn="l"/>
                <a:tab pos="2413000" algn="l"/>
                <a:tab pos="2719070" algn="l"/>
                <a:tab pos="3036570" algn="l"/>
                <a:tab pos="3425825" algn="l"/>
              </a:tabLst>
            </a:pPr>
            <a:r>
              <a:rPr sz="2150" spc="15" dirty="0">
                <a:latin typeface="Calibri"/>
                <a:cs typeface="Calibri"/>
              </a:rPr>
              <a:t>The</a:t>
            </a:r>
            <a:r>
              <a:rPr sz="2150" spc="3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last</a:t>
            </a:r>
            <a:r>
              <a:rPr sz="2150" spc="33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input</a:t>
            </a:r>
            <a:r>
              <a:rPr sz="2150" spc="33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condition</a:t>
            </a:r>
            <a:r>
              <a:rPr sz="2150" spc="3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in</a:t>
            </a:r>
            <a:r>
              <a:rPr sz="2150" spc="33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the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</a:t>
            </a:r>
            <a:r>
              <a:rPr sz="2150" spc="15" dirty="0">
                <a:latin typeface="Calibri"/>
                <a:cs typeface="Calibri"/>
              </a:rPr>
              <a:t>ab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i="1" spc="15" dirty="0">
                <a:latin typeface="Calibri"/>
                <a:cs typeface="Calibri"/>
              </a:rPr>
              <a:t>R</a:t>
            </a:r>
            <a:r>
              <a:rPr sz="2150" i="1" dirty="0">
                <a:latin typeface="Calibri"/>
                <a:cs typeface="Calibri"/>
              </a:rPr>
              <a:t>	</a:t>
            </a:r>
            <a:r>
              <a:rPr sz="2150" spc="10" dirty="0">
                <a:latin typeface="Calibri"/>
                <a:cs typeface="Calibri"/>
              </a:rPr>
              <a:t>=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5" dirty="0">
                <a:latin typeface="Calibri"/>
                <a:cs typeface="Calibri"/>
              </a:rPr>
              <a:t>1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5" dirty="0">
                <a:latin typeface="Calibri"/>
                <a:cs typeface="Calibri"/>
              </a:rPr>
              <a:t>and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i="1" spc="10" dirty="0">
                <a:latin typeface="Calibri"/>
                <a:cs typeface="Calibri"/>
              </a:rPr>
              <a:t>S</a:t>
            </a:r>
            <a:r>
              <a:rPr sz="2150" i="1" dirty="0">
                <a:latin typeface="Calibri"/>
                <a:cs typeface="Calibri"/>
              </a:rPr>
              <a:t>	</a:t>
            </a:r>
            <a:r>
              <a:rPr sz="2150" spc="10" dirty="0">
                <a:latin typeface="Calibri"/>
                <a:cs typeface="Calibri"/>
              </a:rPr>
              <a:t>=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0" dirty="0">
                <a:latin typeface="Calibri"/>
                <a:cs typeface="Calibri"/>
              </a:rPr>
              <a:t>1,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0" dirty="0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783" y="2297429"/>
            <a:ext cx="3611879" cy="1741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01200"/>
              </a:lnSpc>
              <a:spcBef>
                <a:spcPts val="95"/>
              </a:spcBef>
            </a:pPr>
            <a:r>
              <a:rPr sz="2150" spc="5" dirty="0">
                <a:latin typeface="Calibri"/>
                <a:cs typeface="Calibri"/>
              </a:rPr>
              <a:t>forbidden,</a:t>
            </a:r>
            <a:r>
              <a:rPr sz="2150" spc="10" dirty="0">
                <a:latin typeface="Calibri"/>
                <a:cs typeface="Calibri"/>
              </a:rPr>
              <a:t> as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it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forces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the 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outputs </a:t>
            </a:r>
            <a:r>
              <a:rPr sz="2150" spc="5" dirty="0">
                <a:latin typeface="Calibri"/>
                <a:cs typeface="Calibri"/>
              </a:rPr>
              <a:t>of</a:t>
            </a:r>
            <a:r>
              <a:rPr sz="2150" spc="10" dirty="0">
                <a:latin typeface="Calibri"/>
                <a:cs typeface="Calibri"/>
              </a:rPr>
              <a:t> both </a:t>
            </a:r>
            <a:r>
              <a:rPr sz="2150" spc="15" dirty="0">
                <a:latin typeface="Calibri"/>
                <a:cs typeface="Calibri"/>
              </a:rPr>
              <a:t>NOR </a:t>
            </a:r>
            <a:r>
              <a:rPr sz="2150" spc="-10" dirty="0">
                <a:latin typeface="Calibri"/>
                <a:cs typeface="Calibri"/>
              </a:rPr>
              <a:t>gates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low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state.</a:t>
            </a:r>
            <a:endParaRPr sz="21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470"/>
              </a:spcBef>
            </a:pPr>
            <a:r>
              <a:rPr sz="2150" spc="5" dirty="0">
                <a:latin typeface="Calibri"/>
                <a:cs typeface="Calibri"/>
              </a:rPr>
              <a:t>In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other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words,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both</a:t>
            </a:r>
            <a:r>
              <a:rPr sz="2150" spc="195" dirty="0">
                <a:latin typeface="Calibri"/>
                <a:cs typeface="Calibri"/>
              </a:rPr>
              <a:t> </a:t>
            </a:r>
            <a:r>
              <a:rPr sz="2150" i="1" spc="15" dirty="0">
                <a:latin typeface="Calibri"/>
                <a:cs typeface="Calibri"/>
              </a:rPr>
              <a:t>Q</a:t>
            </a:r>
            <a:r>
              <a:rPr sz="2150" i="1" spc="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=</a:t>
            </a:r>
            <a:r>
              <a:rPr sz="2150" spc="16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0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40"/>
              </a:spcBef>
            </a:pPr>
            <a:r>
              <a:rPr sz="2150" i="1" spc="10" dirty="0">
                <a:latin typeface="Calibri"/>
                <a:cs typeface="Calibri"/>
              </a:rPr>
              <a:t>Q’</a:t>
            </a:r>
            <a:r>
              <a:rPr sz="2150" i="1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=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0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at </a:t>
            </a:r>
            <a:r>
              <a:rPr sz="2150" spc="15" dirty="0">
                <a:latin typeface="Calibri"/>
                <a:cs typeface="Calibri"/>
              </a:rPr>
              <a:t>the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same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time.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333864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1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052430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1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783" y="4067911"/>
            <a:ext cx="178435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05510" algn="l"/>
              </a:tabLst>
            </a:pPr>
            <a:r>
              <a:rPr sz="2150" spc="5" dirty="0">
                <a:latin typeface="Calibri"/>
                <a:cs typeface="Calibri"/>
              </a:rPr>
              <a:t>T</a:t>
            </a:r>
            <a:r>
              <a:rPr sz="2150" spc="25" dirty="0">
                <a:latin typeface="Calibri"/>
                <a:cs typeface="Calibri"/>
              </a:rPr>
              <a:t>h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s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0" dirty="0">
                <a:latin typeface="Calibri"/>
                <a:cs typeface="Calibri"/>
              </a:rPr>
              <a:t>v</a:t>
            </a:r>
            <a:r>
              <a:rPr sz="2150" spc="5" dirty="0">
                <a:latin typeface="Calibri"/>
                <a:cs typeface="Calibri"/>
              </a:rPr>
              <a:t>io</a:t>
            </a:r>
            <a:r>
              <a:rPr sz="2150" spc="10" dirty="0">
                <a:latin typeface="Calibri"/>
                <a:cs typeface="Calibri"/>
              </a:rPr>
              <a:t>l</a:t>
            </a:r>
            <a:r>
              <a:rPr sz="2150" spc="-15" dirty="0">
                <a:latin typeface="Calibri"/>
                <a:cs typeface="Calibri"/>
              </a:rPr>
              <a:t>a</a:t>
            </a:r>
            <a:r>
              <a:rPr sz="2150" spc="-1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es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9733" y="4067911"/>
            <a:ext cx="902335" cy="68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0">
              <a:lnSpc>
                <a:spcPct val="101200"/>
              </a:lnSpc>
              <a:spcBef>
                <a:spcPts val="95"/>
              </a:spcBef>
            </a:pPr>
            <a:r>
              <a:rPr sz="2150" spc="10" dirty="0">
                <a:latin typeface="Calibri"/>
                <a:cs typeface="Calibri"/>
              </a:rPr>
              <a:t>the 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</a:t>
            </a:r>
            <a:r>
              <a:rPr sz="2150" spc="-5" dirty="0">
                <a:latin typeface="Calibri"/>
                <a:cs typeface="Calibri"/>
              </a:rPr>
              <a:t>l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spc="15" dirty="0">
                <a:latin typeface="Calibri"/>
                <a:cs typeface="Calibri"/>
              </a:rPr>
              <a:t>p</a:t>
            </a:r>
            <a:r>
              <a:rPr sz="2150" spc="-15" dirty="0">
                <a:latin typeface="Calibri"/>
                <a:cs typeface="Calibri"/>
              </a:rPr>
              <a:t>-</a:t>
            </a:r>
            <a:r>
              <a:rPr sz="2150" dirty="0">
                <a:latin typeface="Calibri"/>
                <a:cs typeface="Calibri"/>
              </a:rPr>
              <a:t>f</a:t>
            </a:r>
            <a:r>
              <a:rPr sz="2150" spc="-5" dirty="0">
                <a:latin typeface="Calibri"/>
                <a:cs typeface="Calibri"/>
              </a:rPr>
              <a:t>l</a:t>
            </a:r>
            <a:r>
              <a:rPr sz="2150" spc="10" dirty="0">
                <a:latin typeface="Calibri"/>
                <a:cs typeface="Calibri"/>
              </a:rPr>
              <a:t>op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3783" y="4399470"/>
            <a:ext cx="1108710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0"/>
              </a:spcBef>
            </a:pPr>
            <a:r>
              <a:rPr sz="2150" spc="15" dirty="0">
                <a:latin typeface="Calibri"/>
                <a:cs typeface="Calibri"/>
              </a:rPr>
              <a:t>d</a:t>
            </a:r>
            <a:r>
              <a:rPr sz="2150" spc="-5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f</a:t>
            </a:r>
            <a:r>
              <a:rPr sz="2150" spc="-5" dirty="0">
                <a:latin typeface="Calibri"/>
                <a:cs typeface="Calibri"/>
              </a:rPr>
              <a:t>i</a:t>
            </a:r>
            <a:r>
              <a:rPr sz="2150" spc="15" dirty="0">
                <a:latin typeface="Calibri"/>
                <a:cs typeface="Calibri"/>
              </a:rPr>
              <a:t>n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-5" dirty="0">
                <a:latin typeface="Calibri"/>
                <a:cs typeface="Calibri"/>
              </a:rPr>
              <a:t>t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5" dirty="0">
                <a:latin typeface="Calibri"/>
                <a:cs typeface="Calibri"/>
              </a:rPr>
              <a:t>on  requires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7931" y="4399470"/>
            <a:ext cx="1556385" cy="688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1959" algn="l"/>
              </a:tabLst>
            </a:pPr>
            <a:r>
              <a:rPr sz="2150" spc="5" dirty="0">
                <a:latin typeface="Calibri"/>
                <a:cs typeface="Calibri"/>
              </a:rPr>
              <a:t>of	</a:t>
            </a:r>
            <a:r>
              <a:rPr sz="2150" spc="10" dirty="0">
                <a:latin typeface="Calibri"/>
                <a:cs typeface="Calibri"/>
              </a:rPr>
              <a:t>a</a:t>
            </a:r>
            <a:endParaRPr sz="21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  <a:tabLst>
                <a:tab pos="628015" algn="l"/>
                <a:tab pos="1259205" algn="l"/>
              </a:tabLst>
            </a:pPr>
            <a:r>
              <a:rPr sz="2150" i="1" spc="15" dirty="0">
                <a:latin typeface="Calibri"/>
                <a:cs typeface="Calibri"/>
              </a:rPr>
              <a:t>Q	</a:t>
            </a:r>
            <a:r>
              <a:rPr sz="2150" spc="-10" dirty="0">
                <a:latin typeface="Calibri"/>
                <a:cs typeface="Calibri"/>
              </a:rPr>
              <a:t>t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spc="15" dirty="0">
                <a:latin typeface="Calibri"/>
                <a:cs typeface="Calibri"/>
              </a:rPr>
              <a:t>be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9315" y="4067911"/>
            <a:ext cx="595630" cy="1020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marR="5080" indent="-107950" algn="just">
              <a:lnSpc>
                <a:spcPct val="101099"/>
              </a:lnSpc>
              <a:spcBef>
                <a:spcPts val="100"/>
              </a:spcBef>
            </a:pPr>
            <a:r>
              <a:rPr sz="2150" spc="15" dirty="0">
                <a:latin typeface="Calibri"/>
                <a:cs typeface="Calibri"/>
              </a:rPr>
              <a:t>ba</a:t>
            </a:r>
            <a:r>
              <a:rPr sz="2150" dirty="0">
                <a:latin typeface="Calibri"/>
                <a:cs typeface="Calibri"/>
              </a:rPr>
              <a:t>sic  t</a:t>
            </a:r>
            <a:r>
              <a:rPr sz="2150" spc="15" dirty="0">
                <a:latin typeface="Calibri"/>
                <a:cs typeface="Calibri"/>
              </a:rPr>
              <a:t>h</a:t>
            </a:r>
            <a:r>
              <a:rPr sz="2150" spc="-15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t  </a:t>
            </a:r>
            <a:r>
              <a:rPr sz="2150" spc="15" dirty="0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3783" y="5063667"/>
            <a:ext cx="3611245" cy="1022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90"/>
              </a:spcBef>
            </a:pPr>
            <a:r>
              <a:rPr sz="2150" spc="5" dirty="0">
                <a:latin typeface="Calibri"/>
                <a:cs typeface="Calibri"/>
              </a:rPr>
              <a:t>complement of </a:t>
            </a:r>
            <a:r>
              <a:rPr sz="2150" i="1" spc="-60" dirty="0">
                <a:latin typeface="Calibri"/>
                <a:cs typeface="Calibri"/>
              </a:rPr>
              <a:t>Q’, </a:t>
            </a:r>
            <a:r>
              <a:rPr sz="2150" spc="15" dirty="0">
                <a:latin typeface="Calibri"/>
                <a:cs typeface="Calibri"/>
              </a:rPr>
              <a:t>and </a:t>
            </a:r>
            <a:r>
              <a:rPr sz="2150" spc="10" dirty="0">
                <a:latin typeface="Calibri"/>
                <a:cs typeface="Calibri"/>
              </a:rPr>
              <a:t>so </a:t>
            </a:r>
            <a:r>
              <a:rPr sz="2150" spc="5" dirty="0">
                <a:latin typeface="Calibri"/>
                <a:cs typeface="Calibri"/>
              </a:rPr>
              <a:t>it </a:t>
            </a:r>
            <a:r>
              <a:rPr sz="2150" spc="10" dirty="0">
                <a:latin typeface="Calibri"/>
                <a:cs typeface="Calibri"/>
              </a:rPr>
              <a:t>is 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generally</a:t>
            </a:r>
            <a:r>
              <a:rPr sz="2150" spc="5" dirty="0">
                <a:latin typeface="Calibri"/>
                <a:cs typeface="Calibri"/>
              </a:rPr>
              <a:t> agreed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never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impose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this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input</a:t>
            </a:r>
            <a:r>
              <a:rPr sz="2150" spc="5" dirty="0">
                <a:latin typeface="Calibri"/>
                <a:cs typeface="Calibri"/>
              </a:rPr>
              <a:t> condition.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198" y="2752191"/>
            <a:ext cx="2818994" cy="2123643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024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821" y="497776"/>
            <a:ext cx="3976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00" dirty="0"/>
              <a:t> </a:t>
            </a:r>
            <a:r>
              <a:rPr spc="-20" dirty="0"/>
              <a:t>FLIP-FLOPS-10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3171"/>
            <a:ext cx="111760" cy="10515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096" y="1584690"/>
            <a:ext cx="3641725" cy="325627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900" b="1" spc="5" dirty="0">
                <a:latin typeface="Calibri"/>
                <a:cs typeface="Calibri"/>
              </a:rPr>
              <a:t>NAND-Gate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latch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10" dirty="0">
                <a:latin typeface="Calibri"/>
                <a:cs typeface="Calibri"/>
              </a:rPr>
              <a:t>Also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called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flip-flop.</a:t>
            </a:r>
            <a:endParaRPr sz="1900">
              <a:latin typeface="Calibri"/>
              <a:cs typeface="Calibri"/>
            </a:endParaRPr>
          </a:p>
          <a:p>
            <a:pPr marL="12700" marR="6350">
              <a:lnSpc>
                <a:spcPct val="101800"/>
              </a:lnSpc>
              <a:spcBef>
                <a:spcPts val="370"/>
              </a:spcBef>
            </a:pPr>
            <a:r>
              <a:rPr sz="1900" spc="10" dirty="0">
                <a:latin typeface="Calibri"/>
                <a:cs typeface="Calibri"/>
              </a:rPr>
              <a:t>A</a:t>
            </a:r>
            <a:r>
              <a:rPr sz="1900" i="1" spc="10" dirty="0">
                <a:latin typeface="Calibri"/>
                <a:cs typeface="Calibri"/>
              </a:rPr>
              <a:t>low</a:t>
            </a:r>
            <a:r>
              <a:rPr sz="1900" i="1" spc="225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on</a:t>
            </a:r>
            <a:r>
              <a:rPr sz="1900" i="1" spc="23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any</a:t>
            </a:r>
            <a:r>
              <a:rPr sz="1900" i="1" spc="23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input</a:t>
            </a:r>
            <a:r>
              <a:rPr sz="1900" i="1" spc="2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to</a:t>
            </a:r>
            <a:r>
              <a:rPr sz="1900" i="1" spc="240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a</a:t>
            </a:r>
            <a:r>
              <a:rPr sz="1900" i="1" spc="235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NAND</a:t>
            </a:r>
            <a:r>
              <a:rPr sz="1900" i="1" spc="23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gate </a:t>
            </a:r>
            <a:r>
              <a:rPr sz="1900" i="1" spc="-41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will</a:t>
            </a:r>
            <a:r>
              <a:rPr sz="1900" i="1" dirty="0">
                <a:latin typeface="Calibri"/>
                <a:cs typeface="Calibri"/>
              </a:rPr>
              <a:t> force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its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output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high.</a:t>
            </a:r>
            <a:endParaRPr sz="1900">
              <a:latin typeface="Calibri"/>
              <a:cs typeface="Calibri"/>
            </a:endParaRPr>
          </a:p>
          <a:p>
            <a:pPr marL="12700" marR="8255">
              <a:lnSpc>
                <a:spcPct val="101299"/>
              </a:lnSpc>
              <a:spcBef>
                <a:spcPts val="390"/>
              </a:spcBef>
            </a:pPr>
            <a:r>
              <a:rPr sz="1900" spc="10" dirty="0">
                <a:latin typeface="Calibri"/>
                <a:cs typeface="Calibri"/>
              </a:rPr>
              <a:t>Thus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low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on</a:t>
            </a:r>
            <a:r>
              <a:rPr sz="1900" spc="35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the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input</a:t>
            </a:r>
            <a:r>
              <a:rPr sz="1900" spc="35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will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set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latch </a:t>
            </a:r>
            <a:r>
              <a:rPr sz="1900" spc="10" dirty="0">
                <a:latin typeface="Calibri"/>
                <a:cs typeface="Calibri"/>
              </a:rPr>
              <a:t>(Q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=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1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and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Q’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0).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15" dirty="0">
                <a:latin typeface="Calibri"/>
                <a:cs typeface="Calibri"/>
              </a:rPr>
              <a:t>A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low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on</a:t>
            </a:r>
            <a:r>
              <a:rPr sz="1900" spc="1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the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R</a:t>
            </a:r>
            <a:r>
              <a:rPr sz="1900" i="1" spc="1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input</a:t>
            </a:r>
            <a:r>
              <a:rPr sz="1900" spc="1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will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reset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it</a:t>
            </a:r>
            <a:r>
              <a:rPr sz="1900" spc="114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(Q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00" spc="15" dirty="0">
                <a:latin typeface="Calibri"/>
                <a:cs typeface="Calibri"/>
              </a:rPr>
              <a:t>=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0).</a:t>
            </a:r>
            <a:endParaRPr sz="1900">
              <a:latin typeface="Calibri"/>
              <a:cs typeface="Calibri"/>
            </a:endParaRPr>
          </a:p>
          <a:p>
            <a:pPr marL="12700" marR="6985">
              <a:lnSpc>
                <a:spcPct val="101299"/>
              </a:lnSpc>
              <a:spcBef>
                <a:spcPts val="390"/>
              </a:spcBef>
            </a:pPr>
            <a:r>
              <a:rPr sz="1900" spc="10" dirty="0">
                <a:latin typeface="Calibri"/>
                <a:cs typeface="Calibri"/>
              </a:rPr>
              <a:t>If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both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i="1" spc="15" dirty="0">
                <a:latin typeface="Calibri"/>
                <a:cs typeface="Calibri"/>
              </a:rPr>
              <a:t>R</a:t>
            </a:r>
            <a:r>
              <a:rPr sz="1900" i="1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and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high,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the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flip-flop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will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remain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in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its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previous</a:t>
            </a:r>
            <a:r>
              <a:rPr sz="1900" spc="-5" dirty="0">
                <a:latin typeface="Calibri"/>
                <a:cs typeface="Calibri"/>
              </a:rPr>
              <a:t> state.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41104"/>
            <a:ext cx="1117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578656"/>
            <a:ext cx="1117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215142"/>
            <a:ext cx="1117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851260"/>
            <a:ext cx="1117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2096" y="4864214"/>
            <a:ext cx="3644265" cy="908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499"/>
              </a:lnSpc>
              <a:spcBef>
                <a:spcPts val="95"/>
              </a:spcBef>
            </a:pPr>
            <a:r>
              <a:rPr sz="1900" spc="15" dirty="0">
                <a:latin typeface="Calibri"/>
                <a:cs typeface="Calibri"/>
              </a:rPr>
              <a:t>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and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low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simultaneously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is 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forbidden </a:t>
            </a:r>
            <a:r>
              <a:rPr sz="1900" spc="10" dirty="0">
                <a:latin typeface="Calibri"/>
                <a:cs typeface="Calibri"/>
              </a:rPr>
              <a:t>since this </a:t>
            </a:r>
            <a:r>
              <a:rPr sz="1900" dirty="0">
                <a:latin typeface="Calibri"/>
                <a:cs typeface="Calibri"/>
              </a:rPr>
              <a:t>forces </a:t>
            </a:r>
            <a:r>
              <a:rPr sz="1900" spc="10" dirty="0">
                <a:latin typeface="Calibri"/>
                <a:cs typeface="Calibri"/>
              </a:rPr>
              <a:t>both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i="1" spc="20" dirty="0">
                <a:latin typeface="Calibri"/>
                <a:cs typeface="Calibri"/>
              </a:rPr>
              <a:t>Q </a:t>
            </a:r>
            <a:r>
              <a:rPr sz="1900" i="1" spc="2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and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Q’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high.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7914" y="1218958"/>
            <a:ext cx="2580843" cy="18950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4874" y="3285718"/>
            <a:ext cx="2352243" cy="20476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0997" y="5486044"/>
            <a:ext cx="1390319" cy="121879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5223960" y="3053880"/>
              <a:ext cx="3768840" cy="244728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14600" y="3044520"/>
                <a:ext cx="3787560" cy="24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543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821" y="497776"/>
            <a:ext cx="3976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00" dirty="0"/>
              <a:t> </a:t>
            </a:r>
            <a:r>
              <a:rPr spc="-20" dirty="0"/>
              <a:t>FLIP-FLOPS-11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5882" y="1633219"/>
            <a:ext cx="31623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flip-flop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spc="2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33219"/>
            <a:ext cx="6415405" cy="157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5641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Show</a:t>
            </a:r>
            <a:r>
              <a:rPr sz="3200" spc="2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how</a:t>
            </a:r>
            <a:r>
              <a:rPr sz="3200" spc="2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2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convert</a:t>
            </a:r>
            <a:r>
              <a:rPr sz="3200" spc="2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flip-flop.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By</a:t>
            </a:r>
            <a:r>
              <a:rPr sz="3200" spc="3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placing</a:t>
            </a:r>
            <a:r>
              <a:rPr sz="3200" spc="3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</a:t>
            </a:r>
            <a:r>
              <a:rPr sz="3200" spc="3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inverter</a:t>
            </a:r>
            <a:r>
              <a:rPr sz="3200" spc="3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3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each</a:t>
            </a:r>
            <a:r>
              <a:rPr sz="3200" spc="3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7651" y="2691256"/>
            <a:ext cx="14103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f</a:t>
            </a:r>
            <a:r>
              <a:rPr sz="3200" spc="-15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spc="5" dirty="0">
                <a:latin typeface="Calibri"/>
                <a:cs typeface="Calibri"/>
              </a:rPr>
              <a:t>p</a:t>
            </a:r>
            <a:r>
              <a:rPr sz="3200" spc="-40" dirty="0">
                <a:latin typeface="Calibri"/>
                <a:cs typeface="Calibri"/>
              </a:rPr>
              <a:t>-</a:t>
            </a:r>
            <a:r>
              <a:rPr sz="3200" spc="-10" dirty="0">
                <a:latin typeface="Calibri"/>
                <a:cs typeface="Calibri"/>
              </a:rPr>
              <a:t>f</a:t>
            </a:r>
            <a:r>
              <a:rPr sz="3200" spc="-15" dirty="0">
                <a:latin typeface="Calibri"/>
                <a:cs typeface="Calibri"/>
              </a:rPr>
              <a:t>l</a:t>
            </a:r>
            <a:r>
              <a:rPr sz="3200" spc="5" dirty="0">
                <a:latin typeface="Calibri"/>
                <a:cs typeface="Calibri"/>
              </a:rPr>
              <a:t>o</a:t>
            </a:r>
            <a:r>
              <a:rPr sz="3200" spc="-1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180143"/>
            <a:ext cx="772477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inputs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now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R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S, and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circuit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behaves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exactly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RS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flip-flop.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445" y="4180903"/>
            <a:ext cx="8233918" cy="211428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9038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821" y="497776"/>
            <a:ext cx="3976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RS</a:t>
            </a:r>
            <a:r>
              <a:rPr spc="-100" dirty="0"/>
              <a:t> </a:t>
            </a:r>
            <a:r>
              <a:rPr spc="-20" dirty="0"/>
              <a:t>FLIP-FLOPS-12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6959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Bubbled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OR-gate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equivalent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to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flip-flop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413" y="2228555"/>
            <a:ext cx="3019090" cy="23902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4125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621" y="497776"/>
            <a:ext cx="4674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GATED</a:t>
            </a:r>
            <a:r>
              <a:rPr spc="-50" dirty="0"/>
              <a:t> </a:t>
            </a:r>
            <a:r>
              <a:rPr spc="-25" dirty="0"/>
              <a:t>FLIP-FLOPS-1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92102"/>
            <a:ext cx="7485380" cy="26701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96215" indent="-171450" algn="just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196850" algn="l"/>
              </a:tabLst>
            </a:pPr>
            <a:r>
              <a:rPr sz="1600" b="1" spc="-10" dirty="0">
                <a:latin typeface="Calibri"/>
                <a:cs typeface="Calibri"/>
              </a:rPr>
              <a:t>Clocked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i="1" spc="-15" dirty="0">
                <a:latin typeface="Calibri"/>
                <a:cs typeface="Calibri"/>
              </a:rPr>
              <a:t>RS </a:t>
            </a:r>
            <a:r>
              <a:rPr sz="1600" b="1" spc="-5" dirty="0">
                <a:latin typeface="Calibri"/>
                <a:cs typeface="Calibri"/>
              </a:rPr>
              <a:t>Flip-Flops</a:t>
            </a:r>
            <a:endParaRPr sz="1600">
              <a:latin typeface="Calibri"/>
              <a:cs typeface="Calibri"/>
            </a:endParaRPr>
          </a:p>
          <a:p>
            <a:pPr marL="196215" marR="23495" indent="-171450" algn="just">
              <a:lnSpc>
                <a:spcPct val="100499"/>
              </a:lnSpc>
              <a:spcBef>
                <a:spcPts val="315"/>
              </a:spcBef>
              <a:buFont typeface="Arial MT"/>
              <a:buChar char="•"/>
              <a:tabLst>
                <a:tab pos="196850" algn="l"/>
              </a:tabLst>
            </a:pPr>
            <a:r>
              <a:rPr sz="1600" spc="-5" dirty="0">
                <a:latin typeface="Calibri"/>
                <a:cs typeface="Calibri"/>
              </a:rPr>
              <a:t>The addition of </a:t>
            </a:r>
            <a:r>
              <a:rPr sz="1600" spc="-10" dirty="0">
                <a:latin typeface="Calibri"/>
                <a:cs typeface="Calibri"/>
              </a:rPr>
              <a:t>two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spc="-20" dirty="0">
                <a:latin typeface="Calibri"/>
                <a:cs typeface="Calibri"/>
              </a:rPr>
              <a:t>gates at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i="1" spc="-5" dirty="0">
                <a:latin typeface="Calibri"/>
                <a:cs typeface="Calibri"/>
              </a:rPr>
              <a:t>R </a:t>
            </a:r>
            <a:r>
              <a:rPr sz="1600" spc="-5" dirty="0">
                <a:latin typeface="Calibri"/>
                <a:cs typeface="Calibri"/>
              </a:rPr>
              <a:t>and S inputs as </a:t>
            </a:r>
            <a:r>
              <a:rPr sz="1600" spc="-10" dirty="0">
                <a:latin typeface="Calibri"/>
                <a:cs typeface="Calibri"/>
              </a:rPr>
              <a:t>shown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figure </a:t>
            </a:r>
            <a:r>
              <a:rPr sz="1600" spc="-5" dirty="0">
                <a:latin typeface="Calibri"/>
                <a:cs typeface="Calibri"/>
              </a:rPr>
              <a:t>will </a:t>
            </a:r>
            <a:r>
              <a:rPr sz="1600" spc="-10" dirty="0">
                <a:latin typeface="Calibri"/>
                <a:cs typeface="Calibri"/>
              </a:rPr>
              <a:t>result </a:t>
            </a:r>
            <a:r>
              <a:rPr sz="1600" spc="-5" dirty="0">
                <a:latin typeface="Calibri"/>
                <a:cs typeface="Calibri"/>
              </a:rPr>
              <a:t>in a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flip-flop that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can</a:t>
            </a:r>
            <a:r>
              <a:rPr sz="1600" spc="-5" dirty="0">
                <a:latin typeface="Calibri"/>
                <a:cs typeface="Calibri"/>
              </a:rPr>
              <a:t> be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enabled or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disabled.</a:t>
            </a:r>
            <a:endParaRPr sz="1600">
              <a:latin typeface="Calibri"/>
              <a:cs typeface="Calibri"/>
            </a:endParaRPr>
          </a:p>
          <a:p>
            <a:pPr marL="196215" marR="17780" indent="-171450" algn="just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196850" algn="l"/>
              </a:tabLst>
            </a:pPr>
            <a:r>
              <a:rPr sz="1600" spc="-10" dirty="0">
                <a:latin typeface="Calibri"/>
                <a:cs typeface="Calibri"/>
              </a:rPr>
              <a:t>When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ENABLE </a:t>
            </a:r>
            <a:r>
              <a:rPr sz="1600" spc="-5" dirty="0">
                <a:latin typeface="Calibri"/>
                <a:cs typeface="Calibri"/>
              </a:rPr>
              <a:t>input is </a:t>
            </a:r>
            <a:r>
              <a:rPr sz="1600" spc="-40" dirty="0">
                <a:latin typeface="Calibri"/>
                <a:cs typeface="Calibri"/>
              </a:rPr>
              <a:t>low, </a:t>
            </a:r>
            <a:r>
              <a:rPr sz="1600" spc="-5" dirty="0">
                <a:latin typeface="Calibri"/>
                <a:cs typeface="Calibri"/>
              </a:rPr>
              <a:t>the AND </a:t>
            </a:r>
            <a:r>
              <a:rPr sz="1600" spc="-25" dirty="0">
                <a:latin typeface="Calibri"/>
                <a:cs typeface="Calibri"/>
              </a:rPr>
              <a:t>gate </a:t>
            </a:r>
            <a:r>
              <a:rPr sz="1600" spc="-5" dirty="0">
                <a:latin typeface="Calibri"/>
                <a:cs typeface="Calibri"/>
              </a:rPr>
              <a:t>outputs </a:t>
            </a:r>
            <a:r>
              <a:rPr sz="1600" spc="-10" dirty="0">
                <a:latin typeface="Calibri"/>
                <a:cs typeface="Calibri"/>
              </a:rPr>
              <a:t>must </a:t>
            </a:r>
            <a:r>
              <a:rPr sz="1600" spc="-5" dirty="0">
                <a:latin typeface="Calibri"/>
                <a:cs typeface="Calibri"/>
              </a:rPr>
              <a:t>both be low and </a:t>
            </a:r>
            <a:r>
              <a:rPr sz="1600" spc="-10" dirty="0">
                <a:latin typeface="Calibri"/>
                <a:cs typeface="Calibri"/>
              </a:rPr>
              <a:t>changes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neither </a:t>
            </a:r>
            <a:r>
              <a:rPr sz="1600" i="1" spc="-5" dirty="0">
                <a:latin typeface="Calibri"/>
                <a:cs typeface="Calibri"/>
              </a:rPr>
              <a:t>R </a:t>
            </a:r>
            <a:r>
              <a:rPr sz="1600" spc="-5" dirty="0">
                <a:latin typeface="Calibri"/>
                <a:cs typeface="Calibri"/>
              </a:rPr>
              <a:t>or S </a:t>
            </a:r>
            <a:r>
              <a:rPr sz="1600" dirty="0">
                <a:latin typeface="Calibri"/>
                <a:cs typeface="Calibri"/>
              </a:rPr>
              <a:t>will </a:t>
            </a:r>
            <a:r>
              <a:rPr sz="1600" spc="-15" dirty="0">
                <a:latin typeface="Calibri"/>
                <a:cs typeface="Calibri"/>
              </a:rPr>
              <a:t>have </a:t>
            </a:r>
            <a:r>
              <a:rPr sz="1600" spc="-20" dirty="0">
                <a:latin typeface="Calibri"/>
                <a:cs typeface="Calibri"/>
              </a:rPr>
              <a:t>any </a:t>
            </a:r>
            <a:r>
              <a:rPr sz="1600" spc="-25" dirty="0">
                <a:latin typeface="Calibri"/>
                <a:cs typeface="Calibri"/>
              </a:rPr>
              <a:t>effect </a:t>
            </a:r>
            <a:r>
              <a:rPr sz="1600" spc="-5" dirty="0">
                <a:latin typeface="Calibri"/>
                <a:cs typeface="Calibri"/>
              </a:rPr>
              <a:t>on the </a:t>
            </a:r>
            <a:r>
              <a:rPr sz="1600" spc="-10" dirty="0">
                <a:latin typeface="Calibri"/>
                <a:cs typeface="Calibri"/>
              </a:rPr>
              <a:t>flip-flop </a:t>
            </a:r>
            <a:r>
              <a:rPr sz="1600" spc="-5" dirty="0">
                <a:latin typeface="Calibri"/>
                <a:cs typeface="Calibri"/>
              </a:rPr>
              <a:t>output </a:t>
            </a:r>
            <a:r>
              <a:rPr sz="1600" i="1" spc="-5" dirty="0">
                <a:latin typeface="Calibri"/>
                <a:cs typeface="Calibri"/>
              </a:rPr>
              <a:t>Q.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latch </a:t>
            </a:r>
            <a:r>
              <a:rPr sz="1600" spc="-5" dirty="0">
                <a:latin typeface="Calibri"/>
                <a:cs typeface="Calibri"/>
              </a:rPr>
              <a:t>is said </a:t>
            </a:r>
            <a:r>
              <a:rPr sz="1600" spc="-15" dirty="0">
                <a:latin typeface="Calibri"/>
                <a:cs typeface="Calibri"/>
              </a:rPr>
              <a:t>to </a:t>
            </a:r>
            <a:r>
              <a:rPr sz="1600" spc="-10" dirty="0">
                <a:latin typeface="Calibri"/>
                <a:cs typeface="Calibri"/>
              </a:rPr>
              <a:t>be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disabled.</a:t>
            </a:r>
            <a:endParaRPr sz="1600">
              <a:latin typeface="Calibri"/>
              <a:cs typeface="Calibri"/>
            </a:endParaRPr>
          </a:p>
          <a:p>
            <a:pPr marL="196215" marR="25400" indent="-171450" algn="just">
              <a:lnSpc>
                <a:spcPct val="100200"/>
              </a:lnSpc>
              <a:spcBef>
                <a:spcPts val="315"/>
              </a:spcBef>
              <a:buFont typeface="Arial MT"/>
              <a:buChar char="•"/>
              <a:tabLst>
                <a:tab pos="196850" algn="l"/>
              </a:tabLst>
            </a:pPr>
            <a:r>
              <a:rPr sz="1600" i="1" spc="-5" dirty="0">
                <a:latin typeface="Calibri"/>
                <a:cs typeface="Calibri"/>
              </a:rPr>
              <a:t>Strobe </a:t>
            </a:r>
            <a:r>
              <a:rPr sz="1600" spc="-5" dirty="0">
                <a:latin typeface="Calibri"/>
                <a:cs typeface="Calibri"/>
              </a:rPr>
              <a:t>or </a:t>
            </a:r>
            <a:r>
              <a:rPr sz="1600" i="1" spc="-10" dirty="0">
                <a:latin typeface="Calibri"/>
                <a:cs typeface="Calibri"/>
              </a:rPr>
              <a:t>clock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flip-flop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order </a:t>
            </a:r>
            <a:r>
              <a:rPr sz="1600" spc="-20" dirty="0">
                <a:latin typeface="Calibri"/>
                <a:cs typeface="Calibri"/>
              </a:rPr>
              <a:t>to </a:t>
            </a:r>
            <a:r>
              <a:rPr sz="1600" spc="-15" dirty="0">
                <a:latin typeface="Calibri"/>
                <a:cs typeface="Calibri"/>
              </a:rPr>
              <a:t>store information </a:t>
            </a:r>
            <a:r>
              <a:rPr sz="1600" spc="-10" dirty="0">
                <a:latin typeface="Calibri"/>
                <a:cs typeface="Calibri"/>
              </a:rPr>
              <a:t>(set </a:t>
            </a:r>
            <a:r>
              <a:rPr sz="1600" dirty="0">
                <a:latin typeface="Calibri"/>
                <a:cs typeface="Calibri"/>
              </a:rPr>
              <a:t>it </a:t>
            </a:r>
            <a:r>
              <a:rPr sz="1600" spc="-5" dirty="0">
                <a:latin typeface="Calibri"/>
                <a:cs typeface="Calibri"/>
              </a:rPr>
              <a:t>or </a:t>
            </a:r>
            <a:r>
              <a:rPr sz="1600" spc="-15" dirty="0">
                <a:latin typeface="Calibri"/>
                <a:cs typeface="Calibri"/>
              </a:rPr>
              <a:t>reset </a:t>
            </a:r>
            <a:r>
              <a:rPr sz="1600" dirty="0">
                <a:latin typeface="Calibri"/>
                <a:cs typeface="Calibri"/>
              </a:rPr>
              <a:t>it) </a:t>
            </a:r>
            <a:r>
              <a:rPr sz="1600" spc="-15" dirty="0">
                <a:latin typeface="Calibri"/>
                <a:cs typeface="Calibri"/>
              </a:rPr>
              <a:t>at any </a:t>
            </a:r>
            <a:r>
              <a:rPr sz="1600" spc="-10" dirty="0">
                <a:latin typeface="Calibri"/>
                <a:cs typeface="Calibri"/>
              </a:rPr>
              <a:t>time, </a:t>
            </a:r>
            <a:r>
              <a:rPr sz="1600" spc="-5" dirty="0">
                <a:latin typeface="Calibri"/>
                <a:cs typeface="Calibri"/>
              </a:rPr>
              <a:t> and then hold the </a:t>
            </a:r>
            <a:r>
              <a:rPr sz="1600" spc="-15" dirty="0">
                <a:latin typeface="Calibri"/>
                <a:cs typeface="Calibri"/>
              </a:rPr>
              <a:t>stored information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any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desired period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time. </a:t>
            </a:r>
            <a:r>
              <a:rPr sz="1600" spc="-5" dirty="0">
                <a:latin typeface="Calibri"/>
                <a:cs typeface="Calibri"/>
              </a:rPr>
              <a:t>This </a:t>
            </a:r>
            <a:r>
              <a:rPr sz="1600" spc="-10" dirty="0">
                <a:latin typeface="Calibri"/>
                <a:cs typeface="Calibri"/>
              </a:rPr>
              <a:t>flip-flop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called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gated 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spc="-15" dirty="0">
                <a:latin typeface="Calibri"/>
                <a:cs typeface="Calibri"/>
              </a:rPr>
              <a:t>clocked</a:t>
            </a:r>
            <a:r>
              <a:rPr sz="1600" i="1" spc="-20" dirty="0">
                <a:latin typeface="Calibri"/>
                <a:cs typeface="Calibri"/>
              </a:rPr>
              <a:t> RS</a:t>
            </a:r>
            <a:r>
              <a:rPr sz="1600" i="1" spc="-10" dirty="0">
                <a:latin typeface="Calibri"/>
                <a:cs typeface="Calibri"/>
              </a:rPr>
              <a:t> flip-flop.</a:t>
            </a:r>
            <a:endParaRPr sz="1600">
              <a:latin typeface="Calibri"/>
              <a:cs typeface="Calibri"/>
            </a:endParaRPr>
          </a:p>
          <a:p>
            <a:pPr marL="196215" indent="-171450" algn="just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196850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time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before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ENABLE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low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</a:t>
            </a:r>
            <a:r>
              <a:rPr sz="1350" i="1" baseline="-15432" dirty="0">
                <a:latin typeface="Calibri"/>
                <a:cs typeface="Calibri"/>
              </a:rPr>
              <a:t>n</a:t>
            </a:r>
            <a:r>
              <a:rPr sz="1350" i="1" spc="240" baseline="-15432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time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just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after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ENABLE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goes</a:t>
            </a:r>
            <a:r>
              <a:rPr sz="1600" spc="-5" dirty="0">
                <a:latin typeface="Calibri"/>
                <a:cs typeface="Calibri"/>
              </a:rPr>
              <a:t> low </a:t>
            </a:r>
            <a:r>
              <a:rPr sz="1600" spc="10" dirty="0">
                <a:latin typeface="Calibri"/>
                <a:cs typeface="Calibri"/>
              </a:rPr>
              <a:t>Q</a:t>
            </a:r>
            <a:r>
              <a:rPr sz="1350" spc="15" baseline="-15432" dirty="0">
                <a:latin typeface="Calibri"/>
                <a:cs typeface="Calibri"/>
              </a:rPr>
              <a:t>n+</a:t>
            </a:r>
            <a:r>
              <a:rPr sz="1350" spc="-7" baseline="-15432" dirty="0">
                <a:latin typeface="Calibri"/>
                <a:cs typeface="Calibri"/>
              </a:rPr>
              <a:t> </a:t>
            </a:r>
            <a:r>
              <a:rPr sz="1350" baseline="-15432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85" y="4571631"/>
            <a:ext cx="8305558" cy="21902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259280" y="4429080"/>
              <a:ext cx="5786640" cy="23756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9920" y="4419720"/>
                <a:ext cx="5805360" cy="23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1294920" y="1107360"/>
              <a:ext cx="7412040" cy="55454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560" y="1098000"/>
                <a:ext cx="7430760" cy="556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982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621" y="497776"/>
            <a:ext cx="4674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GATED</a:t>
            </a:r>
            <a:r>
              <a:rPr spc="-50" dirty="0"/>
              <a:t> </a:t>
            </a:r>
            <a:r>
              <a:rPr spc="-25" dirty="0"/>
              <a:t>FLIP-FLOPS-2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807212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  <a:tab pos="1268095" algn="l"/>
                <a:tab pos="2932430" algn="l"/>
                <a:tab pos="5073015" algn="l"/>
                <a:tab pos="5761990" algn="l"/>
                <a:tab pos="6166485" algn="l"/>
                <a:tab pos="7644765" algn="l"/>
              </a:tabLst>
            </a:pPr>
            <a:r>
              <a:rPr sz="3200" b="1" spc="-95" dirty="0">
                <a:latin typeface="Calibri"/>
                <a:cs typeface="Calibri"/>
              </a:rPr>
              <a:t>T</a:t>
            </a:r>
            <a:r>
              <a:rPr sz="3200" b="1" spc="-30" dirty="0">
                <a:latin typeface="Calibri"/>
                <a:cs typeface="Calibri"/>
              </a:rPr>
              <a:t>w</a:t>
            </a:r>
            <a:r>
              <a:rPr sz="3200" b="1" dirty="0">
                <a:latin typeface="Calibri"/>
                <a:cs typeface="Calibri"/>
              </a:rPr>
              <a:t>o	di</a:t>
            </a:r>
            <a:r>
              <a:rPr sz="3200" b="1" spc="-55" dirty="0">
                <a:latin typeface="Calibri"/>
                <a:cs typeface="Calibri"/>
              </a:rPr>
              <a:t>f</a:t>
            </a:r>
            <a:r>
              <a:rPr sz="3200" b="1" spc="-110" dirty="0">
                <a:latin typeface="Calibri"/>
                <a:cs typeface="Calibri"/>
              </a:rPr>
              <a:t>f</a:t>
            </a:r>
            <a:r>
              <a:rPr sz="3200" b="1" spc="-5" dirty="0">
                <a:latin typeface="Calibri"/>
                <a:cs typeface="Calibri"/>
              </a:rPr>
              <a:t>e</a:t>
            </a:r>
            <a:r>
              <a:rPr sz="3200" b="1" spc="-40" dirty="0">
                <a:latin typeface="Calibri"/>
                <a:cs typeface="Calibri"/>
              </a:rPr>
              <a:t>r</a:t>
            </a:r>
            <a:r>
              <a:rPr sz="3200" b="1" spc="-5" dirty="0">
                <a:latin typeface="Calibri"/>
                <a:cs typeface="Calibri"/>
              </a:rPr>
              <a:t>e</a:t>
            </a:r>
            <a:r>
              <a:rPr sz="3200" b="1" spc="-30" dirty="0">
                <a:latin typeface="Calibri"/>
                <a:cs typeface="Calibri"/>
              </a:rPr>
              <a:t>n</a:t>
            </a:r>
            <a:r>
              <a:rPr sz="3200" b="1" dirty="0">
                <a:latin typeface="Calibri"/>
                <a:cs typeface="Calibri"/>
              </a:rPr>
              <a:t>t	</a:t>
            </a:r>
            <a:r>
              <a:rPr sz="3200" b="1" spc="-40" dirty="0">
                <a:latin typeface="Calibri"/>
                <a:cs typeface="Calibri"/>
              </a:rPr>
              <a:t>r</a:t>
            </a:r>
            <a:r>
              <a:rPr sz="3200" b="1" spc="-5" dirty="0">
                <a:latin typeface="Calibri"/>
                <a:cs typeface="Calibri"/>
              </a:rPr>
              <a:t>e</a:t>
            </a:r>
            <a:r>
              <a:rPr sz="3200" b="1" spc="5" dirty="0">
                <a:latin typeface="Calibri"/>
                <a:cs typeface="Calibri"/>
              </a:rPr>
              <a:t>a</a:t>
            </a:r>
            <a:r>
              <a:rPr sz="3200" b="1" dirty="0">
                <a:latin typeface="Calibri"/>
                <a:cs typeface="Calibri"/>
              </a:rPr>
              <a:t>li</a:t>
            </a:r>
            <a:r>
              <a:rPr sz="3200" b="1" spc="-35" dirty="0">
                <a:latin typeface="Calibri"/>
                <a:cs typeface="Calibri"/>
              </a:rPr>
              <a:t>z</a:t>
            </a:r>
            <a:r>
              <a:rPr sz="3200" b="1" spc="-45" dirty="0">
                <a:latin typeface="Calibri"/>
                <a:cs typeface="Calibri"/>
              </a:rPr>
              <a:t>a</a:t>
            </a:r>
            <a:r>
              <a:rPr sz="3200" b="1" spc="-15" dirty="0">
                <a:latin typeface="Calibri"/>
                <a:cs typeface="Calibri"/>
              </a:rPr>
              <a:t>t</a:t>
            </a:r>
            <a:r>
              <a:rPr sz="3200" b="1" spc="-5" dirty="0">
                <a:latin typeface="Calibri"/>
                <a:cs typeface="Calibri"/>
              </a:rPr>
              <a:t>io</a:t>
            </a:r>
            <a:r>
              <a:rPr sz="3200" b="1" dirty="0">
                <a:latin typeface="Calibri"/>
                <a:cs typeface="Calibri"/>
              </a:rPr>
              <a:t>ns	</a:t>
            </a:r>
            <a:r>
              <a:rPr sz="3200" b="1" spc="-55" dirty="0">
                <a:latin typeface="Calibri"/>
                <a:cs typeface="Calibri"/>
              </a:rPr>
              <a:t>f</a:t>
            </a:r>
            <a:r>
              <a:rPr sz="3200" b="1" spc="5" dirty="0">
                <a:latin typeface="Calibri"/>
                <a:cs typeface="Calibri"/>
              </a:rPr>
              <a:t>o</a:t>
            </a:r>
            <a:r>
              <a:rPr sz="3200" b="1" dirty="0">
                <a:latin typeface="Calibri"/>
                <a:cs typeface="Calibri"/>
              </a:rPr>
              <a:t>r	a	</a:t>
            </a:r>
            <a:r>
              <a:rPr sz="3200" b="1" spc="-5" dirty="0">
                <a:latin typeface="Calibri"/>
                <a:cs typeface="Calibri"/>
              </a:rPr>
              <a:t>c</a:t>
            </a:r>
            <a:r>
              <a:rPr sz="3200" b="1" dirty="0">
                <a:latin typeface="Calibri"/>
                <a:cs typeface="Calibri"/>
              </a:rPr>
              <a:t>l</a:t>
            </a:r>
            <a:r>
              <a:rPr sz="3200" b="1" spc="5" dirty="0">
                <a:latin typeface="Calibri"/>
                <a:cs typeface="Calibri"/>
              </a:rPr>
              <a:t>oc</a:t>
            </a:r>
            <a:r>
              <a:rPr sz="3200" b="1" spc="-90" dirty="0">
                <a:latin typeface="Calibri"/>
                <a:cs typeface="Calibri"/>
              </a:rPr>
              <a:t>k</a:t>
            </a:r>
            <a:r>
              <a:rPr sz="3200" b="1" spc="-5" dirty="0">
                <a:latin typeface="Calibri"/>
                <a:cs typeface="Calibri"/>
              </a:rPr>
              <a:t>e</a:t>
            </a:r>
            <a:r>
              <a:rPr sz="3200" b="1" dirty="0">
                <a:latin typeface="Calibri"/>
                <a:cs typeface="Calibri"/>
              </a:rPr>
              <a:t>d	</a:t>
            </a:r>
            <a:r>
              <a:rPr sz="3200" b="1" i="1" spc="-35" dirty="0">
                <a:latin typeface="Calibri"/>
                <a:cs typeface="Calibri"/>
              </a:rPr>
              <a:t>R</a:t>
            </a:r>
            <a:r>
              <a:rPr sz="3200" b="1" i="1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b="1" spc="-10" dirty="0">
                <a:latin typeface="Calibri"/>
                <a:cs typeface="Calibri"/>
              </a:rPr>
              <a:t>flip-flop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22" y="2533700"/>
            <a:ext cx="8142097" cy="21898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991440" y="2652120"/>
              <a:ext cx="3063240" cy="3411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2080" y="2642760"/>
                <a:ext cx="3081960" cy="34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393120" y="2071800"/>
              <a:ext cx="8438760" cy="41436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3760" y="2062440"/>
                <a:ext cx="8457480" cy="416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400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GATED</a:t>
            </a:r>
            <a:r>
              <a:rPr spc="-50" dirty="0"/>
              <a:t> </a:t>
            </a:r>
            <a:r>
              <a:rPr spc="-25" dirty="0"/>
              <a:t>FLIP-FLOPS-3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23747"/>
            <a:ext cx="74663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Below </a:t>
            </a:r>
            <a:r>
              <a:rPr sz="3200" spc="-15" dirty="0">
                <a:latin typeface="Calibri"/>
                <a:cs typeface="Calibri"/>
              </a:rPr>
              <a:t>figure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shows</a:t>
            </a:r>
            <a:r>
              <a:rPr sz="3200" spc="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input </a:t>
            </a:r>
            <a:r>
              <a:rPr sz="3200" spc="-30" dirty="0">
                <a:latin typeface="Calibri"/>
                <a:cs typeface="Calibri"/>
              </a:rPr>
              <a:t>waveforms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R, </a:t>
            </a:r>
            <a:r>
              <a:rPr sz="3200" dirty="0">
                <a:latin typeface="Calibri"/>
                <a:cs typeface="Calibri"/>
              </a:rPr>
              <a:t>S, </a:t>
            </a:r>
            <a:r>
              <a:rPr sz="3200" spc="-5" dirty="0">
                <a:latin typeface="Calibri"/>
                <a:cs typeface="Calibri"/>
              </a:rPr>
              <a:t>and EN applied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20" dirty="0">
                <a:latin typeface="Calibri"/>
                <a:cs typeface="Calibri"/>
              </a:rPr>
              <a:t>clocked </a:t>
            </a:r>
            <a:r>
              <a:rPr sz="3200" i="1" spc="-20" dirty="0">
                <a:latin typeface="Calibri"/>
                <a:cs typeface="Calibri"/>
              </a:rPr>
              <a:t>RS </a:t>
            </a:r>
            <a:r>
              <a:rPr sz="3200" spc="-10" dirty="0">
                <a:latin typeface="Calibri"/>
                <a:cs typeface="Calibri"/>
              </a:rPr>
              <a:t>flip-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flop.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Explain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output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waveform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Q.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4914" y="1676158"/>
            <a:ext cx="8007984" cy="5029835"/>
            <a:chOff x="304914" y="1676158"/>
            <a:chExt cx="8007984" cy="502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1676158"/>
              <a:ext cx="6917042" cy="34477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285" y="4826901"/>
              <a:ext cx="3588105" cy="187846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93120" y="1634040"/>
              <a:ext cx="8572680" cy="3652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760" y="1624680"/>
                <a:ext cx="8591400" cy="36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5135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621" y="497776"/>
            <a:ext cx="4674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GATED</a:t>
            </a:r>
            <a:r>
              <a:rPr spc="-50" dirty="0"/>
              <a:t> </a:t>
            </a:r>
            <a:r>
              <a:rPr spc="-25" dirty="0"/>
              <a:t>FLIP-FLOPS-4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2442"/>
            <a:ext cx="113030" cy="718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058" y="1633220"/>
            <a:ext cx="207962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latin typeface="Calibri"/>
                <a:cs typeface="Calibri"/>
              </a:rPr>
              <a:t>Clocked</a:t>
            </a:r>
            <a:r>
              <a:rPr sz="1950" b="1" spc="-40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D</a:t>
            </a:r>
            <a:r>
              <a:rPr sz="1950" b="1" spc="-10" dirty="0">
                <a:latin typeface="Calibri"/>
                <a:cs typeface="Calibri"/>
              </a:rPr>
              <a:t> </a:t>
            </a:r>
            <a:r>
              <a:rPr sz="1950" b="1" spc="-5" dirty="0">
                <a:latin typeface="Calibri"/>
                <a:cs typeface="Calibri"/>
              </a:rPr>
              <a:t>Flip-Flops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058" y="1980260"/>
            <a:ext cx="3639820" cy="221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400"/>
              </a:lnSpc>
              <a:spcBef>
                <a:spcPts val="100"/>
              </a:spcBef>
            </a:pPr>
            <a:r>
              <a:rPr sz="1950" spc="5" dirty="0">
                <a:latin typeface="Calibri"/>
                <a:cs typeface="Calibri"/>
              </a:rPr>
              <a:t>A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D</a:t>
            </a:r>
            <a:r>
              <a:rPr sz="1950" i="1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(Data)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flip-flop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having</a:t>
            </a:r>
            <a:r>
              <a:rPr sz="1950" spc="4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one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input.</a:t>
            </a:r>
            <a:endParaRPr sz="195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395"/>
              </a:spcBef>
            </a:pPr>
            <a:r>
              <a:rPr sz="1950" spc="-5" dirty="0">
                <a:latin typeface="Calibri"/>
                <a:cs typeface="Calibri"/>
              </a:rPr>
              <a:t>This </a:t>
            </a:r>
            <a:r>
              <a:rPr sz="1950" spc="-10" dirty="0">
                <a:latin typeface="Calibri"/>
                <a:cs typeface="Calibri"/>
              </a:rPr>
              <a:t>flip-flop </a:t>
            </a:r>
            <a:r>
              <a:rPr sz="1950" dirty="0">
                <a:latin typeface="Calibri"/>
                <a:cs typeface="Calibri"/>
              </a:rPr>
              <a:t>is </a:t>
            </a:r>
            <a:r>
              <a:rPr sz="1950" spc="-5" dirty="0">
                <a:latin typeface="Calibri"/>
                <a:cs typeface="Calibri"/>
              </a:rPr>
              <a:t>disabled </a:t>
            </a:r>
            <a:r>
              <a:rPr sz="1950" dirty="0">
                <a:latin typeface="Calibri"/>
                <a:cs typeface="Calibri"/>
              </a:rPr>
              <a:t>when EN </a:t>
            </a:r>
            <a:r>
              <a:rPr sz="1950" spc="-5" dirty="0">
                <a:latin typeface="Calibri"/>
                <a:cs typeface="Calibri"/>
              </a:rPr>
              <a:t>is 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45" dirty="0">
                <a:latin typeface="Calibri"/>
                <a:cs typeface="Calibri"/>
              </a:rPr>
              <a:t>low, </a:t>
            </a:r>
            <a:r>
              <a:rPr sz="1950" dirty="0">
                <a:latin typeface="Calibri"/>
                <a:cs typeface="Calibri"/>
              </a:rPr>
              <a:t>but is </a:t>
            </a:r>
            <a:r>
              <a:rPr sz="1950" i="1" spc="-5" dirty="0">
                <a:latin typeface="Calibri"/>
                <a:cs typeface="Calibri"/>
              </a:rPr>
              <a:t>transparent </a:t>
            </a:r>
            <a:r>
              <a:rPr sz="1950" dirty="0">
                <a:latin typeface="Calibri"/>
                <a:cs typeface="Calibri"/>
              </a:rPr>
              <a:t>when EN </a:t>
            </a:r>
            <a:r>
              <a:rPr sz="1950" spc="-5" dirty="0">
                <a:latin typeface="Calibri"/>
                <a:cs typeface="Calibri"/>
              </a:rPr>
              <a:t>is 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high.</a:t>
            </a:r>
            <a:endParaRPr sz="19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409"/>
              </a:spcBef>
            </a:pPr>
            <a:r>
              <a:rPr sz="1950" i="1" spc="5" dirty="0">
                <a:latin typeface="Calibri"/>
                <a:cs typeface="Calibri"/>
              </a:rPr>
              <a:t>D </a:t>
            </a:r>
            <a:r>
              <a:rPr sz="1950" spc="-10" dirty="0">
                <a:latin typeface="Calibri"/>
                <a:cs typeface="Calibri"/>
              </a:rPr>
              <a:t>flip-flop </a:t>
            </a:r>
            <a:r>
              <a:rPr sz="1950" spc="-5" dirty="0">
                <a:latin typeface="Calibri"/>
                <a:cs typeface="Calibri"/>
              </a:rPr>
              <a:t>in which </a:t>
            </a:r>
            <a:r>
              <a:rPr sz="1950" i="1" spc="5" dirty="0">
                <a:latin typeface="Calibri"/>
                <a:cs typeface="Calibri"/>
              </a:rPr>
              <a:t>Q </a:t>
            </a:r>
            <a:r>
              <a:rPr sz="1950" dirty="0">
                <a:latin typeface="Calibri"/>
                <a:cs typeface="Calibri"/>
              </a:rPr>
              <a:t>can </a:t>
            </a:r>
            <a:r>
              <a:rPr sz="1950" spc="-15" dirty="0">
                <a:latin typeface="Calibri"/>
                <a:cs typeface="Calibri"/>
              </a:rPr>
              <a:t>follow </a:t>
            </a:r>
            <a:r>
              <a:rPr sz="1950" dirty="0">
                <a:latin typeface="Calibri"/>
                <a:cs typeface="Calibri"/>
              </a:rPr>
              <a:t>the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value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D</a:t>
            </a:r>
            <a:r>
              <a:rPr sz="1950" i="1" spc="-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while </a:t>
            </a:r>
            <a:r>
              <a:rPr sz="1950" dirty="0">
                <a:latin typeface="Calibri"/>
                <a:cs typeface="Calibri"/>
              </a:rPr>
              <a:t>EN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-5" dirty="0">
                <a:latin typeface="Calibri"/>
                <a:cs typeface="Calibri"/>
              </a:rPr>
              <a:t> high.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613863"/>
            <a:ext cx="1130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557422"/>
            <a:ext cx="1130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203979"/>
            <a:ext cx="1130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058" y="4216590"/>
            <a:ext cx="3639185" cy="186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299"/>
              </a:lnSpc>
              <a:spcBef>
                <a:spcPts val="100"/>
              </a:spcBef>
            </a:pPr>
            <a:r>
              <a:rPr sz="1950" dirty="0">
                <a:latin typeface="Calibri"/>
                <a:cs typeface="Calibri"/>
              </a:rPr>
              <a:t>In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other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words,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if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data</a:t>
            </a:r>
            <a:r>
              <a:rPr sz="1950" spc="-5" dirty="0">
                <a:latin typeface="Calibri"/>
                <a:cs typeface="Calibri"/>
              </a:rPr>
              <a:t> bit 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changes while </a:t>
            </a:r>
            <a:r>
              <a:rPr sz="1950" dirty="0">
                <a:latin typeface="Calibri"/>
                <a:cs typeface="Calibri"/>
              </a:rPr>
              <a:t>EN </a:t>
            </a:r>
            <a:r>
              <a:rPr sz="1950" spc="-5" dirty="0">
                <a:latin typeface="Calibri"/>
                <a:cs typeface="Calibri"/>
              </a:rPr>
              <a:t>is high, </a:t>
            </a:r>
            <a:r>
              <a:rPr sz="1950" dirty="0">
                <a:latin typeface="Calibri"/>
                <a:cs typeface="Calibri"/>
              </a:rPr>
              <a:t>the </a:t>
            </a:r>
            <a:r>
              <a:rPr sz="1950" spc="-10" dirty="0">
                <a:latin typeface="Calibri"/>
                <a:cs typeface="Calibri"/>
              </a:rPr>
              <a:t>last 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value </a:t>
            </a:r>
            <a:r>
              <a:rPr sz="1950" dirty="0">
                <a:latin typeface="Calibri"/>
                <a:cs typeface="Calibri"/>
              </a:rPr>
              <a:t>of </a:t>
            </a:r>
            <a:r>
              <a:rPr sz="1950" i="1" spc="5" dirty="0">
                <a:latin typeface="Calibri"/>
                <a:cs typeface="Calibri"/>
              </a:rPr>
              <a:t>D </a:t>
            </a:r>
            <a:r>
              <a:rPr sz="1950" spc="-15" dirty="0">
                <a:latin typeface="Calibri"/>
                <a:cs typeface="Calibri"/>
              </a:rPr>
              <a:t>before </a:t>
            </a:r>
            <a:r>
              <a:rPr sz="1950" dirty="0">
                <a:latin typeface="Calibri"/>
                <a:cs typeface="Calibri"/>
              </a:rPr>
              <a:t>EN </a:t>
            </a:r>
            <a:r>
              <a:rPr sz="1950" spc="-5" dirty="0">
                <a:latin typeface="Calibri"/>
                <a:cs typeface="Calibri"/>
              </a:rPr>
              <a:t>return </a:t>
            </a:r>
            <a:r>
              <a:rPr sz="1950" spc="-10" dirty="0">
                <a:latin typeface="Calibri"/>
                <a:cs typeface="Calibri"/>
              </a:rPr>
              <a:t>low </a:t>
            </a:r>
            <a:r>
              <a:rPr sz="1950" spc="-5" dirty="0">
                <a:latin typeface="Calibri"/>
                <a:cs typeface="Calibri"/>
              </a:rPr>
              <a:t>is </a:t>
            </a:r>
            <a:r>
              <a:rPr sz="1950" dirty="0">
                <a:latin typeface="Calibri"/>
                <a:cs typeface="Calibri"/>
              </a:rPr>
              <a:t> the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value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D</a:t>
            </a:r>
            <a:r>
              <a:rPr sz="1950" i="1" spc="-1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that is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stored.</a:t>
            </a:r>
            <a:endParaRPr sz="19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400"/>
              </a:spcBef>
            </a:pPr>
            <a:r>
              <a:rPr sz="1950" spc="-5" dirty="0">
                <a:latin typeface="Calibri"/>
                <a:cs typeface="Calibri"/>
              </a:rPr>
              <a:t>This</a:t>
            </a:r>
            <a:r>
              <a:rPr sz="1950" dirty="0">
                <a:latin typeface="Calibri"/>
                <a:cs typeface="Calibri"/>
              </a:rPr>
              <a:t> kind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D</a:t>
            </a:r>
            <a:r>
              <a:rPr sz="1950" i="1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flip-flop</a:t>
            </a:r>
            <a:r>
              <a:rPr sz="1950" spc="-5" dirty="0">
                <a:latin typeface="Calibri"/>
                <a:cs typeface="Calibri"/>
              </a:rPr>
              <a:t> is</a:t>
            </a:r>
            <a:r>
              <a:rPr sz="1950" spc="43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often 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called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a</a:t>
            </a:r>
            <a:r>
              <a:rPr sz="1950" i="1" spc="-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D</a:t>
            </a:r>
            <a:r>
              <a:rPr sz="1950" i="1" spc="-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latch.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5445988"/>
            <a:ext cx="1130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8024" y="1280426"/>
            <a:ext cx="3895204" cy="15713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7040" y="3390481"/>
            <a:ext cx="1599682" cy="148572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1201" y="5105158"/>
            <a:ext cx="2276284" cy="144755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446760" y="151920"/>
              <a:ext cx="8394120" cy="175032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7400" y="142560"/>
                <a:ext cx="8412840" cy="17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7051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4640" y="98280"/>
              <a:ext cx="8822880" cy="5652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80" y="88920"/>
                <a:ext cx="8841600" cy="56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644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57480" y="124920"/>
              <a:ext cx="8858520" cy="6358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120" y="115560"/>
                <a:ext cx="8877240" cy="63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2054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621" y="497776"/>
            <a:ext cx="4674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GATED</a:t>
            </a:r>
            <a:r>
              <a:rPr spc="-50" dirty="0"/>
              <a:t> </a:t>
            </a:r>
            <a:r>
              <a:rPr spc="-25" dirty="0"/>
              <a:t>FLIP-FLOPS-5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138"/>
            <a:ext cx="8065134" cy="37630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The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idea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data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storage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Flip-Flop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  <a:tab pos="356235" algn="l"/>
                <a:tab pos="1270000" algn="l"/>
                <a:tab pos="1681480" algn="l"/>
                <a:tab pos="3003550" algn="l"/>
                <a:tab pos="3700145" algn="l"/>
                <a:tab pos="4905375" algn="l"/>
                <a:tab pos="5461635" algn="l"/>
                <a:tab pos="6173470" algn="l"/>
                <a:tab pos="7215505" algn="l"/>
              </a:tabLst>
            </a:pPr>
            <a:r>
              <a:rPr sz="3200" spc="-40" dirty="0">
                <a:latin typeface="Calibri"/>
                <a:cs typeface="Calibri"/>
              </a:rPr>
              <a:t>F</a:t>
            </a:r>
            <a:r>
              <a:rPr sz="3200" spc="-5" dirty="0">
                <a:latin typeface="Calibri"/>
                <a:cs typeface="Calibri"/>
              </a:rPr>
              <a:t>ou</a:t>
            </a:r>
            <a:r>
              <a:rPr sz="3200" dirty="0">
                <a:latin typeface="Calibri"/>
                <a:cs typeface="Calibri"/>
              </a:rPr>
              <a:t>r	</a:t>
            </a:r>
            <a:r>
              <a:rPr sz="3200" i="1" dirty="0">
                <a:latin typeface="Calibri"/>
                <a:cs typeface="Calibri"/>
              </a:rPr>
              <a:t>D	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spc="-35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h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s	a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dr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35" dirty="0">
                <a:latin typeface="Calibri"/>
                <a:cs typeface="Calibri"/>
              </a:rPr>
              <a:t>v</a:t>
            </a:r>
            <a:r>
              <a:rPr sz="3200" dirty="0">
                <a:latin typeface="Calibri"/>
                <a:cs typeface="Calibri"/>
              </a:rPr>
              <a:t>en	</a:t>
            </a:r>
            <a:r>
              <a:rPr sz="3200" spc="-25" dirty="0">
                <a:latin typeface="Calibri"/>
                <a:cs typeface="Calibri"/>
              </a:rPr>
              <a:t>b</a:t>
            </a:r>
            <a:r>
              <a:rPr sz="3200" dirty="0">
                <a:latin typeface="Calibri"/>
                <a:cs typeface="Calibri"/>
              </a:rPr>
              <a:t>y	</a:t>
            </a:r>
            <a:r>
              <a:rPr sz="3200" spc="-10" dirty="0">
                <a:latin typeface="Calibri"/>
                <a:cs typeface="Calibri"/>
              </a:rPr>
              <a:t>th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sa</a:t>
            </a:r>
            <a:r>
              <a:rPr sz="3200" dirty="0">
                <a:latin typeface="Calibri"/>
                <a:cs typeface="Calibri"/>
              </a:rPr>
              <a:t>me	c</a:t>
            </a:r>
            <a:r>
              <a:rPr sz="3200" spc="-5" dirty="0">
                <a:latin typeface="Calibri"/>
                <a:cs typeface="Calibri"/>
              </a:rPr>
              <a:t>lo</a:t>
            </a:r>
            <a:r>
              <a:rPr sz="3200" spc="5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k  </a:t>
            </a:r>
            <a:r>
              <a:rPr sz="3200" spc="-5" dirty="0">
                <a:latin typeface="Calibri"/>
                <a:cs typeface="Calibri"/>
              </a:rPr>
              <a:t>signal.</a:t>
            </a:r>
            <a:endParaRPr sz="3200">
              <a:latin typeface="Calibri"/>
              <a:cs typeface="Calibri"/>
            </a:endParaRPr>
          </a:p>
          <a:p>
            <a:pPr marL="355600" marR="8255" indent="-34353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clock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goes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input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loaded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flip-flops</a:t>
            </a:r>
            <a:r>
              <a:rPr sz="3200" spc="-5" dirty="0">
                <a:latin typeface="Calibri"/>
                <a:cs typeface="Calibri"/>
              </a:rPr>
              <a:t> and</a:t>
            </a:r>
            <a:r>
              <a:rPr sz="3200" spc="-10" dirty="0">
                <a:latin typeface="Calibri"/>
                <a:cs typeface="Calibri"/>
              </a:rPr>
              <a:t> appears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-10" dirty="0">
                <a:latin typeface="Calibri"/>
                <a:cs typeface="Calibri"/>
              </a:rPr>
              <a:t> 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output.</a:t>
            </a:r>
            <a:endParaRPr sz="3200">
              <a:latin typeface="Calibri"/>
              <a:cs typeface="Calibri"/>
            </a:endParaRPr>
          </a:p>
          <a:p>
            <a:pPr marL="355600" marR="5715" indent="-3435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  <a:tab pos="356235" algn="l"/>
                <a:tab pos="1391285" algn="l"/>
                <a:tab pos="2519045" algn="l"/>
                <a:tab pos="3278504" algn="l"/>
                <a:tab pos="4322445" algn="l"/>
                <a:tab pos="5294630" algn="l"/>
                <a:tab pos="6167755" algn="l"/>
                <a:tab pos="6925309" algn="l"/>
              </a:tabLst>
            </a:pPr>
            <a:r>
              <a:rPr sz="3200" spc="-5" dirty="0">
                <a:latin typeface="Calibri"/>
                <a:cs typeface="Calibri"/>
              </a:rPr>
              <a:t>Th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n	w</a:t>
            </a:r>
            <a:r>
              <a:rPr sz="3200" spc="-5" dirty="0">
                <a:latin typeface="Calibri"/>
                <a:cs typeface="Calibri"/>
              </a:rPr>
              <a:t>h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n	</a:t>
            </a:r>
            <a:r>
              <a:rPr sz="3200" spc="-5" dirty="0">
                <a:latin typeface="Calibri"/>
                <a:cs typeface="Calibri"/>
              </a:rPr>
              <a:t>th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oc</a:t>
            </a:r>
            <a:r>
              <a:rPr sz="3200" dirty="0">
                <a:latin typeface="Calibri"/>
                <a:cs typeface="Calibri"/>
              </a:rPr>
              <a:t>k	</a:t>
            </a:r>
            <a:r>
              <a:rPr sz="3200" spc="-20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oe</a:t>
            </a:r>
            <a:r>
              <a:rPr sz="3200" dirty="0">
                <a:latin typeface="Calibri"/>
                <a:cs typeface="Calibri"/>
              </a:rPr>
              <a:t>s	l</a:t>
            </a:r>
            <a:r>
              <a:rPr sz="3200" spc="-20" dirty="0">
                <a:latin typeface="Calibri"/>
                <a:cs typeface="Calibri"/>
              </a:rPr>
              <a:t>o</a:t>
            </a:r>
            <a:r>
              <a:rPr sz="3200" spc="-270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,	</a:t>
            </a:r>
            <a:r>
              <a:rPr sz="3200" spc="-10" dirty="0">
                <a:latin typeface="Calibri"/>
                <a:cs typeface="Calibri"/>
              </a:rPr>
              <a:t>th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output  </a:t>
            </a:r>
            <a:r>
              <a:rPr sz="3200" spc="-20" dirty="0">
                <a:latin typeface="Calibri"/>
                <a:cs typeface="Calibri"/>
              </a:rPr>
              <a:t>retains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914" y="3885831"/>
            <a:ext cx="4723917" cy="26762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104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905" y="528383"/>
            <a:ext cx="72497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 </a:t>
            </a:r>
            <a:r>
              <a:rPr sz="4000" spc="-25" dirty="0"/>
              <a:t>RS</a:t>
            </a:r>
            <a:r>
              <a:rPr sz="4000" spc="-35" dirty="0"/>
              <a:t> </a:t>
            </a:r>
            <a:r>
              <a:rPr sz="4000" spc="-20" dirty="0"/>
              <a:t>FLIP-FLOPS</a:t>
            </a:r>
            <a:r>
              <a:rPr sz="4000" spc="-35" dirty="0"/>
              <a:t> </a:t>
            </a:r>
            <a:r>
              <a:rPr sz="4000" dirty="0"/>
              <a:t>-1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463790" cy="43459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4470" marR="16510" indent="-192405" algn="just">
              <a:lnSpc>
                <a:spcPct val="102499"/>
              </a:lnSpc>
              <a:spcBef>
                <a:spcPts val="85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10" dirty="0">
                <a:latin typeface="Calibri"/>
                <a:cs typeface="Calibri"/>
              </a:rPr>
              <a:t>If </a:t>
            </a:r>
            <a:r>
              <a:rPr sz="1750" dirty="0">
                <a:latin typeface="Calibri"/>
                <a:cs typeface="Calibri"/>
              </a:rPr>
              <a:t>any </a:t>
            </a:r>
            <a:r>
              <a:rPr sz="1750" spc="15" dirty="0">
                <a:latin typeface="Calibri"/>
                <a:cs typeface="Calibri"/>
              </a:rPr>
              <a:t>of </a:t>
            </a:r>
            <a:r>
              <a:rPr sz="1750" spc="10" dirty="0">
                <a:latin typeface="Calibri"/>
                <a:cs typeface="Calibri"/>
              </a:rPr>
              <a:t>these </a:t>
            </a:r>
            <a:r>
              <a:rPr sz="1750" spc="5" dirty="0">
                <a:latin typeface="Calibri"/>
                <a:cs typeface="Calibri"/>
              </a:rPr>
              <a:t>flip-flops are </a:t>
            </a:r>
            <a:r>
              <a:rPr sz="1750" spc="10" dirty="0">
                <a:latin typeface="Calibri"/>
                <a:cs typeface="Calibri"/>
              </a:rPr>
              <a:t>used in </a:t>
            </a:r>
            <a:r>
              <a:rPr sz="1750" spc="15" dirty="0">
                <a:latin typeface="Calibri"/>
                <a:cs typeface="Calibri"/>
              </a:rPr>
              <a:t>a </a:t>
            </a:r>
            <a:r>
              <a:rPr sz="1750" spc="5" dirty="0">
                <a:latin typeface="Calibri"/>
                <a:cs typeface="Calibri"/>
              </a:rPr>
              <a:t>synchronous </a:t>
            </a:r>
            <a:r>
              <a:rPr sz="1750" dirty="0">
                <a:latin typeface="Calibri"/>
                <a:cs typeface="Calibri"/>
              </a:rPr>
              <a:t>system, </a:t>
            </a:r>
            <a:r>
              <a:rPr sz="1750" spc="5" dirty="0">
                <a:latin typeface="Calibri"/>
                <a:cs typeface="Calibri"/>
              </a:rPr>
              <a:t>care </a:t>
            </a:r>
            <a:r>
              <a:rPr sz="1750" spc="10" dirty="0">
                <a:latin typeface="Calibri"/>
                <a:cs typeface="Calibri"/>
              </a:rPr>
              <a:t>must </a:t>
            </a:r>
            <a:r>
              <a:rPr sz="1750" spc="15" dirty="0">
                <a:latin typeface="Calibri"/>
                <a:cs typeface="Calibri"/>
              </a:rPr>
              <a:t>be </a:t>
            </a:r>
            <a:r>
              <a:rPr sz="1750" spc="-5" dirty="0">
                <a:latin typeface="Calibri"/>
                <a:cs typeface="Calibri"/>
              </a:rPr>
              <a:t>taken 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to ensure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that</a:t>
            </a:r>
            <a:r>
              <a:rPr sz="1750" spc="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all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flip-flop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inputs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change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state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in</a:t>
            </a:r>
            <a:r>
              <a:rPr sz="1750" spc="5" dirty="0">
                <a:latin typeface="Calibri"/>
                <a:cs typeface="Calibri"/>
              </a:rPr>
              <a:t> synchronism</a:t>
            </a:r>
            <a:r>
              <a:rPr sz="1750" spc="10" dirty="0">
                <a:latin typeface="Calibri"/>
                <a:cs typeface="Calibri"/>
              </a:rPr>
              <a:t> with the clock.</a:t>
            </a:r>
            <a:endParaRPr sz="1750">
              <a:latin typeface="Calibri"/>
              <a:cs typeface="Calibri"/>
            </a:endParaRPr>
          </a:p>
          <a:p>
            <a:pPr marL="204470" marR="5080" indent="-192405" algn="just">
              <a:lnSpc>
                <a:spcPct val="102200"/>
              </a:lnSpc>
              <a:spcBef>
                <a:spcPts val="360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15" dirty="0">
                <a:latin typeface="Calibri"/>
                <a:cs typeface="Calibri"/>
              </a:rPr>
              <a:t>One</a:t>
            </a:r>
            <a:r>
              <a:rPr sz="1750" spc="10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way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of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resolving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the</a:t>
            </a:r>
            <a:r>
              <a:rPr sz="1750" spc="9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problem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for</a:t>
            </a:r>
            <a:r>
              <a:rPr sz="1750" spc="100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gated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flip-flops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is</a:t>
            </a:r>
            <a:r>
              <a:rPr sz="1750" spc="10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to</a:t>
            </a:r>
            <a:r>
              <a:rPr sz="1750" spc="10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allow</a:t>
            </a:r>
            <a:r>
              <a:rPr sz="1750" spc="9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changes</a:t>
            </a:r>
            <a:r>
              <a:rPr sz="1750" spc="9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in</a:t>
            </a:r>
            <a:r>
              <a:rPr sz="1750" spc="204" dirty="0">
                <a:latin typeface="Calibri"/>
                <a:cs typeface="Calibri"/>
              </a:rPr>
              <a:t> </a:t>
            </a:r>
            <a:r>
              <a:rPr sz="1750" i="1" spc="15" dirty="0">
                <a:latin typeface="Calibri"/>
                <a:cs typeface="Calibri"/>
              </a:rPr>
              <a:t>R, </a:t>
            </a:r>
            <a:r>
              <a:rPr sz="1750" i="1" spc="-38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S, </a:t>
            </a:r>
            <a:r>
              <a:rPr sz="1750" spc="15" dirty="0">
                <a:latin typeface="Calibri"/>
                <a:cs typeface="Calibri"/>
              </a:rPr>
              <a:t>and </a:t>
            </a:r>
            <a:r>
              <a:rPr sz="1750" i="1" spc="20" dirty="0">
                <a:latin typeface="Calibri"/>
                <a:cs typeface="Calibri"/>
              </a:rPr>
              <a:t>D </a:t>
            </a:r>
            <a:r>
              <a:rPr sz="1750" spc="5" dirty="0">
                <a:latin typeface="Calibri"/>
                <a:cs typeface="Calibri"/>
              </a:rPr>
              <a:t>input levels </a:t>
            </a:r>
            <a:r>
              <a:rPr sz="1750" spc="10" dirty="0">
                <a:latin typeface="Calibri"/>
                <a:cs typeface="Calibri"/>
              </a:rPr>
              <a:t>only </a:t>
            </a:r>
            <a:r>
              <a:rPr sz="1750" spc="15" dirty="0">
                <a:latin typeface="Calibri"/>
                <a:cs typeface="Calibri"/>
              </a:rPr>
              <a:t>when </a:t>
            </a:r>
            <a:r>
              <a:rPr sz="1750" spc="20" dirty="0">
                <a:latin typeface="Calibri"/>
                <a:cs typeface="Calibri"/>
              </a:rPr>
              <a:t>EN </a:t>
            </a:r>
            <a:r>
              <a:rPr sz="1750" dirty="0">
                <a:latin typeface="Calibri"/>
                <a:cs typeface="Calibri"/>
              </a:rPr>
              <a:t>is </a:t>
            </a:r>
            <a:r>
              <a:rPr sz="1750" spc="15" dirty="0">
                <a:latin typeface="Calibri"/>
                <a:cs typeface="Calibri"/>
              </a:rPr>
              <a:t>low or </a:t>
            </a:r>
            <a:r>
              <a:rPr sz="1750" spc="5" dirty="0">
                <a:latin typeface="Calibri"/>
                <a:cs typeface="Calibri"/>
              </a:rPr>
              <a:t>require </a:t>
            </a:r>
            <a:r>
              <a:rPr sz="1750" dirty="0">
                <a:latin typeface="Calibri"/>
                <a:cs typeface="Calibri"/>
              </a:rPr>
              <a:t>fixed </a:t>
            </a:r>
            <a:r>
              <a:rPr sz="1750" spc="5" dirty="0">
                <a:latin typeface="Calibri"/>
                <a:cs typeface="Calibri"/>
              </a:rPr>
              <a:t>levels at </a:t>
            </a:r>
            <a:r>
              <a:rPr sz="1750" i="1" spc="10" dirty="0">
                <a:latin typeface="Calibri"/>
                <a:cs typeface="Calibri"/>
              </a:rPr>
              <a:t>R, </a:t>
            </a:r>
            <a:r>
              <a:rPr sz="1750" spc="10" dirty="0">
                <a:latin typeface="Calibri"/>
                <a:cs typeface="Calibri"/>
              </a:rPr>
              <a:t>S, </a:t>
            </a:r>
            <a:r>
              <a:rPr sz="1750" spc="15" dirty="0">
                <a:latin typeface="Calibri"/>
                <a:cs typeface="Calibri"/>
              </a:rPr>
              <a:t>and </a:t>
            </a:r>
            <a:r>
              <a:rPr sz="1750" i="1" spc="20" dirty="0">
                <a:latin typeface="Calibri"/>
                <a:cs typeface="Calibri"/>
              </a:rPr>
              <a:t>D </a:t>
            </a:r>
            <a:r>
              <a:rPr sz="1750" i="1" spc="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any </a:t>
            </a:r>
            <a:r>
              <a:rPr sz="1750" spc="10" dirty="0">
                <a:latin typeface="Calibri"/>
                <a:cs typeface="Calibri"/>
              </a:rPr>
              <a:t>time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EN</a:t>
            </a:r>
            <a:r>
              <a:rPr sz="1750" spc="5" dirty="0">
                <a:latin typeface="Calibri"/>
                <a:cs typeface="Calibri"/>
              </a:rPr>
              <a:t> is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high.</a:t>
            </a:r>
            <a:endParaRPr sz="1750">
              <a:latin typeface="Calibri"/>
              <a:cs typeface="Calibri"/>
            </a:endParaRPr>
          </a:p>
          <a:p>
            <a:pPr marL="204470" indent="-192405" algn="just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10" dirty="0">
                <a:latin typeface="Calibri"/>
                <a:cs typeface="Calibri"/>
              </a:rPr>
              <a:t>Nearly </a:t>
            </a:r>
            <a:r>
              <a:rPr sz="1750" spc="3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all </a:t>
            </a:r>
            <a:r>
              <a:rPr sz="1750" spc="4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of </a:t>
            </a:r>
            <a:r>
              <a:rPr sz="1750" spc="4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4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circuits </a:t>
            </a:r>
            <a:r>
              <a:rPr sz="1750" spc="3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in </a:t>
            </a:r>
            <a:r>
              <a:rPr sz="1750" spc="3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a </a:t>
            </a:r>
            <a:r>
              <a:rPr sz="1750" spc="2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digital </a:t>
            </a:r>
            <a:r>
              <a:rPr sz="1750" spc="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system</a:t>
            </a:r>
            <a:r>
              <a:rPr sz="1750" spc="44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( </a:t>
            </a:r>
            <a:r>
              <a:rPr sz="1750" spc="3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computer) </a:t>
            </a:r>
            <a:r>
              <a:rPr sz="1750" spc="3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change </a:t>
            </a:r>
            <a:r>
              <a:rPr sz="1750" spc="2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states</a:t>
            </a:r>
            <a:r>
              <a:rPr sz="1750" spc="434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in</a:t>
            </a:r>
            <a:endParaRPr sz="1750">
              <a:latin typeface="Calibri"/>
              <a:cs typeface="Calibri"/>
            </a:endParaRPr>
          </a:p>
          <a:p>
            <a:pPr marL="204470" algn="just">
              <a:lnSpc>
                <a:spcPct val="100000"/>
              </a:lnSpc>
              <a:spcBef>
                <a:spcPts val="50"/>
              </a:spcBef>
            </a:pPr>
            <a:r>
              <a:rPr sz="1750" i="1" spc="10" dirty="0">
                <a:latin typeface="Calibri"/>
                <a:cs typeface="Calibri"/>
              </a:rPr>
              <a:t>Synchronism</a:t>
            </a:r>
            <a:r>
              <a:rPr sz="1750" i="1" spc="1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with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the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system </a:t>
            </a:r>
            <a:r>
              <a:rPr sz="1750" spc="10" dirty="0">
                <a:latin typeface="Calibri"/>
                <a:cs typeface="Calibri"/>
              </a:rPr>
              <a:t>clock.</a:t>
            </a:r>
            <a:endParaRPr sz="1750">
              <a:latin typeface="Calibri"/>
              <a:cs typeface="Calibri"/>
            </a:endParaRPr>
          </a:p>
          <a:p>
            <a:pPr marL="204470" marR="21590" indent="-192405" algn="just">
              <a:lnSpc>
                <a:spcPct val="102299"/>
              </a:lnSpc>
              <a:spcBef>
                <a:spcPts val="355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20" dirty="0">
                <a:latin typeface="Calibri"/>
                <a:cs typeface="Calibri"/>
              </a:rPr>
              <a:t>A </a:t>
            </a:r>
            <a:r>
              <a:rPr sz="1750" spc="10" dirty="0">
                <a:latin typeface="Calibri"/>
                <a:cs typeface="Calibri"/>
              </a:rPr>
              <a:t>change </a:t>
            </a:r>
            <a:r>
              <a:rPr sz="1750" spc="15" dirty="0">
                <a:latin typeface="Calibri"/>
                <a:cs typeface="Calibri"/>
              </a:rPr>
              <a:t>of </a:t>
            </a:r>
            <a:r>
              <a:rPr sz="1750" spc="-5" dirty="0">
                <a:latin typeface="Calibri"/>
                <a:cs typeface="Calibri"/>
              </a:rPr>
              <a:t>state </a:t>
            </a:r>
            <a:r>
              <a:rPr sz="1750" spc="5" dirty="0">
                <a:latin typeface="Calibri"/>
                <a:cs typeface="Calibri"/>
              </a:rPr>
              <a:t>will either </a:t>
            </a:r>
            <a:r>
              <a:rPr sz="1750" spc="10" dirty="0">
                <a:latin typeface="Calibri"/>
                <a:cs typeface="Calibri"/>
              </a:rPr>
              <a:t>occur </a:t>
            </a:r>
            <a:r>
              <a:rPr sz="1750" spc="15" dirty="0">
                <a:latin typeface="Calibri"/>
                <a:cs typeface="Calibri"/>
              </a:rPr>
              <a:t>as </a:t>
            </a:r>
            <a:r>
              <a:rPr sz="1750" spc="10" dirty="0">
                <a:latin typeface="Calibri"/>
                <a:cs typeface="Calibri"/>
              </a:rPr>
              <a:t>the clock </a:t>
            </a:r>
            <a:r>
              <a:rPr sz="1750" spc="5" dirty="0">
                <a:latin typeface="Calibri"/>
                <a:cs typeface="Calibri"/>
              </a:rPr>
              <a:t>transitions </a:t>
            </a:r>
            <a:r>
              <a:rPr sz="1750" spc="10" dirty="0">
                <a:latin typeface="Calibri"/>
                <a:cs typeface="Calibri"/>
              </a:rPr>
              <a:t>from low </a:t>
            </a:r>
            <a:r>
              <a:rPr sz="1750" spc="5" dirty="0">
                <a:latin typeface="Calibri"/>
                <a:cs typeface="Calibri"/>
              </a:rPr>
              <a:t>to </a:t>
            </a:r>
            <a:r>
              <a:rPr sz="1750" spc="10" dirty="0">
                <a:latin typeface="Calibri"/>
                <a:cs typeface="Calibri"/>
              </a:rPr>
              <a:t>high </a:t>
            </a:r>
            <a:r>
              <a:rPr sz="1750" spc="15" dirty="0">
                <a:latin typeface="Calibri"/>
                <a:cs typeface="Calibri"/>
              </a:rPr>
              <a:t>or </a:t>
            </a:r>
            <a:r>
              <a:rPr sz="1750" spc="2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as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it</a:t>
            </a:r>
            <a:r>
              <a:rPr sz="1750" spc="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transitions</a:t>
            </a:r>
            <a:r>
              <a:rPr sz="1750" spc="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from </a:t>
            </a:r>
            <a:r>
              <a:rPr sz="1750" spc="10" dirty="0">
                <a:latin typeface="Calibri"/>
                <a:cs typeface="Calibri"/>
              </a:rPr>
              <a:t>high </a:t>
            </a:r>
            <a:r>
              <a:rPr sz="1750" spc="-5" dirty="0">
                <a:latin typeface="Calibri"/>
                <a:cs typeface="Calibri"/>
              </a:rPr>
              <a:t>to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low.</a:t>
            </a:r>
            <a:endParaRPr sz="1750">
              <a:latin typeface="Calibri"/>
              <a:cs typeface="Calibri"/>
            </a:endParaRPr>
          </a:p>
          <a:p>
            <a:pPr marL="204470" marR="5080" indent="-192405" algn="just">
              <a:lnSpc>
                <a:spcPct val="102400"/>
              </a:lnSpc>
              <a:spcBef>
                <a:spcPts val="360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15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low-to-high transition is frequently called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i="1" spc="5" dirty="0">
                <a:latin typeface="Calibri"/>
                <a:cs typeface="Calibri"/>
              </a:rPr>
              <a:t>positive </a:t>
            </a:r>
            <a:r>
              <a:rPr sz="1750" i="1" spc="10" dirty="0">
                <a:latin typeface="Calibri"/>
                <a:cs typeface="Calibri"/>
              </a:rPr>
              <a:t>transition </a:t>
            </a:r>
            <a:r>
              <a:rPr sz="1750" i="1" spc="5" dirty="0">
                <a:latin typeface="Calibri"/>
                <a:cs typeface="Calibri"/>
              </a:rPr>
              <a:t>(PT), </a:t>
            </a:r>
            <a:r>
              <a:rPr sz="1750" spc="15" dirty="0">
                <a:latin typeface="Calibri"/>
                <a:cs typeface="Calibri"/>
              </a:rPr>
              <a:t>as </a:t>
            </a:r>
            <a:r>
              <a:rPr sz="1750" spc="2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shown </a:t>
            </a:r>
            <a:r>
              <a:rPr sz="1750" spc="10" dirty="0">
                <a:latin typeface="Calibri"/>
                <a:cs typeface="Calibri"/>
              </a:rPr>
              <a:t>in </a:t>
            </a:r>
            <a:r>
              <a:rPr sz="1750" spc="5" dirty="0">
                <a:latin typeface="Calibri"/>
                <a:cs typeface="Calibri"/>
              </a:rPr>
              <a:t>Figure. </a:t>
            </a:r>
            <a:r>
              <a:rPr sz="1750" spc="15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PT </a:t>
            </a:r>
            <a:r>
              <a:rPr sz="1750" dirty="0">
                <a:latin typeface="Calibri"/>
                <a:cs typeface="Calibri"/>
              </a:rPr>
              <a:t>is </a:t>
            </a:r>
            <a:r>
              <a:rPr sz="1750" spc="5" dirty="0">
                <a:latin typeface="Calibri"/>
                <a:cs typeface="Calibri"/>
              </a:rPr>
              <a:t>given </a:t>
            </a:r>
            <a:r>
              <a:rPr sz="1750" spc="10" dirty="0">
                <a:latin typeface="Calibri"/>
                <a:cs typeface="Calibri"/>
              </a:rPr>
              <a:t>emphasis </a:t>
            </a:r>
            <a:r>
              <a:rPr sz="1750" spc="15" dirty="0">
                <a:latin typeface="Calibri"/>
                <a:cs typeface="Calibri"/>
              </a:rPr>
              <a:t>by </a:t>
            </a:r>
            <a:r>
              <a:rPr sz="1750" spc="5" dirty="0">
                <a:latin typeface="Calibri"/>
                <a:cs typeface="Calibri"/>
              </a:rPr>
              <a:t>drawing </a:t>
            </a:r>
            <a:r>
              <a:rPr sz="1750" spc="15" dirty="0">
                <a:latin typeface="Calibri"/>
                <a:cs typeface="Calibri"/>
              </a:rPr>
              <a:t>a </a:t>
            </a:r>
            <a:r>
              <a:rPr sz="1750" spc="10" dirty="0">
                <a:latin typeface="Calibri"/>
                <a:cs typeface="Calibri"/>
              </a:rPr>
              <a:t>small arrow </a:t>
            </a:r>
            <a:r>
              <a:rPr sz="1750" spc="20" dirty="0">
                <a:latin typeface="Calibri"/>
                <a:cs typeface="Calibri"/>
              </a:rPr>
              <a:t>on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15" dirty="0">
                <a:latin typeface="Calibri"/>
                <a:cs typeface="Calibri"/>
              </a:rPr>
              <a:t> </a:t>
            </a:r>
            <a:r>
              <a:rPr sz="1750" i="1" spc="10" dirty="0">
                <a:latin typeface="Calibri"/>
                <a:cs typeface="Calibri"/>
              </a:rPr>
              <a:t>rising</a:t>
            </a:r>
            <a:r>
              <a:rPr sz="1750" i="1" spc="5" dirty="0">
                <a:latin typeface="Calibri"/>
                <a:cs typeface="Calibri"/>
              </a:rPr>
              <a:t> </a:t>
            </a:r>
            <a:r>
              <a:rPr sz="1750" i="1" spc="15" dirty="0">
                <a:latin typeface="Calibri"/>
                <a:cs typeface="Calibri"/>
              </a:rPr>
              <a:t>edge</a:t>
            </a:r>
            <a:r>
              <a:rPr sz="1750" i="1" spc="2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of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the clock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waveform.</a:t>
            </a:r>
            <a:endParaRPr sz="1750">
              <a:latin typeface="Calibri"/>
              <a:cs typeface="Calibri"/>
            </a:endParaRPr>
          </a:p>
          <a:p>
            <a:pPr marL="204470" marR="8255" indent="-192405" algn="just">
              <a:lnSpc>
                <a:spcPct val="102400"/>
              </a:lnSpc>
              <a:spcBef>
                <a:spcPts val="350"/>
              </a:spcBef>
              <a:buFont typeface="Arial MT"/>
              <a:buChar char="•"/>
              <a:tabLst>
                <a:tab pos="205104" algn="l"/>
              </a:tabLst>
            </a:pPr>
            <a:r>
              <a:rPr sz="1750" spc="20" dirty="0">
                <a:latin typeface="Calibri"/>
                <a:cs typeface="Calibri"/>
              </a:rPr>
              <a:t>A </a:t>
            </a:r>
            <a:r>
              <a:rPr sz="1750" spc="5" dirty="0">
                <a:latin typeface="Calibri"/>
                <a:cs typeface="Calibri"/>
              </a:rPr>
              <a:t>circuit that </a:t>
            </a:r>
            <a:r>
              <a:rPr sz="1750" spc="10" dirty="0">
                <a:latin typeface="Calibri"/>
                <a:cs typeface="Calibri"/>
              </a:rPr>
              <a:t>changes </a:t>
            </a:r>
            <a:r>
              <a:rPr sz="1750" spc="-5" dirty="0">
                <a:latin typeface="Calibri"/>
                <a:cs typeface="Calibri"/>
              </a:rPr>
              <a:t>state </a:t>
            </a:r>
            <a:r>
              <a:rPr sz="1750" spc="5" dirty="0">
                <a:latin typeface="Calibri"/>
                <a:cs typeface="Calibri"/>
              </a:rPr>
              <a:t>at </a:t>
            </a:r>
            <a:r>
              <a:rPr sz="1750" spc="10" dirty="0">
                <a:latin typeface="Calibri"/>
                <a:cs typeface="Calibri"/>
              </a:rPr>
              <a:t>this time </a:t>
            </a:r>
            <a:r>
              <a:rPr sz="1750" dirty="0">
                <a:latin typeface="Calibri"/>
                <a:cs typeface="Calibri"/>
              </a:rPr>
              <a:t>is </a:t>
            </a:r>
            <a:r>
              <a:rPr sz="1750" spc="10" dirty="0">
                <a:latin typeface="Calibri"/>
                <a:cs typeface="Calibri"/>
              </a:rPr>
              <a:t>said </a:t>
            </a:r>
            <a:r>
              <a:rPr sz="1750" spc="5" dirty="0">
                <a:latin typeface="Calibri"/>
                <a:cs typeface="Calibri"/>
              </a:rPr>
              <a:t>to </a:t>
            </a:r>
            <a:r>
              <a:rPr sz="1750" spc="10" dirty="0">
                <a:latin typeface="Calibri"/>
                <a:cs typeface="Calibri"/>
              </a:rPr>
              <a:t>be </a:t>
            </a:r>
            <a:r>
              <a:rPr sz="1750" i="1" spc="10" dirty="0">
                <a:latin typeface="Calibri"/>
                <a:cs typeface="Calibri"/>
              </a:rPr>
              <a:t>positive-edge-triggered. </a:t>
            </a:r>
            <a:r>
              <a:rPr sz="1750" i="1" spc="1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The </a:t>
            </a:r>
            <a:r>
              <a:rPr sz="1750" spc="10" dirty="0">
                <a:latin typeface="Calibri"/>
                <a:cs typeface="Calibri"/>
              </a:rPr>
              <a:t>high-to-low </a:t>
            </a:r>
            <a:r>
              <a:rPr sz="1750" spc="5" dirty="0">
                <a:latin typeface="Calibri"/>
                <a:cs typeface="Calibri"/>
              </a:rPr>
              <a:t>transition is called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i="1" spc="10" dirty="0">
                <a:latin typeface="Calibri"/>
                <a:cs typeface="Calibri"/>
              </a:rPr>
              <a:t>negative </a:t>
            </a:r>
            <a:r>
              <a:rPr sz="1750" i="1" spc="5" dirty="0">
                <a:latin typeface="Calibri"/>
                <a:cs typeface="Calibri"/>
              </a:rPr>
              <a:t>transition </a:t>
            </a:r>
            <a:r>
              <a:rPr sz="1750" spc="10" dirty="0">
                <a:latin typeface="Calibri"/>
                <a:cs typeface="Calibri"/>
              </a:rPr>
              <a:t>(NI), as shown </a:t>
            </a:r>
            <a:r>
              <a:rPr sz="1750" spc="5" dirty="0">
                <a:latin typeface="Calibri"/>
                <a:cs typeface="Calibri"/>
              </a:rPr>
              <a:t>in </a:t>
            </a:r>
            <a:r>
              <a:rPr sz="1750" spc="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Figure.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5658840"/>
            <a:ext cx="2638082" cy="9125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046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905" y="528383"/>
            <a:ext cx="72497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 </a:t>
            </a:r>
            <a:r>
              <a:rPr sz="4000" spc="-25" dirty="0"/>
              <a:t>RS</a:t>
            </a:r>
            <a:r>
              <a:rPr sz="4000" spc="-35" dirty="0"/>
              <a:t> </a:t>
            </a:r>
            <a:r>
              <a:rPr sz="4000" spc="-20" dirty="0"/>
              <a:t>FLIP-FLOPS</a:t>
            </a:r>
            <a:r>
              <a:rPr sz="4000" spc="-35" dirty="0"/>
              <a:t> </a:t>
            </a:r>
            <a:r>
              <a:rPr sz="4000" dirty="0"/>
              <a:t>-2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64113"/>
            <a:ext cx="8070850" cy="44488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04165" indent="-292100" algn="just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b="1" spc="-20" dirty="0">
                <a:latin typeface="Calibri"/>
                <a:cs typeface="Calibri"/>
              </a:rPr>
              <a:t>Positive-Edge-Triggered</a:t>
            </a:r>
            <a:r>
              <a:rPr sz="2700" b="1" spc="20" dirty="0">
                <a:latin typeface="Calibri"/>
                <a:cs typeface="Calibri"/>
              </a:rPr>
              <a:t> </a:t>
            </a:r>
            <a:r>
              <a:rPr sz="2700" b="1" i="1" spc="-5" dirty="0">
                <a:latin typeface="Calibri"/>
                <a:cs typeface="Calibri"/>
              </a:rPr>
              <a:t>RS </a:t>
            </a:r>
            <a:r>
              <a:rPr sz="2700" b="1" dirty="0">
                <a:latin typeface="Calibri"/>
                <a:cs typeface="Calibri"/>
              </a:rPr>
              <a:t>Flip-flops</a:t>
            </a:r>
            <a:endParaRPr sz="2700">
              <a:latin typeface="Calibri"/>
              <a:cs typeface="Calibri"/>
            </a:endParaRPr>
          </a:p>
          <a:p>
            <a:pPr marL="304165" marR="7620" indent="-292100" algn="just">
              <a:lnSpc>
                <a:spcPct val="100699"/>
              </a:lnSpc>
              <a:spcBef>
                <a:spcPts val="54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small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triangle</a:t>
            </a:r>
            <a:r>
              <a:rPr sz="2700" spc="5" dirty="0">
                <a:latin typeface="Calibri"/>
                <a:cs typeface="Calibri"/>
              </a:rPr>
              <a:t> inside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symbol</a:t>
            </a:r>
            <a:r>
              <a:rPr sz="2700" spc="5" dirty="0">
                <a:latin typeface="Calibri"/>
                <a:cs typeface="Calibri"/>
              </a:rPr>
              <a:t> (dynamic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input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indicator) indicates </a:t>
            </a:r>
            <a:r>
              <a:rPr sz="2700" dirty="0">
                <a:latin typeface="Calibri"/>
                <a:cs typeface="Calibri"/>
              </a:rPr>
              <a:t>that </a:t>
            </a:r>
            <a:r>
              <a:rPr sz="2700" i="1" spc="10" dirty="0">
                <a:latin typeface="Calibri"/>
                <a:cs typeface="Calibri"/>
              </a:rPr>
              <a:t>Q </a:t>
            </a:r>
            <a:r>
              <a:rPr sz="2700" dirty="0">
                <a:latin typeface="Calibri"/>
                <a:cs typeface="Calibri"/>
              </a:rPr>
              <a:t>can </a:t>
            </a:r>
            <a:r>
              <a:rPr sz="2700" spc="5" dirty="0">
                <a:latin typeface="Calibri"/>
                <a:cs typeface="Calibri"/>
              </a:rPr>
              <a:t>change </a:t>
            </a:r>
            <a:r>
              <a:rPr sz="2700" spc="-15" dirty="0">
                <a:latin typeface="Calibri"/>
                <a:cs typeface="Calibri"/>
              </a:rPr>
              <a:t>state </a:t>
            </a:r>
            <a:r>
              <a:rPr sz="2700" spc="5" dirty="0">
                <a:latin typeface="Calibri"/>
                <a:cs typeface="Calibri"/>
              </a:rPr>
              <a:t>only </a:t>
            </a:r>
            <a:r>
              <a:rPr sz="2700" dirty="0">
                <a:latin typeface="Calibri"/>
                <a:cs typeface="Calibri"/>
              </a:rPr>
              <a:t>with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65" dirty="0">
                <a:latin typeface="Calibri"/>
                <a:cs typeface="Calibri"/>
              </a:rPr>
              <a:t>PTs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clock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(C).</a:t>
            </a:r>
            <a:endParaRPr sz="2700">
              <a:latin typeface="Calibri"/>
              <a:cs typeface="Calibri"/>
            </a:endParaRPr>
          </a:p>
          <a:p>
            <a:pPr marL="304165" marR="15240" indent="-292100" algn="just">
              <a:lnSpc>
                <a:spcPct val="101000"/>
              </a:lnSpc>
              <a:spcBef>
                <a:spcPts val="540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spc="-5" dirty="0">
                <a:latin typeface="Calibri"/>
                <a:cs typeface="Calibri"/>
              </a:rPr>
              <a:t>Each </a:t>
            </a:r>
            <a:r>
              <a:rPr sz="2700" spc="5" dirty="0">
                <a:latin typeface="Calibri"/>
                <a:cs typeface="Calibri"/>
              </a:rPr>
              <a:t>PT of the clock </a:t>
            </a:r>
            <a:r>
              <a:rPr sz="2700" dirty="0">
                <a:latin typeface="Calibri"/>
                <a:cs typeface="Calibri"/>
              </a:rPr>
              <a:t>produces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very </a:t>
            </a:r>
            <a:r>
              <a:rPr sz="2700" spc="-5" dirty="0">
                <a:latin typeface="Calibri"/>
                <a:cs typeface="Calibri"/>
              </a:rPr>
              <a:t>narrow </a:t>
            </a:r>
            <a:r>
              <a:rPr sz="2700" dirty="0">
                <a:latin typeface="Calibri"/>
                <a:cs typeface="Calibri"/>
              </a:rPr>
              <a:t>PT that is </a:t>
            </a:r>
            <a:r>
              <a:rPr sz="2700" spc="5" dirty="0">
                <a:latin typeface="Calibri"/>
                <a:cs typeface="Calibri"/>
              </a:rPr>
              <a:t> applied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gates.</a:t>
            </a:r>
            <a:endParaRPr sz="2700">
              <a:latin typeface="Calibri"/>
              <a:cs typeface="Calibri"/>
            </a:endParaRPr>
          </a:p>
          <a:p>
            <a:pPr marL="304165" marR="5080" indent="-292100" algn="just">
              <a:lnSpc>
                <a:spcPct val="100699"/>
              </a:lnSpc>
              <a:spcBef>
                <a:spcPts val="54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10" dirty="0">
                <a:latin typeface="Calibri"/>
                <a:cs typeface="Calibri"/>
              </a:rPr>
              <a:t> AND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gates</a:t>
            </a:r>
            <a:r>
              <a:rPr sz="2700" spc="-5" dirty="0">
                <a:latin typeface="Calibri"/>
                <a:cs typeface="Calibri"/>
              </a:rPr>
              <a:t> are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active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only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while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PT</a:t>
            </a:r>
            <a:r>
              <a:rPr sz="2700" spc="5" dirty="0">
                <a:latin typeface="Calibri"/>
                <a:cs typeface="Calibri"/>
              </a:rPr>
              <a:t> is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high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(perhaps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25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ns),</a:t>
            </a:r>
            <a:r>
              <a:rPr sz="2700" spc="10" dirty="0">
                <a:latin typeface="Calibri"/>
                <a:cs typeface="Calibri"/>
              </a:rPr>
              <a:t> and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thus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i="1" spc="10" dirty="0">
                <a:latin typeface="Calibri"/>
                <a:cs typeface="Calibri"/>
              </a:rPr>
              <a:t>Q</a:t>
            </a:r>
            <a:r>
              <a:rPr sz="2700" i="1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change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state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only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during </a:t>
            </a:r>
            <a:r>
              <a:rPr sz="2700" spc="5" dirty="0">
                <a:latin typeface="Calibri"/>
                <a:cs typeface="Calibri"/>
              </a:rPr>
              <a:t>this short </a:t>
            </a:r>
            <a:r>
              <a:rPr sz="2700" dirty="0">
                <a:latin typeface="Calibri"/>
                <a:cs typeface="Calibri"/>
              </a:rPr>
              <a:t>time </a:t>
            </a:r>
            <a:r>
              <a:rPr sz="2700" spc="5" dirty="0">
                <a:latin typeface="Calibri"/>
                <a:cs typeface="Calibri"/>
              </a:rPr>
              <a:t>period. In </a:t>
            </a:r>
            <a:r>
              <a:rPr sz="2700" dirty="0">
                <a:latin typeface="Calibri"/>
                <a:cs typeface="Calibri"/>
              </a:rPr>
              <a:t>this </a:t>
            </a:r>
            <a:r>
              <a:rPr sz="2700" spc="5" dirty="0">
                <a:latin typeface="Calibri"/>
                <a:cs typeface="Calibri"/>
              </a:rPr>
              <a:t>manner </a:t>
            </a:r>
            <a:r>
              <a:rPr sz="2700" i="1" spc="10" dirty="0">
                <a:latin typeface="Calibri"/>
                <a:cs typeface="Calibri"/>
              </a:rPr>
              <a:t>Q </a:t>
            </a:r>
            <a:r>
              <a:rPr sz="2700" dirty="0">
                <a:latin typeface="Calibri"/>
                <a:cs typeface="Calibri"/>
              </a:rPr>
              <a:t>changes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synchronism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with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65" dirty="0">
                <a:latin typeface="Calibri"/>
                <a:cs typeface="Calibri"/>
              </a:rPr>
              <a:t>PTs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clock.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2086" y="5214251"/>
            <a:ext cx="5019484" cy="14759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280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905" y="528383"/>
            <a:ext cx="72497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 </a:t>
            </a:r>
            <a:r>
              <a:rPr sz="4000" spc="-25" dirty="0"/>
              <a:t>RS</a:t>
            </a:r>
            <a:r>
              <a:rPr sz="4000" spc="-35" dirty="0"/>
              <a:t> </a:t>
            </a:r>
            <a:r>
              <a:rPr sz="4000" spc="-20" dirty="0"/>
              <a:t>FLIP-FLOPS</a:t>
            </a:r>
            <a:r>
              <a:rPr sz="4000" spc="-35" dirty="0"/>
              <a:t> </a:t>
            </a:r>
            <a:r>
              <a:rPr sz="4000" dirty="0"/>
              <a:t>-3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55981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45" dirty="0">
                <a:latin typeface="Calibri"/>
                <a:cs typeface="Calibri"/>
              </a:rPr>
              <a:t>Truth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Table</a:t>
            </a:r>
            <a:r>
              <a:rPr sz="3200" spc="-5" dirty="0">
                <a:latin typeface="Calibri"/>
                <a:cs typeface="Calibri"/>
              </a:rPr>
              <a:t> and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Diagram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514" y="2437917"/>
            <a:ext cx="7816497" cy="31431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027400" y="2616480"/>
              <a:ext cx="884520" cy="22327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8040" y="2607120"/>
                <a:ext cx="903240" cy="22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5291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905" y="528383"/>
            <a:ext cx="72497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 </a:t>
            </a:r>
            <a:r>
              <a:rPr sz="4000" spc="-25" dirty="0"/>
              <a:t>RS</a:t>
            </a:r>
            <a:r>
              <a:rPr sz="4000" spc="-35" dirty="0"/>
              <a:t> </a:t>
            </a:r>
            <a:r>
              <a:rPr sz="4000" spc="-20" dirty="0"/>
              <a:t>FLIP-FLOPS</a:t>
            </a:r>
            <a:r>
              <a:rPr sz="4000" spc="-35" dirty="0"/>
              <a:t> </a:t>
            </a:r>
            <a:r>
              <a:rPr sz="4000" dirty="0"/>
              <a:t>-4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138"/>
            <a:ext cx="8061959" cy="78675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b="1" spc="-35" dirty="0">
                <a:latin typeface="Calibri"/>
                <a:cs typeface="Calibri"/>
              </a:rPr>
              <a:t>Negative-Edge-Triggered</a:t>
            </a:r>
            <a:r>
              <a:rPr sz="2000" b="1" spc="30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RS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Flip-Flops</a:t>
            </a:r>
            <a:endParaRPr sz="20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small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bubble on </a:t>
            </a: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clock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input</a:t>
            </a:r>
            <a:r>
              <a:rPr sz="2000" dirty="0">
                <a:latin typeface="Calibri"/>
                <a:cs typeface="Calibri"/>
              </a:rPr>
              <a:t> (</a:t>
            </a:r>
            <a:r>
              <a:rPr sz="2000" spc="-5" dirty="0">
                <a:latin typeface="Calibri"/>
                <a:cs typeface="Calibri"/>
              </a:rPr>
              <a:t> C)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means </a:t>
            </a:r>
            <a:r>
              <a:rPr sz="2000" spc="-7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active-low.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592" y="2492897"/>
            <a:ext cx="7486476" cy="13681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4114444"/>
            <a:ext cx="5486044" cy="25905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2902320" y="4062960"/>
              <a:ext cx="1902240" cy="26078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2960" y="4053600"/>
                <a:ext cx="1920960" cy="262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9270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336" y="528383"/>
            <a:ext cx="7050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40" dirty="0"/>
              <a:t> </a:t>
            </a:r>
            <a:r>
              <a:rPr sz="4000" dirty="0"/>
              <a:t>D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8072755" cy="303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clock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spc="-75" dirty="0">
                <a:latin typeface="Calibri"/>
                <a:cs typeface="Calibri"/>
              </a:rPr>
              <a:t>low,</a:t>
            </a:r>
            <a:r>
              <a:rPr sz="3200" spc="21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D</a:t>
            </a:r>
            <a:r>
              <a:rPr sz="3200" i="1" spc="1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don't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care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Q</a:t>
            </a:r>
            <a:endParaRPr sz="32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latched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last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state.</a:t>
            </a:r>
            <a:endParaRPr sz="3200">
              <a:latin typeface="Calibri"/>
              <a:cs typeface="Calibri"/>
            </a:endParaRPr>
          </a:p>
          <a:p>
            <a:pPr marL="355600" marR="8255" indent="-343535" algn="just">
              <a:lnSpc>
                <a:spcPct val="9990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leading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edge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clock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(PT),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designated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up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arrow,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loaded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spc="-10" dirty="0">
                <a:latin typeface="Calibri"/>
                <a:cs typeface="Calibri"/>
              </a:rPr>
              <a:t>the flip-flop </a:t>
            </a:r>
            <a:r>
              <a:rPr sz="3200" spc="-5" dirty="0">
                <a:latin typeface="Calibri"/>
                <a:cs typeface="Calibri"/>
              </a:rPr>
              <a:t>and </a:t>
            </a:r>
            <a:r>
              <a:rPr sz="3200" i="1" dirty="0">
                <a:latin typeface="Calibri"/>
                <a:cs typeface="Calibri"/>
              </a:rPr>
              <a:t>Q </a:t>
            </a:r>
            <a:r>
              <a:rPr sz="3200" spc="-30" dirty="0">
                <a:latin typeface="Calibri"/>
                <a:cs typeface="Calibri"/>
              </a:rPr>
              <a:t>takes </a:t>
            </a:r>
            <a:r>
              <a:rPr sz="3200" dirty="0">
                <a:latin typeface="Calibri"/>
                <a:cs typeface="Calibri"/>
              </a:rPr>
              <a:t>on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value</a:t>
            </a:r>
            <a:r>
              <a:rPr sz="3200" spc="-5" dirty="0">
                <a:latin typeface="Calibri"/>
                <a:cs typeface="Calibri"/>
              </a:rPr>
              <a:t> 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i="1" spc="-40" dirty="0">
                <a:latin typeface="Calibri"/>
                <a:cs typeface="Calibri"/>
              </a:rPr>
              <a:t>D.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99" y="3524402"/>
            <a:ext cx="7019632" cy="24263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1854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336" y="528383"/>
            <a:ext cx="7050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40" dirty="0"/>
              <a:t> </a:t>
            </a:r>
            <a:r>
              <a:rPr sz="4000" dirty="0"/>
              <a:t>D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-2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8067040" cy="2462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99900"/>
              </a:lnSpc>
              <a:spcBef>
                <a:spcPts val="105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spc="-145" dirty="0">
                <a:latin typeface="Calibri"/>
                <a:cs typeface="Calibri"/>
              </a:rPr>
              <a:t>To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get </a:t>
            </a:r>
            <a:r>
              <a:rPr sz="3200" spc="-5" dirty="0">
                <a:latin typeface="Calibri"/>
                <a:cs typeface="Calibri"/>
              </a:rPr>
              <a:t>some </a:t>
            </a:r>
            <a:r>
              <a:rPr sz="3200" spc="-15" dirty="0">
                <a:latin typeface="Calibri"/>
                <a:cs typeface="Calibri"/>
              </a:rPr>
              <a:t>computers </a:t>
            </a:r>
            <a:r>
              <a:rPr sz="3200" spc="-20" dirty="0">
                <a:latin typeface="Calibri"/>
                <a:cs typeface="Calibri"/>
              </a:rPr>
              <a:t>started, </a:t>
            </a:r>
            <a:r>
              <a:rPr sz="3200" spc="-5" dirty="0">
                <a:latin typeface="Calibri"/>
                <a:cs typeface="Calibri"/>
              </a:rPr>
              <a:t>an </a:t>
            </a:r>
            <a:r>
              <a:rPr sz="3200" spc="-20" dirty="0">
                <a:latin typeface="Calibri"/>
                <a:cs typeface="Calibri"/>
              </a:rPr>
              <a:t>operator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push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RESET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button.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sends</a:t>
            </a:r>
            <a:r>
              <a:rPr sz="3200" spc="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CLEAR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spc="-10" dirty="0">
                <a:latin typeface="Calibri"/>
                <a:cs typeface="Calibri"/>
              </a:rPr>
              <a:t>PRESET </a:t>
            </a:r>
            <a:r>
              <a:rPr sz="3200" spc="-5" dirty="0">
                <a:latin typeface="Calibri"/>
                <a:cs typeface="Calibri"/>
              </a:rPr>
              <a:t>signal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 </a:t>
            </a:r>
            <a:r>
              <a:rPr sz="3200" spc="-15" dirty="0">
                <a:latin typeface="Calibri"/>
                <a:cs typeface="Calibri"/>
              </a:rPr>
              <a:t>flip-flops.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Also,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it's necessary in some </a:t>
            </a:r>
            <a:r>
              <a:rPr sz="3200" spc="-10" dirty="0">
                <a:latin typeface="Calibri"/>
                <a:cs typeface="Calibri"/>
              </a:rPr>
              <a:t>digital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preset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(synonymous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-10" dirty="0">
                <a:latin typeface="Calibri"/>
                <a:cs typeface="Calibri"/>
              </a:rPr>
              <a:t> set) certain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flip-flops.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9890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35" dirty="0"/>
              <a:t>J K FLIP FLOP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633219"/>
            <a:ext cx="8161020" cy="514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63500" indent="-3435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4335" algn="l"/>
              </a:tabLst>
            </a:pPr>
            <a:r>
              <a:rPr sz="3200" spc="-5" dirty="0">
                <a:latin typeface="Calibri"/>
                <a:cs typeface="Calibri"/>
              </a:rPr>
              <a:t>J-Jack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K-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Kilby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(Jack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Kilby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inventor</a:t>
            </a:r>
            <a:r>
              <a:rPr sz="3200" spc="6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Integrated </a:t>
            </a:r>
            <a:r>
              <a:rPr sz="3200" spc="-15" dirty="0">
                <a:latin typeface="Calibri"/>
                <a:cs typeface="Calibri"/>
              </a:rPr>
              <a:t>Circuits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1958 </a:t>
            </a:r>
            <a:r>
              <a:rPr sz="3200" spc="-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Hand-held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Calculator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1966)</a:t>
            </a:r>
            <a:endParaRPr sz="3200" dirty="0">
              <a:latin typeface="Calibri"/>
              <a:cs typeface="Calibri"/>
            </a:endParaRPr>
          </a:p>
          <a:p>
            <a:pPr marL="393700" marR="52705" indent="-343535" algn="just">
              <a:lnSpc>
                <a:spcPct val="99900"/>
              </a:lnSpc>
              <a:spcBef>
                <a:spcPts val="645"/>
              </a:spcBef>
              <a:buFont typeface="Arial MT"/>
              <a:buChar char="•"/>
              <a:tabLst>
                <a:tab pos="394335" algn="l"/>
              </a:tabLst>
            </a:pPr>
            <a:r>
              <a:rPr sz="3200" spc="-25" dirty="0">
                <a:latin typeface="Calibri"/>
                <a:cs typeface="Calibri"/>
              </a:rPr>
              <a:t>Setting </a:t>
            </a:r>
            <a:r>
              <a:rPr sz="3200" i="1" dirty="0">
                <a:latin typeface="Calibri"/>
                <a:cs typeface="Calibri"/>
              </a:rPr>
              <a:t>R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i="1" dirty="0">
                <a:latin typeface="Calibri"/>
                <a:cs typeface="Calibri"/>
              </a:rPr>
              <a:t>S </a:t>
            </a:r>
            <a:r>
              <a:rPr sz="3200" dirty="0">
                <a:latin typeface="Calibri"/>
                <a:cs typeface="Calibri"/>
              </a:rPr>
              <a:t>= 1 </a:t>
            </a:r>
            <a:r>
              <a:rPr sz="3200" spc="-5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10" dirty="0">
                <a:latin typeface="Calibri"/>
                <a:cs typeface="Calibri"/>
              </a:rPr>
              <a:t>edge-triggered </a:t>
            </a:r>
            <a:r>
              <a:rPr sz="3200" i="1" spc="-25" dirty="0">
                <a:latin typeface="Calibri"/>
                <a:cs typeface="Calibri"/>
              </a:rPr>
              <a:t>RS </a:t>
            </a:r>
            <a:r>
              <a:rPr sz="3200" spc="-10" dirty="0">
                <a:latin typeface="Calibri"/>
                <a:cs typeface="Calibri"/>
              </a:rPr>
              <a:t>flip-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flop </a:t>
            </a:r>
            <a:r>
              <a:rPr sz="3200" spc="-25" dirty="0">
                <a:latin typeface="Calibri"/>
                <a:cs typeface="Calibri"/>
              </a:rPr>
              <a:t>forces </a:t>
            </a:r>
            <a:r>
              <a:rPr sz="3200" spc="-10" dirty="0">
                <a:latin typeface="Calibri"/>
                <a:cs typeface="Calibri"/>
              </a:rPr>
              <a:t>both </a:t>
            </a:r>
            <a:r>
              <a:rPr sz="3200" i="1" dirty="0">
                <a:latin typeface="Calibri"/>
                <a:cs typeface="Calibri"/>
              </a:rPr>
              <a:t>Q </a:t>
            </a:r>
            <a:r>
              <a:rPr sz="3200" spc="-5" dirty="0">
                <a:latin typeface="Calibri"/>
                <a:cs typeface="Calibri"/>
              </a:rPr>
              <a:t>and </a:t>
            </a:r>
            <a:r>
              <a:rPr sz="3200" spc="-1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the same logic </a:t>
            </a:r>
            <a:r>
              <a:rPr sz="3200" spc="-10" dirty="0">
                <a:latin typeface="Calibri"/>
                <a:cs typeface="Calibri"/>
              </a:rPr>
              <a:t>level. </a:t>
            </a:r>
            <a:r>
              <a:rPr sz="3200" spc="-5" dirty="0">
                <a:latin typeface="Calibri"/>
                <a:cs typeface="Calibri"/>
              </a:rPr>
              <a:t> This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illegal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condition,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possible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predict 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final </a:t>
            </a:r>
            <a:r>
              <a:rPr sz="3200" spc="-30" dirty="0">
                <a:latin typeface="Calibri"/>
                <a:cs typeface="Calibri"/>
              </a:rPr>
              <a:t>state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Q.</a:t>
            </a:r>
            <a:endParaRPr sz="3200" dirty="0">
              <a:latin typeface="Calibri"/>
              <a:cs typeface="Calibri"/>
            </a:endParaRPr>
          </a:p>
          <a:p>
            <a:pPr marL="393700" marR="64135" indent="-343535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94335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i="1" spc="-5" dirty="0">
                <a:latin typeface="Calibri"/>
                <a:cs typeface="Calibri"/>
              </a:rPr>
              <a:t>JK </a:t>
            </a:r>
            <a:r>
              <a:rPr sz="3200" spc="-10" dirty="0">
                <a:latin typeface="Calibri"/>
                <a:cs typeface="Calibri"/>
              </a:rPr>
              <a:t>flip-flop accounts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this </a:t>
            </a:r>
            <a:r>
              <a:rPr sz="3200" spc="-15" dirty="0">
                <a:latin typeface="Calibri"/>
                <a:cs typeface="Calibri"/>
              </a:rPr>
              <a:t>illegal </a:t>
            </a:r>
            <a:r>
              <a:rPr sz="3200" spc="-5" dirty="0">
                <a:latin typeface="Calibri"/>
                <a:cs typeface="Calibri"/>
              </a:rPr>
              <a:t>input,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spc="-25" dirty="0">
                <a:latin typeface="Calibri"/>
                <a:cs typeface="Calibri"/>
              </a:rPr>
              <a:t>therefore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versatile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circuit.</a:t>
            </a:r>
            <a:endParaRPr sz="3200" dirty="0">
              <a:latin typeface="Calibri"/>
              <a:cs typeface="Calibri"/>
            </a:endParaRPr>
          </a:p>
          <a:p>
            <a:pPr marL="393700" indent="-343535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94335" algn="l"/>
              </a:tabLst>
            </a:pPr>
            <a:r>
              <a:rPr sz="3200" spc="5" dirty="0">
                <a:latin typeface="Calibri"/>
                <a:cs typeface="Calibri"/>
              </a:rPr>
              <a:t>F</a:t>
            </a:r>
            <a:r>
              <a:rPr sz="3200" spc="-5" dirty="0">
                <a:latin typeface="Calibri"/>
                <a:cs typeface="Calibri"/>
              </a:rPr>
              <a:t>lip</a:t>
            </a:r>
            <a:r>
              <a:rPr sz="3200" spc="-35" dirty="0">
                <a:latin typeface="Calibri"/>
                <a:cs typeface="Calibri"/>
              </a:rPr>
              <a:t>-</a:t>
            </a:r>
            <a:r>
              <a:rPr sz="3200" spc="-10" dirty="0">
                <a:latin typeface="Calibri"/>
                <a:cs typeface="Calibri"/>
              </a:rPr>
              <a:t>f</a:t>
            </a:r>
            <a:r>
              <a:rPr sz="3200" spc="-15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spc="-1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s  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n  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b</a:t>
            </a:r>
            <a:r>
              <a:rPr sz="3200" dirty="0">
                <a:latin typeface="Calibri"/>
                <a:cs typeface="Calibri"/>
              </a:rPr>
              <a:t>e  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</a:t>
            </a:r>
            <a:r>
              <a:rPr sz="3200" spc="-1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ed  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o  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bui</a:t>
            </a:r>
            <a:r>
              <a:rPr sz="3200" dirty="0">
                <a:latin typeface="Calibri"/>
                <a:cs typeface="Calibri"/>
              </a:rPr>
              <a:t>ld  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ou</a:t>
            </a:r>
            <a:r>
              <a:rPr sz="3200" spc="-25" dirty="0">
                <a:latin typeface="Calibri"/>
                <a:cs typeface="Calibri"/>
              </a:rPr>
              <a:t>n</a:t>
            </a:r>
            <a:r>
              <a:rPr sz="3200" spc="-3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-375" dirty="0">
                <a:latin typeface="Calibri"/>
                <a:cs typeface="Calibri"/>
              </a:rPr>
              <a:t>s</a:t>
            </a:r>
            <a:r>
              <a:rPr sz="1800" spc="-375" baseline="30092" dirty="0">
                <a:solidFill>
                  <a:srgbClr val="8A8A8A"/>
                </a:solidFill>
                <a:latin typeface="Calibri"/>
                <a:cs typeface="Calibri"/>
              </a:rPr>
              <a:t>3</a:t>
            </a:r>
            <a:r>
              <a:rPr sz="3200" spc="-565" dirty="0">
                <a:latin typeface="Calibri"/>
                <a:cs typeface="Calibri"/>
              </a:rPr>
              <a:t>.</a:t>
            </a:r>
            <a:r>
              <a:rPr sz="1800" baseline="30092" dirty="0">
                <a:solidFill>
                  <a:srgbClr val="8A8A8A"/>
                </a:solidFill>
                <a:latin typeface="Calibri"/>
                <a:cs typeface="Calibri"/>
              </a:rPr>
              <a:t>0</a:t>
            </a:r>
            <a:endParaRPr sz="1800" baseline="30092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27160" y="2768040"/>
              <a:ext cx="2831040" cy="1054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7800" y="2758680"/>
                <a:ext cx="2849760" cy="10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297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35" dirty="0"/>
              <a:t> </a:t>
            </a:r>
            <a:r>
              <a:rPr sz="4000" spc="-20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8922"/>
            <a:ext cx="7464425" cy="28555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5745" indent="-233679" algn="just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6379" algn="l"/>
              </a:tabLst>
            </a:pPr>
            <a:r>
              <a:rPr sz="2150" b="1" spc="-15" dirty="0">
                <a:latin typeface="Calibri"/>
                <a:cs typeface="Calibri"/>
              </a:rPr>
              <a:t>Positive-Edge-Triggered</a:t>
            </a:r>
            <a:r>
              <a:rPr sz="2150" b="1" spc="-5" dirty="0">
                <a:latin typeface="Calibri"/>
                <a:cs typeface="Calibri"/>
              </a:rPr>
              <a:t> </a:t>
            </a:r>
            <a:r>
              <a:rPr sz="2150" b="1" i="1" spc="5" dirty="0">
                <a:latin typeface="Calibri"/>
                <a:cs typeface="Calibri"/>
              </a:rPr>
              <a:t>J </a:t>
            </a:r>
            <a:r>
              <a:rPr sz="2150" b="1" i="1" spc="10" dirty="0">
                <a:latin typeface="Calibri"/>
                <a:cs typeface="Calibri"/>
              </a:rPr>
              <a:t>K</a:t>
            </a:r>
            <a:r>
              <a:rPr sz="2150" b="1" i="1" spc="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Flip-Flops</a:t>
            </a:r>
            <a:endParaRPr sz="2150" dirty="0">
              <a:latin typeface="Calibri"/>
              <a:cs typeface="Calibri"/>
            </a:endParaRPr>
          </a:p>
          <a:p>
            <a:pPr marL="245745" marR="12065" indent="-233679" algn="just">
              <a:lnSpc>
                <a:spcPct val="101099"/>
              </a:lnSpc>
              <a:spcBef>
                <a:spcPts val="434"/>
              </a:spcBef>
              <a:buFont typeface="Arial MT"/>
              <a:buChar char="•"/>
              <a:tabLst>
                <a:tab pos="246379" algn="l"/>
              </a:tabLst>
            </a:pP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basic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circuit</a:t>
            </a:r>
            <a:r>
              <a:rPr sz="2150" spc="5" dirty="0">
                <a:latin typeface="Calibri"/>
                <a:cs typeface="Calibri"/>
              </a:rPr>
              <a:t> is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identical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previous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positive-edge-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triggered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i="1" spc="-5" dirty="0">
                <a:latin typeface="Calibri"/>
                <a:cs typeface="Calibri"/>
              </a:rPr>
              <a:t>RS</a:t>
            </a:r>
            <a:r>
              <a:rPr sz="2150" i="1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flip-flop, </a:t>
            </a:r>
            <a:r>
              <a:rPr sz="2150" spc="5" dirty="0">
                <a:latin typeface="Calibri"/>
                <a:cs typeface="Calibri"/>
              </a:rPr>
              <a:t>with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two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important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additions:</a:t>
            </a:r>
            <a:endParaRPr sz="2150" dirty="0">
              <a:latin typeface="Calibri"/>
              <a:cs typeface="Calibri"/>
            </a:endParaRPr>
          </a:p>
          <a:p>
            <a:pPr marL="517525" lvl="1" indent="-356870" algn="just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518159" algn="l"/>
              </a:tabLst>
            </a:pP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Q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output</a:t>
            </a:r>
            <a:r>
              <a:rPr sz="1900" spc="-5" dirty="0">
                <a:latin typeface="Calibri"/>
                <a:cs typeface="Calibri"/>
              </a:rPr>
              <a:t> is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connected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back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the input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lower</a:t>
            </a:r>
            <a:r>
              <a:rPr sz="1900" spc="-5" dirty="0">
                <a:latin typeface="Calibri"/>
                <a:cs typeface="Calibri"/>
              </a:rPr>
              <a:t> AND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gate.</a:t>
            </a:r>
            <a:endParaRPr sz="1900" dirty="0">
              <a:latin typeface="Calibri"/>
              <a:cs typeface="Calibri"/>
            </a:endParaRPr>
          </a:p>
          <a:p>
            <a:pPr marL="517525" lvl="1" indent="-356870" algn="just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518159" algn="l"/>
              </a:tabLst>
            </a:pP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output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 </a:t>
            </a:r>
            <a:r>
              <a:rPr sz="1900" spc="-10" dirty="0">
                <a:latin typeface="Calibri"/>
                <a:cs typeface="Calibri"/>
              </a:rPr>
              <a:t>connected</a:t>
            </a:r>
            <a:r>
              <a:rPr sz="1900" spc="-5" dirty="0">
                <a:latin typeface="Calibri"/>
                <a:cs typeface="Calibri"/>
              </a:rPr>
              <a:t> back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the </a:t>
            </a:r>
            <a:r>
              <a:rPr sz="1900" spc="-10" dirty="0">
                <a:latin typeface="Calibri"/>
                <a:cs typeface="Calibri"/>
              </a:rPr>
              <a:t>input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of</a:t>
            </a:r>
            <a:r>
              <a:rPr sz="1900" spc="-5" dirty="0">
                <a:latin typeface="Calibri"/>
                <a:cs typeface="Calibri"/>
              </a:rPr>
              <a:t> the upper AND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gate.</a:t>
            </a:r>
            <a:endParaRPr sz="1900" dirty="0">
              <a:latin typeface="Calibri"/>
              <a:cs typeface="Calibri"/>
            </a:endParaRPr>
          </a:p>
          <a:p>
            <a:pPr marL="245745" marR="5080" indent="-233679" algn="just">
              <a:lnSpc>
                <a:spcPct val="101400"/>
              </a:lnSpc>
              <a:spcBef>
                <a:spcPts val="420"/>
              </a:spcBef>
              <a:buFont typeface="Arial MT"/>
              <a:buChar char="•"/>
              <a:tabLst>
                <a:tab pos="246379" algn="l"/>
              </a:tabLst>
            </a:pPr>
            <a:r>
              <a:rPr sz="2150" spc="5" dirty="0">
                <a:latin typeface="Calibri"/>
                <a:cs typeface="Calibri"/>
              </a:rPr>
              <a:t>This </a:t>
            </a:r>
            <a:r>
              <a:rPr sz="2150" dirty="0">
                <a:latin typeface="Calibri"/>
                <a:cs typeface="Calibri"/>
              </a:rPr>
              <a:t>cross-coupling </a:t>
            </a:r>
            <a:r>
              <a:rPr sz="2150" spc="-5" dirty="0">
                <a:latin typeface="Calibri"/>
                <a:cs typeface="Calibri"/>
              </a:rPr>
              <a:t>from </a:t>
            </a:r>
            <a:r>
              <a:rPr sz="2150" spc="5" dirty="0">
                <a:latin typeface="Calibri"/>
                <a:cs typeface="Calibri"/>
              </a:rPr>
              <a:t>outputs </a:t>
            </a:r>
            <a:r>
              <a:rPr sz="2150" spc="-10" dirty="0">
                <a:latin typeface="Calibri"/>
                <a:cs typeface="Calibri"/>
              </a:rPr>
              <a:t>to </a:t>
            </a:r>
            <a:r>
              <a:rPr sz="2150" spc="5" dirty="0">
                <a:latin typeface="Calibri"/>
                <a:cs typeface="Calibri"/>
              </a:rPr>
              <a:t>inputs changes the </a:t>
            </a:r>
            <a:r>
              <a:rPr sz="2150" i="1" spc="-5" dirty="0">
                <a:latin typeface="Calibri"/>
                <a:cs typeface="Calibri"/>
              </a:rPr>
              <a:t>RS </a:t>
            </a:r>
            <a:r>
              <a:rPr sz="2150" spc="-5" dirty="0">
                <a:latin typeface="Calibri"/>
                <a:cs typeface="Calibri"/>
              </a:rPr>
              <a:t>flip- </a:t>
            </a:r>
            <a:r>
              <a:rPr sz="2150" dirty="0">
                <a:latin typeface="Calibri"/>
                <a:cs typeface="Calibri"/>
              </a:rPr>
              <a:t> flop </a:t>
            </a:r>
            <a:r>
              <a:rPr sz="2150" spc="-5" dirty="0">
                <a:latin typeface="Calibri"/>
                <a:cs typeface="Calibri"/>
              </a:rPr>
              <a:t>into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 </a:t>
            </a:r>
            <a:r>
              <a:rPr sz="2150" i="1" spc="10" dirty="0">
                <a:latin typeface="Calibri"/>
                <a:cs typeface="Calibri"/>
              </a:rPr>
              <a:t>JK </a:t>
            </a:r>
            <a:r>
              <a:rPr sz="2150" dirty="0">
                <a:latin typeface="Calibri"/>
                <a:cs typeface="Calibri"/>
              </a:rPr>
              <a:t>flip-flop.</a:t>
            </a:r>
            <a:r>
              <a:rPr sz="2150" spc="5" dirty="0">
                <a:latin typeface="Calibri"/>
                <a:cs typeface="Calibri"/>
              </a:rPr>
              <a:t> The </a:t>
            </a:r>
            <a:r>
              <a:rPr sz="2150" dirty="0">
                <a:latin typeface="Calibri"/>
                <a:cs typeface="Calibri"/>
              </a:rPr>
              <a:t>previous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i="1" spc="5" dirty="0">
                <a:latin typeface="Calibri"/>
                <a:cs typeface="Calibri"/>
              </a:rPr>
              <a:t>S </a:t>
            </a:r>
            <a:r>
              <a:rPr sz="2150" spc="5" dirty="0">
                <a:latin typeface="Calibri"/>
                <a:cs typeface="Calibri"/>
              </a:rPr>
              <a:t>input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484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now labelled  </a:t>
            </a:r>
            <a:r>
              <a:rPr sz="2150" i="1" spc="-15" dirty="0">
                <a:latin typeface="Calibri"/>
                <a:cs typeface="Calibri"/>
              </a:rPr>
              <a:t>J, </a:t>
            </a:r>
            <a:r>
              <a:rPr sz="2150" i="1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and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previous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i="1" spc="10" dirty="0">
                <a:latin typeface="Calibri"/>
                <a:cs typeface="Calibri"/>
              </a:rPr>
              <a:t>R</a:t>
            </a:r>
            <a:r>
              <a:rPr sz="2150" i="1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input is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labelled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i="1" spc="5" dirty="0">
                <a:latin typeface="Calibri"/>
                <a:cs typeface="Calibri"/>
              </a:rPr>
              <a:t>K.</a:t>
            </a:r>
            <a:endParaRPr sz="21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359" y="4444568"/>
            <a:ext cx="7962468" cy="24130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143680" y="4357800"/>
              <a:ext cx="1848600" cy="19468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4320" y="4348440"/>
                <a:ext cx="1867320" cy="19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6468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75120" y="196560"/>
              <a:ext cx="8394480" cy="61707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760" y="187200"/>
                <a:ext cx="8413200" cy="618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482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35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</a:t>
            </a:r>
            <a:r>
              <a:rPr lang="en-US" sz="4000" spc="-25" dirty="0"/>
              <a:t> 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2138"/>
            <a:ext cx="8070850" cy="209480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b="1" spc="-10" dirty="0">
                <a:latin typeface="Calibri"/>
                <a:cs typeface="Calibri"/>
              </a:rPr>
              <a:t>How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works:</a:t>
            </a:r>
            <a:endParaRPr sz="2400" dirty="0">
              <a:latin typeface="Calibri"/>
              <a:cs typeface="Calibri"/>
            </a:endParaRPr>
          </a:p>
          <a:p>
            <a:pPr marL="355600" marR="11430" indent="-343535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sz="2400" i="1" dirty="0">
                <a:latin typeface="Calibri"/>
                <a:cs typeface="Calibri"/>
              </a:rPr>
              <a:t>J </a:t>
            </a:r>
            <a:r>
              <a:rPr sz="2400" spc="-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K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spc="-75" dirty="0">
                <a:latin typeface="Calibri"/>
                <a:cs typeface="Calibri"/>
              </a:rPr>
              <a:t>low,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both AND </a:t>
            </a:r>
            <a:r>
              <a:rPr sz="2400" spc="-30" dirty="0">
                <a:latin typeface="Calibri"/>
                <a:cs typeface="Calibri"/>
              </a:rPr>
              <a:t>gates 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disabled. </a:t>
            </a:r>
            <a:r>
              <a:rPr sz="2400" spc="-20" dirty="0">
                <a:latin typeface="Calibri"/>
                <a:cs typeface="Calibri"/>
              </a:rPr>
              <a:t>Therefore, </a:t>
            </a:r>
            <a:r>
              <a:rPr sz="2400" spc="-5" dirty="0">
                <a:latin typeface="Calibri"/>
                <a:cs typeface="Calibri"/>
              </a:rPr>
              <a:t>clock pulses </a:t>
            </a:r>
            <a:r>
              <a:rPr sz="2400" spc="-25" dirty="0">
                <a:latin typeface="Calibri"/>
                <a:cs typeface="Calibri"/>
              </a:rPr>
              <a:t>have </a:t>
            </a:r>
            <a:r>
              <a:rPr sz="2400" spc="-5" dirty="0">
                <a:latin typeface="Calibri"/>
                <a:cs typeface="Calibri"/>
              </a:rPr>
              <a:t>no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effect.</a:t>
            </a:r>
            <a:endParaRPr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25" dirty="0">
                <a:latin typeface="Calibri"/>
                <a:cs typeface="Calibri"/>
              </a:rPr>
              <a:t>first </a:t>
            </a:r>
            <a:r>
              <a:rPr sz="2400" spc="-5" dirty="0">
                <a:latin typeface="Calibri"/>
                <a:cs typeface="Calibri"/>
              </a:rPr>
              <a:t>possibility is </a:t>
            </a:r>
            <a:r>
              <a:rPr sz="2400" spc="-1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initial </a:t>
            </a:r>
            <a:r>
              <a:rPr sz="2400" spc="-10" dirty="0">
                <a:latin typeface="Calibri"/>
                <a:cs typeface="Calibri"/>
              </a:rPr>
              <a:t>entry </a:t>
            </a:r>
            <a:r>
              <a:rPr sz="2400" spc="-5" dirty="0">
                <a:latin typeface="Calibri"/>
                <a:cs typeface="Calibri"/>
              </a:rPr>
              <a:t>in the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truth </a:t>
            </a:r>
            <a:r>
              <a:rPr sz="2400" spc="-15" dirty="0">
                <a:latin typeface="Calibri"/>
                <a:cs typeface="Calibri"/>
              </a:rPr>
              <a:t>table. </a:t>
            </a:r>
            <a:r>
              <a:rPr sz="2400" spc="-5" dirty="0">
                <a:latin typeface="Calibri"/>
                <a:cs typeface="Calibri"/>
              </a:rPr>
              <a:t>As shown,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i="1" dirty="0">
                <a:latin typeface="Calibri"/>
                <a:cs typeface="Calibri"/>
              </a:rPr>
              <a:t>J </a:t>
            </a:r>
            <a:r>
              <a:rPr sz="2400" spc="-5" dirty="0">
                <a:latin typeface="Calibri"/>
                <a:cs typeface="Calibri"/>
              </a:rPr>
              <a:t>and </a:t>
            </a:r>
            <a:r>
              <a:rPr sz="2400" i="1" dirty="0">
                <a:latin typeface="Calibri"/>
                <a:cs typeface="Calibri"/>
              </a:rPr>
              <a:t>K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0s,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Q </a:t>
            </a:r>
            <a:r>
              <a:rPr sz="2400" spc="-20" dirty="0">
                <a:latin typeface="Calibri"/>
                <a:cs typeface="Calibri"/>
              </a:rPr>
              <a:t>retains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last</a:t>
            </a:r>
            <a:r>
              <a:rPr sz="2400" spc="-10" dirty="0">
                <a:latin typeface="Calibri"/>
                <a:cs typeface="Calibri"/>
              </a:rPr>
              <a:t> value.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359" y="4444568"/>
            <a:ext cx="7962468" cy="24130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063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20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-4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19"/>
            <a:ext cx="8073390" cy="26757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345" marR="6985" indent="-335280" algn="just">
              <a:lnSpc>
                <a:spcPct val="99600"/>
              </a:lnSpc>
              <a:spcBef>
                <a:spcPts val="105"/>
              </a:spcBef>
              <a:buFont typeface="Arial MT"/>
              <a:buChar char="•"/>
              <a:tabLst>
                <a:tab pos="347980" algn="l"/>
              </a:tabLst>
            </a:pPr>
            <a:r>
              <a:rPr sz="2400" spc="-15" dirty="0">
                <a:latin typeface="Calibri"/>
                <a:cs typeface="Calibri"/>
              </a:rPr>
              <a:t>When </a:t>
            </a:r>
            <a:r>
              <a:rPr sz="2400" i="1" spc="-5" dirty="0">
                <a:latin typeface="Calibri"/>
                <a:cs typeface="Calibri"/>
              </a:rPr>
              <a:t>J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low </a:t>
            </a:r>
            <a:r>
              <a:rPr sz="2400" spc="-10" dirty="0">
                <a:latin typeface="Calibri"/>
                <a:cs typeface="Calibri"/>
              </a:rPr>
              <a:t>and </a:t>
            </a:r>
            <a:r>
              <a:rPr sz="2400" i="1" spc="-5" dirty="0">
                <a:latin typeface="Calibri"/>
                <a:cs typeface="Calibri"/>
              </a:rPr>
              <a:t>K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high, the upper </a:t>
            </a:r>
            <a:r>
              <a:rPr sz="2400" spc="-40" dirty="0">
                <a:latin typeface="Calibri"/>
                <a:cs typeface="Calibri"/>
              </a:rPr>
              <a:t>gate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disabled, so </a:t>
            </a:r>
            <a:r>
              <a:rPr sz="2400" spc="-15" dirty="0">
                <a:latin typeface="Calibri"/>
                <a:cs typeface="Calibri"/>
              </a:rPr>
              <a:t>there's no </a:t>
            </a:r>
            <a:r>
              <a:rPr sz="2400" spc="-40" dirty="0">
                <a:latin typeface="Calibri"/>
                <a:cs typeface="Calibri"/>
              </a:rPr>
              <a:t>way </a:t>
            </a:r>
            <a:r>
              <a:rPr sz="2400" spc="-30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set </a:t>
            </a:r>
            <a:r>
              <a:rPr sz="2400" spc="-1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flip-flop. </a:t>
            </a:r>
            <a:r>
              <a:rPr sz="2400" spc="-15" dirty="0">
                <a:latin typeface="Calibri"/>
                <a:cs typeface="Calibri"/>
              </a:rPr>
              <a:t> The </a:t>
            </a:r>
            <a:r>
              <a:rPr sz="2400" spc="-10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possibility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reset.</a:t>
            </a:r>
            <a:endParaRPr sz="2400" dirty="0">
              <a:latin typeface="Calibri"/>
              <a:cs typeface="Calibri"/>
            </a:endParaRPr>
          </a:p>
          <a:p>
            <a:pPr marL="347345" marR="5080" indent="-335280" algn="just">
              <a:lnSpc>
                <a:spcPct val="99600"/>
              </a:lnSpc>
              <a:spcBef>
                <a:spcPts val="625"/>
              </a:spcBef>
              <a:buFont typeface="Arial MT"/>
              <a:buChar char="•"/>
              <a:tabLst>
                <a:tab pos="347980" algn="l"/>
              </a:tabLst>
            </a:pPr>
            <a:r>
              <a:rPr sz="2400" spc="-15" dirty="0">
                <a:latin typeface="Calibri"/>
                <a:cs typeface="Calibri"/>
              </a:rPr>
              <a:t>When </a:t>
            </a:r>
            <a:r>
              <a:rPr sz="2400" i="1" spc="-10" dirty="0">
                <a:latin typeface="Calibri"/>
                <a:cs typeface="Calibri"/>
              </a:rPr>
              <a:t>Q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high, the </a:t>
            </a:r>
            <a:r>
              <a:rPr sz="2400" spc="-20" dirty="0">
                <a:latin typeface="Calibri"/>
                <a:cs typeface="Calibri"/>
              </a:rPr>
              <a:t>lower </a:t>
            </a:r>
            <a:r>
              <a:rPr sz="2400" spc="-40" dirty="0">
                <a:latin typeface="Calibri"/>
                <a:cs typeface="Calibri"/>
              </a:rPr>
              <a:t>gate </a:t>
            </a:r>
            <a:r>
              <a:rPr sz="2400" spc="-15" dirty="0">
                <a:latin typeface="Calibri"/>
                <a:cs typeface="Calibri"/>
              </a:rPr>
              <a:t>passes </a:t>
            </a: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RESET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pulse </a:t>
            </a:r>
            <a:r>
              <a:rPr sz="2400" spc="-1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soon as </a:t>
            </a:r>
            <a:r>
              <a:rPr sz="2400" spc="-1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next positive </a:t>
            </a:r>
            <a:r>
              <a:rPr sz="2400" spc="-10" dirty="0">
                <a:latin typeface="Calibri"/>
                <a:cs typeface="Calibri"/>
              </a:rPr>
              <a:t>clock </a:t>
            </a:r>
            <a:r>
              <a:rPr sz="2400" spc="-20" dirty="0">
                <a:latin typeface="Calibri"/>
                <a:cs typeface="Calibri"/>
              </a:rPr>
              <a:t>edge </a:t>
            </a:r>
            <a:r>
              <a:rPr sz="2400" spc="-15" dirty="0">
                <a:latin typeface="Calibri"/>
                <a:cs typeface="Calibri"/>
              </a:rPr>
              <a:t> arrives.</a:t>
            </a:r>
            <a:r>
              <a:rPr sz="2400" spc="-10" dirty="0">
                <a:latin typeface="Calibri"/>
                <a:cs typeface="Calibri"/>
              </a:rPr>
              <a:t> This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forces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Q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become</a:t>
            </a:r>
            <a:r>
              <a:rPr sz="2400" spc="-15" dirty="0">
                <a:latin typeface="Calibri"/>
                <a:cs typeface="Calibri"/>
              </a:rPr>
              <a:t> low</a:t>
            </a:r>
            <a:r>
              <a:rPr sz="2400" spc="6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(the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second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entry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the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truth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table).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Therefore,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J</a:t>
            </a:r>
            <a:r>
              <a:rPr sz="2400" i="1" spc="2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= </a:t>
            </a:r>
            <a:r>
              <a:rPr sz="2400" spc="-7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 </a:t>
            </a:r>
            <a:r>
              <a:rPr sz="2400" spc="-15" dirty="0">
                <a:latin typeface="Calibri"/>
                <a:cs typeface="Calibri"/>
              </a:rPr>
              <a:t>and </a:t>
            </a:r>
            <a:r>
              <a:rPr sz="2400" i="1" spc="-5" dirty="0">
                <a:latin typeface="Calibri"/>
                <a:cs typeface="Calibri"/>
              </a:rPr>
              <a:t>K </a:t>
            </a:r>
            <a:r>
              <a:rPr sz="2400" spc="-5" dirty="0">
                <a:latin typeface="Calibri"/>
                <a:cs typeface="Calibri"/>
              </a:rPr>
              <a:t>= 1 </a:t>
            </a:r>
            <a:r>
              <a:rPr sz="2400" spc="-15" dirty="0">
                <a:latin typeface="Calibri"/>
                <a:cs typeface="Calibri"/>
              </a:rPr>
              <a:t>means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next PT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clock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resets</a:t>
            </a:r>
            <a:r>
              <a:rPr sz="2400" spc="-15" dirty="0">
                <a:latin typeface="Calibri"/>
                <a:cs typeface="Calibri"/>
              </a:rPr>
              <a:t> the flip-flop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(unless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Q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already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reset).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359" y="4444568"/>
            <a:ext cx="7962468" cy="24130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938120" y="3929040"/>
              <a:ext cx="777240" cy="21168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8760" y="3919680"/>
                <a:ext cx="795960" cy="21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323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20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-5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75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dirty="0"/>
              <a:t>When </a:t>
            </a:r>
            <a:r>
              <a:rPr sz="2400" i="1" dirty="0">
                <a:latin typeface="Calibri"/>
                <a:cs typeface="Calibri"/>
              </a:rPr>
              <a:t>J </a:t>
            </a:r>
            <a:r>
              <a:rPr sz="2400" dirty="0"/>
              <a:t>is </a:t>
            </a:r>
            <a:r>
              <a:rPr sz="2400" spc="-5" dirty="0"/>
              <a:t>high and </a:t>
            </a:r>
            <a:r>
              <a:rPr sz="2400" i="1" dirty="0">
                <a:latin typeface="Calibri"/>
                <a:cs typeface="Calibri"/>
              </a:rPr>
              <a:t>K </a:t>
            </a:r>
            <a:r>
              <a:rPr sz="2400" spc="-5" dirty="0"/>
              <a:t>is </a:t>
            </a:r>
            <a:r>
              <a:rPr sz="2400" spc="-75" dirty="0"/>
              <a:t>low, </a:t>
            </a:r>
            <a:r>
              <a:rPr sz="2400" spc="-5" dirty="0"/>
              <a:t>the </a:t>
            </a:r>
            <a:r>
              <a:rPr sz="2400" spc="-10" dirty="0"/>
              <a:t>lower </a:t>
            </a:r>
            <a:r>
              <a:rPr sz="2400" spc="-30" dirty="0"/>
              <a:t>gate </a:t>
            </a:r>
            <a:r>
              <a:rPr sz="2400" spc="-5" dirty="0"/>
              <a:t>is </a:t>
            </a:r>
            <a:r>
              <a:rPr sz="2400" dirty="0"/>
              <a:t> </a:t>
            </a:r>
            <a:r>
              <a:rPr sz="2400" spc="-5" dirty="0"/>
              <a:t>disabled, so it's impossible </a:t>
            </a:r>
            <a:r>
              <a:rPr sz="2400" spc="-20" dirty="0"/>
              <a:t>to</a:t>
            </a:r>
            <a:r>
              <a:rPr sz="2400" spc="-15" dirty="0"/>
              <a:t> reset </a:t>
            </a:r>
            <a:r>
              <a:rPr sz="2400" spc="-5" dirty="0"/>
              <a:t>the </a:t>
            </a:r>
            <a:r>
              <a:rPr sz="2400" spc="-10" dirty="0"/>
              <a:t>flip- </a:t>
            </a:r>
            <a:r>
              <a:rPr sz="2400" spc="-5" dirty="0"/>
              <a:t> </a:t>
            </a:r>
            <a:r>
              <a:rPr sz="2400" spc="-10" dirty="0"/>
              <a:t>flop.</a:t>
            </a:r>
            <a:endParaRPr sz="2400" dirty="0">
              <a:latin typeface="Calibri"/>
              <a:cs typeface="Calibri"/>
            </a:endParaRPr>
          </a:p>
          <a:p>
            <a:pPr marL="355600" marR="6985" indent="-343535" algn="just">
              <a:lnSpc>
                <a:spcPct val="99900"/>
              </a:lnSpc>
              <a:spcBef>
                <a:spcPts val="645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dirty="0"/>
              <a:t>When</a:t>
            </a:r>
            <a:r>
              <a:rPr sz="2400" spc="5" dirty="0"/>
              <a:t> </a:t>
            </a:r>
            <a:r>
              <a:rPr sz="2400" spc="-5" dirty="0"/>
              <a:t>Qis</a:t>
            </a:r>
            <a:r>
              <a:rPr sz="2400" dirty="0"/>
              <a:t> </a:t>
            </a:r>
            <a:r>
              <a:rPr sz="2400" spc="-75" dirty="0"/>
              <a:t>low,</a:t>
            </a:r>
            <a:r>
              <a:rPr sz="2400" spc="-70" dirty="0"/>
              <a:t> </a:t>
            </a:r>
            <a:r>
              <a:rPr sz="2400" spc="-5" dirty="0"/>
              <a:t>is</a:t>
            </a:r>
            <a:r>
              <a:rPr sz="2400" dirty="0"/>
              <a:t> </a:t>
            </a:r>
            <a:r>
              <a:rPr sz="2400" spc="-5" dirty="0"/>
              <a:t>high;</a:t>
            </a:r>
            <a:r>
              <a:rPr sz="2400" dirty="0"/>
              <a:t> </a:t>
            </a:r>
            <a:r>
              <a:rPr sz="2400" spc="-20" dirty="0"/>
              <a:t>therefore,</a:t>
            </a:r>
            <a:r>
              <a:rPr sz="2400" spc="-15" dirty="0"/>
              <a:t> </a:t>
            </a:r>
            <a:r>
              <a:rPr sz="2400" spc="-10" dirty="0"/>
              <a:t>the</a:t>
            </a:r>
            <a:r>
              <a:rPr sz="2400" spc="-5" dirty="0"/>
              <a:t> upper </a:t>
            </a:r>
            <a:r>
              <a:rPr sz="2400" spc="-710" dirty="0"/>
              <a:t> </a:t>
            </a:r>
            <a:r>
              <a:rPr sz="2400" spc="-30" dirty="0"/>
              <a:t>gate </a:t>
            </a:r>
            <a:r>
              <a:rPr sz="2400" spc="-5" dirty="0"/>
              <a:t>passes </a:t>
            </a:r>
            <a:r>
              <a:rPr sz="2400" dirty="0"/>
              <a:t>a SET </a:t>
            </a:r>
            <a:r>
              <a:rPr sz="2400" spc="-5" dirty="0"/>
              <a:t>pulse on </a:t>
            </a:r>
            <a:r>
              <a:rPr sz="2400" spc="-10" dirty="0"/>
              <a:t>the </a:t>
            </a:r>
            <a:r>
              <a:rPr sz="2400" spc="-15" dirty="0"/>
              <a:t>next </a:t>
            </a:r>
            <a:r>
              <a:rPr sz="2400" spc="-10" dirty="0"/>
              <a:t>positive </a:t>
            </a:r>
            <a:r>
              <a:rPr sz="2400" spc="-5" dirty="0"/>
              <a:t> clock </a:t>
            </a:r>
            <a:r>
              <a:rPr sz="2400" spc="-10" dirty="0"/>
              <a:t>edge. </a:t>
            </a:r>
            <a:r>
              <a:rPr sz="2400" spc="-5" dirty="0"/>
              <a:t>This </a:t>
            </a:r>
            <a:r>
              <a:rPr sz="2400" spc="-10" dirty="0"/>
              <a:t>drives </a:t>
            </a:r>
            <a:r>
              <a:rPr sz="2400" i="1" dirty="0">
                <a:latin typeface="Calibri"/>
                <a:cs typeface="Calibri"/>
              </a:rPr>
              <a:t>Q </a:t>
            </a:r>
            <a:r>
              <a:rPr sz="2400" spc="-20" dirty="0"/>
              <a:t>into </a:t>
            </a:r>
            <a:r>
              <a:rPr sz="2400" spc="-10" dirty="0"/>
              <a:t>the </a:t>
            </a:r>
            <a:r>
              <a:rPr sz="2400" dirty="0"/>
              <a:t>high </a:t>
            </a:r>
            <a:r>
              <a:rPr sz="2400" spc="-35" dirty="0"/>
              <a:t>state </a:t>
            </a:r>
            <a:r>
              <a:rPr sz="2400" spc="-30" dirty="0"/>
              <a:t> </a:t>
            </a:r>
            <a:r>
              <a:rPr sz="2400" spc="-5" dirty="0"/>
              <a:t>(the </a:t>
            </a:r>
            <a:r>
              <a:rPr sz="2400" spc="-15" dirty="0"/>
              <a:t>third </a:t>
            </a:r>
            <a:r>
              <a:rPr sz="2400" spc="-10" dirty="0"/>
              <a:t>entry</a:t>
            </a:r>
            <a:r>
              <a:rPr sz="2400" spc="-5" dirty="0"/>
              <a:t> in</a:t>
            </a:r>
            <a:r>
              <a:rPr sz="2400" spc="-10" dirty="0"/>
              <a:t> </a:t>
            </a:r>
            <a:r>
              <a:rPr sz="2400" spc="-5" dirty="0"/>
              <a:t>the</a:t>
            </a:r>
            <a:r>
              <a:rPr sz="2400" spc="-10" dirty="0"/>
              <a:t> </a:t>
            </a:r>
            <a:r>
              <a:rPr sz="2400" spc="-5" dirty="0"/>
              <a:t>truth</a:t>
            </a:r>
            <a:r>
              <a:rPr sz="2400" spc="-15" dirty="0"/>
              <a:t> </a:t>
            </a:r>
            <a:r>
              <a:rPr sz="2400" spc="-10" dirty="0"/>
              <a:t>table).</a:t>
            </a:r>
            <a:endParaRPr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spc="-5" dirty="0"/>
              <a:t>As, </a:t>
            </a:r>
            <a:r>
              <a:rPr sz="2400" i="1" dirty="0">
                <a:latin typeface="Calibri"/>
                <a:cs typeface="Calibri"/>
              </a:rPr>
              <a:t>J </a:t>
            </a:r>
            <a:r>
              <a:rPr sz="2400" dirty="0"/>
              <a:t>= 1 </a:t>
            </a:r>
            <a:r>
              <a:rPr sz="2400" spc="-5" dirty="0"/>
              <a:t>and </a:t>
            </a:r>
            <a:r>
              <a:rPr sz="2400" i="1" dirty="0">
                <a:latin typeface="Calibri"/>
                <a:cs typeface="Calibri"/>
              </a:rPr>
              <a:t>K </a:t>
            </a:r>
            <a:r>
              <a:rPr sz="2400" dirty="0"/>
              <a:t>= 0 </a:t>
            </a:r>
            <a:r>
              <a:rPr sz="2400" spc="-5" dirty="0"/>
              <a:t>means </a:t>
            </a:r>
            <a:r>
              <a:rPr sz="2400" spc="-15" dirty="0"/>
              <a:t>that </a:t>
            </a:r>
            <a:r>
              <a:rPr sz="2400" spc="-5" dirty="0"/>
              <a:t>the </a:t>
            </a:r>
            <a:r>
              <a:rPr sz="2400" spc="-15" dirty="0"/>
              <a:t>next </a:t>
            </a:r>
            <a:r>
              <a:rPr sz="2400" spc="-10" dirty="0"/>
              <a:t>PT </a:t>
            </a:r>
            <a:r>
              <a:rPr sz="2400" spc="-5" dirty="0"/>
              <a:t>of </a:t>
            </a:r>
            <a:r>
              <a:rPr sz="2400" dirty="0"/>
              <a:t> </a:t>
            </a:r>
            <a:r>
              <a:rPr sz="2400" spc="-10" dirty="0"/>
              <a:t>the</a:t>
            </a:r>
            <a:r>
              <a:rPr sz="2400" spc="165" dirty="0"/>
              <a:t> </a:t>
            </a:r>
            <a:r>
              <a:rPr sz="2400" spc="-5" dirty="0"/>
              <a:t>clock</a:t>
            </a:r>
            <a:r>
              <a:rPr sz="2400" spc="170" dirty="0"/>
              <a:t> </a:t>
            </a:r>
            <a:r>
              <a:rPr sz="2400" spc="-10" dirty="0"/>
              <a:t>sets</a:t>
            </a:r>
            <a:r>
              <a:rPr sz="2400" spc="160" dirty="0"/>
              <a:t> </a:t>
            </a:r>
            <a:r>
              <a:rPr sz="2400" spc="-5" dirty="0"/>
              <a:t>the</a:t>
            </a:r>
            <a:r>
              <a:rPr sz="2400" spc="170" dirty="0"/>
              <a:t> </a:t>
            </a:r>
            <a:r>
              <a:rPr sz="2400" spc="-10" dirty="0"/>
              <a:t>flip-flop</a:t>
            </a:r>
            <a:r>
              <a:rPr sz="2400" spc="175" dirty="0"/>
              <a:t> </a:t>
            </a:r>
            <a:r>
              <a:rPr sz="2400" spc="-5" dirty="0"/>
              <a:t>(unless</a:t>
            </a:r>
            <a:r>
              <a:rPr sz="2400" spc="240" dirty="0"/>
              <a:t> </a:t>
            </a:r>
            <a:r>
              <a:rPr sz="2400" i="1" dirty="0">
                <a:latin typeface="Calibri"/>
                <a:cs typeface="Calibri"/>
              </a:rPr>
              <a:t>Q</a:t>
            </a:r>
            <a:r>
              <a:rPr sz="2400" i="1" spc="175" dirty="0">
                <a:latin typeface="Calibri"/>
                <a:cs typeface="Calibri"/>
              </a:rPr>
              <a:t> </a:t>
            </a:r>
            <a:r>
              <a:rPr sz="2400" spc="-5" dirty="0"/>
              <a:t>is</a:t>
            </a:r>
            <a:r>
              <a:rPr sz="2400" spc="175" dirty="0"/>
              <a:t> </a:t>
            </a:r>
            <a:r>
              <a:rPr sz="2400" spc="-10" dirty="0"/>
              <a:t>already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6182182"/>
            <a:ext cx="96329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libri"/>
                <a:cs typeface="Calibri"/>
              </a:rPr>
              <a:t>hi</a:t>
            </a:r>
            <a:r>
              <a:rPr sz="3200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h</a:t>
            </a:r>
            <a:r>
              <a:rPr sz="3200" spc="-5" dirty="0">
                <a:latin typeface="Calibri"/>
                <a:cs typeface="Calibri"/>
              </a:rPr>
              <a:t>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7859" y="6435255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359" y="4444568"/>
            <a:ext cx="7962468" cy="241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5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20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-6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80868"/>
            <a:ext cx="7461250" cy="27311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31775" indent="-219710" algn="just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32410" algn="l"/>
              </a:tabLst>
            </a:pPr>
            <a:r>
              <a:rPr sz="2050" spc="-5" dirty="0">
                <a:latin typeface="Calibri"/>
                <a:cs typeface="Calibri"/>
              </a:rPr>
              <a:t>When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i="1" dirty="0">
                <a:latin typeface="Calibri"/>
                <a:cs typeface="Calibri"/>
              </a:rPr>
              <a:t>J</a:t>
            </a:r>
            <a:r>
              <a:rPr sz="2050" i="1" spc="4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and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K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are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both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high,</a:t>
            </a:r>
            <a:r>
              <a:rPr sz="2050" spc="3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it's</a:t>
            </a:r>
            <a:r>
              <a:rPr sz="2050" spc="3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possible</a:t>
            </a:r>
            <a:r>
              <a:rPr sz="2050" spc="3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to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set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or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reset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the</a:t>
            </a:r>
            <a:r>
              <a:rPr sz="2050" spc="3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flip-flop.</a:t>
            </a:r>
            <a:endParaRPr sz="2050">
              <a:latin typeface="Calibri"/>
              <a:cs typeface="Calibri"/>
            </a:endParaRPr>
          </a:p>
          <a:p>
            <a:pPr marL="231775" marR="13335" indent="-219710" algn="just">
              <a:lnSpc>
                <a:spcPct val="99800"/>
              </a:lnSpc>
              <a:spcBef>
                <a:spcPts val="415"/>
              </a:spcBef>
              <a:buFont typeface="Arial MT"/>
              <a:buChar char="•"/>
              <a:tabLst>
                <a:tab pos="232410" algn="l"/>
              </a:tabLst>
            </a:pPr>
            <a:r>
              <a:rPr sz="2050" spc="-5" dirty="0">
                <a:latin typeface="Calibri"/>
                <a:cs typeface="Calibri"/>
              </a:rPr>
              <a:t>If </a:t>
            </a:r>
            <a:r>
              <a:rPr sz="2050" i="1" dirty="0">
                <a:latin typeface="Calibri"/>
                <a:cs typeface="Calibri"/>
              </a:rPr>
              <a:t>Q </a:t>
            </a:r>
            <a:r>
              <a:rPr sz="2050" spc="-5" dirty="0">
                <a:latin typeface="Calibri"/>
                <a:cs typeface="Calibri"/>
              </a:rPr>
              <a:t>is high, the </a:t>
            </a:r>
            <a:r>
              <a:rPr sz="2050" spc="-10" dirty="0">
                <a:latin typeface="Calibri"/>
                <a:cs typeface="Calibri"/>
              </a:rPr>
              <a:t>lower </a:t>
            </a:r>
            <a:r>
              <a:rPr sz="2050" spc="-25" dirty="0">
                <a:latin typeface="Calibri"/>
                <a:cs typeface="Calibri"/>
              </a:rPr>
              <a:t>gate </a:t>
            </a:r>
            <a:r>
              <a:rPr sz="2050" spc="-5" dirty="0">
                <a:latin typeface="Calibri"/>
                <a:cs typeface="Calibri"/>
              </a:rPr>
              <a:t>passes </a:t>
            </a:r>
            <a:r>
              <a:rPr sz="2050" dirty="0">
                <a:latin typeface="Calibri"/>
                <a:cs typeface="Calibri"/>
              </a:rPr>
              <a:t>a </a:t>
            </a:r>
            <a:r>
              <a:rPr sz="2050" spc="-5" dirty="0">
                <a:latin typeface="Calibri"/>
                <a:cs typeface="Calibri"/>
              </a:rPr>
              <a:t>RESET pulse on the </a:t>
            </a:r>
            <a:r>
              <a:rPr sz="2050" spc="-10" dirty="0">
                <a:latin typeface="Calibri"/>
                <a:cs typeface="Calibri"/>
              </a:rPr>
              <a:t>next </a:t>
            </a:r>
            <a:r>
              <a:rPr sz="2050" spc="-75" dirty="0">
                <a:latin typeface="Calibri"/>
                <a:cs typeface="Calibri"/>
              </a:rPr>
              <a:t>PT. </a:t>
            </a:r>
            <a:r>
              <a:rPr sz="2050" spc="-5" dirty="0">
                <a:latin typeface="Calibri"/>
                <a:cs typeface="Calibri"/>
              </a:rPr>
              <a:t>On 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the other hand, when </a:t>
            </a:r>
            <a:r>
              <a:rPr sz="2050" i="1" dirty="0">
                <a:latin typeface="Calibri"/>
                <a:cs typeface="Calibri"/>
              </a:rPr>
              <a:t>Q </a:t>
            </a:r>
            <a:r>
              <a:rPr sz="2050" spc="-5" dirty="0">
                <a:latin typeface="Calibri"/>
                <a:cs typeface="Calibri"/>
              </a:rPr>
              <a:t>is </a:t>
            </a:r>
            <a:r>
              <a:rPr sz="2050" spc="-50" dirty="0">
                <a:latin typeface="Calibri"/>
                <a:cs typeface="Calibri"/>
              </a:rPr>
              <a:t>low, </a:t>
            </a:r>
            <a:r>
              <a:rPr sz="2050" dirty="0">
                <a:latin typeface="Calibri"/>
                <a:cs typeface="Calibri"/>
              </a:rPr>
              <a:t>the </a:t>
            </a:r>
            <a:r>
              <a:rPr sz="2050" spc="-5" dirty="0">
                <a:latin typeface="Calibri"/>
                <a:cs typeface="Calibri"/>
              </a:rPr>
              <a:t>upper </a:t>
            </a:r>
            <a:r>
              <a:rPr sz="2050" spc="-25" dirty="0">
                <a:latin typeface="Calibri"/>
                <a:cs typeface="Calibri"/>
              </a:rPr>
              <a:t>gate </a:t>
            </a:r>
            <a:r>
              <a:rPr sz="2050" spc="-5" dirty="0">
                <a:latin typeface="Calibri"/>
                <a:cs typeface="Calibri"/>
              </a:rPr>
              <a:t>passes </a:t>
            </a:r>
            <a:r>
              <a:rPr sz="2050" dirty="0">
                <a:latin typeface="Calibri"/>
                <a:cs typeface="Calibri"/>
              </a:rPr>
              <a:t>a </a:t>
            </a:r>
            <a:r>
              <a:rPr sz="2050" spc="-5" dirty="0">
                <a:latin typeface="Calibri"/>
                <a:cs typeface="Calibri"/>
              </a:rPr>
              <a:t>SET pulse on 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the </a:t>
            </a:r>
            <a:r>
              <a:rPr sz="2050" spc="-10" dirty="0">
                <a:latin typeface="Calibri"/>
                <a:cs typeface="Calibri"/>
              </a:rPr>
              <a:t>next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75" dirty="0">
                <a:latin typeface="Calibri"/>
                <a:cs typeface="Calibri"/>
              </a:rPr>
              <a:t>PT.</a:t>
            </a:r>
            <a:endParaRPr sz="2050">
              <a:latin typeface="Calibri"/>
              <a:cs typeface="Calibri"/>
            </a:endParaRPr>
          </a:p>
          <a:p>
            <a:pPr marL="231775" marR="12700" indent="-219710" algn="just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32410" algn="l"/>
              </a:tabLst>
            </a:pPr>
            <a:r>
              <a:rPr sz="2050" spc="-5" dirty="0">
                <a:latin typeface="Calibri"/>
                <a:cs typeface="Calibri"/>
              </a:rPr>
              <a:t>Either </a:t>
            </a:r>
            <a:r>
              <a:rPr sz="2050" spc="-60" dirty="0">
                <a:latin typeface="Calibri"/>
                <a:cs typeface="Calibri"/>
              </a:rPr>
              <a:t>way, </a:t>
            </a:r>
            <a:r>
              <a:rPr sz="2050" i="1" dirty="0">
                <a:latin typeface="Calibri"/>
                <a:cs typeface="Calibri"/>
              </a:rPr>
              <a:t>Q </a:t>
            </a:r>
            <a:r>
              <a:rPr sz="2050" spc="-5" dirty="0">
                <a:latin typeface="Calibri"/>
                <a:cs typeface="Calibri"/>
              </a:rPr>
              <a:t>changes </a:t>
            </a:r>
            <a:r>
              <a:rPr sz="2050" spc="-10" dirty="0">
                <a:latin typeface="Calibri"/>
                <a:cs typeface="Calibri"/>
              </a:rPr>
              <a:t>to </a:t>
            </a:r>
            <a:r>
              <a:rPr sz="2050" dirty="0">
                <a:latin typeface="Calibri"/>
                <a:cs typeface="Calibri"/>
              </a:rPr>
              <a:t>the </a:t>
            </a:r>
            <a:r>
              <a:rPr sz="2050" spc="-10" dirty="0">
                <a:latin typeface="Calibri"/>
                <a:cs typeface="Calibri"/>
              </a:rPr>
              <a:t>complement </a:t>
            </a:r>
            <a:r>
              <a:rPr sz="2050" spc="-5" dirty="0">
                <a:latin typeface="Calibri"/>
                <a:cs typeface="Calibri"/>
              </a:rPr>
              <a:t>of </a:t>
            </a:r>
            <a:r>
              <a:rPr sz="2050" dirty="0">
                <a:latin typeface="Calibri"/>
                <a:cs typeface="Calibri"/>
              </a:rPr>
              <a:t>the </a:t>
            </a:r>
            <a:r>
              <a:rPr sz="2050" spc="-10" dirty="0">
                <a:latin typeface="Calibri"/>
                <a:cs typeface="Calibri"/>
              </a:rPr>
              <a:t>last </a:t>
            </a:r>
            <a:r>
              <a:rPr sz="2050" spc="-25" dirty="0">
                <a:latin typeface="Calibri"/>
                <a:cs typeface="Calibri"/>
              </a:rPr>
              <a:t>state </a:t>
            </a:r>
            <a:r>
              <a:rPr sz="2050" spc="-5" dirty="0">
                <a:latin typeface="Calibri"/>
                <a:cs typeface="Calibri"/>
              </a:rPr>
              <a:t>(see the 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truth</a:t>
            </a:r>
            <a:r>
              <a:rPr sz="2050" spc="-10" dirty="0">
                <a:latin typeface="Calibri"/>
                <a:cs typeface="Calibri"/>
              </a:rPr>
              <a:t> table).</a:t>
            </a:r>
            <a:endParaRPr sz="2050">
              <a:latin typeface="Calibri"/>
              <a:cs typeface="Calibri"/>
            </a:endParaRPr>
          </a:p>
          <a:p>
            <a:pPr marL="231775" marR="5080" indent="-219710" algn="just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32410" algn="l"/>
              </a:tabLst>
            </a:pPr>
            <a:r>
              <a:rPr sz="2050" spc="-15" dirty="0">
                <a:latin typeface="Calibri"/>
                <a:cs typeface="Calibri"/>
              </a:rPr>
              <a:t>Therefore, </a:t>
            </a:r>
            <a:r>
              <a:rPr sz="2050" i="1" dirty="0">
                <a:latin typeface="Calibri"/>
                <a:cs typeface="Calibri"/>
              </a:rPr>
              <a:t>J </a:t>
            </a:r>
            <a:r>
              <a:rPr sz="2050" dirty="0">
                <a:latin typeface="Calibri"/>
                <a:cs typeface="Calibri"/>
              </a:rPr>
              <a:t>= 1 </a:t>
            </a:r>
            <a:r>
              <a:rPr sz="2050" spc="-5" dirty="0">
                <a:latin typeface="Calibri"/>
                <a:cs typeface="Calibri"/>
              </a:rPr>
              <a:t>and </a:t>
            </a:r>
            <a:r>
              <a:rPr sz="2050" i="1" dirty="0">
                <a:latin typeface="Calibri"/>
                <a:cs typeface="Calibri"/>
              </a:rPr>
              <a:t>K </a:t>
            </a:r>
            <a:r>
              <a:rPr sz="2050" dirty="0">
                <a:latin typeface="Calibri"/>
                <a:cs typeface="Calibri"/>
              </a:rPr>
              <a:t>= 1 mean the </a:t>
            </a:r>
            <a:r>
              <a:rPr sz="2050" spc="-5" dirty="0">
                <a:latin typeface="Calibri"/>
                <a:cs typeface="Calibri"/>
              </a:rPr>
              <a:t>flip-flop will</a:t>
            </a:r>
            <a:r>
              <a:rPr sz="2050" spc="450" dirty="0">
                <a:latin typeface="Calibri"/>
                <a:cs typeface="Calibri"/>
              </a:rPr>
              <a:t> </a:t>
            </a:r>
            <a:r>
              <a:rPr sz="2050" i="1" spc="-10" dirty="0">
                <a:latin typeface="Calibri"/>
                <a:cs typeface="Calibri"/>
              </a:rPr>
              <a:t>toggle </a:t>
            </a:r>
            <a:r>
              <a:rPr sz="2050" spc="-10" dirty="0">
                <a:latin typeface="Calibri"/>
                <a:cs typeface="Calibri"/>
              </a:rPr>
              <a:t>(switch to </a:t>
            </a:r>
            <a:r>
              <a:rPr sz="2050" spc="-5" dirty="0">
                <a:latin typeface="Calibri"/>
                <a:cs typeface="Calibri"/>
              </a:rPr>
              <a:t> the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opposite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state)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on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next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positive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clock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edge.</a:t>
            </a:r>
            <a:endParaRPr sz="20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61" y="4444568"/>
            <a:ext cx="7962455" cy="24130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786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9F19-9D1C-0BB3-AF45-F19B23FB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578F9-4C98-90C2-3C37-CF83E93D9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85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21" y="528383"/>
            <a:ext cx="71767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/>
              <a:t>EDGE-TRIGGERED</a:t>
            </a:r>
            <a:r>
              <a:rPr sz="4000" spc="-20" dirty="0"/>
              <a:t> </a:t>
            </a:r>
            <a:r>
              <a:rPr sz="4000" spc="-5" dirty="0"/>
              <a:t>JK</a:t>
            </a:r>
            <a:r>
              <a:rPr sz="4000" spc="-15" dirty="0"/>
              <a:t> </a:t>
            </a:r>
            <a:r>
              <a:rPr sz="4000" spc="-25" dirty="0"/>
              <a:t>FLIP-FLOPS </a:t>
            </a:r>
            <a:r>
              <a:rPr sz="4000" dirty="0"/>
              <a:t>-8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463790" cy="3404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315" marR="6350" indent="-222250">
              <a:lnSpc>
                <a:spcPct val="101600"/>
              </a:lnSpc>
              <a:spcBef>
                <a:spcPts val="90"/>
              </a:spcBef>
              <a:buFont typeface="Arial MT"/>
              <a:buChar char="•"/>
              <a:tabLst>
                <a:tab pos="234315" algn="l"/>
                <a:tab pos="234950" algn="l"/>
              </a:tabLst>
            </a:pPr>
            <a:r>
              <a:rPr sz="2050" spc="-20" dirty="0">
                <a:latin typeface="Calibri"/>
                <a:cs typeface="Calibri"/>
              </a:rPr>
              <a:t>Toggle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flip-flop,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popularly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known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as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T</a:t>
            </a:r>
            <a:r>
              <a:rPr sz="2050" i="1" spc="1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flip-flop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has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following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input- </a:t>
            </a:r>
            <a:r>
              <a:rPr sz="2050" spc="-44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relation.</a:t>
            </a:r>
            <a:endParaRPr sz="2050">
              <a:latin typeface="Calibri"/>
              <a:cs typeface="Calibri"/>
            </a:endParaRPr>
          </a:p>
          <a:p>
            <a:pPr marL="234315" marR="5080" indent="-222250">
              <a:lnSpc>
                <a:spcPct val="101600"/>
              </a:lnSpc>
              <a:spcBef>
                <a:spcPts val="400"/>
              </a:spcBef>
              <a:buFont typeface="Arial MT"/>
              <a:buChar char="•"/>
              <a:tabLst>
                <a:tab pos="234315" algn="l"/>
                <a:tab pos="234950" algn="l"/>
              </a:tabLst>
            </a:pPr>
            <a:r>
              <a:rPr sz="2050" spc="15" dirty="0">
                <a:latin typeface="Calibri"/>
                <a:cs typeface="Calibri"/>
              </a:rPr>
              <a:t>When</a:t>
            </a:r>
            <a:r>
              <a:rPr sz="2050" spc="10" dirty="0">
                <a:latin typeface="Calibri"/>
                <a:cs typeface="Calibri"/>
              </a:rPr>
              <a:t> input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T </a:t>
            </a:r>
            <a:r>
              <a:rPr sz="2050" spc="15" dirty="0">
                <a:latin typeface="Calibri"/>
                <a:cs typeface="Calibri"/>
              </a:rPr>
              <a:t>= </a:t>
            </a:r>
            <a:r>
              <a:rPr sz="2050" spc="10" dirty="0">
                <a:latin typeface="Calibri"/>
                <a:cs typeface="Calibri"/>
              </a:rPr>
              <a:t>0,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i="1" spc="20" dirty="0">
                <a:latin typeface="Calibri"/>
                <a:cs typeface="Calibri"/>
              </a:rPr>
              <a:t>Q</a:t>
            </a:r>
            <a:r>
              <a:rPr sz="2050" i="1" spc="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does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not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change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its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state.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For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T </a:t>
            </a:r>
            <a:r>
              <a:rPr sz="2050" spc="15" dirty="0">
                <a:latin typeface="Calibri"/>
                <a:cs typeface="Calibri"/>
              </a:rPr>
              <a:t>= </a:t>
            </a:r>
            <a:r>
              <a:rPr sz="2050" spc="10" dirty="0">
                <a:latin typeface="Calibri"/>
                <a:cs typeface="Calibri"/>
              </a:rPr>
              <a:t>1, </a:t>
            </a:r>
            <a:r>
              <a:rPr sz="2050" spc="-44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i="1" spc="20" dirty="0">
                <a:latin typeface="Calibri"/>
                <a:cs typeface="Calibri"/>
              </a:rPr>
              <a:t>Q</a:t>
            </a:r>
            <a:r>
              <a:rPr sz="2050" i="1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toggles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its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value.</a:t>
            </a:r>
            <a:endParaRPr sz="2050">
              <a:latin typeface="Calibri"/>
              <a:cs typeface="Calibri"/>
            </a:endParaRPr>
          </a:p>
          <a:p>
            <a:pPr marL="234315" marR="5715" indent="-222250">
              <a:lnSpc>
                <a:spcPct val="101299"/>
              </a:lnSpc>
              <a:spcBef>
                <a:spcPts val="415"/>
              </a:spcBef>
              <a:buFont typeface="Arial MT"/>
              <a:buChar char="•"/>
              <a:tabLst>
                <a:tab pos="234315" algn="l"/>
                <a:tab pos="234950" algn="l"/>
              </a:tabLst>
            </a:pPr>
            <a:r>
              <a:rPr sz="2050" dirty="0">
                <a:latin typeface="Calibri"/>
                <a:cs typeface="Calibri"/>
              </a:rPr>
              <a:t>For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JK</a:t>
            </a:r>
            <a:r>
              <a:rPr sz="2050" spc="2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flip-flop</a:t>
            </a:r>
            <a:r>
              <a:rPr sz="2050" spc="22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input</a:t>
            </a:r>
            <a:r>
              <a:rPr sz="2050" spc="229" dirty="0">
                <a:latin typeface="Calibri"/>
                <a:cs typeface="Calibri"/>
              </a:rPr>
              <a:t> </a:t>
            </a:r>
            <a:r>
              <a:rPr sz="2050" i="1" spc="5" dirty="0">
                <a:latin typeface="Calibri"/>
                <a:cs typeface="Calibri"/>
              </a:rPr>
              <a:t>J</a:t>
            </a:r>
            <a:r>
              <a:rPr sz="2050" i="1" spc="210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=</a:t>
            </a:r>
            <a:r>
              <a:rPr sz="2050" spc="225" dirty="0">
                <a:latin typeface="Calibri"/>
                <a:cs typeface="Calibri"/>
              </a:rPr>
              <a:t> </a:t>
            </a:r>
            <a:r>
              <a:rPr sz="2050" i="1" spc="15" dirty="0">
                <a:latin typeface="Calibri"/>
                <a:cs typeface="Calibri"/>
              </a:rPr>
              <a:t>K</a:t>
            </a:r>
            <a:r>
              <a:rPr sz="2050" i="1" spc="215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=</a:t>
            </a:r>
            <a:r>
              <a:rPr sz="2050" spc="21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0,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</a:t>
            </a:r>
            <a:r>
              <a:rPr sz="2050" spc="229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Qn+</a:t>
            </a:r>
            <a:r>
              <a:rPr sz="2050" i="1" spc="220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1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=</a:t>
            </a:r>
            <a:r>
              <a:rPr sz="2050" spc="220" dirty="0">
                <a:latin typeface="Calibri"/>
                <a:cs typeface="Calibri"/>
              </a:rPr>
              <a:t> </a:t>
            </a:r>
            <a:r>
              <a:rPr sz="2050" i="1" spc="15" dirty="0">
                <a:latin typeface="Calibri"/>
                <a:cs typeface="Calibri"/>
              </a:rPr>
              <a:t>Qn</a:t>
            </a:r>
            <a:r>
              <a:rPr sz="2050" i="1" spc="22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i.e.</a:t>
            </a:r>
            <a:r>
              <a:rPr sz="2050" spc="22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 </a:t>
            </a:r>
            <a:r>
              <a:rPr sz="2050" spc="-45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does</a:t>
            </a:r>
            <a:r>
              <a:rPr sz="2050" spc="5" dirty="0">
                <a:latin typeface="Calibri"/>
                <a:cs typeface="Calibri"/>
              </a:rPr>
              <a:t> not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change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its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state.</a:t>
            </a:r>
            <a:endParaRPr sz="2050">
              <a:latin typeface="Calibri"/>
              <a:cs typeface="Calibri"/>
            </a:endParaRPr>
          </a:p>
          <a:p>
            <a:pPr marL="234315" indent="-222250" algn="just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234950" algn="l"/>
              </a:tabLst>
            </a:pPr>
            <a:r>
              <a:rPr sz="2050" dirty="0">
                <a:latin typeface="Calibri"/>
                <a:cs typeface="Calibri"/>
              </a:rPr>
              <a:t>For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i="1" spc="5" dirty="0">
                <a:latin typeface="Calibri"/>
                <a:cs typeface="Calibri"/>
              </a:rPr>
              <a:t>J</a:t>
            </a:r>
            <a:r>
              <a:rPr sz="2050" i="1" spc="-5" dirty="0">
                <a:latin typeface="Calibri"/>
                <a:cs typeface="Calibri"/>
              </a:rPr>
              <a:t> </a:t>
            </a:r>
            <a:r>
              <a:rPr sz="2050" i="1" spc="15" dirty="0">
                <a:latin typeface="Calibri"/>
                <a:cs typeface="Calibri"/>
              </a:rPr>
              <a:t>=</a:t>
            </a:r>
            <a:r>
              <a:rPr sz="2050" i="1" dirty="0">
                <a:latin typeface="Calibri"/>
                <a:cs typeface="Calibri"/>
              </a:rPr>
              <a:t> </a:t>
            </a:r>
            <a:r>
              <a:rPr sz="2050" i="1" spc="15" dirty="0">
                <a:latin typeface="Calibri"/>
                <a:cs typeface="Calibri"/>
              </a:rPr>
              <a:t>K</a:t>
            </a:r>
            <a:r>
              <a:rPr sz="2050" i="1" spc="-15" dirty="0">
                <a:latin typeface="Calibri"/>
                <a:cs typeface="Calibri"/>
              </a:rPr>
              <a:t> </a:t>
            </a:r>
            <a:r>
              <a:rPr sz="2050" i="1" spc="15" dirty="0">
                <a:latin typeface="Calibri"/>
                <a:cs typeface="Calibri"/>
              </a:rPr>
              <a:t>=</a:t>
            </a:r>
            <a:r>
              <a:rPr sz="2050" i="1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1,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 </a:t>
            </a:r>
            <a:r>
              <a:rPr sz="2050" i="1" spc="10" dirty="0">
                <a:latin typeface="Calibri"/>
                <a:cs typeface="Calibri"/>
              </a:rPr>
              <a:t>Qn+1</a:t>
            </a:r>
            <a:r>
              <a:rPr sz="2050" i="1" spc="-5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=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Qn’</a:t>
            </a:r>
            <a:r>
              <a:rPr sz="2050" i="1" spc="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i.e.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toggles.</a:t>
            </a:r>
            <a:endParaRPr sz="2050">
              <a:latin typeface="Calibri"/>
              <a:cs typeface="Calibri"/>
            </a:endParaRPr>
          </a:p>
          <a:p>
            <a:pPr marL="234315" marR="5080" indent="-222250" algn="just">
              <a:lnSpc>
                <a:spcPct val="101400"/>
              </a:lnSpc>
              <a:spcBef>
                <a:spcPts val="415"/>
              </a:spcBef>
              <a:buFont typeface="Arial MT"/>
              <a:buChar char="•"/>
              <a:tabLst>
                <a:tab pos="234950" algn="l"/>
              </a:tabLst>
            </a:pPr>
            <a:r>
              <a:rPr sz="2050" spc="10" dirty="0">
                <a:latin typeface="Calibri"/>
                <a:cs typeface="Calibri"/>
              </a:rPr>
              <a:t>Thus, </a:t>
            </a:r>
            <a:r>
              <a:rPr sz="2050" spc="5" dirty="0">
                <a:latin typeface="Calibri"/>
                <a:cs typeface="Calibri"/>
              </a:rPr>
              <a:t>if </a:t>
            </a:r>
            <a:r>
              <a:rPr sz="2050" dirty="0">
                <a:latin typeface="Calibri"/>
                <a:cs typeface="Calibri"/>
              </a:rPr>
              <a:t>we tie </a:t>
            </a:r>
            <a:r>
              <a:rPr sz="2050" spc="5" dirty="0">
                <a:latin typeface="Calibri"/>
                <a:cs typeface="Calibri"/>
              </a:rPr>
              <a:t>J </a:t>
            </a:r>
            <a:r>
              <a:rPr sz="2050" spc="10" dirty="0">
                <a:latin typeface="Calibri"/>
                <a:cs typeface="Calibri"/>
              </a:rPr>
              <a:t>and </a:t>
            </a:r>
            <a:r>
              <a:rPr sz="2050" spc="15" dirty="0">
                <a:latin typeface="Calibri"/>
                <a:cs typeface="Calibri"/>
              </a:rPr>
              <a:t>K </a:t>
            </a:r>
            <a:r>
              <a:rPr sz="2050" spc="10" dirty="0">
                <a:latin typeface="Calibri"/>
                <a:cs typeface="Calibri"/>
              </a:rPr>
              <a:t>inputs </a:t>
            </a:r>
            <a:r>
              <a:rPr sz="2050" spc="5" dirty="0">
                <a:latin typeface="Calibri"/>
                <a:cs typeface="Calibri"/>
              </a:rPr>
              <a:t>of </a:t>
            </a:r>
            <a:r>
              <a:rPr sz="2050" spc="10" dirty="0">
                <a:latin typeface="Calibri"/>
                <a:cs typeface="Calibri"/>
              </a:rPr>
              <a:t>JK </a:t>
            </a:r>
            <a:r>
              <a:rPr sz="2050" dirty="0">
                <a:latin typeface="Calibri"/>
                <a:cs typeface="Calibri"/>
              </a:rPr>
              <a:t>flip-flop together </a:t>
            </a:r>
            <a:r>
              <a:rPr sz="2050" spc="10" dirty="0">
                <a:latin typeface="Calibri"/>
                <a:cs typeface="Calibri"/>
              </a:rPr>
              <a:t>and </a:t>
            </a:r>
            <a:r>
              <a:rPr sz="2050" spc="-10" dirty="0">
                <a:latin typeface="Calibri"/>
                <a:cs typeface="Calibri"/>
              </a:rPr>
              <a:t>make </a:t>
            </a:r>
            <a:r>
              <a:rPr sz="2050" spc="10" dirty="0">
                <a:latin typeface="Calibri"/>
                <a:cs typeface="Calibri"/>
              </a:rPr>
              <a:t>a 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common input </a:t>
            </a:r>
            <a:r>
              <a:rPr sz="2050" i="1" spc="10" dirty="0">
                <a:latin typeface="Calibri"/>
                <a:cs typeface="Calibri"/>
              </a:rPr>
              <a:t>T </a:t>
            </a:r>
            <a:r>
              <a:rPr sz="2050" i="1" spc="15" dirty="0">
                <a:latin typeface="Calibri"/>
                <a:cs typeface="Calibri"/>
              </a:rPr>
              <a:t>= </a:t>
            </a:r>
            <a:r>
              <a:rPr sz="2050" i="1" spc="5" dirty="0">
                <a:latin typeface="Calibri"/>
                <a:cs typeface="Calibri"/>
              </a:rPr>
              <a:t>J </a:t>
            </a:r>
            <a:r>
              <a:rPr sz="2050" i="1" spc="15" dirty="0">
                <a:latin typeface="Calibri"/>
                <a:cs typeface="Calibri"/>
              </a:rPr>
              <a:t>= </a:t>
            </a:r>
            <a:r>
              <a:rPr sz="2050" i="1" spc="5" dirty="0">
                <a:latin typeface="Calibri"/>
                <a:cs typeface="Calibri"/>
              </a:rPr>
              <a:t>K, </a:t>
            </a:r>
            <a:r>
              <a:rPr sz="2050" spc="10" dirty="0">
                <a:latin typeface="Calibri"/>
                <a:cs typeface="Calibri"/>
              </a:rPr>
              <a:t>the </a:t>
            </a:r>
            <a:r>
              <a:rPr sz="2050" dirty="0">
                <a:latin typeface="Calibri"/>
                <a:cs typeface="Calibri"/>
              </a:rPr>
              <a:t>resulting circuit </a:t>
            </a:r>
            <a:r>
              <a:rPr sz="2050" spc="10" dirty="0">
                <a:latin typeface="Calibri"/>
                <a:cs typeface="Calibri"/>
              </a:rPr>
              <a:t>will </a:t>
            </a:r>
            <a:r>
              <a:rPr sz="2050" dirty="0">
                <a:latin typeface="Calibri"/>
                <a:cs typeface="Calibri"/>
              </a:rPr>
              <a:t>behave </a:t>
            </a:r>
            <a:r>
              <a:rPr sz="2050" spc="5" dirty="0">
                <a:latin typeface="Calibri"/>
                <a:cs typeface="Calibri"/>
              </a:rPr>
              <a:t>as </a:t>
            </a:r>
            <a:r>
              <a:rPr sz="2050" spc="10" dirty="0">
                <a:latin typeface="Calibri"/>
                <a:cs typeface="Calibri"/>
              </a:rPr>
              <a:t>T </a:t>
            </a:r>
            <a:r>
              <a:rPr sz="2050" spc="5" dirty="0">
                <a:latin typeface="Calibri"/>
                <a:cs typeface="Calibri"/>
              </a:rPr>
              <a:t>flip- 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flop.</a:t>
            </a:r>
            <a:endParaRPr sz="20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885" y="4981321"/>
            <a:ext cx="2352243" cy="17999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4057" y="4990416"/>
            <a:ext cx="2114337" cy="17617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7800" y="4911471"/>
            <a:ext cx="3200044" cy="18190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2370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220" y="497776"/>
            <a:ext cx="4645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FLIP-FLOP</a:t>
            </a:r>
            <a:r>
              <a:rPr spc="-85" dirty="0"/>
              <a:t> </a:t>
            </a:r>
            <a:r>
              <a:rPr spc="-5" dirty="0"/>
              <a:t>TIMING-1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4060"/>
            <a:ext cx="8068309" cy="44646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18440" indent="-206375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dirty="0">
                <a:latin typeface="Calibri"/>
                <a:cs typeface="Calibri"/>
              </a:rPr>
              <a:t>Diodes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transistors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cannot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switch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immediately.</a:t>
            </a:r>
            <a:endParaRPr sz="1900">
              <a:latin typeface="Calibri"/>
              <a:cs typeface="Calibri"/>
            </a:endParaRPr>
          </a:p>
          <a:p>
            <a:pPr marL="218440" marR="13970" indent="-206375" algn="just">
              <a:lnSpc>
                <a:spcPct val="101000"/>
              </a:lnSpc>
              <a:spcBef>
                <a:spcPts val="385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dirty="0">
                <a:latin typeface="Calibri"/>
                <a:cs typeface="Calibri"/>
              </a:rPr>
              <a:t>It </a:t>
            </a:r>
            <a:r>
              <a:rPr sz="1900" spc="-5" dirty="0">
                <a:latin typeface="Calibri"/>
                <a:cs typeface="Calibri"/>
              </a:rPr>
              <a:t>always </a:t>
            </a:r>
            <a:r>
              <a:rPr sz="1900" spc="-10" dirty="0">
                <a:latin typeface="Calibri"/>
                <a:cs typeface="Calibri"/>
              </a:rPr>
              <a:t>takes </a:t>
            </a:r>
            <a:r>
              <a:rPr sz="1900" spc="5" dirty="0">
                <a:latin typeface="Calibri"/>
                <a:cs typeface="Calibri"/>
              </a:rPr>
              <a:t>a small amount of </a:t>
            </a:r>
            <a:r>
              <a:rPr sz="1900" dirty="0">
                <a:latin typeface="Calibri"/>
                <a:cs typeface="Calibri"/>
              </a:rPr>
              <a:t>time </a:t>
            </a:r>
            <a:r>
              <a:rPr sz="1900" spc="-5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turn a </a:t>
            </a:r>
            <a:r>
              <a:rPr sz="1900" dirty="0">
                <a:latin typeface="Calibri"/>
                <a:cs typeface="Calibri"/>
              </a:rPr>
              <a:t>diode </a:t>
            </a:r>
            <a:r>
              <a:rPr sz="1900" spc="5" dirty="0">
                <a:latin typeface="Calibri"/>
                <a:cs typeface="Calibri"/>
              </a:rPr>
              <a:t>on or </a:t>
            </a:r>
            <a:r>
              <a:rPr sz="1900" spc="-75" dirty="0">
                <a:latin typeface="Calibri"/>
                <a:cs typeface="Calibri"/>
              </a:rPr>
              <a:t>off. </a:t>
            </a:r>
            <a:r>
              <a:rPr sz="1900" spc="10" dirty="0">
                <a:latin typeface="Calibri"/>
                <a:cs typeface="Calibri"/>
              </a:rPr>
              <a:t>A </a:t>
            </a:r>
            <a:r>
              <a:rPr sz="1900" spc="-5" dirty="0">
                <a:latin typeface="Calibri"/>
                <a:cs typeface="Calibri"/>
              </a:rPr>
              <a:t>transistor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takes</a:t>
            </a:r>
            <a:r>
              <a:rPr sz="1900" dirty="0">
                <a:latin typeface="Calibri"/>
                <a:cs typeface="Calibri"/>
              </a:rPr>
              <a:t> time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for</a:t>
            </a:r>
            <a:r>
              <a:rPr sz="1900" spc="-5" dirty="0">
                <a:latin typeface="Calibri"/>
                <a:cs typeface="Calibri"/>
              </a:rPr>
              <a:t> to </a:t>
            </a:r>
            <a:r>
              <a:rPr sz="1900" dirty="0">
                <a:latin typeface="Calibri"/>
                <a:cs typeface="Calibri"/>
              </a:rPr>
              <a:t>switch</a:t>
            </a:r>
            <a:r>
              <a:rPr sz="1900" spc="-5" dirty="0">
                <a:latin typeface="Calibri"/>
                <a:cs typeface="Calibri"/>
              </a:rPr>
              <a:t> from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saturation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40" dirty="0">
                <a:latin typeface="Calibri"/>
                <a:cs typeface="Calibri"/>
              </a:rPr>
              <a:t>cut-off,</a:t>
            </a:r>
            <a:r>
              <a:rPr sz="1900" spc="5" dirty="0">
                <a:latin typeface="Calibri"/>
                <a:cs typeface="Calibri"/>
              </a:rPr>
              <a:t> 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vice</a:t>
            </a:r>
            <a:r>
              <a:rPr sz="1900" dirty="0">
                <a:latin typeface="Calibri"/>
                <a:cs typeface="Calibri"/>
              </a:rPr>
              <a:t> versa.</a:t>
            </a:r>
            <a:endParaRPr sz="1900">
              <a:latin typeface="Calibri"/>
              <a:cs typeface="Calibri"/>
            </a:endParaRPr>
          </a:p>
          <a:p>
            <a:pPr marL="218440" marR="17145" indent="-206375" algn="just">
              <a:lnSpc>
                <a:spcPct val="101299"/>
              </a:lnSpc>
              <a:spcBef>
                <a:spcPts val="380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spc="-5" dirty="0">
                <a:latin typeface="Calibri"/>
                <a:cs typeface="Calibri"/>
              </a:rPr>
              <a:t>For </a:t>
            </a:r>
            <a:r>
              <a:rPr sz="1900" spc="5" dirty="0">
                <a:latin typeface="Calibri"/>
                <a:cs typeface="Calibri"/>
              </a:rPr>
              <a:t>bipolar diodes and </a:t>
            </a:r>
            <a:r>
              <a:rPr sz="1900" spc="-5" dirty="0">
                <a:latin typeface="Calibri"/>
                <a:cs typeface="Calibri"/>
              </a:rPr>
              <a:t>transistors,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switching time </a:t>
            </a:r>
            <a:r>
              <a:rPr sz="1900" spc="5" dirty="0">
                <a:latin typeface="Calibri"/>
                <a:cs typeface="Calibri"/>
              </a:rPr>
              <a:t>is </a:t>
            </a:r>
            <a:r>
              <a:rPr sz="1900" dirty="0">
                <a:latin typeface="Calibri"/>
                <a:cs typeface="Calibri"/>
              </a:rPr>
              <a:t>in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nanosecond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region.</a:t>
            </a:r>
            <a:endParaRPr sz="1900">
              <a:latin typeface="Calibri"/>
              <a:cs typeface="Calibri"/>
            </a:endParaRPr>
          </a:p>
          <a:p>
            <a:pPr marL="218440" marR="5080" indent="-206375" algn="just">
              <a:lnSpc>
                <a:spcPct val="101099"/>
              </a:lnSpc>
              <a:spcBef>
                <a:spcPts val="375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dirty="0">
                <a:latin typeface="Calibri"/>
                <a:cs typeface="Calibri"/>
              </a:rPr>
              <a:t>Switching time is </a:t>
            </a:r>
            <a:r>
              <a:rPr sz="1900" spc="5" dirty="0">
                <a:latin typeface="Calibri"/>
                <a:cs typeface="Calibri"/>
              </a:rPr>
              <a:t>the main </a:t>
            </a:r>
            <a:r>
              <a:rPr sz="1900" dirty="0">
                <a:latin typeface="Calibri"/>
                <a:cs typeface="Calibri"/>
              </a:rPr>
              <a:t>cause </a:t>
            </a:r>
            <a:r>
              <a:rPr sz="1900" spc="5" dirty="0">
                <a:latin typeface="Calibri"/>
                <a:cs typeface="Calibri"/>
              </a:rPr>
              <a:t>of </a:t>
            </a:r>
            <a:r>
              <a:rPr sz="1900" b="1" spc="-5" dirty="0">
                <a:solidFill>
                  <a:srgbClr val="FF0000"/>
                </a:solidFill>
                <a:latin typeface="Calibri"/>
                <a:cs typeface="Calibri"/>
              </a:rPr>
              <a:t>propagation delay </a:t>
            </a:r>
            <a:r>
              <a:rPr sz="1900" b="1" spc="5" dirty="0">
                <a:solidFill>
                  <a:srgbClr val="FF0000"/>
                </a:solidFill>
                <a:latin typeface="Calibri"/>
                <a:cs typeface="Calibri"/>
              </a:rPr>
              <a:t>(tp)</a:t>
            </a:r>
            <a:r>
              <a:rPr sz="1900" b="1" i="1" spc="5" dirty="0">
                <a:solidFill>
                  <a:srgbClr val="FF0000"/>
                </a:solidFill>
                <a:latin typeface="Calibri"/>
                <a:cs typeface="Calibri"/>
              </a:rPr>
              <a:t>. </a:t>
            </a:r>
            <a:r>
              <a:rPr sz="1900" dirty="0">
                <a:latin typeface="Calibri"/>
                <a:cs typeface="Calibri"/>
              </a:rPr>
              <a:t>This represents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amount of </a:t>
            </a:r>
            <a:r>
              <a:rPr sz="1900" dirty="0">
                <a:latin typeface="Calibri"/>
                <a:cs typeface="Calibri"/>
              </a:rPr>
              <a:t>time </a:t>
            </a:r>
            <a:r>
              <a:rPr sz="1900" spc="5" dirty="0">
                <a:latin typeface="Calibri"/>
                <a:cs typeface="Calibri"/>
              </a:rPr>
              <a:t>it </a:t>
            </a:r>
            <a:r>
              <a:rPr sz="1900" spc="-10" dirty="0">
                <a:latin typeface="Calibri"/>
                <a:cs typeface="Calibri"/>
              </a:rPr>
              <a:t>takes </a:t>
            </a:r>
            <a:r>
              <a:rPr sz="1900" spc="-15" dirty="0">
                <a:latin typeface="Calibri"/>
                <a:cs typeface="Calibri"/>
              </a:rPr>
              <a:t>for </a:t>
            </a:r>
            <a:r>
              <a:rPr sz="1900" spc="5" dirty="0">
                <a:latin typeface="Calibri"/>
                <a:cs typeface="Calibri"/>
              </a:rPr>
              <a:t>the output of a </a:t>
            </a:r>
            <a:r>
              <a:rPr sz="1900" spc="-15" dirty="0">
                <a:latin typeface="Calibri"/>
                <a:cs typeface="Calibri"/>
              </a:rPr>
              <a:t>gate </a:t>
            </a:r>
            <a:r>
              <a:rPr sz="1900" spc="5" dirty="0">
                <a:latin typeface="Calibri"/>
                <a:cs typeface="Calibri"/>
              </a:rPr>
              <a:t>or </a:t>
            </a:r>
            <a:r>
              <a:rPr sz="1900" dirty="0">
                <a:latin typeface="Calibri"/>
                <a:cs typeface="Calibri"/>
              </a:rPr>
              <a:t>flip-flop to change </a:t>
            </a:r>
            <a:r>
              <a:rPr sz="1900" spc="-10" dirty="0">
                <a:latin typeface="Calibri"/>
                <a:cs typeface="Calibri"/>
              </a:rPr>
              <a:t>states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input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changes.</a:t>
            </a:r>
            <a:endParaRPr sz="1900">
              <a:latin typeface="Calibri"/>
              <a:cs typeface="Calibri"/>
            </a:endParaRPr>
          </a:p>
          <a:p>
            <a:pPr marL="218440" marR="6350" indent="-206375" algn="just">
              <a:lnSpc>
                <a:spcPct val="101000"/>
              </a:lnSpc>
              <a:spcBef>
                <a:spcPts val="390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spc="-5" dirty="0">
                <a:latin typeface="Calibri"/>
                <a:cs typeface="Calibri"/>
              </a:rPr>
              <a:t>For </a:t>
            </a:r>
            <a:r>
              <a:rPr sz="1900" dirty="0">
                <a:latin typeface="Calibri"/>
                <a:cs typeface="Calibri"/>
              </a:rPr>
              <a:t>instance, </a:t>
            </a:r>
            <a:r>
              <a:rPr sz="1900" spc="5" dirty="0">
                <a:latin typeface="Calibri"/>
                <a:cs typeface="Calibri"/>
              </a:rPr>
              <a:t>if </a:t>
            </a:r>
            <a:r>
              <a:rPr sz="1900" spc="10" dirty="0">
                <a:latin typeface="Calibri"/>
                <a:cs typeface="Calibri"/>
              </a:rPr>
              <a:t>an </a:t>
            </a:r>
            <a:r>
              <a:rPr sz="1900" dirty="0">
                <a:latin typeface="Calibri"/>
                <a:cs typeface="Calibri"/>
              </a:rPr>
              <a:t>edge-triggered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dirty="0">
                <a:latin typeface="Calibri"/>
                <a:cs typeface="Calibri"/>
              </a:rPr>
              <a:t>flip-flop lists </a:t>
            </a:r>
            <a:r>
              <a:rPr sz="1900" i="1" spc="5" dirty="0">
                <a:latin typeface="Calibri"/>
                <a:cs typeface="Calibri"/>
              </a:rPr>
              <a:t>tp= </a:t>
            </a:r>
            <a:r>
              <a:rPr sz="1900" spc="5" dirty="0">
                <a:latin typeface="Calibri"/>
                <a:cs typeface="Calibri"/>
              </a:rPr>
              <a:t>10 ns, it </a:t>
            </a:r>
            <a:r>
              <a:rPr sz="1900" spc="-10" dirty="0">
                <a:latin typeface="Calibri"/>
                <a:cs typeface="Calibri"/>
              </a:rPr>
              <a:t>takes </a:t>
            </a:r>
            <a:r>
              <a:rPr sz="1900" spc="5" dirty="0">
                <a:latin typeface="Calibri"/>
                <a:cs typeface="Calibri"/>
              </a:rPr>
              <a:t>about 10 </a:t>
            </a:r>
            <a:r>
              <a:rPr sz="1900" dirty="0">
                <a:latin typeface="Calibri"/>
                <a:cs typeface="Calibri"/>
              </a:rPr>
              <a:t>ns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for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Q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change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D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has been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sampled</a:t>
            </a:r>
            <a:r>
              <a:rPr sz="1900" spc="-5" dirty="0">
                <a:latin typeface="Calibri"/>
                <a:cs typeface="Calibri"/>
              </a:rPr>
              <a:t> by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clock</a:t>
            </a:r>
            <a:r>
              <a:rPr sz="1900" dirty="0">
                <a:latin typeface="Calibri"/>
                <a:cs typeface="Calibri"/>
              </a:rPr>
              <a:t> edge.</a:t>
            </a:r>
            <a:endParaRPr sz="1900">
              <a:latin typeface="Calibri"/>
              <a:cs typeface="Calibri"/>
            </a:endParaRPr>
          </a:p>
          <a:p>
            <a:pPr marL="218440" marR="17780" indent="-206375" algn="just">
              <a:lnSpc>
                <a:spcPct val="101299"/>
              </a:lnSpc>
              <a:spcBef>
                <a:spcPts val="380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spc="5" dirty="0">
                <a:latin typeface="Calibri"/>
                <a:cs typeface="Calibri"/>
              </a:rPr>
              <a:t>This </a:t>
            </a:r>
            <a:r>
              <a:rPr sz="1900" spc="-10" dirty="0">
                <a:latin typeface="Calibri"/>
                <a:cs typeface="Calibri"/>
              </a:rPr>
              <a:t>propagation </a:t>
            </a:r>
            <a:r>
              <a:rPr sz="1900" dirty="0">
                <a:latin typeface="Calibri"/>
                <a:cs typeface="Calibri"/>
              </a:rPr>
              <a:t>delay time </a:t>
            </a:r>
            <a:r>
              <a:rPr sz="1900" spc="5" dirty="0">
                <a:latin typeface="Calibri"/>
                <a:cs typeface="Calibri"/>
              </a:rPr>
              <a:t>has been used </a:t>
            </a:r>
            <a:r>
              <a:rPr sz="1900" dirty="0">
                <a:latin typeface="Calibri"/>
                <a:cs typeface="Calibri"/>
              </a:rPr>
              <a:t>to construct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"pulse-forming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circuit"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used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with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edge-triggered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flip-flops.</a:t>
            </a:r>
            <a:endParaRPr sz="1900">
              <a:latin typeface="Calibri"/>
              <a:cs typeface="Calibri"/>
            </a:endParaRPr>
          </a:p>
          <a:p>
            <a:pPr marL="218440" marR="13335" indent="-206375" algn="just">
              <a:lnSpc>
                <a:spcPct val="101299"/>
              </a:lnSpc>
              <a:spcBef>
                <a:spcPts val="365"/>
              </a:spcBef>
              <a:buFont typeface="Arial MT"/>
              <a:buChar char="•"/>
              <a:tabLst>
                <a:tab pos="219075" algn="l"/>
              </a:tabLst>
            </a:pPr>
            <a:r>
              <a:rPr sz="1900" spc="5" dirty="0">
                <a:latin typeface="Calibri"/>
                <a:cs typeface="Calibri"/>
              </a:rPr>
              <a:t>When </a:t>
            </a:r>
            <a:r>
              <a:rPr sz="1900" dirty="0">
                <a:latin typeface="Calibri"/>
                <a:cs typeface="Calibri"/>
              </a:rPr>
              <a:t>flip-flops are </a:t>
            </a:r>
            <a:r>
              <a:rPr sz="1900" spc="5" dirty="0">
                <a:latin typeface="Calibri"/>
                <a:cs typeface="Calibri"/>
              </a:rPr>
              <a:t>used </a:t>
            </a:r>
            <a:r>
              <a:rPr sz="1900" spc="-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construct </a:t>
            </a:r>
            <a:r>
              <a:rPr sz="1900" spc="-5" dirty="0">
                <a:latin typeface="Calibri"/>
                <a:cs typeface="Calibri"/>
              </a:rPr>
              <a:t>counters,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spc="-5" dirty="0">
                <a:latin typeface="Calibri"/>
                <a:cs typeface="Calibri"/>
              </a:rPr>
              <a:t>propagation </a:t>
            </a:r>
            <a:r>
              <a:rPr sz="1900" dirty="0">
                <a:latin typeface="Calibri"/>
                <a:cs typeface="Calibri"/>
              </a:rPr>
              <a:t>delay is </a:t>
            </a:r>
            <a:r>
              <a:rPr sz="1900" spc="-10" dirty="0">
                <a:latin typeface="Calibri"/>
                <a:cs typeface="Calibri"/>
              </a:rPr>
              <a:t>often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small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enough</a:t>
            </a:r>
            <a:r>
              <a:rPr sz="1900" spc="-5" dirty="0">
                <a:latin typeface="Calibri"/>
                <a:cs typeface="Calibri"/>
              </a:rPr>
              <a:t> to </a:t>
            </a:r>
            <a:r>
              <a:rPr sz="1900" spc="5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 ignored.</a:t>
            </a:r>
            <a:endParaRPr sz="1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0011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220" y="497776"/>
            <a:ext cx="4645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FLIP-FLOP</a:t>
            </a:r>
            <a:r>
              <a:rPr spc="-85" dirty="0"/>
              <a:t> </a:t>
            </a:r>
            <a:r>
              <a:rPr spc="-5" dirty="0"/>
              <a:t>TIMING-2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633219"/>
            <a:ext cx="8095615" cy="41167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1140" marR="20955" indent="-206375" algn="just">
              <a:lnSpc>
                <a:spcPct val="101299"/>
              </a:lnSpc>
              <a:spcBef>
                <a:spcPts val="90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dirty="0">
                <a:latin typeface="Calibri"/>
                <a:cs typeface="Calibri"/>
              </a:rPr>
              <a:t>The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spc="5" dirty="0">
                <a:latin typeface="Calibri"/>
                <a:cs typeface="Calibri"/>
              </a:rPr>
              <a:t>input </a:t>
            </a:r>
            <a:r>
              <a:rPr sz="1900" spc="-5" dirty="0">
                <a:latin typeface="Calibri"/>
                <a:cs typeface="Calibri"/>
              </a:rPr>
              <a:t>makes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it </a:t>
            </a:r>
            <a:r>
              <a:rPr sz="1900" spc="10" dirty="0">
                <a:latin typeface="Calibri"/>
                <a:cs typeface="Calibri"/>
              </a:rPr>
              <a:t>necessary </a:t>
            </a:r>
            <a:r>
              <a:rPr sz="1900" spc="-15" dirty="0">
                <a:latin typeface="Calibri"/>
                <a:cs typeface="Calibri"/>
              </a:rPr>
              <a:t>for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bit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5" dirty="0">
                <a:latin typeface="Calibri"/>
                <a:cs typeface="Calibri"/>
              </a:rPr>
              <a:t>at</a:t>
            </a:r>
            <a:r>
              <a:rPr sz="1900" spc="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 input </a:t>
            </a:r>
            <a:r>
              <a:rPr sz="1900" spc="-10" dirty="0">
                <a:latin typeface="Calibri"/>
                <a:cs typeface="Calibri"/>
              </a:rPr>
              <a:t>before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 </a:t>
            </a:r>
            <a:r>
              <a:rPr sz="1900" spc="5" dirty="0">
                <a:latin typeface="Calibri"/>
                <a:cs typeface="Calibri"/>
              </a:rPr>
              <a:t> clock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edge </a:t>
            </a:r>
            <a:r>
              <a:rPr sz="1900" spc="5" dirty="0">
                <a:latin typeface="Calibri"/>
                <a:cs typeface="Calibri"/>
              </a:rPr>
              <a:t>arrives.</a:t>
            </a:r>
            <a:endParaRPr sz="1900">
              <a:latin typeface="Calibri"/>
              <a:cs typeface="Calibri"/>
            </a:endParaRPr>
          </a:p>
          <a:p>
            <a:pPr marL="231140" marR="27940" indent="-206375" algn="just">
              <a:lnSpc>
                <a:spcPct val="106000"/>
              </a:lnSpc>
              <a:spcBef>
                <a:spcPts val="265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dirty="0">
                <a:latin typeface="Calibri"/>
                <a:cs typeface="Calibri"/>
              </a:rPr>
              <a:t>The </a:t>
            </a:r>
            <a:r>
              <a:rPr sz="1900" spc="5" dirty="0">
                <a:solidFill>
                  <a:srgbClr val="FF0000"/>
                </a:solidFill>
                <a:latin typeface="Calibri"/>
                <a:cs typeface="Calibri"/>
              </a:rPr>
              <a:t>setup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time (t</a:t>
            </a:r>
            <a:r>
              <a:rPr sz="1650" baseline="-15151" dirty="0">
                <a:solidFill>
                  <a:srgbClr val="FF0000"/>
                </a:solidFill>
                <a:latin typeface="Calibri"/>
                <a:cs typeface="Calibri"/>
              </a:rPr>
              <a:t>setup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) </a:t>
            </a:r>
            <a:r>
              <a:rPr sz="1900" spc="5" dirty="0">
                <a:latin typeface="Calibri"/>
                <a:cs typeface="Calibri"/>
              </a:rPr>
              <a:t>is the minimum amount </a:t>
            </a:r>
            <a:r>
              <a:rPr sz="1900" dirty="0">
                <a:latin typeface="Calibri"/>
                <a:cs typeface="Calibri"/>
              </a:rPr>
              <a:t>of time that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spc="-5" dirty="0">
                <a:latin typeface="Calibri"/>
                <a:cs typeface="Calibri"/>
              </a:rPr>
              <a:t>data </a:t>
            </a:r>
            <a:r>
              <a:rPr sz="1900" spc="5" dirty="0">
                <a:latin typeface="Calibri"/>
                <a:cs typeface="Calibri"/>
              </a:rPr>
              <a:t>bit </a:t>
            </a:r>
            <a:r>
              <a:rPr sz="1900" dirty="0">
                <a:latin typeface="Calibri"/>
                <a:cs typeface="Calibri"/>
              </a:rPr>
              <a:t>must be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present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before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clock</a:t>
            </a:r>
            <a:r>
              <a:rPr sz="1900" dirty="0">
                <a:latin typeface="Calibri"/>
                <a:cs typeface="Calibri"/>
              </a:rPr>
              <a:t> edge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hits.</a:t>
            </a:r>
            <a:endParaRPr sz="1900">
              <a:latin typeface="Calibri"/>
              <a:cs typeface="Calibri"/>
            </a:endParaRPr>
          </a:p>
          <a:p>
            <a:pPr marL="231140" marR="29845" indent="-206375" algn="just">
              <a:lnSpc>
                <a:spcPct val="101099"/>
              </a:lnSpc>
              <a:spcBef>
                <a:spcPts val="384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spc="5" dirty="0">
                <a:latin typeface="Calibri"/>
                <a:cs typeface="Calibri"/>
              </a:rPr>
              <a:t>E.g. a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dirty="0">
                <a:latin typeface="Calibri"/>
                <a:cs typeface="Calibri"/>
              </a:rPr>
              <a:t>flip-flop </a:t>
            </a:r>
            <a:r>
              <a:rPr sz="1900" spc="5" dirty="0">
                <a:latin typeface="Calibri"/>
                <a:cs typeface="Calibri"/>
              </a:rPr>
              <a:t>has a setup </a:t>
            </a:r>
            <a:r>
              <a:rPr sz="1900" dirty="0">
                <a:latin typeface="Calibri"/>
                <a:cs typeface="Calibri"/>
              </a:rPr>
              <a:t>time </a:t>
            </a:r>
            <a:r>
              <a:rPr sz="1900" spc="5" dirty="0">
                <a:latin typeface="Calibri"/>
                <a:cs typeface="Calibri"/>
              </a:rPr>
              <a:t>of 15 ns, the </a:t>
            </a:r>
            <a:r>
              <a:rPr sz="1900" spc="-5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bit </a:t>
            </a:r>
            <a:r>
              <a:rPr sz="1900" spc="-5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5" dirty="0">
                <a:latin typeface="Calibri"/>
                <a:cs typeface="Calibri"/>
              </a:rPr>
              <a:t>stored </a:t>
            </a:r>
            <a:r>
              <a:rPr sz="1900" dirty="0">
                <a:latin typeface="Calibri"/>
                <a:cs typeface="Calibri"/>
              </a:rPr>
              <a:t>must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spc="5" dirty="0">
                <a:latin typeface="Calibri"/>
                <a:cs typeface="Calibri"/>
              </a:rPr>
              <a:t>input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dirty="0">
                <a:latin typeface="Calibri"/>
                <a:cs typeface="Calibri"/>
              </a:rPr>
              <a:t>least </a:t>
            </a:r>
            <a:r>
              <a:rPr sz="1900" spc="5" dirty="0">
                <a:latin typeface="Calibri"/>
                <a:cs typeface="Calibri"/>
              </a:rPr>
              <a:t>15 ns </a:t>
            </a:r>
            <a:r>
              <a:rPr sz="1900" spc="-10" dirty="0">
                <a:latin typeface="Calibri"/>
                <a:cs typeface="Calibri"/>
              </a:rPr>
              <a:t>before </a:t>
            </a:r>
            <a:r>
              <a:rPr sz="1900" spc="5" dirty="0">
                <a:latin typeface="Calibri"/>
                <a:cs typeface="Calibri"/>
              </a:rPr>
              <a:t>the clock </a:t>
            </a:r>
            <a:r>
              <a:rPr sz="1900" dirty="0">
                <a:latin typeface="Calibri"/>
                <a:cs typeface="Calibri"/>
              </a:rPr>
              <a:t>edge arrives; </a:t>
            </a:r>
            <a:r>
              <a:rPr sz="1900" spc="5" dirty="0">
                <a:latin typeface="Calibri"/>
                <a:cs typeface="Calibri"/>
              </a:rPr>
              <a:t>otherwise, the </a:t>
            </a:r>
            <a:r>
              <a:rPr sz="1900" dirty="0">
                <a:latin typeface="Calibri"/>
                <a:cs typeface="Calibri"/>
              </a:rPr>
              <a:t>not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guarantee</a:t>
            </a:r>
            <a:r>
              <a:rPr sz="1900" dirty="0">
                <a:latin typeface="Calibri"/>
                <a:cs typeface="Calibri"/>
              </a:rPr>
              <a:t> correct</a:t>
            </a:r>
            <a:r>
              <a:rPr sz="1900" spc="5" dirty="0">
                <a:latin typeface="Calibri"/>
                <a:cs typeface="Calibri"/>
              </a:rPr>
              <a:t> sampling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-5" dirty="0">
                <a:latin typeface="Calibri"/>
                <a:cs typeface="Calibri"/>
              </a:rPr>
              <a:t> storing.</a:t>
            </a:r>
            <a:endParaRPr sz="1900">
              <a:latin typeface="Calibri"/>
              <a:cs typeface="Calibri"/>
            </a:endParaRPr>
          </a:p>
          <a:p>
            <a:pPr marL="231140" marR="27940" indent="-206375" algn="just">
              <a:lnSpc>
                <a:spcPct val="100800"/>
              </a:lnSpc>
              <a:spcBef>
                <a:spcPts val="390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spc="-5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bit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spc="5" dirty="0">
                <a:latin typeface="Calibri"/>
                <a:cs typeface="Calibri"/>
              </a:rPr>
              <a:t>has </a:t>
            </a:r>
            <a:r>
              <a:rPr sz="1900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be held long </a:t>
            </a:r>
            <a:r>
              <a:rPr sz="1900" dirty="0">
                <a:latin typeface="Calibri"/>
                <a:cs typeface="Calibri"/>
              </a:rPr>
              <a:t>enough </a:t>
            </a:r>
            <a:r>
              <a:rPr sz="1900" spc="-15" dirty="0">
                <a:latin typeface="Calibri"/>
                <a:cs typeface="Calibri"/>
              </a:rPr>
              <a:t>for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internal </a:t>
            </a:r>
            <a:r>
              <a:rPr sz="1900" spc="-5" dirty="0">
                <a:latin typeface="Calibri"/>
                <a:cs typeface="Calibri"/>
              </a:rPr>
              <a:t>transistors to </a:t>
            </a:r>
            <a:r>
              <a:rPr sz="1900" dirty="0">
                <a:latin typeface="Calibri"/>
                <a:cs typeface="Calibri"/>
              </a:rPr>
              <a:t>switch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states.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Only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spc="5" dirty="0">
                <a:latin typeface="Calibri"/>
                <a:cs typeface="Calibri"/>
              </a:rPr>
              <a:t> the </a:t>
            </a:r>
            <a:r>
              <a:rPr sz="1900" dirty="0">
                <a:latin typeface="Calibri"/>
                <a:cs typeface="Calibri"/>
              </a:rPr>
              <a:t>transition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5" dirty="0">
                <a:latin typeface="Calibri"/>
                <a:cs typeface="Calibri"/>
              </a:rPr>
              <a:t> assured</a:t>
            </a:r>
            <a:r>
              <a:rPr sz="1900" dirty="0">
                <a:latin typeface="Calibri"/>
                <a:cs typeface="Calibri"/>
              </a:rPr>
              <a:t> can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allow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data</a:t>
            </a:r>
            <a:r>
              <a:rPr sz="1900" spc="5" dirty="0">
                <a:latin typeface="Calibri"/>
                <a:cs typeface="Calibri"/>
              </a:rPr>
              <a:t> bit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D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 change.</a:t>
            </a:r>
            <a:endParaRPr sz="1900">
              <a:latin typeface="Calibri"/>
              <a:cs typeface="Calibri"/>
            </a:endParaRPr>
          </a:p>
          <a:p>
            <a:pPr marL="231140" marR="17780" indent="-206375" algn="just">
              <a:lnSpc>
                <a:spcPct val="106200"/>
              </a:lnSpc>
              <a:spcBef>
                <a:spcPts val="270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spc="5" dirty="0">
                <a:solidFill>
                  <a:srgbClr val="FF0000"/>
                </a:solidFill>
                <a:latin typeface="Calibri"/>
                <a:cs typeface="Calibri"/>
              </a:rPr>
              <a:t>Hold</a:t>
            </a:r>
            <a:r>
              <a:rPr sz="19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19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(t</a:t>
            </a:r>
            <a:r>
              <a:rPr sz="1650" baseline="-12626" dirty="0">
                <a:solidFill>
                  <a:srgbClr val="FF0000"/>
                </a:solidFill>
                <a:latin typeface="Calibri"/>
                <a:cs typeface="Calibri"/>
              </a:rPr>
              <a:t>hold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r>
              <a:rPr sz="19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minimum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amount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data</a:t>
            </a:r>
            <a:r>
              <a:rPr sz="1900" dirty="0">
                <a:latin typeface="Calibri"/>
                <a:cs typeface="Calibri"/>
              </a:rPr>
              <a:t> bit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D  </a:t>
            </a:r>
            <a:r>
              <a:rPr sz="1900" dirty="0">
                <a:latin typeface="Calibri"/>
                <a:cs typeface="Calibri"/>
              </a:rPr>
              <a:t>must</a:t>
            </a:r>
            <a:r>
              <a:rPr sz="1900" spc="4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 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present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spc="5" dirty="0">
                <a:latin typeface="Calibri"/>
                <a:cs typeface="Calibri"/>
              </a:rPr>
              <a:t> 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clock.</a:t>
            </a:r>
            <a:endParaRPr sz="1900">
              <a:latin typeface="Calibri"/>
              <a:cs typeface="Calibri"/>
            </a:endParaRPr>
          </a:p>
          <a:p>
            <a:pPr marL="231140" marR="19050" indent="-206375" algn="just">
              <a:lnSpc>
                <a:spcPct val="106200"/>
              </a:lnSpc>
              <a:spcBef>
                <a:spcPts val="254"/>
              </a:spcBef>
              <a:buFont typeface="Arial MT"/>
              <a:buChar char="•"/>
              <a:tabLst>
                <a:tab pos="231775" algn="l"/>
              </a:tabLst>
            </a:pPr>
            <a:r>
              <a:rPr sz="1900" spc="5" dirty="0">
                <a:latin typeface="Calibri"/>
                <a:cs typeface="Calibri"/>
              </a:rPr>
              <a:t>E.g., </a:t>
            </a:r>
            <a:r>
              <a:rPr sz="1900" dirty="0">
                <a:latin typeface="Calibri"/>
                <a:cs typeface="Calibri"/>
              </a:rPr>
              <a:t>if t</a:t>
            </a:r>
            <a:r>
              <a:rPr sz="1650" baseline="-15151" dirty="0">
                <a:latin typeface="Calibri"/>
                <a:cs typeface="Calibri"/>
              </a:rPr>
              <a:t>setup </a:t>
            </a:r>
            <a:r>
              <a:rPr sz="1900" spc="5" dirty="0">
                <a:latin typeface="Calibri"/>
                <a:cs typeface="Calibri"/>
              </a:rPr>
              <a:t>= 15 ns and t</a:t>
            </a:r>
            <a:r>
              <a:rPr sz="1650" spc="7" baseline="-15151" dirty="0">
                <a:latin typeface="Calibri"/>
                <a:cs typeface="Calibri"/>
              </a:rPr>
              <a:t>hold </a:t>
            </a:r>
            <a:r>
              <a:rPr sz="1900" spc="5" dirty="0">
                <a:latin typeface="Calibri"/>
                <a:cs typeface="Calibri"/>
              </a:rPr>
              <a:t>= 5 ns, the </a:t>
            </a:r>
            <a:r>
              <a:rPr sz="1900" spc="-5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bit </a:t>
            </a:r>
            <a:r>
              <a:rPr sz="1900" spc="5" dirty="0">
                <a:latin typeface="Calibri"/>
                <a:cs typeface="Calibri"/>
              </a:rPr>
              <a:t>has </a:t>
            </a:r>
            <a:r>
              <a:rPr sz="1900" spc="-5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i="1" spc="10" dirty="0">
                <a:latin typeface="Calibri"/>
                <a:cs typeface="Calibri"/>
              </a:rPr>
              <a:t>D </a:t>
            </a:r>
            <a:r>
              <a:rPr sz="1900" spc="5" dirty="0">
                <a:latin typeface="Calibri"/>
                <a:cs typeface="Calibri"/>
              </a:rPr>
              <a:t>input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dirty="0">
                <a:latin typeface="Calibri"/>
                <a:cs typeface="Calibri"/>
              </a:rPr>
              <a:t>least </a:t>
            </a:r>
            <a:r>
              <a:rPr sz="1900" spc="5" dirty="0">
                <a:latin typeface="Calibri"/>
                <a:cs typeface="Calibri"/>
              </a:rPr>
              <a:t> 15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ns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before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 clock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edge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arrives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held</a:t>
            </a:r>
            <a:r>
              <a:rPr sz="1900" spc="-5" dirty="0">
                <a:latin typeface="Calibri"/>
                <a:cs typeface="Calibri"/>
              </a:rPr>
              <a:t> at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least </a:t>
            </a:r>
            <a:r>
              <a:rPr sz="1900" spc="5" dirty="0">
                <a:latin typeface="Calibri"/>
                <a:cs typeface="Calibri"/>
              </a:rPr>
              <a:t>5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ns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spc="5" dirty="0">
                <a:latin typeface="Calibri"/>
                <a:cs typeface="Calibri"/>
              </a:rPr>
              <a:t> the clock </a:t>
            </a:r>
            <a:r>
              <a:rPr sz="1900" spc="-65" dirty="0">
                <a:latin typeface="Calibri"/>
                <a:cs typeface="Calibri"/>
              </a:rPr>
              <a:t>PT.</a:t>
            </a:r>
            <a:endParaRPr sz="1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1325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220" y="497776"/>
            <a:ext cx="4645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FLIP-FLOP</a:t>
            </a:r>
            <a:r>
              <a:rPr spc="-85" dirty="0"/>
              <a:t> </a:t>
            </a:r>
            <a:r>
              <a:rPr spc="-5" dirty="0"/>
              <a:t>TIMING-3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621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45981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580104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142778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704016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539943"/>
            <a:ext cx="1016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540" y="1632140"/>
            <a:ext cx="3943985" cy="42049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015" marR="47625" algn="just">
              <a:lnSpc>
                <a:spcPct val="100000"/>
              </a:lnSpc>
              <a:spcBef>
                <a:spcPts val="110"/>
              </a:spcBef>
            </a:pPr>
            <a:r>
              <a:rPr sz="1700" spc="-15" dirty="0">
                <a:latin typeface="Calibri"/>
                <a:cs typeface="Calibri"/>
              </a:rPr>
              <a:t>Typical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waveforms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for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setting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</a:t>
            </a:r>
            <a:r>
              <a:rPr sz="1700" spc="5" dirty="0">
                <a:latin typeface="Calibri"/>
                <a:cs typeface="Calibri"/>
              </a:rPr>
              <a:t> in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positive-edge-triggered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flip-flop.</a:t>
            </a:r>
            <a:endParaRPr sz="1700">
              <a:latin typeface="Calibri"/>
              <a:cs typeface="Calibri"/>
            </a:endParaRPr>
          </a:p>
          <a:p>
            <a:pPr marL="247015" marR="49530" indent="-209550" algn="just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7650" algn="l"/>
              </a:tabLst>
            </a:pPr>
            <a:r>
              <a:rPr sz="1700" dirty="0">
                <a:latin typeface="Calibri"/>
                <a:cs typeface="Calibri"/>
              </a:rPr>
              <a:t>Prior </a:t>
            </a:r>
            <a:r>
              <a:rPr sz="1700" spc="-5" dirty="0">
                <a:latin typeface="Calibri"/>
                <a:cs typeface="Calibri"/>
              </a:rPr>
              <a:t>to </a:t>
            </a:r>
            <a:r>
              <a:rPr sz="1700" dirty="0">
                <a:latin typeface="Calibri"/>
                <a:cs typeface="Calibri"/>
              </a:rPr>
              <a:t>t1, the </a:t>
            </a:r>
            <a:r>
              <a:rPr sz="1700" spc="-10" dirty="0">
                <a:latin typeface="Calibri"/>
                <a:cs typeface="Calibri"/>
              </a:rPr>
              <a:t>data </a:t>
            </a:r>
            <a:r>
              <a:rPr sz="1700" spc="-5" dirty="0">
                <a:latin typeface="Calibri"/>
                <a:cs typeface="Calibri"/>
              </a:rPr>
              <a:t>can </a:t>
            </a:r>
            <a:r>
              <a:rPr sz="1700" dirty="0">
                <a:latin typeface="Calibri"/>
                <a:cs typeface="Calibri"/>
              </a:rPr>
              <a:t>be a 1 or a 0, or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can be</a:t>
            </a:r>
            <a:r>
              <a:rPr sz="1700" dirty="0">
                <a:latin typeface="Calibri"/>
                <a:cs typeface="Calibri"/>
              </a:rPr>
              <a:t> changing.</a:t>
            </a:r>
            <a:endParaRPr sz="1700">
              <a:latin typeface="Calibri"/>
              <a:cs typeface="Calibri"/>
            </a:endParaRPr>
          </a:p>
          <a:p>
            <a:pPr marL="247015" marR="46355" algn="just">
              <a:lnSpc>
                <a:spcPct val="106200"/>
              </a:lnSpc>
              <a:spcBef>
                <a:spcPts val="220"/>
              </a:spcBef>
            </a:pPr>
            <a:r>
              <a:rPr sz="1700" spc="-10" dirty="0">
                <a:latin typeface="Calibri"/>
                <a:cs typeface="Calibri"/>
              </a:rPr>
              <a:t>From </a:t>
            </a:r>
            <a:r>
              <a:rPr sz="1700" spc="-5" dirty="0">
                <a:latin typeface="Calibri"/>
                <a:cs typeface="Calibri"/>
              </a:rPr>
              <a:t>time </a:t>
            </a:r>
            <a:r>
              <a:rPr sz="1700" i="1" dirty="0">
                <a:latin typeface="Calibri"/>
                <a:cs typeface="Calibri"/>
              </a:rPr>
              <a:t>t1 </a:t>
            </a:r>
            <a:r>
              <a:rPr sz="1700" spc="-5" dirty="0">
                <a:latin typeface="Calibri"/>
                <a:cs typeface="Calibri"/>
              </a:rPr>
              <a:t>to </a:t>
            </a:r>
            <a:r>
              <a:rPr sz="1700" i="1" dirty="0">
                <a:latin typeface="Calibri"/>
                <a:cs typeface="Calibri"/>
              </a:rPr>
              <a:t>t2,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10" dirty="0">
                <a:latin typeface="Calibri"/>
                <a:cs typeface="Calibri"/>
              </a:rPr>
              <a:t>data </a:t>
            </a:r>
            <a:r>
              <a:rPr sz="1700" dirty="0">
                <a:latin typeface="Calibri"/>
                <a:cs typeface="Calibri"/>
              </a:rPr>
              <a:t>line </a:t>
            </a:r>
            <a:r>
              <a:rPr sz="1700" spc="5" dirty="0">
                <a:latin typeface="Calibri"/>
                <a:cs typeface="Calibri"/>
              </a:rPr>
              <a:t>D </a:t>
            </a:r>
            <a:r>
              <a:rPr sz="1700" spc="-10" dirty="0">
                <a:latin typeface="Calibri"/>
                <a:cs typeface="Calibri"/>
              </a:rPr>
              <a:t>must 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held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steady.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5" dirty="0">
                <a:latin typeface="Calibri"/>
                <a:cs typeface="Calibri"/>
              </a:rPr>
              <a:t> is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setup</a:t>
            </a:r>
            <a:r>
              <a:rPr sz="1700" spc="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time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2550" i="1" spc="7" baseline="8169" dirty="0">
                <a:latin typeface="Calibri"/>
                <a:cs typeface="Calibri"/>
              </a:rPr>
              <a:t>t</a:t>
            </a:r>
            <a:r>
              <a:rPr sz="950" i="1" spc="5" dirty="0">
                <a:latin typeface="Calibri"/>
                <a:cs typeface="Calibri"/>
              </a:rPr>
              <a:t>setup</a:t>
            </a:r>
            <a:r>
              <a:rPr sz="2550" spc="7" baseline="8169" dirty="0">
                <a:latin typeface="Calibri"/>
                <a:cs typeface="Calibri"/>
              </a:rPr>
              <a:t>.</a:t>
            </a:r>
            <a:endParaRPr sz="2550" baseline="8169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200"/>
              </a:spcBef>
            </a:pPr>
            <a:r>
              <a:rPr sz="1700" spc="-10" dirty="0">
                <a:latin typeface="Calibri"/>
                <a:cs typeface="Calibri"/>
              </a:rPr>
              <a:t>Data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shifted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into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flip-flop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at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time</a:t>
            </a:r>
            <a:r>
              <a:rPr sz="1700" spc="70" dirty="0">
                <a:latin typeface="Calibri"/>
                <a:cs typeface="Calibri"/>
              </a:rPr>
              <a:t> </a:t>
            </a:r>
            <a:r>
              <a:rPr sz="1700" i="1" dirty="0">
                <a:latin typeface="Calibri"/>
                <a:cs typeface="Calibri"/>
              </a:rPr>
              <a:t>t2</a:t>
            </a:r>
            <a:endParaRPr sz="17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10"/>
              </a:spcBef>
            </a:pPr>
            <a:r>
              <a:rPr sz="1700" dirty="0">
                <a:latin typeface="Calibri"/>
                <a:cs typeface="Calibri"/>
              </a:rPr>
              <a:t>but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does not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appear</a:t>
            </a:r>
            <a:r>
              <a:rPr sz="1700" spc="-5" dirty="0">
                <a:latin typeface="Calibri"/>
                <a:cs typeface="Calibri"/>
              </a:rPr>
              <a:t> at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i="1" spc="5" dirty="0">
                <a:latin typeface="Calibri"/>
                <a:cs typeface="Calibri"/>
              </a:rPr>
              <a:t>Q</a:t>
            </a:r>
            <a:r>
              <a:rPr sz="1700" i="1" spc="-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until</a:t>
            </a:r>
            <a:r>
              <a:rPr sz="1700" spc="-5" dirty="0">
                <a:latin typeface="Calibri"/>
                <a:cs typeface="Calibri"/>
              </a:rPr>
              <a:t> time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t3.</a:t>
            </a:r>
            <a:endParaRPr sz="1700">
              <a:latin typeface="Calibri"/>
              <a:cs typeface="Calibri"/>
            </a:endParaRPr>
          </a:p>
          <a:p>
            <a:pPr marL="247015" marR="45720">
              <a:lnSpc>
                <a:spcPct val="100000"/>
              </a:lnSpc>
              <a:spcBef>
                <a:spcPts val="340"/>
              </a:spcBef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time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from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i="1" spc="5" dirty="0">
                <a:latin typeface="Calibri"/>
                <a:cs typeface="Calibri"/>
              </a:rPr>
              <a:t>t2</a:t>
            </a:r>
            <a:r>
              <a:rPr sz="1700" i="1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to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i="1" spc="5" dirty="0">
                <a:latin typeface="Calibri"/>
                <a:cs typeface="Calibri"/>
              </a:rPr>
              <a:t>t3</a:t>
            </a:r>
            <a:r>
              <a:rPr sz="1700" i="1" spc="5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is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propagation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time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i="1" spc="-5" dirty="0">
                <a:latin typeface="Calibri"/>
                <a:cs typeface="Calibri"/>
              </a:rPr>
              <a:t>tp.</a:t>
            </a:r>
            <a:endParaRPr sz="1700">
              <a:latin typeface="Calibri"/>
              <a:cs typeface="Calibri"/>
            </a:endParaRPr>
          </a:p>
          <a:p>
            <a:pPr marL="247015" marR="48260" algn="just">
              <a:lnSpc>
                <a:spcPct val="100299"/>
              </a:lnSpc>
              <a:spcBef>
                <a:spcPts val="345"/>
              </a:spcBef>
            </a:pPr>
            <a:r>
              <a:rPr sz="1700" dirty="0">
                <a:latin typeface="Calibri"/>
                <a:cs typeface="Calibri"/>
              </a:rPr>
              <a:t>In </a:t>
            </a:r>
            <a:r>
              <a:rPr sz="1700" spc="-5" dirty="0">
                <a:latin typeface="Calibri"/>
                <a:cs typeface="Calibri"/>
              </a:rPr>
              <a:t>order to </a:t>
            </a:r>
            <a:r>
              <a:rPr sz="1700" spc="-10" dirty="0">
                <a:latin typeface="Calibri"/>
                <a:cs typeface="Calibri"/>
              </a:rPr>
              <a:t>guarantee </a:t>
            </a:r>
            <a:r>
              <a:rPr sz="1700" spc="-5" dirty="0">
                <a:latin typeface="Calibri"/>
                <a:cs typeface="Calibri"/>
              </a:rPr>
              <a:t>proper </a:t>
            </a:r>
            <a:r>
              <a:rPr sz="1700" spc="-10" dirty="0">
                <a:latin typeface="Calibri"/>
                <a:cs typeface="Calibri"/>
              </a:rPr>
              <a:t>operation, 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10" dirty="0">
                <a:latin typeface="Calibri"/>
                <a:cs typeface="Calibri"/>
              </a:rPr>
              <a:t>data </a:t>
            </a:r>
            <a:r>
              <a:rPr sz="1700" dirty="0">
                <a:latin typeface="Calibri"/>
                <a:cs typeface="Calibri"/>
              </a:rPr>
              <a:t>line </a:t>
            </a:r>
            <a:r>
              <a:rPr sz="1700" spc="-10" dirty="0">
                <a:latin typeface="Calibri"/>
                <a:cs typeface="Calibri"/>
              </a:rPr>
              <a:t>must </a:t>
            </a:r>
            <a:r>
              <a:rPr sz="1700" dirty="0">
                <a:latin typeface="Calibri"/>
                <a:cs typeface="Calibri"/>
              </a:rPr>
              <a:t>be held </a:t>
            </a:r>
            <a:r>
              <a:rPr sz="1700" spc="-10" dirty="0">
                <a:latin typeface="Calibri"/>
                <a:cs typeface="Calibri"/>
              </a:rPr>
              <a:t>steady from 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time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i="1" dirty="0">
                <a:latin typeface="Calibri"/>
                <a:cs typeface="Calibri"/>
              </a:rPr>
              <a:t>t2 </a:t>
            </a:r>
            <a:r>
              <a:rPr sz="1700" spc="-10" dirty="0">
                <a:latin typeface="Calibri"/>
                <a:cs typeface="Calibri"/>
              </a:rPr>
              <a:t>until</a:t>
            </a:r>
            <a:r>
              <a:rPr sz="1700" dirty="0">
                <a:latin typeface="Calibri"/>
                <a:cs typeface="Calibri"/>
              </a:rPr>
              <a:t> t4;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is</a:t>
            </a:r>
            <a:r>
              <a:rPr sz="1700" dirty="0">
                <a:latin typeface="Calibri"/>
                <a:cs typeface="Calibri"/>
              </a:rPr>
              <a:t> the hold </a:t>
            </a:r>
            <a:r>
              <a:rPr sz="1700" spc="-10" dirty="0">
                <a:latin typeface="Calibri"/>
                <a:cs typeface="Calibri"/>
              </a:rPr>
              <a:t>time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i="1" spc="5" dirty="0">
                <a:latin typeface="Calibri"/>
                <a:cs typeface="Calibri"/>
              </a:rPr>
              <a:t>t</a:t>
            </a:r>
            <a:r>
              <a:rPr sz="1425" i="1" spc="7" baseline="-14619" dirty="0">
                <a:latin typeface="Calibri"/>
                <a:cs typeface="Calibri"/>
              </a:rPr>
              <a:t>hold</a:t>
            </a:r>
            <a:r>
              <a:rPr sz="1700" spc="5" dirty="0"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  <a:p>
            <a:pPr marL="247015" algn="just">
              <a:lnSpc>
                <a:spcPct val="100000"/>
              </a:lnSpc>
              <a:spcBef>
                <a:spcPts val="434"/>
              </a:spcBef>
            </a:pPr>
            <a:r>
              <a:rPr sz="1700" spc="-15" dirty="0">
                <a:latin typeface="Calibri"/>
                <a:cs typeface="Calibri"/>
              </a:rPr>
              <a:t>After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t4,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D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free</a:t>
            </a:r>
            <a:r>
              <a:rPr sz="1700" spc="-10" dirty="0">
                <a:latin typeface="Calibri"/>
                <a:cs typeface="Calibri"/>
              </a:rPr>
              <a:t> to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change</a:t>
            </a:r>
            <a:r>
              <a:rPr sz="1700" spc="-15" dirty="0">
                <a:latin typeface="Calibri"/>
                <a:cs typeface="Calibri"/>
              </a:rPr>
              <a:t> state.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674" y="1980717"/>
            <a:ext cx="4028757" cy="390960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7494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1200" y="142920"/>
              <a:ext cx="8724600" cy="5232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840" y="133560"/>
                <a:ext cx="8743320" cy="525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6300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8106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213" y="1632140"/>
            <a:ext cx="3615054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40055" algn="l"/>
                <a:tab pos="1223010" algn="l"/>
                <a:tab pos="1953260" algn="l"/>
                <a:tab pos="2495550" algn="l"/>
                <a:tab pos="3434079" algn="l"/>
              </a:tabLst>
            </a:pPr>
            <a:r>
              <a:rPr sz="2100" spc="-170" dirty="0">
                <a:latin typeface="Calibri"/>
                <a:cs typeface="Calibri"/>
              </a:rPr>
              <a:t>T</a:t>
            </a:r>
            <a:r>
              <a:rPr sz="2100" spc="15" dirty="0">
                <a:latin typeface="Calibri"/>
                <a:cs typeface="Calibri"/>
              </a:rPr>
              <a:t>o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10" dirty="0">
                <a:latin typeface="Calibri"/>
                <a:cs typeface="Calibri"/>
              </a:rPr>
              <a:t>b</a:t>
            </a:r>
            <a:r>
              <a:rPr sz="2100" dirty="0">
                <a:latin typeface="Calibri"/>
                <a:cs typeface="Calibri"/>
              </a:rPr>
              <a:t>e</a:t>
            </a:r>
            <a:r>
              <a:rPr sz="2100" spc="5" dirty="0">
                <a:latin typeface="Calibri"/>
                <a:cs typeface="Calibri"/>
              </a:rPr>
              <a:t>gi</a:t>
            </a:r>
            <a:r>
              <a:rPr sz="2100" spc="15" dirty="0">
                <a:latin typeface="Calibri"/>
                <a:cs typeface="Calibri"/>
              </a:rPr>
              <a:t>n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with,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th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m</a:t>
            </a:r>
            <a:r>
              <a:rPr sz="2100" spc="10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s</a:t>
            </a:r>
            <a:r>
              <a:rPr sz="2100" spc="-30" dirty="0">
                <a:latin typeface="Calibri"/>
                <a:cs typeface="Calibri"/>
              </a:rPr>
              <a:t>t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spc="10" dirty="0">
                <a:latin typeface="Calibri"/>
                <a:cs typeface="Calibri"/>
              </a:rPr>
              <a:t>r</a:t>
            </a:r>
            <a:r>
              <a:rPr sz="2100" dirty="0">
                <a:latin typeface="Calibri"/>
                <a:cs typeface="Calibri"/>
              </a:rPr>
              <a:t>	is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213" y="1955787"/>
            <a:ext cx="3618229" cy="33674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just">
              <a:lnSpc>
                <a:spcPct val="100899"/>
              </a:lnSpc>
              <a:spcBef>
                <a:spcPts val="105"/>
              </a:spcBef>
            </a:pPr>
            <a:r>
              <a:rPr sz="2100" dirty="0">
                <a:latin typeface="Calibri"/>
                <a:cs typeface="Calibri"/>
              </a:rPr>
              <a:t>positive-level-triggered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slave</a:t>
            </a:r>
            <a:r>
              <a:rPr sz="2100" spc="5" dirty="0">
                <a:latin typeface="Calibri"/>
                <a:cs typeface="Calibri"/>
              </a:rPr>
              <a:t> is </a:t>
            </a:r>
            <a:r>
              <a:rPr sz="2100" spc="-5" dirty="0">
                <a:latin typeface="Calibri"/>
                <a:cs typeface="Calibri"/>
              </a:rPr>
              <a:t>negative-level-triggered.</a:t>
            </a:r>
            <a:endParaRPr sz="2100">
              <a:latin typeface="Calibri"/>
              <a:cs typeface="Calibri"/>
            </a:endParaRPr>
          </a:p>
          <a:p>
            <a:pPr marL="12700" marR="5080" algn="just">
              <a:lnSpc>
                <a:spcPct val="101200"/>
              </a:lnSpc>
              <a:spcBef>
                <a:spcPts val="415"/>
              </a:spcBef>
            </a:pPr>
            <a:r>
              <a:rPr sz="2100" spc="-10" dirty="0">
                <a:latin typeface="Calibri"/>
                <a:cs typeface="Calibri"/>
              </a:rPr>
              <a:t>Therefore,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master </a:t>
            </a:r>
            <a:r>
              <a:rPr sz="2100" dirty="0">
                <a:latin typeface="Calibri"/>
                <a:cs typeface="Calibri"/>
              </a:rPr>
              <a:t>responds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 </a:t>
            </a:r>
            <a:r>
              <a:rPr sz="2100" spc="5" dirty="0">
                <a:latin typeface="Calibri"/>
                <a:cs typeface="Calibri"/>
              </a:rPr>
              <a:t>its </a:t>
            </a:r>
            <a:r>
              <a:rPr sz="2100" i="1" spc="5" dirty="0">
                <a:latin typeface="Calibri"/>
                <a:cs typeface="Calibri"/>
              </a:rPr>
              <a:t>J </a:t>
            </a:r>
            <a:r>
              <a:rPr sz="2100" spc="10" dirty="0">
                <a:latin typeface="Calibri"/>
                <a:cs typeface="Calibri"/>
              </a:rPr>
              <a:t>and </a:t>
            </a:r>
            <a:r>
              <a:rPr sz="2100" i="1" spc="15" dirty="0">
                <a:latin typeface="Calibri"/>
                <a:cs typeface="Calibri"/>
              </a:rPr>
              <a:t>K </a:t>
            </a:r>
            <a:r>
              <a:rPr sz="2100" spc="5" dirty="0">
                <a:latin typeface="Calibri"/>
                <a:cs typeface="Calibri"/>
              </a:rPr>
              <a:t>inputs </a:t>
            </a:r>
            <a:r>
              <a:rPr sz="2100" spc="-10" dirty="0">
                <a:latin typeface="Calibri"/>
                <a:cs typeface="Calibri"/>
              </a:rPr>
              <a:t>before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slave.</a:t>
            </a:r>
            <a:endParaRPr sz="2100">
              <a:latin typeface="Calibri"/>
              <a:cs typeface="Calibri"/>
            </a:endParaRPr>
          </a:p>
          <a:p>
            <a:pPr marL="12700" marR="5080" algn="just">
              <a:lnSpc>
                <a:spcPct val="101000"/>
              </a:lnSpc>
              <a:spcBef>
                <a:spcPts val="430"/>
              </a:spcBef>
            </a:pPr>
            <a:r>
              <a:rPr sz="2100" spc="5" dirty="0">
                <a:latin typeface="Calibri"/>
                <a:cs typeface="Calibri"/>
              </a:rPr>
              <a:t>If </a:t>
            </a:r>
            <a:r>
              <a:rPr sz="2100" i="1" spc="5" dirty="0">
                <a:latin typeface="Calibri"/>
                <a:cs typeface="Calibri"/>
              </a:rPr>
              <a:t>J </a:t>
            </a:r>
            <a:r>
              <a:rPr sz="2100" spc="10" dirty="0">
                <a:latin typeface="Calibri"/>
                <a:cs typeface="Calibri"/>
              </a:rPr>
              <a:t>= 1 and </a:t>
            </a:r>
            <a:r>
              <a:rPr sz="2100" i="1" spc="15" dirty="0">
                <a:latin typeface="Calibri"/>
                <a:cs typeface="Calibri"/>
              </a:rPr>
              <a:t>K </a:t>
            </a:r>
            <a:r>
              <a:rPr sz="2100" spc="10" dirty="0">
                <a:latin typeface="Calibri"/>
                <a:cs typeface="Calibri"/>
              </a:rPr>
              <a:t>= </a:t>
            </a:r>
            <a:r>
              <a:rPr sz="2100" spc="5" dirty="0">
                <a:latin typeface="Calibri"/>
                <a:cs typeface="Calibri"/>
              </a:rPr>
              <a:t>0, the </a:t>
            </a:r>
            <a:r>
              <a:rPr sz="2100" dirty="0">
                <a:latin typeface="Calibri"/>
                <a:cs typeface="Calibri"/>
              </a:rPr>
              <a:t>master sets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on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dirty="0">
                <a:latin typeface="Calibri"/>
                <a:cs typeface="Calibri"/>
              </a:rPr>
              <a:t>positive </a:t>
            </a:r>
            <a:r>
              <a:rPr sz="2100" spc="5" dirty="0">
                <a:latin typeface="Calibri"/>
                <a:cs typeface="Calibri"/>
              </a:rPr>
              <a:t>clock </a:t>
            </a:r>
            <a:r>
              <a:rPr sz="2100" dirty="0">
                <a:latin typeface="Calibri"/>
                <a:cs typeface="Calibri"/>
              </a:rPr>
              <a:t>transition. </a:t>
            </a:r>
            <a:r>
              <a:rPr sz="2100" spc="5" dirty="0">
                <a:latin typeface="Calibri"/>
                <a:cs typeface="Calibri"/>
              </a:rPr>
              <a:t> The high </a:t>
            </a:r>
            <a:r>
              <a:rPr sz="2100" i="1" spc="15" dirty="0">
                <a:latin typeface="Calibri"/>
                <a:cs typeface="Calibri"/>
              </a:rPr>
              <a:t>Q </a:t>
            </a:r>
            <a:r>
              <a:rPr sz="2100" spc="5" dirty="0">
                <a:latin typeface="Calibri"/>
                <a:cs typeface="Calibri"/>
              </a:rPr>
              <a:t>output </a:t>
            </a:r>
            <a:r>
              <a:rPr sz="2100" dirty="0">
                <a:latin typeface="Calibri"/>
                <a:cs typeface="Calibri"/>
              </a:rPr>
              <a:t>of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master </a:t>
            </a:r>
            <a:r>
              <a:rPr sz="2100" dirty="0">
                <a:latin typeface="Calibri"/>
                <a:cs typeface="Calibri"/>
              </a:rPr>
              <a:t> drives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i="1" spc="5" dirty="0">
                <a:latin typeface="Calibri"/>
                <a:cs typeface="Calibri"/>
              </a:rPr>
              <a:t>J </a:t>
            </a:r>
            <a:r>
              <a:rPr sz="2100" spc="5" dirty="0">
                <a:latin typeface="Calibri"/>
                <a:cs typeface="Calibri"/>
              </a:rPr>
              <a:t>input </a:t>
            </a:r>
            <a:r>
              <a:rPr sz="2100" dirty="0">
                <a:latin typeface="Calibri"/>
                <a:cs typeface="Calibri"/>
              </a:rPr>
              <a:t>of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slave, </a:t>
            </a:r>
            <a:r>
              <a:rPr sz="2100" spc="10" dirty="0">
                <a:latin typeface="Calibri"/>
                <a:cs typeface="Calibri"/>
              </a:rPr>
              <a:t>so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on</a:t>
            </a:r>
            <a:r>
              <a:rPr sz="2100" spc="17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17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negative</a:t>
            </a:r>
            <a:r>
              <a:rPr sz="2100" spc="18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clock</a:t>
            </a:r>
            <a:r>
              <a:rPr sz="2100" spc="1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transition,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641587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665423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213" y="5296217"/>
            <a:ext cx="361632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0"/>
              </a:spcBef>
              <a:tabLst>
                <a:tab pos="621030" algn="l"/>
                <a:tab pos="1408430" algn="l"/>
                <a:tab pos="2150110" algn="l"/>
                <a:tab pos="3237230" algn="l"/>
              </a:tabLst>
            </a:pPr>
            <a:r>
              <a:rPr sz="2100" dirty="0">
                <a:latin typeface="Calibri"/>
                <a:cs typeface="Calibri"/>
              </a:rPr>
              <a:t>t</a:t>
            </a:r>
            <a:r>
              <a:rPr sz="2100" spc="5" dirty="0">
                <a:latin typeface="Calibri"/>
                <a:cs typeface="Calibri"/>
              </a:rPr>
              <a:t>h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spc="10" dirty="0">
                <a:latin typeface="Calibri"/>
                <a:cs typeface="Calibri"/>
              </a:rPr>
              <a:t>l</a:t>
            </a:r>
            <a:r>
              <a:rPr sz="2100" spc="-3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v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et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spc="5" dirty="0">
                <a:latin typeface="Calibri"/>
                <a:cs typeface="Calibri"/>
              </a:rPr>
              <a:t>,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-25" dirty="0">
                <a:latin typeface="Calibri"/>
                <a:cs typeface="Calibri"/>
              </a:rPr>
              <a:t>c</a:t>
            </a:r>
            <a:r>
              <a:rPr sz="2100" spc="10" dirty="0">
                <a:latin typeface="Calibri"/>
                <a:cs typeface="Calibri"/>
              </a:rPr>
              <a:t>o</a:t>
            </a:r>
            <a:r>
              <a:rPr sz="2100" spc="-5" dirty="0">
                <a:latin typeface="Calibri"/>
                <a:cs typeface="Calibri"/>
              </a:rPr>
              <a:t>p</a:t>
            </a:r>
            <a:r>
              <a:rPr sz="2100" spc="5" dirty="0">
                <a:latin typeface="Calibri"/>
                <a:cs typeface="Calibri"/>
              </a:rPr>
              <a:t>y</a:t>
            </a:r>
            <a:r>
              <a:rPr sz="2100" spc="10" dirty="0">
                <a:latin typeface="Calibri"/>
                <a:cs typeface="Calibri"/>
              </a:rPr>
              <a:t>i</a:t>
            </a:r>
            <a:r>
              <a:rPr sz="2100" spc="5" dirty="0">
                <a:latin typeface="Calibri"/>
                <a:cs typeface="Calibri"/>
              </a:rPr>
              <a:t>n</a:t>
            </a:r>
            <a:r>
              <a:rPr sz="2100" spc="10" dirty="0">
                <a:latin typeface="Calibri"/>
                <a:cs typeface="Calibri"/>
              </a:rPr>
              <a:t>g</a:t>
            </a:r>
            <a:r>
              <a:rPr sz="2100" dirty="0">
                <a:latin typeface="Calibri"/>
                <a:cs typeface="Calibri"/>
              </a:rPr>
              <a:t>	t</a:t>
            </a:r>
            <a:r>
              <a:rPr sz="2100" spc="5" dirty="0">
                <a:latin typeface="Calibri"/>
                <a:cs typeface="Calibri"/>
              </a:rPr>
              <a:t>he  action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master.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00" y="1409395"/>
            <a:ext cx="3706190" cy="156168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4814646"/>
            <a:ext cx="1571040" cy="18903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114" y="3161880"/>
            <a:ext cx="2944075" cy="148572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/>
              <p14:cNvContentPartPr/>
              <p14:nvPr/>
            </p14:nvContentPartPr>
            <p14:xfrm>
              <a:off x="4768560" y="928800"/>
              <a:ext cx="4045680" cy="26434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9200" y="919440"/>
                <a:ext cx="4064400" cy="266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8708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13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544" y="1633219"/>
            <a:ext cx="3561715" cy="4114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r>
              <a:rPr sz="2600" spc="-5" dirty="0">
                <a:latin typeface="Calibri"/>
                <a:cs typeface="Calibri"/>
              </a:rPr>
              <a:t>If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J</a:t>
            </a:r>
            <a:r>
              <a:rPr sz="2600" i="1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K</a:t>
            </a:r>
            <a:r>
              <a:rPr sz="2600" i="1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1,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master resets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10" dirty="0">
                <a:latin typeface="Calibri"/>
                <a:cs typeface="Calibri"/>
              </a:rPr>
              <a:t>the PT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 clock. The </a:t>
            </a:r>
            <a:r>
              <a:rPr sz="2600" spc="-5" dirty="0">
                <a:latin typeface="Calibri"/>
                <a:cs typeface="Calibri"/>
              </a:rPr>
              <a:t>high </a:t>
            </a:r>
            <a:r>
              <a:rPr sz="2600" spc="-10" dirty="0">
                <a:latin typeface="Calibri"/>
                <a:cs typeface="Calibri"/>
              </a:rPr>
              <a:t>output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master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goes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K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input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slave.</a:t>
            </a:r>
            <a:endParaRPr sz="26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505"/>
              </a:spcBef>
            </a:pPr>
            <a:r>
              <a:rPr sz="2600" spc="-25" dirty="0">
                <a:latin typeface="Calibri"/>
                <a:cs typeface="Calibri"/>
              </a:rPr>
              <a:t>Therefore,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NT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clock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forces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slave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reset.</a:t>
            </a:r>
            <a:endParaRPr sz="26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515"/>
              </a:spcBef>
            </a:pPr>
            <a:r>
              <a:rPr sz="2600" spc="-15" dirty="0">
                <a:latin typeface="Calibri"/>
                <a:cs typeface="Calibri"/>
              </a:rPr>
              <a:t>Again,</a:t>
            </a:r>
            <a:r>
              <a:rPr sz="2600" spc="-10" dirty="0">
                <a:latin typeface="Calibri"/>
                <a:cs typeface="Calibri"/>
              </a:rPr>
              <a:t> 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slave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has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copied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 </a:t>
            </a:r>
            <a:r>
              <a:rPr sz="2600" spc="-55" dirty="0">
                <a:latin typeface="Calibri"/>
                <a:cs typeface="Calibri"/>
              </a:rPr>
              <a:t>master.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65893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91246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035" y="1409395"/>
            <a:ext cx="3704755" cy="15616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114" y="3161880"/>
            <a:ext cx="2942996" cy="14857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3600" y="4814646"/>
            <a:ext cx="1571040" cy="18903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45902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8106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213" y="1632140"/>
            <a:ext cx="362013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0"/>
              </a:spcBef>
            </a:pP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5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master's</a:t>
            </a:r>
            <a:r>
              <a:rPr sz="2100" spc="75" dirty="0">
                <a:latin typeface="Calibri"/>
                <a:cs typeface="Calibri"/>
              </a:rPr>
              <a:t> </a:t>
            </a:r>
            <a:r>
              <a:rPr sz="2100" i="1" spc="5" dirty="0">
                <a:latin typeface="Calibri"/>
                <a:cs typeface="Calibri"/>
              </a:rPr>
              <a:t>J</a:t>
            </a:r>
            <a:r>
              <a:rPr sz="2100" i="1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50" dirty="0">
                <a:latin typeface="Calibri"/>
                <a:cs typeface="Calibri"/>
              </a:rPr>
              <a:t> </a:t>
            </a:r>
            <a:r>
              <a:rPr sz="2100" i="1" spc="15" dirty="0">
                <a:latin typeface="Calibri"/>
                <a:cs typeface="Calibri"/>
              </a:rPr>
              <a:t>K</a:t>
            </a:r>
            <a:r>
              <a:rPr sz="2100" i="1" spc="5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inputs</a:t>
            </a:r>
            <a:r>
              <a:rPr sz="2100" spc="5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are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both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high,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toggles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PT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213" y="2278697"/>
            <a:ext cx="361442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46100" algn="l"/>
                <a:tab pos="1268095" algn="l"/>
                <a:tab pos="1847214" algn="l"/>
                <a:tab pos="2381250" algn="l"/>
                <a:tab pos="3093720" algn="l"/>
              </a:tabLst>
            </a:pPr>
            <a:r>
              <a:rPr sz="2100" dirty="0">
                <a:latin typeface="Calibri"/>
                <a:cs typeface="Calibri"/>
              </a:rPr>
              <a:t>t</a:t>
            </a:r>
            <a:r>
              <a:rPr sz="2100" spc="5" dirty="0">
                <a:latin typeface="Calibri"/>
                <a:cs typeface="Calibri"/>
              </a:rPr>
              <a:t>h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cloc</a:t>
            </a:r>
            <a:r>
              <a:rPr sz="2100" spc="10" dirty="0">
                <a:latin typeface="Calibri"/>
                <a:cs typeface="Calibri"/>
              </a:rPr>
              <a:t>k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-5" dirty="0">
                <a:latin typeface="Calibri"/>
                <a:cs typeface="Calibri"/>
              </a:rPr>
              <a:t>a</a:t>
            </a:r>
            <a:r>
              <a:rPr sz="2100" spc="10" dirty="0">
                <a:latin typeface="Calibri"/>
                <a:cs typeface="Calibri"/>
              </a:rPr>
              <a:t>n</a:t>
            </a:r>
            <a:r>
              <a:rPr sz="2100" spc="15" dirty="0">
                <a:latin typeface="Calibri"/>
                <a:cs typeface="Calibri"/>
              </a:rPr>
              <a:t>d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th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sl</a:t>
            </a:r>
            <a:r>
              <a:rPr sz="2100" spc="-25" dirty="0">
                <a:latin typeface="Calibri"/>
                <a:cs typeface="Calibri"/>
              </a:rPr>
              <a:t>av</a:t>
            </a:r>
            <a:r>
              <a:rPr sz="2100" spc="10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spc="5" dirty="0">
                <a:latin typeface="Calibri"/>
                <a:cs typeface="Calibri"/>
              </a:rPr>
              <a:t>th</a:t>
            </a:r>
            <a:r>
              <a:rPr sz="2100" dirty="0">
                <a:latin typeface="Calibri"/>
                <a:cs typeface="Calibri"/>
              </a:rPr>
              <a:t>e</a:t>
            </a:r>
            <a:r>
              <a:rPr sz="2100" spc="15" dirty="0">
                <a:latin typeface="Calibri"/>
                <a:cs typeface="Calibri"/>
              </a:rPr>
              <a:t>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13" y="2549494"/>
            <a:ext cx="3616325" cy="2073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900"/>
              </a:lnSpc>
              <a:spcBef>
                <a:spcPts val="90"/>
              </a:spcBef>
            </a:pPr>
            <a:r>
              <a:rPr sz="2100" spc="5" dirty="0">
                <a:latin typeface="Calibri"/>
                <a:cs typeface="Calibri"/>
              </a:rPr>
              <a:t>toggles on the clock </a:t>
            </a:r>
            <a:r>
              <a:rPr sz="2100" spc="-65" dirty="0">
                <a:latin typeface="Calibri"/>
                <a:cs typeface="Calibri"/>
              </a:rPr>
              <a:t>NT. 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Regardless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what</a:t>
            </a:r>
            <a:r>
              <a:rPr sz="2100" spc="7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6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master</a:t>
            </a:r>
            <a:endParaRPr sz="2100">
              <a:latin typeface="Calibri"/>
              <a:cs typeface="Calibri"/>
            </a:endParaRPr>
          </a:p>
          <a:p>
            <a:pPr marL="12700" marR="5080" algn="just">
              <a:lnSpc>
                <a:spcPct val="100899"/>
              </a:lnSpc>
              <a:spcBef>
                <a:spcPts val="10"/>
              </a:spcBef>
            </a:pPr>
            <a:r>
              <a:rPr sz="2100" spc="5" dirty="0">
                <a:latin typeface="Calibri"/>
                <a:cs typeface="Calibri"/>
              </a:rPr>
              <a:t>does, </a:t>
            </a:r>
            <a:r>
              <a:rPr sz="2100" spc="-10" dirty="0">
                <a:latin typeface="Calibri"/>
                <a:cs typeface="Calibri"/>
              </a:rPr>
              <a:t>therefore,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slave </a:t>
            </a:r>
            <a:r>
              <a:rPr sz="2100" dirty="0">
                <a:latin typeface="Calibri"/>
                <a:cs typeface="Calibri"/>
              </a:rPr>
              <a:t>copies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it: </a:t>
            </a:r>
            <a:r>
              <a:rPr sz="2100" spc="5" dirty="0">
                <a:latin typeface="Calibri"/>
                <a:cs typeface="Calibri"/>
              </a:rPr>
              <a:t>if the </a:t>
            </a:r>
            <a:r>
              <a:rPr sz="2100" dirty="0">
                <a:latin typeface="Calibri"/>
                <a:cs typeface="Calibri"/>
              </a:rPr>
              <a:t>master sets, </a:t>
            </a:r>
            <a:r>
              <a:rPr sz="2100" spc="5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slave </a:t>
            </a:r>
            <a:r>
              <a:rPr sz="2100" dirty="0">
                <a:latin typeface="Calibri"/>
                <a:cs typeface="Calibri"/>
              </a:rPr>
              <a:t> sets;</a:t>
            </a:r>
            <a:r>
              <a:rPr sz="2100" spc="5" dirty="0">
                <a:latin typeface="Calibri"/>
                <a:cs typeface="Calibri"/>
              </a:rPr>
              <a:t> if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master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resets,</a:t>
            </a:r>
            <a:r>
              <a:rPr sz="2100" dirty="0">
                <a:latin typeface="Calibri"/>
                <a:cs typeface="Calibri"/>
              </a:rPr>
              <a:t> the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slave resets.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964497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012906"/>
            <a:ext cx="12065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1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213" y="5026939"/>
            <a:ext cx="3620770" cy="996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100"/>
              </a:spcBef>
            </a:pP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i="1" spc="5" dirty="0">
                <a:latin typeface="Calibri"/>
                <a:cs typeface="Calibri"/>
              </a:rPr>
              <a:t>J</a:t>
            </a:r>
            <a:r>
              <a:rPr sz="2100" i="1" spc="1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=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spc="15" dirty="0">
                <a:latin typeface="Calibri"/>
                <a:cs typeface="Calibri"/>
              </a:rPr>
              <a:t>K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=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0,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the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flip-flop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 </a:t>
            </a:r>
            <a:r>
              <a:rPr sz="2100" spc="5" dirty="0">
                <a:latin typeface="Calibri"/>
                <a:cs typeface="Calibri"/>
              </a:rPr>
              <a:t> disabled</a:t>
            </a:r>
            <a:r>
              <a:rPr sz="2100" spc="10" dirty="0">
                <a:latin typeface="Calibri"/>
                <a:cs typeface="Calibri"/>
              </a:rPr>
              <a:t> and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spc="15" dirty="0">
                <a:latin typeface="Calibri"/>
                <a:cs typeface="Calibri"/>
              </a:rPr>
              <a:t>Q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remains </a:t>
            </a:r>
            <a:r>
              <a:rPr sz="2100" spc="5" dirty="0">
                <a:latin typeface="Calibri"/>
                <a:cs typeface="Calibri"/>
              </a:rPr>
              <a:t> unchanged.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035" y="1409395"/>
            <a:ext cx="3704755" cy="15616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114" y="3161880"/>
            <a:ext cx="2942996" cy="148572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3600" y="4814646"/>
            <a:ext cx="1571040" cy="189035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4154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0936"/>
            <a:ext cx="8072120" cy="451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34315" indent="-222250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34315" algn="l"/>
                <a:tab pos="234950" algn="l"/>
              </a:tabLst>
            </a:pPr>
            <a:r>
              <a:rPr sz="2050" spc="15" dirty="0">
                <a:latin typeface="Calibri"/>
                <a:cs typeface="Calibri"/>
              </a:rPr>
              <a:t>The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truth table </a:t>
            </a:r>
            <a:r>
              <a:rPr sz="2050" spc="-5" dirty="0">
                <a:latin typeface="Calibri"/>
                <a:cs typeface="Calibri"/>
              </a:rPr>
              <a:t>reveals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this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action</a:t>
            </a:r>
            <a:r>
              <a:rPr sz="2050" spc="5" dirty="0">
                <a:latin typeface="Calibri"/>
                <a:cs typeface="Calibri"/>
              </a:rPr>
              <a:t> by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means</a:t>
            </a:r>
            <a:r>
              <a:rPr sz="2050" spc="5" dirty="0">
                <a:latin typeface="Calibri"/>
                <a:cs typeface="Calibri"/>
              </a:rPr>
              <a:t> of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pulse</a:t>
            </a:r>
            <a:r>
              <a:rPr sz="2050" dirty="0">
                <a:latin typeface="Calibri"/>
                <a:cs typeface="Calibri"/>
              </a:rPr>
              <a:t> symbol</a:t>
            </a:r>
            <a:endParaRPr sz="2050">
              <a:latin typeface="Calibri"/>
              <a:cs typeface="Calibri"/>
            </a:endParaRPr>
          </a:p>
          <a:p>
            <a:pPr marL="1108710">
              <a:lnSpc>
                <a:spcPct val="100000"/>
              </a:lnSpc>
              <a:spcBef>
                <a:spcPts val="450"/>
              </a:spcBef>
              <a:tabLst>
                <a:tab pos="1320800" algn="l"/>
              </a:tabLst>
            </a:pPr>
            <a:r>
              <a:rPr sz="20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0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endParaRPr sz="2050">
              <a:latin typeface="Calibri"/>
              <a:cs typeface="Calibri"/>
            </a:endParaRPr>
          </a:p>
          <a:p>
            <a:pPr marL="234315" marR="5080" indent="-222250">
              <a:lnSpc>
                <a:spcPct val="101200"/>
              </a:lnSpc>
              <a:spcBef>
                <a:spcPts val="420"/>
              </a:spcBef>
              <a:buFont typeface="Arial MT"/>
              <a:buChar char="•"/>
              <a:tabLst>
                <a:tab pos="234315" algn="l"/>
                <a:tab pos="234950" algn="l"/>
                <a:tab pos="2649220" algn="l"/>
              </a:tabLst>
            </a:pPr>
            <a:r>
              <a:rPr sz="2050" spc="5" dirty="0">
                <a:latin typeface="Calibri"/>
                <a:cs typeface="Calibri"/>
              </a:rPr>
              <a:t>Second,</a:t>
            </a:r>
            <a:r>
              <a:rPr sz="2050" spc="13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1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symbol	</a:t>
            </a:r>
            <a:r>
              <a:rPr sz="2050" spc="10" dirty="0">
                <a:latin typeface="Calibri"/>
                <a:cs typeface="Calibri"/>
              </a:rPr>
              <a:t>appearing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next</a:t>
            </a:r>
            <a:r>
              <a:rPr sz="2050" spc="114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to</a:t>
            </a:r>
            <a:r>
              <a:rPr sz="2050" spc="114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135" dirty="0">
                <a:latin typeface="Calibri"/>
                <a:cs typeface="Calibri"/>
              </a:rPr>
              <a:t> </a:t>
            </a:r>
            <a:r>
              <a:rPr sz="2050" i="1" spc="20" dirty="0">
                <a:latin typeface="Calibri"/>
                <a:cs typeface="Calibri"/>
              </a:rPr>
              <a:t>Q</a:t>
            </a:r>
            <a:r>
              <a:rPr sz="2050" i="1" spc="12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and</a:t>
            </a:r>
            <a:r>
              <a:rPr sz="2050" spc="10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i="1" spc="10" dirty="0">
                <a:latin typeface="Calibri"/>
                <a:cs typeface="Calibri"/>
              </a:rPr>
              <a:t>Q’</a:t>
            </a:r>
            <a:r>
              <a:rPr sz="2050" i="1" spc="114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outputs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is</a:t>
            </a:r>
            <a:r>
              <a:rPr sz="2050" spc="114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 </a:t>
            </a:r>
            <a:r>
              <a:rPr sz="2050" spc="-44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IEEE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designation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for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a </a:t>
            </a:r>
            <a:r>
              <a:rPr sz="2050" i="1" spc="5" dirty="0">
                <a:latin typeface="Calibri"/>
                <a:cs typeface="Calibri"/>
              </a:rPr>
              <a:t>postponed output.</a:t>
            </a:r>
            <a:endParaRPr sz="2050">
              <a:latin typeface="Calibri"/>
              <a:cs typeface="Calibri"/>
            </a:endParaRPr>
          </a:p>
          <a:p>
            <a:pPr marL="234315" marR="6985" indent="-222250">
              <a:lnSpc>
                <a:spcPct val="101200"/>
              </a:lnSpc>
              <a:spcBef>
                <a:spcPts val="425"/>
              </a:spcBef>
              <a:buFont typeface="Arial MT"/>
              <a:buChar char="•"/>
              <a:tabLst>
                <a:tab pos="234315" algn="l"/>
                <a:tab pos="234950" algn="l"/>
              </a:tabLst>
            </a:pPr>
            <a:r>
              <a:rPr sz="2050" spc="10" dirty="0">
                <a:latin typeface="Calibri"/>
                <a:cs typeface="Calibri"/>
              </a:rPr>
              <a:t>In</a:t>
            </a:r>
            <a:r>
              <a:rPr sz="2050" spc="19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this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case,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it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means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i="1" spc="20" dirty="0">
                <a:latin typeface="Calibri"/>
                <a:cs typeface="Calibri"/>
              </a:rPr>
              <a:t>Q</a:t>
            </a:r>
            <a:r>
              <a:rPr sz="2050" i="1" spc="18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does</a:t>
            </a:r>
            <a:r>
              <a:rPr sz="2050" spc="18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not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change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state</a:t>
            </a:r>
            <a:r>
              <a:rPr sz="2050" spc="1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until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the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clock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makes</a:t>
            </a:r>
            <a:r>
              <a:rPr sz="2050" spc="180" dirty="0">
                <a:latin typeface="Calibri"/>
                <a:cs typeface="Calibri"/>
              </a:rPr>
              <a:t> </a:t>
            </a:r>
            <a:r>
              <a:rPr sz="2050" spc="15" dirty="0">
                <a:latin typeface="Calibri"/>
                <a:cs typeface="Calibri"/>
              </a:rPr>
              <a:t>an </a:t>
            </a:r>
            <a:r>
              <a:rPr sz="2050" spc="-450" dirty="0">
                <a:latin typeface="Calibri"/>
                <a:cs typeface="Calibri"/>
              </a:rPr>
              <a:t> </a:t>
            </a:r>
            <a:r>
              <a:rPr sz="2050" spc="-60" dirty="0">
                <a:latin typeface="Calibri"/>
                <a:cs typeface="Calibri"/>
              </a:rPr>
              <a:t>NT.</a:t>
            </a:r>
            <a:endParaRPr sz="2050">
              <a:latin typeface="Calibri"/>
              <a:cs typeface="Calibri"/>
            </a:endParaRPr>
          </a:p>
          <a:p>
            <a:pPr marL="234315" marR="9525" indent="-222250" algn="just">
              <a:lnSpc>
                <a:spcPct val="101600"/>
              </a:lnSpc>
              <a:spcBef>
                <a:spcPts val="409"/>
              </a:spcBef>
              <a:buFont typeface="Arial MT"/>
              <a:buChar char="•"/>
              <a:tabLst>
                <a:tab pos="234950" algn="l"/>
              </a:tabLst>
            </a:pPr>
            <a:r>
              <a:rPr sz="2050" spc="10" dirty="0">
                <a:latin typeface="Calibri"/>
                <a:cs typeface="Calibri"/>
              </a:rPr>
              <a:t>In </a:t>
            </a:r>
            <a:r>
              <a:rPr sz="2050" spc="5" dirty="0">
                <a:latin typeface="Calibri"/>
                <a:cs typeface="Calibri"/>
              </a:rPr>
              <a:t>other </a:t>
            </a:r>
            <a:r>
              <a:rPr sz="2050" dirty="0">
                <a:latin typeface="Calibri"/>
                <a:cs typeface="Calibri"/>
              </a:rPr>
              <a:t>words, </a:t>
            </a:r>
            <a:r>
              <a:rPr sz="2050" spc="10" dirty="0">
                <a:latin typeface="Calibri"/>
                <a:cs typeface="Calibri"/>
              </a:rPr>
              <a:t>the </a:t>
            </a:r>
            <a:r>
              <a:rPr sz="2050" spc="-5" dirty="0">
                <a:latin typeface="Calibri"/>
                <a:cs typeface="Calibri"/>
              </a:rPr>
              <a:t>contents </a:t>
            </a:r>
            <a:r>
              <a:rPr sz="2050" spc="5" dirty="0">
                <a:latin typeface="Calibri"/>
                <a:cs typeface="Calibri"/>
              </a:rPr>
              <a:t>of the </a:t>
            </a:r>
            <a:r>
              <a:rPr sz="2050" dirty="0">
                <a:latin typeface="Calibri"/>
                <a:cs typeface="Calibri"/>
              </a:rPr>
              <a:t>master </a:t>
            </a:r>
            <a:r>
              <a:rPr sz="2050" spc="5" dirty="0">
                <a:latin typeface="Calibri"/>
                <a:cs typeface="Calibri"/>
              </a:rPr>
              <a:t>are </a:t>
            </a:r>
            <a:r>
              <a:rPr sz="2050" dirty="0">
                <a:latin typeface="Calibri"/>
                <a:cs typeface="Calibri"/>
              </a:rPr>
              <a:t>shifting </a:t>
            </a:r>
            <a:r>
              <a:rPr sz="2050" spc="-5" dirty="0">
                <a:latin typeface="Calibri"/>
                <a:cs typeface="Calibri"/>
              </a:rPr>
              <a:t>into </a:t>
            </a:r>
            <a:r>
              <a:rPr sz="2050" spc="10" dirty="0">
                <a:latin typeface="Calibri"/>
                <a:cs typeface="Calibri"/>
              </a:rPr>
              <a:t>the </a:t>
            </a:r>
            <a:r>
              <a:rPr sz="2050" spc="-5" dirty="0">
                <a:latin typeface="Calibri"/>
                <a:cs typeface="Calibri"/>
              </a:rPr>
              <a:t>slave </a:t>
            </a:r>
            <a:r>
              <a:rPr sz="2050" spc="15" dirty="0">
                <a:latin typeface="Calibri"/>
                <a:cs typeface="Calibri"/>
              </a:rPr>
              <a:t>on 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clock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60" dirty="0">
                <a:latin typeface="Calibri"/>
                <a:cs typeface="Calibri"/>
              </a:rPr>
              <a:t>NT,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and</a:t>
            </a:r>
            <a:r>
              <a:rPr sz="2050" dirty="0">
                <a:latin typeface="Calibri"/>
                <a:cs typeface="Calibri"/>
              </a:rPr>
              <a:t> at </a:t>
            </a:r>
            <a:r>
              <a:rPr sz="2050" spc="10" dirty="0">
                <a:latin typeface="Calibri"/>
                <a:cs typeface="Calibri"/>
              </a:rPr>
              <a:t>this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time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i="1" spc="20" dirty="0">
                <a:latin typeface="Calibri"/>
                <a:cs typeface="Calibri"/>
              </a:rPr>
              <a:t>Q</a:t>
            </a:r>
            <a:r>
              <a:rPr sz="2050" i="1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changes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state.</a:t>
            </a:r>
            <a:endParaRPr sz="2050">
              <a:latin typeface="Calibri"/>
              <a:cs typeface="Calibri"/>
            </a:endParaRPr>
          </a:p>
          <a:p>
            <a:pPr marL="234315" marR="8255" indent="-222250" algn="just">
              <a:lnSpc>
                <a:spcPct val="101200"/>
              </a:lnSpc>
              <a:spcBef>
                <a:spcPts val="420"/>
              </a:spcBef>
              <a:buFont typeface="Arial MT"/>
              <a:buChar char="•"/>
              <a:tabLst>
                <a:tab pos="234950" algn="l"/>
              </a:tabLst>
            </a:pPr>
            <a:r>
              <a:rPr sz="2050" spc="-80" dirty="0">
                <a:latin typeface="Calibri"/>
                <a:cs typeface="Calibri"/>
              </a:rPr>
              <a:t>To </a:t>
            </a:r>
            <a:r>
              <a:rPr sz="2050" spc="5" dirty="0">
                <a:latin typeface="Calibri"/>
                <a:cs typeface="Calibri"/>
              </a:rPr>
              <a:t>summarize: </a:t>
            </a:r>
            <a:r>
              <a:rPr sz="2050" spc="10" dirty="0">
                <a:latin typeface="Calibri"/>
                <a:cs typeface="Calibri"/>
              </a:rPr>
              <a:t>The </a:t>
            </a:r>
            <a:r>
              <a:rPr sz="2050" dirty="0">
                <a:latin typeface="Calibri"/>
                <a:cs typeface="Calibri"/>
              </a:rPr>
              <a:t>master </a:t>
            </a:r>
            <a:r>
              <a:rPr sz="2050" spc="5" dirty="0">
                <a:latin typeface="Calibri"/>
                <a:cs typeface="Calibri"/>
              </a:rPr>
              <a:t>is </a:t>
            </a:r>
            <a:r>
              <a:rPr sz="2050" dirty="0">
                <a:latin typeface="Calibri"/>
                <a:cs typeface="Calibri"/>
              </a:rPr>
              <a:t>set </a:t>
            </a:r>
            <a:r>
              <a:rPr sz="2050" spc="5" dirty="0">
                <a:latin typeface="Calibri"/>
                <a:cs typeface="Calibri"/>
              </a:rPr>
              <a:t>according </a:t>
            </a:r>
            <a:r>
              <a:rPr sz="2050" spc="-5" dirty="0">
                <a:latin typeface="Calibri"/>
                <a:cs typeface="Calibri"/>
              </a:rPr>
              <a:t>to </a:t>
            </a:r>
            <a:r>
              <a:rPr sz="2050" i="1" spc="5" dirty="0">
                <a:latin typeface="Calibri"/>
                <a:cs typeface="Calibri"/>
              </a:rPr>
              <a:t>J </a:t>
            </a:r>
            <a:r>
              <a:rPr sz="2050" spc="10" dirty="0">
                <a:latin typeface="Calibri"/>
                <a:cs typeface="Calibri"/>
              </a:rPr>
              <a:t>and </a:t>
            </a:r>
            <a:r>
              <a:rPr sz="2050" i="1" spc="15" dirty="0">
                <a:latin typeface="Calibri"/>
                <a:cs typeface="Calibri"/>
              </a:rPr>
              <a:t>K </a:t>
            </a:r>
            <a:r>
              <a:rPr sz="2050" spc="10" dirty="0">
                <a:latin typeface="Calibri"/>
                <a:cs typeface="Calibri"/>
              </a:rPr>
              <a:t>while the </a:t>
            </a:r>
            <a:r>
              <a:rPr sz="2050" spc="5" dirty="0">
                <a:latin typeface="Calibri"/>
                <a:cs typeface="Calibri"/>
              </a:rPr>
              <a:t>clock is </a:t>
            </a:r>
            <a:r>
              <a:rPr sz="2050" spc="10" dirty="0">
                <a:latin typeface="Calibri"/>
                <a:cs typeface="Calibri"/>
              </a:rPr>
              <a:t> high;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the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contents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of</a:t>
            </a:r>
            <a:r>
              <a:rPr sz="2050" spc="10" dirty="0">
                <a:latin typeface="Calibri"/>
                <a:cs typeface="Calibri"/>
              </a:rPr>
              <a:t> the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master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then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shifted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into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the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slave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(Q 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changes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state) </a:t>
            </a:r>
            <a:r>
              <a:rPr sz="2050" spc="10" dirty="0">
                <a:latin typeface="Calibri"/>
                <a:cs typeface="Calibri"/>
              </a:rPr>
              <a:t>when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clock </a:t>
            </a:r>
            <a:r>
              <a:rPr sz="2050" dirty="0">
                <a:latin typeface="Calibri"/>
                <a:cs typeface="Calibri"/>
              </a:rPr>
              <a:t>goes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low.</a:t>
            </a:r>
            <a:endParaRPr sz="2050">
              <a:latin typeface="Calibri"/>
              <a:cs typeface="Calibri"/>
            </a:endParaRPr>
          </a:p>
          <a:p>
            <a:pPr marL="234315" marR="6350" indent="-222250" algn="just">
              <a:lnSpc>
                <a:spcPct val="101600"/>
              </a:lnSpc>
              <a:spcBef>
                <a:spcPts val="409"/>
              </a:spcBef>
              <a:buFont typeface="Arial MT"/>
              <a:buChar char="•"/>
              <a:tabLst>
                <a:tab pos="234950" algn="l"/>
              </a:tabLst>
            </a:pPr>
            <a:r>
              <a:rPr sz="2050" spc="10" dirty="0">
                <a:latin typeface="Calibri"/>
                <a:cs typeface="Calibri"/>
              </a:rPr>
              <a:t>This </a:t>
            </a:r>
            <a:r>
              <a:rPr sz="2050" dirty="0">
                <a:latin typeface="Calibri"/>
                <a:cs typeface="Calibri"/>
              </a:rPr>
              <a:t>flip-flop might </a:t>
            </a:r>
            <a:r>
              <a:rPr sz="2050" spc="10" dirty="0">
                <a:latin typeface="Calibri"/>
                <a:cs typeface="Calibri"/>
              </a:rPr>
              <a:t>be </a:t>
            </a:r>
            <a:r>
              <a:rPr sz="2050" spc="-10" dirty="0">
                <a:latin typeface="Calibri"/>
                <a:cs typeface="Calibri"/>
              </a:rPr>
              <a:t>referred</a:t>
            </a:r>
            <a:r>
              <a:rPr sz="2050" spc="-5" dirty="0">
                <a:latin typeface="Calibri"/>
                <a:cs typeface="Calibri"/>
              </a:rPr>
              <a:t> to </a:t>
            </a:r>
            <a:r>
              <a:rPr sz="2050" spc="10" dirty="0">
                <a:latin typeface="Calibri"/>
                <a:cs typeface="Calibri"/>
              </a:rPr>
              <a:t>as  </a:t>
            </a:r>
            <a:r>
              <a:rPr sz="2050" i="1" spc="5" dirty="0">
                <a:latin typeface="Calibri"/>
                <a:cs typeface="Calibri"/>
              </a:rPr>
              <a:t>pulse-triggered, </a:t>
            </a:r>
            <a:r>
              <a:rPr sz="2050" dirty="0">
                <a:latin typeface="Calibri"/>
                <a:cs typeface="Calibri"/>
              </a:rPr>
              <a:t>to </a:t>
            </a:r>
            <a:r>
              <a:rPr sz="2050" spc="5" dirty="0">
                <a:latin typeface="Calibri"/>
                <a:cs typeface="Calibri"/>
              </a:rPr>
              <a:t>distinguish it 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from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the</a:t>
            </a:r>
            <a:r>
              <a:rPr sz="2050" dirty="0">
                <a:latin typeface="Calibri"/>
                <a:cs typeface="Calibri"/>
              </a:rPr>
              <a:t> edge-triggered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flip-flops.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085" y="2006638"/>
            <a:ext cx="411480" cy="353695"/>
          </a:xfrm>
          <a:custGeom>
            <a:avLst/>
            <a:gdLst/>
            <a:ahLst/>
            <a:cxnLst/>
            <a:rect l="l" t="t" r="r" b="b"/>
            <a:pathLst>
              <a:path w="411480" h="353694">
                <a:moveTo>
                  <a:pt x="0" y="347764"/>
                </a:moveTo>
                <a:lnTo>
                  <a:pt x="411480" y="347764"/>
                </a:lnTo>
              </a:path>
              <a:path w="411480" h="353694">
                <a:moveTo>
                  <a:pt x="406069" y="0"/>
                </a:moveTo>
                <a:lnTo>
                  <a:pt x="406069" y="353161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0238" y="200663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61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81844" y="2306154"/>
            <a:ext cx="386715" cy="437515"/>
          </a:xfrm>
          <a:custGeom>
            <a:avLst/>
            <a:gdLst/>
            <a:ahLst/>
            <a:cxnLst/>
            <a:rect l="l" t="t" r="r" b="b"/>
            <a:pathLst>
              <a:path w="386714" h="437514">
                <a:moveTo>
                  <a:pt x="0" y="5410"/>
                </a:moveTo>
                <a:lnTo>
                  <a:pt x="386270" y="5410"/>
                </a:lnTo>
              </a:path>
              <a:path w="386714" h="437514">
                <a:moveTo>
                  <a:pt x="380873" y="0"/>
                </a:moveTo>
                <a:lnTo>
                  <a:pt x="380873" y="437045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0875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621"/>
            <a:ext cx="109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581" y="1633220"/>
            <a:ext cx="364871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i="1" spc="-5" dirty="0">
                <a:latin typeface="Calibri"/>
                <a:cs typeface="Calibri"/>
              </a:rPr>
              <a:t>JK </a:t>
            </a:r>
            <a:r>
              <a:rPr sz="1900" spc="-20" dirty="0">
                <a:latin typeface="Calibri"/>
                <a:cs typeface="Calibri"/>
              </a:rPr>
              <a:t>master-slave </a:t>
            </a:r>
            <a:r>
              <a:rPr sz="1900" spc="-10" dirty="0">
                <a:latin typeface="Calibri"/>
                <a:cs typeface="Calibri"/>
              </a:rPr>
              <a:t>flip-flop </a:t>
            </a:r>
            <a:r>
              <a:rPr sz="1900" i="1" dirty="0">
                <a:latin typeface="Calibri"/>
                <a:cs typeface="Calibri"/>
              </a:rPr>
              <a:t>J </a:t>
            </a:r>
            <a:r>
              <a:rPr sz="1900" dirty="0">
                <a:latin typeface="Calibri"/>
                <a:cs typeface="Calibri"/>
              </a:rPr>
              <a:t>and </a:t>
            </a:r>
            <a:r>
              <a:rPr sz="1900" i="1" dirty="0">
                <a:latin typeface="Calibri"/>
                <a:cs typeface="Calibri"/>
              </a:rPr>
              <a:t>K 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inputs tied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+ </a:t>
            </a:r>
            <a:r>
              <a:rPr sz="1900" i="1" spc="-45" dirty="0">
                <a:latin typeface="Calibri"/>
                <a:cs typeface="Calibri"/>
              </a:rPr>
              <a:t>Vcc </a:t>
            </a:r>
            <a:r>
              <a:rPr sz="1900" dirty="0">
                <a:latin typeface="Calibri"/>
                <a:cs typeface="Calibri"/>
              </a:rPr>
              <a:t>and a </a:t>
            </a:r>
            <a:r>
              <a:rPr sz="1900" spc="-5" dirty="0">
                <a:latin typeface="Calibri"/>
                <a:cs typeface="Calibri"/>
              </a:rPr>
              <a:t>series </a:t>
            </a:r>
            <a:r>
              <a:rPr sz="1900" spc="-10" dirty="0">
                <a:latin typeface="Calibri"/>
                <a:cs typeface="Calibri"/>
              </a:rPr>
              <a:t>of </a:t>
            </a:r>
            <a:r>
              <a:rPr sz="1900" spc="-5" dirty="0">
                <a:latin typeface="Calibri"/>
                <a:cs typeface="Calibri"/>
              </a:rPr>
              <a:t> pulses (actually </a:t>
            </a:r>
            <a:r>
              <a:rPr sz="1900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square </a:t>
            </a:r>
            <a:r>
              <a:rPr sz="1900" spc="-20" dirty="0">
                <a:latin typeface="Calibri"/>
                <a:cs typeface="Calibri"/>
              </a:rPr>
              <a:t>wave) </a:t>
            </a:r>
            <a:r>
              <a:rPr sz="1900" spc="-10" dirty="0">
                <a:latin typeface="Calibri"/>
                <a:cs typeface="Calibri"/>
              </a:rPr>
              <a:t>are </a:t>
            </a:r>
            <a:r>
              <a:rPr sz="1900" spc="-5" dirty="0">
                <a:latin typeface="Calibri"/>
                <a:cs typeface="Calibri"/>
              </a:rPr>
              <a:t> applied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its</a:t>
            </a:r>
            <a:r>
              <a:rPr sz="1900" dirty="0">
                <a:latin typeface="Calibri"/>
                <a:cs typeface="Calibri"/>
              </a:rPr>
              <a:t> C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input.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26981"/>
            <a:ext cx="109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581" y="2839935"/>
            <a:ext cx="3646804" cy="30645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8255" algn="just">
              <a:lnSpc>
                <a:spcPts val="2270"/>
              </a:lnSpc>
              <a:spcBef>
                <a:spcPts val="180"/>
              </a:spcBef>
            </a:pPr>
            <a:r>
              <a:rPr sz="1900" spc="-5" dirty="0">
                <a:latin typeface="Calibri"/>
                <a:cs typeface="Calibri"/>
              </a:rPr>
              <a:t>Since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J=K</a:t>
            </a:r>
            <a:r>
              <a:rPr sz="1900" spc="-5" dirty="0">
                <a:latin typeface="Calibri"/>
                <a:cs typeface="Calibri"/>
              </a:rPr>
              <a:t>=l,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flip-flop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simply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toggles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each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time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clock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goes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40" dirty="0">
                <a:latin typeface="Calibri"/>
                <a:cs typeface="Calibri"/>
              </a:rPr>
              <a:t>low.</a:t>
            </a:r>
            <a:endParaRPr sz="19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305"/>
              </a:spcBef>
            </a:pP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waveform</a:t>
            </a:r>
            <a:r>
              <a:rPr sz="1900" spc="-20" dirty="0">
                <a:latin typeface="Calibri"/>
                <a:cs typeface="Calibri"/>
              </a:rPr>
              <a:t> at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Q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has</a:t>
            </a:r>
            <a:r>
              <a:rPr sz="1900" dirty="0">
                <a:latin typeface="Calibri"/>
                <a:cs typeface="Calibri"/>
              </a:rPr>
              <a:t> a</a:t>
            </a:r>
            <a:r>
              <a:rPr sz="1900" spc="4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period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twice </a:t>
            </a:r>
            <a:r>
              <a:rPr sz="1900" spc="-10" dirty="0">
                <a:latin typeface="Calibri"/>
                <a:cs typeface="Calibri"/>
              </a:rPr>
              <a:t>that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C </a:t>
            </a:r>
            <a:r>
              <a:rPr sz="1900" spc="-20" dirty="0">
                <a:latin typeface="Calibri"/>
                <a:cs typeface="Calibri"/>
              </a:rPr>
              <a:t>waveform.</a:t>
            </a: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384"/>
              </a:spcBef>
            </a:pPr>
            <a:r>
              <a:rPr sz="1900" dirty="0">
                <a:latin typeface="Calibri"/>
                <a:cs typeface="Calibri"/>
              </a:rPr>
              <a:t>In </a:t>
            </a:r>
            <a:r>
              <a:rPr sz="1900" spc="-5" dirty="0">
                <a:latin typeface="Calibri"/>
                <a:cs typeface="Calibri"/>
              </a:rPr>
              <a:t>other </a:t>
            </a:r>
            <a:r>
              <a:rPr sz="1900" spc="-15" dirty="0">
                <a:latin typeface="Calibri"/>
                <a:cs typeface="Calibri"/>
              </a:rPr>
              <a:t>words,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frequency </a:t>
            </a:r>
            <a:r>
              <a:rPr sz="1900" spc="-5" dirty="0">
                <a:latin typeface="Calibri"/>
                <a:cs typeface="Calibri"/>
              </a:rPr>
              <a:t>of </a:t>
            </a:r>
            <a:r>
              <a:rPr sz="1900" i="1" dirty="0">
                <a:latin typeface="Calibri"/>
                <a:cs typeface="Calibri"/>
              </a:rPr>
              <a:t>Q </a:t>
            </a:r>
            <a:r>
              <a:rPr sz="1900" spc="-5" dirty="0">
                <a:latin typeface="Calibri"/>
                <a:cs typeface="Calibri"/>
              </a:rPr>
              <a:t>is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only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one-half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that</a:t>
            </a:r>
            <a:r>
              <a:rPr sz="1900" spc="-5" dirty="0">
                <a:latin typeface="Calibri"/>
                <a:cs typeface="Calibri"/>
              </a:rPr>
              <a:t> 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C.</a:t>
            </a:r>
            <a:endParaRPr sz="1900">
              <a:latin typeface="Calibri"/>
              <a:cs typeface="Calibri"/>
            </a:endParaRPr>
          </a:p>
          <a:p>
            <a:pPr marL="12700" marR="9525" algn="just">
              <a:lnSpc>
                <a:spcPct val="100000"/>
              </a:lnSpc>
              <a:spcBef>
                <a:spcPts val="375"/>
              </a:spcBef>
            </a:pPr>
            <a:r>
              <a:rPr sz="1900" spc="-10" dirty="0">
                <a:latin typeface="Calibri"/>
                <a:cs typeface="Calibri"/>
              </a:rPr>
              <a:t>This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circuit</a:t>
            </a:r>
            <a:r>
              <a:rPr sz="1900" spc="-5" dirty="0">
                <a:latin typeface="Calibri"/>
                <a:cs typeface="Calibri"/>
              </a:rPr>
              <a:t> acts</a:t>
            </a:r>
            <a:r>
              <a:rPr sz="1900" dirty="0">
                <a:latin typeface="Calibri"/>
                <a:cs typeface="Calibri"/>
              </a:rPr>
              <a:t> as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frequency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divider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output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frequency</a:t>
            </a:r>
            <a:r>
              <a:rPr sz="1900" spc="-5" dirty="0">
                <a:latin typeface="Calibri"/>
                <a:cs typeface="Calibri"/>
              </a:rPr>
              <a:t> is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equal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input frequency divided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2.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454463"/>
            <a:ext cx="109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080497"/>
            <a:ext cx="109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707978"/>
            <a:ext cx="109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3361" y="3190684"/>
            <a:ext cx="3866756" cy="127547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87019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373" y="497776"/>
            <a:ext cx="7272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JK</a:t>
            </a:r>
            <a:r>
              <a:rPr spc="-20" dirty="0"/>
              <a:t> </a:t>
            </a:r>
            <a:r>
              <a:rPr spc="-25" dirty="0"/>
              <a:t>MASTER-SLAVE</a:t>
            </a:r>
            <a:r>
              <a:rPr spc="-20" dirty="0"/>
              <a:t> </a:t>
            </a:r>
            <a:r>
              <a:rPr spc="-25" dirty="0"/>
              <a:t>FLIP-FLOPS-5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138"/>
            <a:ext cx="8064500" cy="16510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Lab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Experiment: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  <a:tab pos="356235" algn="l"/>
                <a:tab pos="1798320" algn="l"/>
                <a:tab pos="2285365" algn="l"/>
                <a:tab pos="3043555" algn="l"/>
                <a:tab pos="5470525" algn="l"/>
                <a:tab pos="7181850" algn="l"/>
              </a:tabLst>
            </a:pP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spc="-75" dirty="0">
                <a:latin typeface="Calibri"/>
                <a:cs typeface="Calibri"/>
              </a:rPr>
              <a:t>z</a:t>
            </a:r>
            <a:r>
              <a:rPr sz="3200" dirty="0">
                <a:latin typeface="Calibri"/>
                <a:cs typeface="Calibri"/>
              </a:rPr>
              <a:t>e	a	</a:t>
            </a:r>
            <a:r>
              <a:rPr sz="3200" spc="-5" dirty="0">
                <a:latin typeface="Calibri"/>
                <a:cs typeface="Calibri"/>
              </a:rPr>
              <a:t>J</a:t>
            </a:r>
            <a:r>
              <a:rPr sz="3200" dirty="0">
                <a:latin typeface="Calibri"/>
                <a:cs typeface="Calibri"/>
              </a:rPr>
              <a:t>-K	Ma</a:t>
            </a:r>
            <a:r>
              <a:rPr sz="3200" spc="-45" dirty="0">
                <a:latin typeface="Calibri"/>
                <a:cs typeface="Calibri"/>
              </a:rPr>
              <a:t>s</a:t>
            </a:r>
            <a:r>
              <a:rPr sz="3200" spc="-3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-95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-S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spc="-65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v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5" dirty="0">
                <a:latin typeface="Calibri"/>
                <a:cs typeface="Calibri"/>
              </a:rPr>
              <a:t>F</a:t>
            </a:r>
            <a:r>
              <a:rPr sz="3200" spc="-5" dirty="0">
                <a:latin typeface="Calibri"/>
                <a:cs typeface="Calibri"/>
              </a:rPr>
              <a:t>lip</a:t>
            </a:r>
            <a:r>
              <a:rPr sz="3200" spc="5" dirty="0">
                <a:latin typeface="Calibri"/>
                <a:cs typeface="Calibri"/>
              </a:rPr>
              <a:t>-</a:t>
            </a:r>
            <a:r>
              <a:rPr sz="3200" spc="-5" dirty="0">
                <a:latin typeface="Calibri"/>
                <a:cs typeface="Calibri"/>
              </a:rPr>
              <a:t>Flo</a:t>
            </a:r>
            <a:r>
              <a:rPr sz="3200" dirty="0">
                <a:latin typeface="Calibri"/>
                <a:cs typeface="Calibri"/>
              </a:rPr>
              <a:t>p	</a:t>
            </a:r>
            <a:r>
              <a:rPr sz="3200" spc="-5" dirty="0">
                <a:latin typeface="Calibri"/>
                <a:cs typeface="Calibri"/>
              </a:rPr>
              <a:t>using  NAND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gates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verify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truth</a:t>
            </a:r>
            <a:r>
              <a:rPr sz="3200" spc="-15" dirty="0">
                <a:latin typeface="Calibri"/>
                <a:cs typeface="Calibri"/>
              </a:rPr>
              <a:t> table.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0409" y="3122193"/>
            <a:ext cx="4699000" cy="2257425"/>
            <a:chOff x="890409" y="3122193"/>
            <a:chExt cx="4699000" cy="2257425"/>
          </a:xfrm>
        </p:grpSpPr>
        <p:sp>
          <p:nvSpPr>
            <p:cNvPr id="5" name="object 5"/>
            <p:cNvSpPr/>
            <p:nvPr/>
          </p:nvSpPr>
          <p:spPr>
            <a:xfrm>
              <a:off x="1435315" y="3330003"/>
              <a:ext cx="401320" cy="428625"/>
            </a:xfrm>
            <a:custGeom>
              <a:avLst/>
              <a:gdLst/>
              <a:ahLst/>
              <a:cxnLst/>
              <a:rect l="l" t="t" r="r" b="b"/>
              <a:pathLst>
                <a:path w="401319" h="428625">
                  <a:moveTo>
                    <a:pt x="0" y="428040"/>
                  </a:moveTo>
                  <a:lnTo>
                    <a:pt x="225361" y="428396"/>
                  </a:lnTo>
                </a:path>
                <a:path w="401319" h="428625">
                  <a:moveTo>
                    <a:pt x="0" y="0"/>
                  </a:moveTo>
                  <a:lnTo>
                    <a:pt x="225361" y="711"/>
                  </a:lnTo>
                </a:path>
                <a:path w="401319" h="428625">
                  <a:moveTo>
                    <a:pt x="0" y="428040"/>
                  </a:moveTo>
                  <a:lnTo>
                    <a:pt x="1079" y="0"/>
                  </a:lnTo>
                </a:path>
                <a:path w="401319" h="428625">
                  <a:moveTo>
                    <a:pt x="225361" y="355"/>
                  </a:moveTo>
                  <a:lnTo>
                    <a:pt x="272373" y="9037"/>
                  </a:lnTo>
                  <a:lnTo>
                    <a:pt x="314426" y="30569"/>
                  </a:lnTo>
                  <a:lnTo>
                    <a:pt x="349919" y="63042"/>
                  </a:lnTo>
                  <a:lnTo>
                    <a:pt x="377253" y="104545"/>
                  </a:lnTo>
                  <a:lnTo>
                    <a:pt x="394827" y="153167"/>
                  </a:lnTo>
                  <a:lnTo>
                    <a:pt x="401040" y="206997"/>
                  </a:lnTo>
                  <a:lnTo>
                    <a:pt x="396427" y="253548"/>
                  </a:lnTo>
                  <a:lnTo>
                    <a:pt x="383269" y="296439"/>
                  </a:lnTo>
                  <a:lnTo>
                    <a:pt x="362586" y="334481"/>
                  </a:lnTo>
                  <a:lnTo>
                    <a:pt x="335398" y="366483"/>
                  </a:lnTo>
                  <a:lnTo>
                    <a:pt x="302725" y="391255"/>
                  </a:lnTo>
                  <a:lnTo>
                    <a:pt x="265588" y="407608"/>
                  </a:lnTo>
                  <a:lnTo>
                    <a:pt x="225005" y="41435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0436" y="3415677"/>
              <a:ext cx="74930" cy="1270"/>
            </a:xfrm>
            <a:custGeom>
              <a:avLst/>
              <a:gdLst/>
              <a:ahLst/>
              <a:cxnLst/>
              <a:rect l="l" t="t" r="r" b="b"/>
              <a:pathLst>
                <a:path w="74930" h="1270">
                  <a:moveTo>
                    <a:pt x="-6299" y="361"/>
                  </a:moveTo>
                  <a:lnTo>
                    <a:pt x="81179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759" y="3543846"/>
              <a:ext cx="539115" cy="130810"/>
            </a:xfrm>
            <a:custGeom>
              <a:avLst/>
              <a:gdLst/>
              <a:ahLst/>
              <a:cxnLst/>
              <a:rect l="l" t="t" r="r" b="b"/>
              <a:pathLst>
                <a:path w="539115" h="130810">
                  <a:moveTo>
                    <a:pt x="538556" y="0"/>
                  </a:moveTo>
                  <a:lnTo>
                    <a:pt x="0" y="4673"/>
                  </a:lnTo>
                </a:path>
                <a:path w="539115" h="130810">
                  <a:moveTo>
                    <a:pt x="538556" y="128511"/>
                  </a:moveTo>
                  <a:lnTo>
                    <a:pt x="342722" y="13031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478" y="3543846"/>
              <a:ext cx="74930" cy="1270"/>
            </a:xfrm>
            <a:custGeom>
              <a:avLst/>
              <a:gdLst/>
              <a:ahLst/>
              <a:cxnLst/>
              <a:rect l="l" t="t" r="r" b="b"/>
              <a:pathLst>
                <a:path w="74930" h="1270">
                  <a:moveTo>
                    <a:pt x="-6299" y="355"/>
                  </a:moveTo>
                  <a:lnTo>
                    <a:pt x="81179" y="355"/>
                  </a:lnTo>
                </a:path>
              </a:pathLst>
            </a:custGeom>
            <a:ln w="13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8954" y="3453841"/>
              <a:ext cx="1045844" cy="428625"/>
            </a:xfrm>
            <a:custGeom>
              <a:avLst/>
              <a:gdLst/>
              <a:ahLst/>
              <a:cxnLst/>
              <a:rect l="l" t="t" r="r" b="b"/>
              <a:pathLst>
                <a:path w="1045844" h="428625">
                  <a:moveTo>
                    <a:pt x="0" y="82803"/>
                  </a:moveTo>
                  <a:lnTo>
                    <a:pt x="0" y="81000"/>
                  </a:lnTo>
                  <a:lnTo>
                    <a:pt x="0" y="79197"/>
                  </a:lnTo>
                  <a:lnTo>
                    <a:pt x="368" y="77393"/>
                  </a:lnTo>
                  <a:lnTo>
                    <a:pt x="723" y="75234"/>
                  </a:lnTo>
                  <a:lnTo>
                    <a:pt x="1079" y="73444"/>
                  </a:lnTo>
                  <a:lnTo>
                    <a:pt x="1447" y="71640"/>
                  </a:lnTo>
                  <a:lnTo>
                    <a:pt x="2159" y="70192"/>
                  </a:lnTo>
                  <a:lnTo>
                    <a:pt x="2527" y="68402"/>
                  </a:lnTo>
                  <a:lnTo>
                    <a:pt x="3251" y="66598"/>
                  </a:lnTo>
                  <a:lnTo>
                    <a:pt x="4330" y="64795"/>
                  </a:lnTo>
                  <a:lnTo>
                    <a:pt x="5041" y="63360"/>
                  </a:lnTo>
                  <a:lnTo>
                    <a:pt x="5765" y="61912"/>
                  </a:lnTo>
                  <a:lnTo>
                    <a:pt x="6845" y="60477"/>
                  </a:lnTo>
                  <a:lnTo>
                    <a:pt x="7924" y="59042"/>
                  </a:lnTo>
                  <a:lnTo>
                    <a:pt x="9004" y="57594"/>
                  </a:lnTo>
                  <a:lnTo>
                    <a:pt x="10083" y="56159"/>
                  </a:lnTo>
                  <a:lnTo>
                    <a:pt x="11518" y="55079"/>
                  </a:lnTo>
                  <a:lnTo>
                    <a:pt x="12611" y="54000"/>
                  </a:lnTo>
                  <a:lnTo>
                    <a:pt x="14046" y="52920"/>
                  </a:lnTo>
                  <a:lnTo>
                    <a:pt x="15481" y="51841"/>
                  </a:lnTo>
                  <a:lnTo>
                    <a:pt x="16929" y="51117"/>
                  </a:lnTo>
                  <a:lnTo>
                    <a:pt x="18364" y="50393"/>
                  </a:lnTo>
                  <a:lnTo>
                    <a:pt x="19799" y="49682"/>
                  </a:lnTo>
                  <a:lnTo>
                    <a:pt x="21247" y="48958"/>
                  </a:lnTo>
                  <a:lnTo>
                    <a:pt x="23050" y="48234"/>
                  </a:lnTo>
                  <a:lnTo>
                    <a:pt x="24485" y="47878"/>
                  </a:lnTo>
                  <a:lnTo>
                    <a:pt x="26289" y="47523"/>
                  </a:lnTo>
                  <a:lnTo>
                    <a:pt x="27724" y="47523"/>
                  </a:lnTo>
                  <a:lnTo>
                    <a:pt x="29159" y="47155"/>
                  </a:lnTo>
                  <a:lnTo>
                    <a:pt x="30962" y="47155"/>
                  </a:lnTo>
                  <a:lnTo>
                    <a:pt x="32766" y="47155"/>
                  </a:lnTo>
                  <a:lnTo>
                    <a:pt x="34201" y="47523"/>
                  </a:lnTo>
                  <a:lnTo>
                    <a:pt x="35648" y="47523"/>
                  </a:lnTo>
                  <a:lnTo>
                    <a:pt x="37439" y="47878"/>
                  </a:lnTo>
                  <a:lnTo>
                    <a:pt x="38887" y="48234"/>
                  </a:lnTo>
                  <a:lnTo>
                    <a:pt x="40690" y="48958"/>
                  </a:lnTo>
                  <a:lnTo>
                    <a:pt x="42125" y="49682"/>
                  </a:lnTo>
                  <a:lnTo>
                    <a:pt x="43561" y="50393"/>
                  </a:lnTo>
                  <a:lnTo>
                    <a:pt x="45008" y="51117"/>
                  </a:lnTo>
                  <a:lnTo>
                    <a:pt x="46443" y="51841"/>
                  </a:lnTo>
                  <a:lnTo>
                    <a:pt x="47879" y="52920"/>
                  </a:lnTo>
                  <a:lnTo>
                    <a:pt x="49326" y="54000"/>
                  </a:lnTo>
                  <a:lnTo>
                    <a:pt x="50406" y="55079"/>
                  </a:lnTo>
                  <a:lnTo>
                    <a:pt x="51841" y="56159"/>
                  </a:lnTo>
                  <a:lnTo>
                    <a:pt x="52920" y="57594"/>
                  </a:lnTo>
                  <a:lnTo>
                    <a:pt x="54000" y="59042"/>
                  </a:lnTo>
                  <a:lnTo>
                    <a:pt x="55079" y="60477"/>
                  </a:lnTo>
                  <a:lnTo>
                    <a:pt x="56159" y="61912"/>
                  </a:lnTo>
                  <a:lnTo>
                    <a:pt x="56883" y="63360"/>
                  </a:lnTo>
                  <a:lnTo>
                    <a:pt x="57607" y="65163"/>
                  </a:lnTo>
                  <a:lnTo>
                    <a:pt x="58686" y="66598"/>
                  </a:lnTo>
                  <a:lnTo>
                    <a:pt x="59410" y="68402"/>
                  </a:lnTo>
                  <a:lnTo>
                    <a:pt x="59766" y="70192"/>
                  </a:lnTo>
                  <a:lnTo>
                    <a:pt x="60490" y="71640"/>
                  </a:lnTo>
                  <a:lnTo>
                    <a:pt x="60845" y="73444"/>
                  </a:lnTo>
                  <a:lnTo>
                    <a:pt x="61201" y="75234"/>
                  </a:lnTo>
                  <a:lnTo>
                    <a:pt x="61569" y="77393"/>
                  </a:lnTo>
                  <a:lnTo>
                    <a:pt x="61925" y="79197"/>
                  </a:lnTo>
                  <a:lnTo>
                    <a:pt x="61925" y="81000"/>
                  </a:lnTo>
                  <a:lnTo>
                    <a:pt x="61925" y="82803"/>
                  </a:lnTo>
                  <a:lnTo>
                    <a:pt x="61569" y="82803"/>
                  </a:lnTo>
                  <a:lnTo>
                    <a:pt x="61569" y="84594"/>
                  </a:lnTo>
                  <a:lnTo>
                    <a:pt x="61569" y="86398"/>
                  </a:lnTo>
                  <a:lnTo>
                    <a:pt x="61201" y="88201"/>
                  </a:lnTo>
                  <a:lnTo>
                    <a:pt x="60845" y="90004"/>
                  </a:lnTo>
                  <a:lnTo>
                    <a:pt x="60490" y="91795"/>
                  </a:lnTo>
                  <a:lnTo>
                    <a:pt x="60121" y="93599"/>
                  </a:lnTo>
                  <a:lnTo>
                    <a:pt x="59410" y="95402"/>
                  </a:lnTo>
                  <a:lnTo>
                    <a:pt x="59042" y="97193"/>
                  </a:lnTo>
                  <a:lnTo>
                    <a:pt x="58331" y="98996"/>
                  </a:lnTo>
                  <a:lnTo>
                    <a:pt x="57607" y="100444"/>
                  </a:lnTo>
                  <a:lnTo>
                    <a:pt x="56527" y="102234"/>
                  </a:lnTo>
                  <a:lnTo>
                    <a:pt x="55803" y="103682"/>
                  </a:lnTo>
                  <a:lnTo>
                    <a:pt x="54724" y="105117"/>
                  </a:lnTo>
                  <a:lnTo>
                    <a:pt x="53644" y="106552"/>
                  </a:lnTo>
                  <a:lnTo>
                    <a:pt x="52565" y="108000"/>
                  </a:lnTo>
                  <a:lnTo>
                    <a:pt x="51485" y="109080"/>
                  </a:lnTo>
                  <a:lnTo>
                    <a:pt x="50406" y="110515"/>
                  </a:lnTo>
                  <a:lnTo>
                    <a:pt x="48971" y="111594"/>
                  </a:lnTo>
                  <a:lnTo>
                    <a:pt x="47523" y="112674"/>
                  </a:lnTo>
                  <a:lnTo>
                    <a:pt x="46443" y="113398"/>
                  </a:lnTo>
                  <a:lnTo>
                    <a:pt x="45008" y="114477"/>
                  </a:lnTo>
                  <a:lnTo>
                    <a:pt x="43561" y="115201"/>
                  </a:lnTo>
                  <a:lnTo>
                    <a:pt x="42125" y="115912"/>
                  </a:lnTo>
                  <a:lnTo>
                    <a:pt x="40322" y="116636"/>
                  </a:lnTo>
                  <a:lnTo>
                    <a:pt x="38887" y="117005"/>
                  </a:lnTo>
                  <a:lnTo>
                    <a:pt x="37439" y="117716"/>
                  </a:lnTo>
                  <a:lnTo>
                    <a:pt x="35648" y="118084"/>
                  </a:lnTo>
                  <a:lnTo>
                    <a:pt x="34201" y="118084"/>
                  </a:lnTo>
                  <a:lnTo>
                    <a:pt x="32410" y="118440"/>
                  </a:lnTo>
                  <a:lnTo>
                    <a:pt x="30962" y="118440"/>
                  </a:lnTo>
                  <a:lnTo>
                    <a:pt x="30962" y="118084"/>
                  </a:lnTo>
                  <a:lnTo>
                    <a:pt x="29527" y="118084"/>
                  </a:lnTo>
                  <a:lnTo>
                    <a:pt x="27724" y="117716"/>
                  </a:lnTo>
                  <a:lnTo>
                    <a:pt x="26289" y="117716"/>
                  </a:lnTo>
                  <a:lnTo>
                    <a:pt x="24485" y="117360"/>
                  </a:lnTo>
                  <a:lnTo>
                    <a:pt x="23050" y="117005"/>
                  </a:lnTo>
                  <a:lnTo>
                    <a:pt x="21602" y="116281"/>
                  </a:lnTo>
                  <a:lnTo>
                    <a:pt x="19799" y="115912"/>
                  </a:lnTo>
                  <a:lnTo>
                    <a:pt x="18364" y="115201"/>
                  </a:lnTo>
                  <a:lnTo>
                    <a:pt x="16929" y="114122"/>
                  </a:lnTo>
                  <a:lnTo>
                    <a:pt x="15481" y="113398"/>
                  </a:lnTo>
                  <a:lnTo>
                    <a:pt x="14046" y="112318"/>
                  </a:lnTo>
                  <a:lnTo>
                    <a:pt x="12966" y="111239"/>
                  </a:lnTo>
                  <a:lnTo>
                    <a:pt x="11518" y="110159"/>
                  </a:lnTo>
                  <a:lnTo>
                    <a:pt x="10439" y="109080"/>
                  </a:lnTo>
                  <a:lnTo>
                    <a:pt x="9004" y="107632"/>
                  </a:lnTo>
                  <a:lnTo>
                    <a:pt x="7924" y="106552"/>
                  </a:lnTo>
                  <a:lnTo>
                    <a:pt x="6845" y="105117"/>
                  </a:lnTo>
                  <a:lnTo>
                    <a:pt x="6121" y="103682"/>
                  </a:lnTo>
                  <a:lnTo>
                    <a:pt x="5041" y="101879"/>
                  </a:lnTo>
                  <a:lnTo>
                    <a:pt x="4330" y="100444"/>
                  </a:lnTo>
                  <a:lnTo>
                    <a:pt x="3606" y="98996"/>
                  </a:lnTo>
                  <a:lnTo>
                    <a:pt x="2882" y="97193"/>
                  </a:lnTo>
                  <a:lnTo>
                    <a:pt x="368" y="88201"/>
                  </a:lnTo>
                  <a:lnTo>
                    <a:pt x="368" y="86398"/>
                  </a:lnTo>
                  <a:lnTo>
                    <a:pt x="0" y="84594"/>
                  </a:lnTo>
                  <a:lnTo>
                    <a:pt x="0" y="82803"/>
                  </a:lnTo>
                  <a:close/>
                </a:path>
                <a:path w="1045844" h="428625">
                  <a:moveTo>
                    <a:pt x="716051" y="428040"/>
                  </a:moveTo>
                  <a:lnTo>
                    <a:pt x="900722" y="428396"/>
                  </a:lnTo>
                </a:path>
                <a:path w="1045844" h="428625">
                  <a:moveTo>
                    <a:pt x="716051" y="0"/>
                  </a:moveTo>
                  <a:lnTo>
                    <a:pt x="900722" y="723"/>
                  </a:lnTo>
                </a:path>
                <a:path w="1045844" h="428625">
                  <a:moveTo>
                    <a:pt x="716051" y="428040"/>
                  </a:moveTo>
                  <a:lnTo>
                    <a:pt x="716407" y="0"/>
                  </a:lnTo>
                </a:path>
                <a:path w="1045844" h="428625">
                  <a:moveTo>
                    <a:pt x="901090" y="355"/>
                  </a:moveTo>
                  <a:lnTo>
                    <a:pt x="939807" y="9037"/>
                  </a:lnTo>
                  <a:lnTo>
                    <a:pt x="974446" y="30569"/>
                  </a:lnTo>
                  <a:lnTo>
                    <a:pt x="1003685" y="63042"/>
                  </a:lnTo>
                  <a:lnTo>
                    <a:pt x="1026206" y="104545"/>
                  </a:lnTo>
                  <a:lnTo>
                    <a:pt x="1040686" y="153167"/>
                  </a:lnTo>
                  <a:lnTo>
                    <a:pt x="1045806" y="206997"/>
                  </a:lnTo>
                  <a:lnTo>
                    <a:pt x="1040660" y="260983"/>
                  </a:lnTo>
                  <a:lnTo>
                    <a:pt x="1026113" y="309718"/>
                  </a:lnTo>
                  <a:lnTo>
                    <a:pt x="1003506" y="351313"/>
                  </a:lnTo>
                  <a:lnTo>
                    <a:pt x="974178" y="383879"/>
                  </a:lnTo>
                  <a:lnTo>
                    <a:pt x="939470" y="405525"/>
                  </a:lnTo>
                  <a:lnTo>
                    <a:pt x="900722" y="414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436" y="3539515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4" h="1270">
                  <a:moveTo>
                    <a:pt x="-6299" y="361"/>
                  </a:moveTo>
                  <a:lnTo>
                    <a:pt x="67869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82481" y="3796195"/>
              <a:ext cx="182880" cy="1905"/>
            </a:xfrm>
            <a:custGeom>
              <a:avLst/>
              <a:gdLst/>
              <a:ahLst/>
              <a:cxnLst/>
              <a:rect l="l" t="t" r="r" b="b"/>
              <a:pathLst>
                <a:path w="182880" h="1904">
                  <a:moveTo>
                    <a:pt x="182524" y="0"/>
                  </a:moveTo>
                  <a:lnTo>
                    <a:pt x="0" y="180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65678" y="3667683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4" h="1270">
                  <a:moveTo>
                    <a:pt x="-6299" y="355"/>
                  </a:moveTo>
                  <a:lnTo>
                    <a:pt x="67856" y="355"/>
                  </a:lnTo>
                </a:path>
              </a:pathLst>
            </a:custGeom>
            <a:ln w="13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6759" y="3539515"/>
              <a:ext cx="2058670" cy="1162685"/>
            </a:xfrm>
            <a:custGeom>
              <a:avLst/>
              <a:gdLst/>
              <a:ahLst/>
              <a:cxnLst/>
              <a:rect l="l" t="t" r="r" b="b"/>
              <a:pathLst>
                <a:path w="2058670" h="1162685">
                  <a:moveTo>
                    <a:pt x="2007362" y="120967"/>
                  </a:moveTo>
                  <a:lnTo>
                    <a:pt x="2007362" y="119164"/>
                  </a:lnTo>
                  <a:lnTo>
                    <a:pt x="2007362" y="117360"/>
                  </a:lnTo>
                  <a:lnTo>
                    <a:pt x="2007717" y="115569"/>
                  </a:lnTo>
                  <a:lnTo>
                    <a:pt x="2008085" y="113398"/>
                  </a:lnTo>
                  <a:lnTo>
                    <a:pt x="2008085" y="111607"/>
                  </a:lnTo>
                  <a:lnTo>
                    <a:pt x="2008441" y="109804"/>
                  </a:lnTo>
                  <a:lnTo>
                    <a:pt x="2009165" y="108369"/>
                  </a:lnTo>
                  <a:lnTo>
                    <a:pt x="2009521" y="106565"/>
                  </a:lnTo>
                  <a:lnTo>
                    <a:pt x="2010244" y="104762"/>
                  </a:lnTo>
                  <a:lnTo>
                    <a:pt x="2010956" y="102958"/>
                  </a:lnTo>
                  <a:lnTo>
                    <a:pt x="2011324" y="101523"/>
                  </a:lnTo>
                  <a:lnTo>
                    <a:pt x="2012403" y="100088"/>
                  </a:lnTo>
                  <a:lnTo>
                    <a:pt x="2013115" y="98640"/>
                  </a:lnTo>
                  <a:lnTo>
                    <a:pt x="2013839" y="97205"/>
                  </a:lnTo>
                  <a:lnTo>
                    <a:pt x="2014918" y="95770"/>
                  </a:lnTo>
                  <a:lnTo>
                    <a:pt x="2015642" y="94322"/>
                  </a:lnTo>
                  <a:lnTo>
                    <a:pt x="2016721" y="93243"/>
                  </a:lnTo>
                  <a:lnTo>
                    <a:pt x="2017801" y="92163"/>
                  </a:lnTo>
                  <a:lnTo>
                    <a:pt x="2018880" y="91084"/>
                  </a:lnTo>
                  <a:lnTo>
                    <a:pt x="2020315" y="90004"/>
                  </a:lnTo>
                  <a:lnTo>
                    <a:pt x="2021395" y="89281"/>
                  </a:lnTo>
                  <a:lnTo>
                    <a:pt x="2022475" y="88569"/>
                  </a:lnTo>
                  <a:lnTo>
                    <a:pt x="2023922" y="87845"/>
                  </a:lnTo>
                  <a:lnTo>
                    <a:pt x="2025002" y="87122"/>
                  </a:lnTo>
                  <a:lnTo>
                    <a:pt x="2026437" y="86410"/>
                  </a:lnTo>
                  <a:lnTo>
                    <a:pt x="2027516" y="86042"/>
                  </a:lnTo>
                  <a:lnTo>
                    <a:pt x="2028964" y="85686"/>
                  </a:lnTo>
                  <a:lnTo>
                    <a:pt x="2030399" y="85686"/>
                  </a:lnTo>
                  <a:lnTo>
                    <a:pt x="2031479" y="85318"/>
                  </a:lnTo>
                  <a:lnTo>
                    <a:pt x="2032914" y="85318"/>
                  </a:lnTo>
                  <a:lnTo>
                    <a:pt x="2034362" y="85318"/>
                  </a:lnTo>
                  <a:lnTo>
                    <a:pt x="2035441" y="85686"/>
                  </a:lnTo>
                  <a:lnTo>
                    <a:pt x="2036876" y="85686"/>
                  </a:lnTo>
                  <a:lnTo>
                    <a:pt x="2038324" y="86042"/>
                  </a:lnTo>
                  <a:lnTo>
                    <a:pt x="2039404" y="86410"/>
                  </a:lnTo>
                  <a:lnTo>
                    <a:pt x="2040839" y="87122"/>
                  </a:lnTo>
                  <a:lnTo>
                    <a:pt x="2041918" y="87845"/>
                  </a:lnTo>
                  <a:lnTo>
                    <a:pt x="2043366" y="88569"/>
                  </a:lnTo>
                  <a:lnTo>
                    <a:pt x="2044446" y="89281"/>
                  </a:lnTo>
                  <a:lnTo>
                    <a:pt x="2045881" y="90004"/>
                  </a:lnTo>
                  <a:lnTo>
                    <a:pt x="2046960" y="91084"/>
                  </a:lnTo>
                  <a:lnTo>
                    <a:pt x="2048040" y="92163"/>
                  </a:lnTo>
                  <a:lnTo>
                    <a:pt x="2049119" y="93243"/>
                  </a:lnTo>
                  <a:lnTo>
                    <a:pt x="2050199" y="94322"/>
                  </a:lnTo>
                  <a:lnTo>
                    <a:pt x="2050923" y="95770"/>
                  </a:lnTo>
                  <a:lnTo>
                    <a:pt x="2052002" y="97205"/>
                  </a:lnTo>
                  <a:lnTo>
                    <a:pt x="2052726" y="98640"/>
                  </a:lnTo>
                  <a:lnTo>
                    <a:pt x="2053437" y="100088"/>
                  </a:lnTo>
                  <a:lnTo>
                    <a:pt x="2054517" y="101523"/>
                  </a:lnTo>
                  <a:lnTo>
                    <a:pt x="2054885" y="103327"/>
                  </a:lnTo>
                  <a:lnTo>
                    <a:pt x="2055596" y="104762"/>
                  </a:lnTo>
                  <a:lnTo>
                    <a:pt x="2056320" y="106565"/>
                  </a:lnTo>
                  <a:lnTo>
                    <a:pt x="2056676" y="108369"/>
                  </a:lnTo>
                  <a:lnTo>
                    <a:pt x="2057400" y="109804"/>
                  </a:lnTo>
                  <a:lnTo>
                    <a:pt x="2057755" y="111607"/>
                  </a:lnTo>
                  <a:lnTo>
                    <a:pt x="2057755" y="113398"/>
                  </a:lnTo>
                  <a:lnTo>
                    <a:pt x="2058123" y="115569"/>
                  </a:lnTo>
                  <a:lnTo>
                    <a:pt x="2058479" y="117360"/>
                  </a:lnTo>
                  <a:lnTo>
                    <a:pt x="2058479" y="119164"/>
                  </a:lnTo>
                  <a:lnTo>
                    <a:pt x="2058479" y="120967"/>
                  </a:lnTo>
                  <a:lnTo>
                    <a:pt x="2058123" y="120967"/>
                  </a:lnTo>
                  <a:lnTo>
                    <a:pt x="2058123" y="122770"/>
                  </a:lnTo>
                  <a:lnTo>
                    <a:pt x="2058123" y="124561"/>
                  </a:lnTo>
                  <a:lnTo>
                    <a:pt x="2057755" y="126364"/>
                  </a:lnTo>
                  <a:lnTo>
                    <a:pt x="2057400" y="128168"/>
                  </a:lnTo>
                  <a:lnTo>
                    <a:pt x="2057400" y="129959"/>
                  </a:lnTo>
                  <a:lnTo>
                    <a:pt x="2057044" y="131762"/>
                  </a:lnTo>
                  <a:lnTo>
                    <a:pt x="2056320" y="133565"/>
                  </a:lnTo>
                  <a:lnTo>
                    <a:pt x="2055964" y="135369"/>
                  </a:lnTo>
                  <a:lnTo>
                    <a:pt x="2055240" y="137160"/>
                  </a:lnTo>
                  <a:lnTo>
                    <a:pt x="2054885" y="138607"/>
                  </a:lnTo>
                  <a:lnTo>
                    <a:pt x="2054161" y="140042"/>
                  </a:lnTo>
                  <a:lnTo>
                    <a:pt x="2053437" y="141846"/>
                  </a:lnTo>
                  <a:lnTo>
                    <a:pt x="2052358" y="143281"/>
                  </a:lnTo>
                  <a:lnTo>
                    <a:pt x="2051634" y="144729"/>
                  </a:lnTo>
                  <a:lnTo>
                    <a:pt x="2050923" y="146164"/>
                  </a:lnTo>
                  <a:lnTo>
                    <a:pt x="2049843" y="147243"/>
                  </a:lnTo>
                  <a:lnTo>
                    <a:pt x="2048764" y="148323"/>
                  </a:lnTo>
                  <a:lnTo>
                    <a:pt x="2047684" y="149758"/>
                  </a:lnTo>
                  <a:lnTo>
                    <a:pt x="2046604" y="150850"/>
                  </a:lnTo>
                  <a:lnTo>
                    <a:pt x="2045525" y="151561"/>
                  </a:lnTo>
                  <a:lnTo>
                    <a:pt x="2044446" y="152641"/>
                  </a:lnTo>
                  <a:lnTo>
                    <a:pt x="2043366" y="153365"/>
                  </a:lnTo>
                  <a:lnTo>
                    <a:pt x="2041918" y="154089"/>
                  </a:lnTo>
                  <a:lnTo>
                    <a:pt x="2040839" y="154800"/>
                  </a:lnTo>
                  <a:lnTo>
                    <a:pt x="2039404" y="155168"/>
                  </a:lnTo>
                  <a:lnTo>
                    <a:pt x="2038324" y="155879"/>
                  </a:lnTo>
                  <a:lnTo>
                    <a:pt x="2036876" y="156248"/>
                  </a:lnTo>
                  <a:lnTo>
                    <a:pt x="2035441" y="156248"/>
                  </a:lnTo>
                  <a:lnTo>
                    <a:pt x="2034362" y="156603"/>
                  </a:lnTo>
                  <a:lnTo>
                    <a:pt x="2032914" y="156603"/>
                  </a:lnTo>
                  <a:lnTo>
                    <a:pt x="2032914" y="156248"/>
                  </a:lnTo>
                  <a:lnTo>
                    <a:pt x="2031479" y="156248"/>
                  </a:lnTo>
                  <a:lnTo>
                    <a:pt x="2030399" y="155879"/>
                  </a:lnTo>
                  <a:lnTo>
                    <a:pt x="2028964" y="155879"/>
                  </a:lnTo>
                  <a:lnTo>
                    <a:pt x="2027516" y="155524"/>
                  </a:lnTo>
                  <a:lnTo>
                    <a:pt x="2026437" y="155168"/>
                  </a:lnTo>
                  <a:lnTo>
                    <a:pt x="2025002" y="154444"/>
                  </a:lnTo>
                  <a:lnTo>
                    <a:pt x="2023922" y="154089"/>
                  </a:lnTo>
                  <a:lnTo>
                    <a:pt x="2022475" y="153365"/>
                  </a:lnTo>
                  <a:lnTo>
                    <a:pt x="2021395" y="152285"/>
                  </a:lnTo>
                  <a:lnTo>
                    <a:pt x="2020315" y="151561"/>
                  </a:lnTo>
                  <a:lnTo>
                    <a:pt x="2019236" y="150482"/>
                  </a:lnTo>
                  <a:lnTo>
                    <a:pt x="2017801" y="149402"/>
                  </a:lnTo>
                  <a:lnTo>
                    <a:pt x="2017077" y="148323"/>
                  </a:lnTo>
                  <a:lnTo>
                    <a:pt x="2015998" y="147243"/>
                  </a:lnTo>
                  <a:lnTo>
                    <a:pt x="2014918" y="145808"/>
                  </a:lnTo>
                  <a:lnTo>
                    <a:pt x="2013839" y="144729"/>
                  </a:lnTo>
                  <a:lnTo>
                    <a:pt x="2013115" y="143281"/>
                  </a:lnTo>
                  <a:lnTo>
                    <a:pt x="2012403" y="141846"/>
                  </a:lnTo>
                  <a:lnTo>
                    <a:pt x="2011679" y="140042"/>
                  </a:lnTo>
                  <a:lnTo>
                    <a:pt x="2010956" y="138607"/>
                  </a:lnTo>
                  <a:lnTo>
                    <a:pt x="2010244" y="137160"/>
                  </a:lnTo>
                  <a:lnTo>
                    <a:pt x="2009521" y="135369"/>
                  </a:lnTo>
                  <a:lnTo>
                    <a:pt x="2009165" y="133565"/>
                  </a:lnTo>
                  <a:lnTo>
                    <a:pt x="2008797" y="131762"/>
                  </a:lnTo>
                  <a:lnTo>
                    <a:pt x="2008441" y="129959"/>
                  </a:lnTo>
                  <a:lnTo>
                    <a:pt x="2008085" y="128168"/>
                  </a:lnTo>
                  <a:lnTo>
                    <a:pt x="2007717" y="126364"/>
                  </a:lnTo>
                  <a:lnTo>
                    <a:pt x="2007362" y="124561"/>
                  </a:lnTo>
                  <a:lnTo>
                    <a:pt x="2007362" y="122770"/>
                  </a:lnTo>
                  <a:lnTo>
                    <a:pt x="2007362" y="120967"/>
                  </a:lnTo>
                  <a:close/>
                </a:path>
                <a:path w="2058670" h="1162685">
                  <a:moveTo>
                    <a:pt x="1101598" y="4330"/>
                  </a:moveTo>
                  <a:lnTo>
                    <a:pt x="1607045" y="0"/>
                  </a:lnTo>
                </a:path>
                <a:path w="2058670" h="1162685">
                  <a:moveTo>
                    <a:pt x="538556" y="1161364"/>
                  </a:moveTo>
                  <a:lnTo>
                    <a:pt x="763917" y="1162088"/>
                  </a:lnTo>
                </a:path>
                <a:path w="2058670" h="1162685">
                  <a:moveTo>
                    <a:pt x="538556" y="733323"/>
                  </a:moveTo>
                  <a:lnTo>
                    <a:pt x="763917" y="734047"/>
                  </a:lnTo>
                </a:path>
                <a:path w="2058670" h="1162685">
                  <a:moveTo>
                    <a:pt x="538556" y="1161364"/>
                  </a:moveTo>
                  <a:lnTo>
                    <a:pt x="539635" y="733323"/>
                  </a:lnTo>
                </a:path>
                <a:path w="2058670" h="1162685">
                  <a:moveTo>
                    <a:pt x="763917" y="733679"/>
                  </a:moveTo>
                  <a:lnTo>
                    <a:pt x="810929" y="742365"/>
                  </a:lnTo>
                  <a:lnTo>
                    <a:pt x="852982" y="763898"/>
                  </a:lnTo>
                  <a:lnTo>
                    <a:pt x="888476" y="796370"/>
                  </a:lnTo>
                  <a:lnTo>
                    <a:pt x="915809" y="837871"/>
                  </a:lnTo>
                  <a:lnTo>
                    <a:pt x="933383" y="886491"/>
                  </a:lnTo>
                  <a:lnTo>
                    <a:pt x="939596" y="940320"/>
                  </a:lnTo>
                  <a:lnTo>
                    <a:pt x="934984" y="986871"/>
                  </a:lnTo>
                  <a:lnTo>
                    <a:pt x="921826" y="1029763"/>
                  </a:lnTo>
                  <a:lnTo>
                    <a:pt x="901143" y="1067806"/>
                  </a:lnTo>
                  <a:lnTo>
                    <a:pt x="873954" y="1099809"/>
                  </a:lnTo>
                  <a:lnTo>
                    <a:pt x="841281" y="1124584"/>
                  </a:lnTo>
                  <a:lnTo>
                    <a:pt x="804144" y="1140939"/>
                  </a:lnTo>
                  <a:lnTo>
                    <a:pt x="763562" y="1147686"/>
                  </a:lnTo>
                </a:path>
                <a:path w="2058670" h="1162685">
                  <a:moveTo>
                    <a:pt x="538556" y="819010"/>
                  </a:moveTo>
                  <a:lnTo>
                    <a:pt x="342722" y="812888"/>
                  </a:lnTo>
                </a:path>
                <a:path w="2058670" h="1162685">
                  <a:moveTo>
                    <a:pt x="538556" y="947521"/>
                  </a:moveTo>
                  <a:lnTo>
                    <a:pt x="0" y="95183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0436" y="4615205"/>
              <a:ext cx="74930" cy="1270"/>
            </a:xfrm>
            <a:custGeom>
              <a:avLst/>
              <a:gdLst/>
              <a:ahLst/>
              <a:cxnLst/>
              <a:rect l="l" t="t" r="r" b="b"/>
              <a:pathLst>
                <a:path w="74930" h="1270">
                  <a:moveTo>
                    <a:pt x="-6299" y="355"/>
                  </a:moveTo>
                  <a:lnTo>
                    <a:pt x="81179" y="355"/>
                  </a:lnTo>
                </a:path>
              </a:pathLst>
            </a:custGeom>
            <a:ln w="13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478" y="4487036"/>
              <a:ext cx="74930" cy="635"/>
            </a:xfrm>
            <a:custGeom>
              <a:avLst/>
              <a:gdLst/>
              <a:ahLst/>
              <a:cxnLst/>
              <a:rect l="l" t="t" r="r" b="b"/>
              <a:pathLst>
                <a:path w="74930" h="635">
                  <a:moveTo>
                    <a:pt x="-6299" y="184"/>
                  </a:moveTo>
                  <a:lnTo>
                    <a:pt x="81179" y="184"/>
                  </a:lnTo>
                </a:path>
              </a:pathLst>
            </a:custGeom>
            <a:ln w="12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48954" y="4149001"/>
              <a:ext cx="1056005" cy="429259"/>
            </a:xfrm>
            <a:custGeom>
              <a:avLst/>
              <a:gdLst/>
              <a:ahLst/>
              <a:cxnLst/>
              <a:rect l="l" t="t" r="r" b="b"/>
              <a:pathLst>
                <a:path w="1056005" h="429260">
                  <a:moveTo>
                    <a:pt x="0" y="330479"/>
                  </a:moveTo>
                  <a:lnTo>
                    <a:pt x="0" y="328676"/>
                  </a:lnTo>
                  <a:lnTo>
                    <a:pt x="0" y="326872"/>
                  </a:lnTo>
                  <a:lnTo>
                    <a:pt x="368" y="325081"/>
                  </a:lnTo>
                  <a:lnTo>
                    <a:pt x="723" y="322922"/>
                  </a:lnTo>
                  <a:lnTo>
                    <a:pt x="1079" y="321119"/>
                  </a:lnTo>
                  <a:lnTo>
                    <a:pt x="1447" y="319316"/>
                  </a:lnTo>
                  <a:lnTo>
                    <a:pt x="2159" y="317881"/>
                  </a:lnTo>
                  <a:lnTo>
                    <a:pt x="2527" y="316077"/>
                  </a:lnTo>
                  <a:lnTo>
                    <a:pt x="3251" y="314274"/>
                  </a:lnTo>
                  <a:lnTo>
                    <a:pt x="4330" y="312483"/>
                  </a:lnTo>
                  <a:lnTo>
                    <a:pt x="5041" y="311035"/>
                  </a:lnTo>
                  <a:lnTo>
                    <a:pt x="5765" y="309600"/>
                  </a:lnTo>
                  <a:lnTo>
                    <a:pt x="6845" y="308152"/>
                  </a:lnTo>
                  <a:lnTo>
                    <a:pt x="7924" y="306717"/>
                  </a:lnTo>
                  <a:lnTo>
                    <a:pt x="9004" y="305282"/>
                  </a:lnTo>
                  <a:lnTo>
                    <a:pt x="10083" y="303834"/>
                  </a:lnTo>
                  <a:lnTo>
                    <a:pt x="11518" y="302755"/>
                  </a:lnTo>
                  <a:lnTo>
                    <a:pt x="12611" y="301675"/>
                  </a:lnTo>
                  <a:lnTo>
                    <a:pt x="14046" y="300596"/>
                  </a:lnTo>
                  <a:lnTo>
                    <a:pt x="15481" y="299516"/>
                  </a:lnTo>
                  <a:lnTo>
                    <a:pt x="16929" y="298792"/>
                  </a:lnTo>
                  <a:lnTo>
                    <a:pt x="18364" y="298081"/>
                  </a:lnTo>
                  <a:lnTo>
                    <a:pt x="19799" y="297357"/>
                  </a:lnTo>
                  <a:lnTo>
                    <a:pt x="21247" y="296633"/>
                  </a:lnTo>
                  <a:lnTo>
                    <a:pt x="23050" y="295922"/>
                  </a:lnTo>
                  <a:lnTo>
                    <a:pt x="24485" y="295554"/>
                  </a:lnTo>
                  <a:lnTo>
                    <a:pt x="26289" y="295198"/>
                  </a:lnTo>
                  <a:lnTo>
                    <a:pt x="27724" y="295198"/>
                  </a:lnTo>
                  <a:lnTo>
                    <a:pt x="29159" y="294843"/>
                  </a:lnTo>
                  <a:lnTo>
                    <a:pt x="30962" y="294843"/>
                  </a:lnTo>
                  <a:lnTo>
                    <a:pt x="32766" y="294843"/>
                  </a:lnTo>
                  <a:lnTo>
                    <a:pt x="34201" y="295198"/>
                  </a:lnTo>
                  <a:lnTo>
                    <a:pt x="35648" y="295198"/>
                  </a:lnTo>
                  <a:lnTo>
                    <a:pt x="37439" y="295554"/>
                  </a:lnTo>
                  <a:lnTo>
                    <a:pt x="38887" y="295922"/>
                  </a:lnTo>
                  <a:lnTo>
                    <a:pt x="40690" y="296633"/>
                  </a:lnTo>
                  <a:lnTo>
                    <a:pt x="42125" y="297357"/>
                  </a:lnTo>
                  <a:lnTo>
                    <a:pt x="43561" y="298081"/>
                  </a:lnTo>
                  <a:lnTo>
                    <a:pt x="45008" y="298792"/>
                  </a:lnTo>
                  <a:lnTo>
                    <a:pt x="46443" y="299516"/>
                  </a:lnTo>
                  <a:lnTo>
                    <a:pt x="47879" y="300596"/>
                  </a:lnTo>
                  <a:lnTo>
                    <a:pt x="49326" y="301675"/>
                  </a:lnTo>
                  <a:lnTo>
                    <a:pt x="50406" y="302755"/>
                  </a:lnTo>
                  <a:lnTo>
                    <a:pt x="51841" y="303834"/>
                  </a:lnTo>
                  <a:lnTo>
                    <a:pt x="52920" y="305282"/>
                  </a:lnTo>
                  <a:lnTo>
                    <a:pt x="54000" y="306717"/>
                  </a:lnTo>
                  <a:lnTo>
                    <a:pt x="55079" y="308152"/>
                  </a:lnTo>
                  <a:lnTo>
                    <a:pt x="56159" y="309600"/>
                  </a:lnTo>
                  <a:lnTo>
                    <a:pt x="56883" y="311035"/>
                  </a:lnTo>
                  <a:lnTo>
                    <a:pt x="57607" y="312839"/>
                  </a:lnTo>
                  <a:lnTo>
                    <a:pt x="58686" y="314274"/>
                  </a:lnTo>
                  <a:lnTo>
                    <a:pt x="59410" y="316077"/>
                  </a:lnTo>
                  <a:lnTo>
                    <a:pt x="59766" y="317881"/>
                  </a:lnTo>
                  <a:lnTo>
                    <a:pt x="60490" y="319316"/>
                  </a:lnTo>
                  <a:lnTo>
                    <a:pt x="60845" y="321119"/>
                  </a:lnTo>
                  <a:lnTo>
                    <a:pt x="61201" y="322922"/>
                  </a:lnTo>
                  <a:lnTo>
                    <a:pt x="61569" y="325081"/>
                  </a:lnTo>
                  <a:lnTo>
                    <a:pt x="61925" y="326872"/>
                  </a:lnTo>
                  <a:lnTo>
                    <a:pt x="61925" y="328676"/>
                  </a:lnTo>
                  <a:lnTo>
                    <a:pt x="61925" y="330479"/>
                  </a:lnTo>
                  <a:lnTo>
                    <a:pt x="61569" y="330479"/>
                  </a:lnTo>
                  <a:lnTo>
                    <a:pt x="61569" y="332282"/>
                  </a:lnTo>
                  <a:lnTo>
                    <a:pt x="61569" y="334073"/>
                  </a:lnTo>
                  <a:lnTo>
                    <a:pt x="61201" y="335876"/>
                  </a:lnTo>
                  <a:lnTo>
                    <a:pt x="60845" y="337680"/>
                  </a:lnTo>
                  <a:lnTo>
                    <a:pt x="60490" y="339483"/>
                  </a:lnTo>
                  <a:lnTo>
                    <a:pt x="60121" y="341274"/>
                  </a:lnTo>
                  <a:lnTo>
                    <a:pt x="59410" y="343077"/>
                  </a:lnTo>
                  <a:lnTo>
                    <a:pt x="59042" y="344881"/>
                  </a:lnTo>
                  <a:lnTo>
                    <a:pt x="58331" y="346684"/>
                  </a:lnTo>
                  <a:lnTo>
                    <a:pt x="57607" y="348119"/>
                  </a:lnTo>
                  <a:lnTo>
                    <a:pt x="56527" y="349923"/>
                  </a:lnTo>
                  <a:lnTo>
                    <a:pt x="55803" y="351358"/>
                  </a:lnTo>
                  <a:lnTo>
                    <a:pt x="54724" y="352793"/>
                  </a:lnTo>
                  <a:lnTo>
                    <a:pt x="53644" y="354241"/>
                  </a:lnTo>
                  <a:lnTo>
                    <a:pt x="52565" y="355676"/>
                  </a:lnTo>
                  <a:lnTo>
                    <a:pt x="51485" y="356755"/>
                  </a:lnTo>
                  <a:lnTo>
                    <a:pt x="50406" y="358203"/>
                  </a:lnTo>
                  <a:lnTo>
                    <a:pt x="48971" y="359283"/>
                  </a:lnTo>
                  <a:lnTo>
                    <a:pt x="47523" y="360362"/>
                  </a:lnTo>
                  <a:lnTo>
                    <a:pt x="46443" y="361073"/>
                  </a:lnTo>
                  <a:lnTo>
                    <a:pt x="45008" y="362153"/>
                  </a:lnTo>
                  <a:lnTo>
                    <a:pt x="43561" y="362877"/>
                  </a:lnTo>
                  <a:lnTo>
                    <a:pt x="42125" y="363601"/>
                  </a:lnTo>
                  <a:lnTo>
                    <a:pt x="40322" y="364324"/>
                  </a:lnTo>
                  <a:lnTo>
                    <a:pt x="38887" y="364680"/>
                  </a:lnTo>
                  <a:lnTo>
                    <a:pt x="37439" y="365404"/>
                  </a:lnTo>
                  <a:lnTo>
                    <a:pt x="35648" y="365760"/>
                  </a:lnTo>
                  <a:lnTo>
                    <a:pt x="34201" y="365760"/>
                  </a:lnTo>
                  <a:lnTo>
                    <a:pt x="32410" y="366115"/>
                  </a:lnTo>
                  <a:lnTo>
                    <a:pt x="30962" y="366115"/>
                  </a:lnTo>
                  <a:lnTo>
                    <a:pt x="30962" y="365760"/>
                  </a:lnTo>
                  <a:lnTo>
                    <a:pt x="29527" y="365760"/>
                  </a:lnTo>
                  <a:lnTo>
                    <a:pt x="27724" y="365404"/>
                  </a:lnTo>
                  <a:lnTo>
                    <a:pt x="26289" y="365404"/>
                  </a:lnTo>
                  <a:lnTo>
                    <a:pt x="24485" y="365036"/>
                  </a:lnTo>
                  <a:lnTo>
                    <a:pt x="23050" y="364680"/>
                  </a:lnTo>
                  <a:lnTo>
                    <a:pt x="21602" y="363956"/>
                  </a:lnTo>
                  <a:lnTo>
                    <a:pt x="19799" y="363601"/>
                  </a:lnTo>
                  <a:lnTo>
                    <a:pt x="18364" y="362877"/>
                  </a:lnTo>
                  <a:lnTo>
                    <a:pt x="16929" y="361797"/>
                  </a:lnTo>
                  <a:lnTo>
                    <a:pt x="15481" y="361073"/>
                  </a:lnTo>
                  <a:lnTo>
                    <a:pt x="14046" y="359994"/>
                  </a:lnTo>
                  <a:lnTo>
                    <a:pt x="12966" y="358914"/>
                  </a:lnTo>
                  <a:lnTo>
                    <a:pt x="11518" y="357835"/>
                  </a:lnTo>
                  <a:lnTo>
                    <a:pt x="10439" y="356755"/>
                  </a:lnTo>
                  <a:lnTo>
                    <a:pt x="9004" y="355320"/>
                  </a:lnTo>
                  <a:lnTo>
                    <a:pt x="7924" y="354241"/>
                  </a:lnTo>
                  <a:lnTo>
                    <a:pt x="6845" y="352793"/>
                  </a:lnTo>
                  <a:lnTo>
                    <a:pt x="6121" y="351358"/>
                  </a:lnTo>
                  <a:lnTo>
                    <a:pt x="5041" y="349554"/>
                  </a:lnTo>
                  <a:lnTo>
                    <a:pt x="4330" y="348119"/>
                  </a:lnTo>
                  <a:lnTo>
                    <a:pt x="368" y="335876"/>
                  </a:lnTo>
                  <a:lnTo>
                    <a:pt x="368" y="334073"/>
                  </a:lnTo>
                  <a:lnTo>
                    <a:pt x="0" y="332282"/>
                  </a:lnTo>
                  <a:lnTo>
                    <a:pt x="0" y="330479"/>
                  </a:lnTo>
                  <a:close/>
                </a:path>
                <a:path w="1056005" h="429260">
                  <a:moveTo>
                    <a:pt x="725411" y="428040"/>
                  </a:moveTo>
                  <a:lnTo>
                    <a:pt x="910082" y="428764"/>
                  </a:lnTo>
                </a:path>
                <a:path w="1056005" h="429260">
                  <a:moveTo>
                    <a:pt x="725411" y="0"/>
                  </a:moveTo>
                  <a:lnTo>
                    <a:pt x="910082" y="723"/>
                  </a:lnTo>
                </a:path>
                <a:path w="1056005" h="429260">
                  <a:moveTo>
                    <a:pt x="725411" y="428040"/>
                  </a:moveTo>
                  <a:lnTo>
                    <a:pt x="726122" y="0"/>
                  </a:lnTo>
                </a:path>
                <a:path w="1056005" h="429260">
                  <a:moveTo>
                    <a:pt x="910805" y="723"/>
                  </a:moveTo>
                  <a:lnTo>
                    <a:pt x="949527" y="9404"/>
                  </a:lnTo>
                  <a:lnTo>
                    <a:pt x="984167" y="30934"/>
                  </a:lnTo>
                  <a:lnTo>
                    <a:pt x="1013406" y="63404"/>
                  </a:lnTo>
                  <a:lnTo>
                    <a:pt x="1035924" y="104904"/>
                  </a:lnTo>
                  <a:lnTo>
                    <a:pt x="1050403" y="153523"/>
                  </a:lnTo>
                  <a:lnTo>
                    <a:pt x="1055522" y="207352"/>
                  </a:lnTo>
                  <a:lnTo>
                    <a:pt x="1050375" y="261339"/>
                  </a:lnTo>
                  <a:lnTo>
                    <a:pt x="1035829" y="310077"/>
                  </a:lnTo>
                  <a:lnTo>
                    <a:pt x="1013223" y="351674"/>
                  </a:lnTo>
                  <a:lnTo>
                    <a:pt x="983898" y="384240"/>
                  </a:lnTo>
                  <a:lnTo>
                    <a:pt x="949193" y="405885"/>
                  </a:lnTo>
                  <a:lnTo>
                    <a:pt x="910450" y="414718"/>
                  </a:lnTo>
                </a:path>
                <a:path w="1056005" h="429260">
                  <a:moveTo>
                    <a:pt x="725411" y="85674"/>
                  </a:moveTo>
                  <a:lnTo>
                    <a:pt x="533527" y="8783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2796" y="4491354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4" h="1270">
                  <a:moveTo>
                    <a:pt x="-6299" y="361"/>
                  </a:moveTo>
                  <a:lnTo>
                    <a:pt x="67869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5038" y="4363199"/>
              <a:ext cx="61594" cy="635"/>
            </a:xfrm>
            <a:custGeom>
              <a:avLst/>
              <a:gdLst/>
              <a:ahLst/>
              <a:cxnLst/>
              <a:rect l="l" t="t" r="r" b="b"/>
              <a:pathLst>
                <a:path w="61594" h="635">
                  <a:moveTo>
                    <a:pt x="-6299" y="177"/>
                  </a:moveTo>
                  <a:lnTo>
                    <a:pt x="67856" y="177"/>
                  </a:lnTo>
                </a:path>
              </a:pathLst>
            </a:custGeom>
            <a:ln w="12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98725" y="3339363"/>
              <a:ext cx="2039620" cy="1152525"/>
            </a:xfrm>
            <a:custGeom>
              <a:avLst/>
              <a:gdLst/>
              <a:ahLst/>
              <a:cxnLst/>
              <a:rect l="l" t="t" r="r" b="b"/>
              <a:pathLst>
                <a:path w="2039620" h="1152525">
                  <a:moveTo>
                    <a:pt x="915111" y="1016279"/>
                  </a:moveTo>
                  <a:lnTo>
                    <a:pt x="915111" y="1014476"/>
                  </a:lnTo>
                  <a:lnTo>
                    <a:pt x="915111" y="1012672"/>
                  </a:lnTo>
                  <a:lnTo>
                    <a:pt x="915479" y="1010881"/>
                  </a:lnTo>
                  <a:lnTo>
                    <a:pt x="915835" y="1008722"/>
                  </a:lnTo>
                  <a:lnTo>
                    <a:pt x="915835" y="1006919"/>
                  </a:lnTo>
                  <a:lnTo>
                    <a:pt x="916190" y="1005116"/>
                  </a:lnTo>
                  <a:lnTo>
                    <a:pt x="916914" y="1003681"/>
                  </a:lnTo>
                  <a:lnTo>
                    <a:pt x="917270" y="1001877"/>
                  </a:lnTo>
                  <a:lnTo>
                    <a:pt x="917994" y="1000074"/>
                  </a:lnTo>
                  <a:lnTo>
                    <a:pt x="918718" y="998270"/>
                  </a:lnTo>
                  <a:lnTo>
                    <a:pt x="919073" y="996835"/>
                  </a:lnTo>
                  <a:lnTo>
                    <a:pt x="920153" y="995400"/>
                  </a:lnTo>
                  <a:lnTo>
                    <a:pt x="920876" y="993952"/>
                  </a:lnTo>
                  <a:lnTo>
                    <a:pt x="921588" y="992517"/>
                  </a:lnTo>
                  <a:lnTo>
                    <a:pt x="922667" y="991082"/>
                  </a:lnTo>
                  <a:lnTo>
                    <a:pt x="923391" y="989634"/>
                  </a:lnTo>
                  <a:lnTo>
                    <a:pt x="924471" y="988555"/>
                  </a:lnTo>
                  <a:lnTo>
                    <a:pt x="925550" y="987475"/>
                  </a:lnTo>
                  <a:lnTo>
                    <a:pt x="931672" y="983157"/>
                  </a:lnTo>
                  <a:lnTo>
                    <a:pt x="932751" y="982433"/>
                  </a:lnTo>
                  <a:lnTo>
                    <a:pt x="934199" y="981722"/>
                  </a:lnTo>
                  <a:lnTo>
                    <a:pt x="935278" y="981354"/>
                  </a:lnTo>
                  <a:lnTo>
                    <a:pt x="936713" y="980998"/>
                  </a:lnTo>
                  <a:lnTo>
                    <a:pt x="938149" y="980998"/>
                  </a:lnTo>
                  <a:lnTo>
                    <a:pt x="939228" y="980630"/>
                  </a:lnTo>
                  <a:lnTo>
                    <a:pt x="940676" y="980630"/>
                  </a:lnTo>
                  <a:lnTo>
                    <a:pt x="942111" y="980630"/>
                  </a:lnTo>
                  <a:lnTo>
                    <a:pt x="943190" y="980998"/>
                  </a:lnTo>
                  <a:lnTo>
                    <a:pt x="944638" y="980998"/>
                  </a:lnTo>
                  <a:lnTo>
                    <a:pt x="946073" y="981354"/>
                  </a:lnTo>
                  <a:lnTo>
                    <a:pt x="947153" y="981722"/>
                  </a:lnTo>
                  <a:lnTo>
                    <a:pt x="948588" y="982433"/>
                  </a:lnTo>
                  <a:lnTo>
                    <a:pt x="949667" y="983157"/>
                  </a:lnTo>
                  <a:lnTo>
                    <a:pt x="951115" y="983881"/>
                  </a:lnTo>
                  <a:lnTo>
                    <a:pt x="952195" y="984592"/>
                  </a:lnTo>
                  <a:lnTo>
                    <a:pt x="953630" y="985316"/>
                  </a:lnTo>
                  <a:lnTo>
                    <a:pt x="954709" y="986396"/>
                  </a:lnTo>
                  <a:lnTo>
                    <a:pt x="955789" y="987475"/>
                  </a:lnTo>
                  <a:lnTo>
                    <a:pt x="956868" y="988555"/>
                  </a:lnTo>
                  <a:lnTo>
                    <a:pt x="957948" y="989634"/>
                  </a:lnTo>
                  <a:lnTo>
                    <a:pt x="958672" y="991082"/>
                  </a:lnTo>
                  <a:lnTo>
                    <a:pt x="959751" y="992517"/>
                  </a:lnTo>
                  <a:lnTo>
                    <a:pt x="960475" y="993952"/>
                  </a:lnTo>
                  <a:lnTo>
                    <a:pt x="961199" y="995400"/>
                  </a:lnTo>
                  <a:lnTo>
                    <a:pt x="962279" y="996835"/>
                  </a:lnTo>
                  <a:lnTo>
                    <a:pt x="962634" y="998639"/>
                  </a:lnTo>
                  <a:lnTo>
                    <a:pt x="963358" y="1000074"/>
                  </a:lnTo>
                  <a:lnTo>
                    <a:pt x="964069" y="1001877"/>
                  </a:lnTo>
                  <a:lnTo>
                    <a:pt x="964438" y="1003681"/>
                  </a:lnTo>
                  <a:lnTo>
                    <a:pt x="965149" y="1005116"/>
                  </a:lnTo>
                  <a:lnTo>
                    <a:pt x="965517" y="1006919"/>
                  </a:lnTo>
                  <a:lnTo>
                    <a:pt x="965517" y="1008722"/>
                  </a:lnTo>
                  <a:lnTo>
                    <a:pt x="965873" y="1010881"/>
                  </a:lnTo>
                  <a:lnTo>
                    <a:pt x="966228" y="1012672"/>
                  </a:lnTo>
                  <a:lnTo>
                    <a:pt x="966228" y="1014476"/>
                  </a:lnTo>
                  <a:lnTo>
                    <a:pt x="966228" y="1016279"/>
                  </a:lnTo>
                  <a:lnTo>
                    <a:pt x="965873" y="1016279"/>
                  </a:lnTo>
                  <a:lnTo>
                    <a:pt x="965873" y="1018082"/>
                  </a:lnTo>
                  <a:lnTo>
                    <a:pt x="965873" y="1019873"/>
                  </a:lnTo>
                  <a:lnTo>
                    <a:pt x="965517" y="1021676"/>
                  </a:lnTo>
                  <a:lnTo>
                    <a:pt x="965149" y="1023480"/>
                  </a:lnTo>
                  <a:lnTo>
                    <a:pt x="965149" y="1025270"/>
                  </a:lnTo>
                  <a:lnTo>
                    <a:pt x="964793" y="1027074"/>
                  </a:lnTo>
                  <a:lnTo>
                    <a:pt x="964069" y="1028877"/>
                  </a:lnTo>
                  <a:lnTo>
                    <a:pt x="963714" y="1030681"/>
                  </a:lnTo>
                  <a:lnTo>
                    <a:pt x="962990" y="1032471"/>
                  </a:lnTo>
                  <a:lnTo>
                    <a:pt x="962634" y="1033919"/>
                  </a:lnTo>
                  <a:lnTo>
                    <a:pt x="961910" y="1035354"/>
                  </a:lnTo>
                  <a:lnTo>
                    <a:pt x="961199" y="1037158"/>
                  </a:lnTo>
                  <a:lnTo>
                    <a:pt x="960119" y="1038593"/>
                  </a:lnTo>
                  <a:lnTo>
                    <a:pt x="959396" y="1040041"/>
                  </a:lnTo>
                  <a:lnTo>
                    <a:pt x="958672" y="1041476"/>
                  </a:lnTo>
                  <a:lnTo>
                    <a:pt x="957592" y="1042555"/>
                  </a:lnTo>
                  <a:lnTo>
                    <a:pt x="956513" y="1043635"/>
                  </a:lnTo>
                  <a:lnTo>
                    <a:pt x="955433" y="1045070"/>
                  </a:lnTo>
                  <a:lnTo>
                    <a:pt x="954354" y="1046162"/>
                  </a:lnTo>
                  <a:lnTo>
                    <a:pt x="953274" y="1046873"/>
                  </a:lnTo>
                  <a:lnTo>
                    <a:pt x="952195" y="1047953"/>
                  </a:lnTo>
                  <a:lnTo>
                    <a:pt x="951115" y="1048677"/>
                  </a:lnTo>
                  <a:lnTo>
                    <a:pt x="949667" y="1049401"/>
                  </a:lnTo>
                  <a:lnTo>
                    <a:pt x="948588" y="1050112"/>
                  </a:lnTo>
                  <a:lnTo>
                    <a:pt x="947153" y="1050480"/>
                  </a:lnTo>
                  <a:lnTo>
                    <a:pt x="946073" y="1051191"/>
                  </a:lnTo>
                  <a:lnTo>
                    <a:pt x="944638" y="1051559"/>
                  </a:lnTo>
                  <a:lnTo>
                    <a:pt x="943190" y="1051559"/>
                  </a:lnTo>
                  <a:lnTo>
                    <a:pt x="942111" y="1051915"/>
                  </a:lnTo>
                  <a:lnTo>
                    <a:pt x="940676" y="1051915"/>
                  </a:lnTo>
                  <a:lnTo>
                    <a:pt x="940676" y="1051559"/>
                  </a:lnTo>
                  <a:lnTo>
                    <a:pt x="939228" y="1051559"/>
                  </a:lnTo>
                  <a:lnTo>
                    <a:pt x="938149" y="1051191"/>
                  </a:lnTo>
                  <a:lnTo>
                    <a:pt x="936713" y="1051191"/>
                  </a:lnTo>
                  <a:lnTo>
                    <a:pt x="935278" y="1050836"/>
                  </a:lnTo>
                  <a:lnTo>
                    <a:pt x="934199" y="1050480"/>
                  </a:lnTo>
                  <a:lnTo>
                    <a:pt x="932751" y="1049756"/>
                  </a:lnTo>
                  <a:lnTo>
                    <a:pt x="931672" y="1049401"/>
                  </a:lnTo>
                  <a:lnTo>
                    <a:pt x="930236" y="1048677"/>
                  </a:lnTo>
                  <a:lnTo>
                    <a:pt x="929157" y="1047597"/>
                  </a:lnTo>
                  <a:lnTo>
                    <a:pt x="928077" y="1046873"/>
                  </a:lnTo>
                  <a:lnTo>
                    <a:pt x="926998" y="1045794"/>
                  </a:lnTo>
                  <a:lnTo>
                    <a:pt x="925550" y="1044714"/>
                  </a:lnTo>
                  <a:lnTo>
                    <a:pt x="924839" y="1043635"/>
                  </a:lnTo>
                  <a:lnTo>
                    <a:pt x="923759" y="1042555"/>
                  </a:lnTo>
                  <a:lnTo>
                    <a:pt x="922667" y="1041120"/>
                  </a:lnTo>
                  <a:lnTo>
                    <a:pt x="921588" y="1040041"/>
                  </a:lnTo>
                  <a:lnTo>
                    <a:pt x="920876" y="1038593"/>
                  </a:lnTo>
                  <a:lnTo>
                    <a:pt x="920153" y="1037158"/>
                  </a:lnTo>
                  <a:lnTo>
                    <a:pt x="919429" y="1035354"/>
                  </a:lnTo>
                  <a:lnTo>
                    <a:pt x="918718" y="1033919"/>
                  </a:lnTo>
                  <a:lnTo>
                    <a:pt x="917994" y="1032471"/>
                  </a:lnTo>
                  <a:lnTo>
                    <a:pt x="917270" y="1030681"/>
                  </a:lnTo>
                  <a:lnTo>
                    <a:pt x="916914" y="1028877"/>
                  </a:lnTo>
                  <a:lnTo>
                    <a:pt x="916559" y="1027074"/>
                  </a:lnTo>
                  <a:lnTo>
                    <a:pt x="916190" y="1025270"/>
                  </a:lnTo>
                  <a:lnTo>
                    <a:pt x="915835" y="1023480"/>
                  </a:lnTo>
                  <a:lnTo>
                    <a:pt x="915479" y="1021676"/>
                  </a:lnTo>
                  <a:lnTo>
                    <a:pt x="915111" y="1019873"/>
                  </a:lnTo>
                  <a:lnTo>
                    <a:pt x="915111" y="1018082"/>
                  </a:lnTo>
                  <a:lnTo>
                    <a:pt x="915111" y="1016279"/>
                  </a:lnTo>
                  <a:close/>
                </a:path>
                <a:path w="2039620" h="1152525">
                  <a:moveTo>
                    <a:pt x="0" y="1148041"/>
                  </a:moveTo>
                  <a:lnTo>
                    <a:pt x="515150" y="1152359"/>
                  </a:lnTo>
                </a:path>
                <a:path w="2039620" h="1152525">
                  <a:moveTo>
                    <a:pt x="1709280" y="428040"/>
                  </a:moveTo>
                  <a:lnTo>
                    <a:pt x="1893951" y="428751"/>
                  </a:lnTo>
                </a:path>
                <a:path w="2039620" h="1152525">
                  <a:moveTo>
                    <a:pt x="1709280" y="0"/>
                  </a:moveTo>
                  <a:lnTo>
                    <a:pt x="1893951" y="711"/>
                  </a:lnTo>
                </a:path>
                <a:path w="2039620" h="1152525">
                  <a:moveTo>
                    <a:pt x="1709280" y="428040"/>
                  </a:moveTo>
                  <a:lnTo>
                    <a:pt x="1709635" y="0"/>
                  </a:lnTo>
                </a:path>
                <a:path w="2039620" h="1152525">
                  <a:moveTo>
                    <a:pt x="1894319" y="711"/>
                  </a:moveTo>
                  <a:lnTo>
                    <a:pt x="1933036" y="9397"/>
                  </a:lnTo>
                  <a:lnTo>
                    <a:pt x="1967674" y="30931"/>
                  </a:lnTo>
                  <a:lnTo>
                    <a:pt x="1996914" y="63403"/>
                  </a:lnTo>
                  <a:lnTo>
                    <a:pt x="2019434" y="104903"/>
                  </a:lnTo>
                  <a:lnTo>
                    <a:pt x="2033915" y="153523"/>
                  </a:lnTo>
                  <a:lnTo>
                    <a:pt x="2039035" y="207352"/>
                  </a:lnTo>
                  <a:lnTo>
                    <a:pt x="2033889" y="261338"/>
                  </a:lnTo>
                  <a:lnTo>
                    <a:pt x="2019342" y="310074"/>
                  </a:lnTo>
                  <a:lnTo>
                    <a:pt x="1996735" y="351669"/>
                  </a:lnTo>
                  <a:lnTo>
                    <a:pt x="1967407" y="384234"/>
                  </a:lnTo>
                  <a:lnTo>
                    <a:pt x="1932699" y="405880"/>
                  </a:lnTo>
                  <a:lnTo>
                    <a:pt x="1893951" y="414718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46436" y="3425037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5" h="1270">
                  <a:moveTo>
                    <a:pt x="-6299" y="361"/>
                  </a:moveTo>
                  <a:lnTo>
                    <a:pt x="67869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6916" y="3681717"/>
              <a:ext cx="181610" cy="1905"/>
            </a:xfrm>
            <a:custGeom>
              <a:avLst/>
              <a:gdLst/>
              <a:ahLst/>
              <a:cxnLst/>
              <a:rect l="l" t="t" r="r" b="b"/>
              <a:pathLst>
                <a:path w="181610" h="1904">
                  <a:moveTo>
                    <a:pt x="181089" y="0"/>
                  </a:moveTo>
                  <a:lnTo>
                    <a:pt x="0" y="180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08678" y="3553561"/>
              <a:ext cx="61594" cy="635"/>
            </a:xfrm>
            <a:custGeom>
              <a:avLst/>
              <a:gdLst/>
              <a:ahLst/>
              <a:cxnLst/>
              <a:rect l="l" t="t" r="r" b="b"/>
              <a:pathLst>
                <a:path w="61595" h="635">
                  <a:moveTo>
                    <a:pt x="-6299" y="177"/>
                  </a:moveTo>
                  <a:lnTo>
                    <a:pt x="67856" y="177"/>
                  </a:lnTo>
                </a:path>
              </a:pathLst>
            </a:custGeom>
            <a:ln w="12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34677" y="3428999"/>
              <a:ext cx="763905" cy="153035"/>
            </a:xfrm>
            <a:custGeom>
              <a:avLst/>
              <a:gdLst/>
              <a:ahLst/>
              <a:cxnLst/>
              <a:rect l="l" t="t" r="r" b="b"/>
              <a:pathLst>
                <a:path w="763904" h="153035">
                  <a:moveTo>
                    <a:pt x="712444" y="117005"/>
                  </a:moveTo>
                  <a:lnTo>
                    <a:pt x="712444" y="115201"/>
                  </a:lnTo>
                  <a:lnTo>
                    <a:pt x="712444" y="113398"/>
                  </a:lnTo>
                  <a:lnTo>
                    <a:pt x="712800" y="111594"/>
                  </a:lnTo>
                  <a:lnTo>
                    <a:pt x="713168" y="109435"/>
                  </a:lnTo>
                  <a:lnTo>
                    <a:pt x="713168" y="107645"/>
                  </a:lnTo>
                  <a:lnTo>
                    <a:pt x="713524" y="105841"/>
                  </a:lnTo>
                  <a:lnTo>
                    <a:pt x="714248" y="104394"/>
                  </a:lnTo>
                  <a:lnTo>
                    <a:pt x="714603" y="102603"/>
                  </a:lnTo>
                  <a:lnTo>
                    <a:pt x="715327" y="100799"/>
                  </a:lnTo>
                  <a:lnTo>
                    <a:pt x="716038" y="98996"/>
                  </a:lnTo>
                  <a:lnTo>
                    <a:pt x="716407" y="97561"/>
                  </a:lnTo>
                  <a:lnTo>
                    <a:pt x="717486" y="96126"/>
                  </a:lnTo>
                  <a:lnTo>
                    <a:pt x="718197" y="94678"/>
                  </a:lnTo>
                  <a:lnTo>
                    <a:pt x="718921" y="93243"/>
                  </a:lnTo>
                  <a:lnTo>
                    <a:pt x="720001" y="91795"/>
                  </a:lnTo>
                  <a:lnTo>
                    <a:pt x="720725" y="90360"/>
                  </a:lnTo>
                  <a:lnTo>
                    <a:pt x="721804" y="89280"/>
                  </a:lnTo>
                  <a:lnTo>
                    <a:pt x="722884" y="88201"/>
                  </a:lnTo>
                  <a:lnTo>
                    <a:pt x="723963" y="87122"/>
                  </a:lnTo>
                  <a:lnTo>
                    <a:pt x="725398" y="86042"/>
                  </a:lnTo>
                  <a:lnTo>
                    <a:pt x="726478" y="85318"/>
                  </a:lnTo>
                  <a:lnTo>
                    <a:pt x="727557" y="84594"/>
                  </a:lnTo>
                  <a:lnTo>
                    <a:pt x="729005" y="83883"/>
                  </a:lnTo>
                  <a:lnTo>
                    <a:pt x="730084" y="83159"/>
                  </a:lnTo>
                  <a:lnTo>
                    <a:pt x="731520" y="82435"/>
                  </a:lnTo>
                  <a:lnTo>
                    <a:pt x="732599" y="82080"/>
                  </a:lnTo>
                  <a:lnTo>
                    <a:pt x="734047" y="81724"/>
                  </a:lnTo>
                  <a:lnTo>
                    <a:pt x="735482" y="81724"/>
                  </a:lnTo>
                  <a:lnTo>
                    <a:pt x="736561" y="81356"/>
                  </a:lnTo>
                  <a:lnTo>
                    <a:pt x="737997" y="81356"/>
                  </a:lnTo>
                  <a:lnTo>
                    <a:pt x="739444" y="81356"/>
                  </a:lnTo>
                  <a:lnTo>
                    <a:pt x="740524" y="81724"/>
                  </a:lnTo>
                  <a:lnTo>
                    <a:pt x="741959" y="81724"/>
                  </a:lnTo>
                  <a:lnTo>
                    <a:pt x="743407" y="82080"/>
                  </a:lnTo>
                  <a:lnTo>
                    <a:pt x="744486" y="82435"/>
                  </a:lnTo>
                  <a:lnTo>
                    <a:pt x="745921" y="83159"/>
                  </a:lnTo>
                  <a:lnTo>
                    <a:pt x="747001" y="83883"/>
                  </a:lnTo>
                  <a:lnTo>
                    <a:pt x="748449" y="84594"/>
                  </a:lnTo>
                  <a:lnTo>
                    <a:pt x="749528" y="85318"/>
                  </a:lnTo>
                  <a:lnTo>
                    <a:pt x="750963" y="86042"/>
                  </a:lnTo>
                  <a:lnTo>
                    <a:pt x="752043" y="87122"/>
                  </a:lnTo>
                  <a:lnTo>
                    <a:pt x="753122" y="88201"/>
                  </a:lnTo>
                  <a:lnTo>
                    <a:pt x="754202" y="89280"/>
                  </a:lnTo>
                  <a:lnTo>
                    <a:pt x="755281" y="90360"/>
                  </a:lnTo>
                  <a:lnTo>
                    <a:pt x="756005" y="91795"/>
                  </a:lnTo>
                  <a:lnTo>
                    <a:pt x="757085" y="93243"/>
                  </a:lnTo>
                  <a:lnTo>
                    <a:pt x="757809" y="94678"/>
                  </a:lnTo>
                  <a:lnTo>
                    <a:pt x="758520" y="96126"/>
                  </a:lnTo>
                  <a:lnTo>
                    <a:pt x="759599" y="97561"/>
                  </a:lnTo>
                  <a:lnTo>
                    <a:pt x="759968" y="99364"/>
                  </a:lnTo>
                  <a:lnTo>
                    <a:pt x="760679" y="100799"/>
                  </a:lnTo>
                  <a:lnTo>
                    <a:pt x="761403" y="102603"/>
                  </a:lnTo>
                  <a:lnTo>
                    <a:pt x="761758" y="104394"/>
                  </a:lnTo>
                  <a:lnTo>
                    <a:pt x="762482" y="105841"/>
                  </a:lnTo>
                  <a:lnTo>
                    <a:pt x="762838" y="107645"/>
                  </a:lnTo>
                  <a:lnTo>
                    <a:pt x="762838" y="109435"/>
                  </a:lnTo>
                  <a:lnTo>
                    <a:pt x="763206" y="111594"/>
                  </a:lnTo>
                  <a:lnTo>
                    <a:pt x="763562" y="113398"/>
                  </a:lnTo>
                  <a:lnTo>
                    <a:pt x="763562" y="115201"/>
                  </a:lnTo>
                  <a:lnTo>
                    <a:pt x="763562" y="117005"/>
                  </a:lnTo>
                  <a:lnTo>
                    <a:pt x="763206" y="117005"/>
                  </a:lnTo>
                  <a:lnTo>
                    <a:pt x="763206" y="118795"/>
                  </a:lnTo>
                  <a:lnTo>
                    <a:pt x="763206" y="120599"/>
                  </a:lnTo>
                  <a:lnTo>
                    <a:pt x="762838" y="122402"/>
                  </a:lnTo>
                  <a:lnTo>
                    <a:pt x="762482" y="124205"/>
                  </a:lnTo>
                  <a:lnTo>
                    <a:pt x="762482" y="125996"/>
                  </a:lnTo>
                  <a:lnTo>
                    <a:pt x="762127" y="127800"/>
                  </a:lnTo>
                  <a:lnTo>
                    <a:pt x="761403" y="129603"/>
                  </a:lnTo>
                  <a:lnTo>
                    <a:pt x="761047" y="131394"/>
                  </a:lnTo>
                  <a:lnTo>
                    <a:pt x="760323" y="133197"/>
                  </a:lnTo>
                  <a:lnTo>
                    <a:pt x="759968" y="134645"/>
                  </a:lnTo>
                  <a:lnTo>
                    <a:pt x="759244" y="136080"/>
                  </a:lnTo>
                  <a:lnTo>
                    <a:pt x="758520" y="137883"/>
                  </a:lnTo>
                  <a:lnTo>
                    <a:pt x="757440" y="139319"/>
                  </a:lnTo>
                  <a:lnTo>
                    <a:pt x="756716" y="140754"/>
                  </a:lnTo>
                  <a:lnTo>
                    <a:pt x="756005" y="142201"/>
                  </a:lnTo>
                  <a:lnTo>
                    <a:pt x="754926" y="143281"/>
                  </a:lnTo>
                  <a:lnTo>
                    <a:pt x="753846" y="144360"/>
                  </a:lnTo>
                  <a:lnTo>
                    <a:pt x="752767" y="145796"/>
                  </a:lnTo>
                  <a:lnTo>
                    <a:pt x="751687" y="146875"/>
                  </a:lnTo>
                  <a:lnTo>
                    <a:pt x="750608" y="147599"/>
                  </a:lnTo>
                  <a:lnTo>
                    <a:pt x="749528" y="148678"/>
                  </a:lnTo>
                  <a:lnTo>
                    <a:pt x="748449" y="149402"/>
                  </a:lnTo>
                  <a:lnTo>
                    <a:pt x="747001" y="150113"/>
                  </a:lnTo>
                  <a:lnTo>
                    <a:pt x="745921" y="150837"/>
                  </a:lnTo>
                  <a:lnTo>
                    <a:pt x="744486" y="151206"/>
                  </a:lnTo>
                  <a:lnTo>
                    <a:pt x="743407" y="151917"/>
                  </a:lnTo>
                  <a:lnTo>
                    <a:pt x="741959" y="152285"/>
                  </a:lnTo>
                  <a:lnTo>
                    <a:pt x="740524" y="152285"/>
                  </a:lnTo>
                  <a:lnTo>
                    <a:pt x="739444" y="152641"/>
                  </a:lnTo>
                  <a:lnTo>
                    <a:pt x="737997" y="152641"/>
                  </a:lnTo>
                  <a:lnTo>
                    <a:pt x="737997" y="152285"/>
                  </a:lnTo>
                  <a:lnTo>
                    <a:pt x="736561" y="152285"/>
                  </a:lnTo>
                  <a:lnTo>
                    <a:pt x="735482" y="151917"/>
                  </a:lnTo>
                  <a:lnTo>
                    <a:pt x="734047" y="151917"/>
                  </a:lnTo>
                  <a:lnTo>
                    <a:pt x="732599" y="151561"/>
                  </a:lnTo>
                  <a:lnTo>
                    <a:pt x="731520" y="151206"/>
                  </a:lnTo>
                  <a:lnTo>
                    <a:pt x="730084" y="150482"/>
                  </a:lnTo>
                  <a:lnTo>
                    <a:pt x="729005" y="150113"/>
                  </a:lnTo>
                  <a:lnTo>
                    <a:pt x="727557" y="149402"/>
                  </a:lnTo>
                  <a:lnTo>
                    <a:pt x="726478" y="148323"/>
                  </a:lnTo>
                  <a:lnTo>
                    <a:pt x="725398" y="147599"/>
                  </a:lnTo>
                  <a:lnTo>
                    <a:pt x="724319" y="146519"/>
                  </a:lnTo>
                  <a:lnTo>
                    <a:pt x="722884" y="145440"/>
                  </a:lnTo>
                  <a:lnTo>
                    <a:pt x="722160" y="144360"/>
                  </a:lnTo>
                  <a:lnTo>
                    <a:pt x="721080" y="143281"/>
                  </a:lnTo>
                  <a:lnTo>
                    <a:pt x="720001" y="141846"/>
                  </a:lnTo>
                  <a:lnTo>
                    <a:pt x="718921" y="140754"/>
                  </a:lnTo>
                  <a:lnTo>
                    <a:pt x="718197" y="139319"/>
                  </a:lnTo>
                  <a:lnTo>
                    <a:pt x="717486" y="137883"/>
                  </a:lnTo>
                  <a:lnTo>
                    <a:pt x="716762" y="136080"/>
                  </a:lnTo>
                  <a:lnTo>
                    <a:pt x="716038" y="134645"/>
                  </a:lnTo>
                  <a:lnTo>
                    <a:pt x="715327" y="133197"/>
                  </a:lnTo>
                  <a:lnTo>
                    <a:pt x="714603" y="131394"/>
                  </a:lnTo>
                  <a:lnTo>
                    <a:pt x="714248" y="129603"/>
                  </a:lnTo>
                  <a:lnTo>
                    <a:pt x="713879" y="127800"/>
                  </a:lnTo>
                  <a:lnTo>
                    <a:pt x="713524" y="125996"/>
                  </a:lnTo>
                  <a:lnTo>
                    <a:pt x="713168" y="124205"/>
                  </a:lnTo>
                  <a:lnTo>
                    <a:pt x="712800" y="122402"/>
                  </a:lnTo>
                  <a:lnTo>
                    <a:pt x="712444" y="120599"/>
                  </a:lnTo>
                  <a:lnTo>
                    <a:pt x="712444" y="118795"/>
                  </a:lnTo>
                  <a:lnTo>
                    <a:pt x="712444" y="117005"/>
                  </a:lnTo>
                  <a:close/>
                </a:path>
                <a:path w="763904" h="153035">
                  <a:moveTo>
                    <a:pt x="0" y="0"/>
                  </a:moveTo>
                  <a:lnTo>
                    <a:pt x="342722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34321" y="3429355"/>
              <a:ext cx="9525" cy="238760"/>
            </a:xfrm>
            <a:custGeom>
              <a:avLst/>
              <a:gdLst/>
              <a:ahLst/>
              <a:cxnLst/>
              <a:rect l="l" t="t" r="r" b="b"/>
              <a:pathLst>
                <a:path w="9525" h="238760">
                  <a:moveTo>
                    <a:pt x="0" y="0"/>
                  </a:moveTo>
                  <a:lnTo>
                    <a:pt x="9359" y="23868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6916" y="4253763"/>
              <a:ext cx="520700" cy="429259"/>
            </a:xfrm>
            <a:custGeom>
              <a:avLst/>
              <a:gdLst/>
              <a:ahLst/>
              <a:cxnLst/>
              <a:rect l="l" t="t" r="r" b="b"/>
              <a:pathLst>
                <a:path w="520700" h="429260">
                  <a:moveTo>
                    <a:pt x="190449" y="428040"/>
                  </a:moveTo>
                  <a:lnTo>
                    <a:pt x="375119" y="428751"/>
                  </a:lnTo>
                </a:path>
                <a:path w="520700" h="429260">
                  <a:moveTo>
                    <a:pt x="190449" y="0"/>
                  </a:moveTo>
                  <a:lnTo>
                    <a:pt x="375119" y="711"/>
                  </a:lnTo>
                </a:path>
                <a:path w="520700" h="429260">
                  <a:moveTo>
                    <a:pt x="190449" y="428040"/>
                  </a:moveTo>
                  <a:lnTo>
                    <a:pt x="191160" y="0"/>
                  </a:lnTo>
                </a:path>
                <a:path w="520700" h="429260">
                  <a:moveTo>
                    <a:pt x="375843" y="711"/>
                  </a:moveTo>
                  <a:lnTo>
                    <a:pt x="414565" y="9397"/>
                  </a:lnTo>
                  <a:lnTo>
                    <a:pt x="449205" y="30931"/>
                  </a:lnTo>
                  <a:lnTo>
                    <a:pt x="478443" y="63403"/>
                  </a:lnTo>
                  <a:lnTo>
                    <a:pt x="500962" y="104903"/>
                  </a:lnTo>
                  <a:lnTo>
                    <a:pt x="515440" y="153523"/>
                  </a:lnTo>
                  <a:lnTo>
                    <a:pt x="520560" y="207352"/>
                  </a:lnTo>
                  <a:lnTo>
                    <a:pt x="515413" y="261338"/>
                  </a:lnTo>
                  <a:lnTo>
                    <a:pt x="500867" y="310074"/>
                  </a:lnTo>
                  <a:lnTo>
                    <a:pt x="478261" y="351669"/>
                  </a:lnTo>
                  <a:lnTo>
                    <a:pt x="448936" y="384234"/>
                  </a:lnTo>
                  <a:lnTo>
                    <a:pt x="414231" y="405880"/>
                  </a:lnTo>
                  <a:lnTo>
                    <a:pt x="375488" y="414718"/>
                  </a:lnTo>
                </a:path>
                <a:path w="520700" h="429260">
                  <a:moveTo>
                    <a:pt x="190449" y="85674"/>
                  </a:moveTo>
                  <a:lnTo>
                    <a:pt x="0" y="8783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5796" y="4596117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5" h="1270">
                  <a:moveTo>
                    <a:pt x="-6299" y="361"/>
                  </a:moveTo>
                  <a:lnTo>
                    <a:pt x="67869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18038" y="4467961"/>
              <a:ext cx="61594" cy="635"/>
            </a:xfrm>
            <a:custGeom>
              <a:avLst/>
              <a:gdLst/>
              <a:ahLst/>
              <a:cxnLst/>
              <a:rect l="l" t="t" r="r" b="b"/>
              <a:pathLst>
                <a:path w="61595" h="635">
                  <a:moveTo>
                    <a:pt x="-6299" y="177"/>
                  </a:moveTo>
                  <a:lnTo>
                    <a:pt x="67856" y="177"/>
                  </a:lnTo>
                </a:path>
              </a:pathLst>
            </a:custGeom>
            <a:ln w="12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34677" y="4424756"/>
              <a:ext cx="773430" cy="177165"/>
            </a:xfrm>
            <a:custGeom>
              <a:avLst/>
              <a:gdLst/>
              <a:ahLst/>
              <a:cxnLst/>
              <a:rect l="l" t="t" r="r" b="b"/>
              <a:pathLst>
                <a:path w="773429" h="177164">
                  <a:moveTo>
                    <a:pt x="722160" y="35648"/>
                  </a:moveTo>
                  <a:lnTo>
                    <a:pt x="722160" y="33845"/>
                  </a:lnTo>
                  <a:lnTo>
                    <a:pt x="722160" y="32042"/>
                  </a:lnTo>
                  <a:lnTo>
                    <a:pt x="722528" y="30238"/>
                  </a:lnTo>
                  <a:lnTo>
                    <a:pt x="722884" y="28079"/>
                  </a:lnTo>
                  <a:lnTo>
                    <a:pt x="722884" y="26288"/>
                  </a:lnTo>
                  <a:lnTo>
                    <a:pt x="723239" y="24485"/>
                  </a:lnTo>
                  <a:lnTo>
                    <a:pt x="723963" y="23037"/>
                  </a:lnTo>
                  <a:lnTo>
                    <a:pt x="724319" y="21247"/>
                  </a:lnTo>
                  <a:lnTo>
                    <a:pt x="725043" y="19443"/>
                  </a:lnTo>
                  <a:lnTo>
                    <a:pt x="725766" y="17640"/>
                  </a:lnTo>
                  <a:lnTo>
                    <a:pt x="726122" y="16205"/>
                  </a:lnTo>
                  <a:lnTo>
                    <a:pt x="727202" y="14770"/>
                  </a:lnTo>
                  <a:lnTo>
                    <a:pt x="727925" y="13322"/>
                  </a:lnTo>
                  <a:lnTo>
                    <a:pt x="728637" y="11887"/>
                  </a:lnTo>
                  <a:lnTo>
                    <a:pt x="729716" y="10439"/>
                  </a:lnTo>
                  <a:lnTo>
                    <a:pt x="730440" y="9004"/>
                  </a:lnTo>
                  <a:lnTo>
                    <a:pt x="731520" y="7924"/>
                  </a:lnTo>
                  <a:lnTo>
                    <a:pt x="732599" y="6845"/>
                  </a:lnTo>
                  <a:lnTo>
                    <a:pt x="738720" y="2527"/>
                  </a:lnTo>
                  <a:lnTo>
                    <a:pt x="739800" y="1803"/>
                  </a:lnTo>
                  <a:lnTo>
                    <a:pt x="741248" y="1079"/>
                  </a:lnTo>
                  <a:lnTo>
                    <a:pt x="742327" y="723"/>
                  </a:lnTo>
                  <a:lnTo>
                    <a:pt x="743762" y="368"/>
                  </a:lnTo>
                  <a:lnTo>
                    <a:pt x="745197" y="368"/>
                  </a:lnTo>
                  <a:lnTo>
                    <a:pt x="746277" y="0"/>
                  </a:lnTo>
                  <a:lnTo>
                    <a:pt x="747725" y="0"/>
                  </a:lnTo>
                  <a:lnTo>
                    <a:pt x="749160" y="0"/>
                  </a:lnTo>
                  <a:lnTo>
                    <a:pt x="750239" y="368"/>
                  </a:lnTo>
                  <a:lnTo>
                    <a:pt x="751687" y="368"/>
                  </a:lnTo>
                  <a:lnTo>
                    <a:pt x="753122" y="723"/>
                  </a:lnTo>
                  <a:lnTo>
                    <a:pt x="754202" y="1079"/>
                  </a:lnTo>
                  <a:lnTo>
                    <a:pt x="755637" y="1803"/>
                  </a:lnTo>
                  <a:lnTo>
                    <a:pt x="756716" y="2527"/>
                  </a:lnTo>
                  <a:lnTo>
                    <a:pt x="758164" y="3238"/>
                  </a:lnTo>
                  <a:lnTo>
                    <a:pt x="759244" y="3962"/>
                  </a:lnTo>
                  <a:lnTo>
                    <a:pt x="760679" y="4686"/>
                  </a:lnTo>
                  <a:lnTo>
                    <a:pt x="761758" y="5765"/>
                  </a:lnTo>
                  <a:lnTo>
                    <a:pt x="762838" y="6845"/>
                  </a:lnTo>
                  <a:lnTo>
                    <a:pt x="763917" y="7924"/>
                  </a:lnTo>
                  <a:lnTo>
                    <a:pt x="764997" y="9004"/>
                  </a:lnTo>
                  <a:lnTo>
                    <a:pt x="765721" y="10439"/>
                  </a:lnTo>
                  <a:lnTo>
                    <a:pt x="766800" y="11887"/>
                  </a:lnTo>
                  <a:lnTo>
                    <a:pt x="767524" y="13322"/>
                  </a:lnTo>
                  <a:lnTo>
                    <a:pt x="768248" y="14770"/>
                  </a:lnTo>
                  <a:lnTo>
                    <a:pt x="769327" y="16205"/>
                  </a:lnTo>
                  <a:lnTo>
                    <a:pt x="769683" y="18008"/>
                  </a:lnTo>
                  <a:lnTo>
                    <a:pt x="770407" y="19443"/>
                  </a:lnTo>
                  <a:lnTo>
                    <a:pt x="771118" y="21247"/>
                  </a:lnTo>
                  <a:lnTo>
                    <a:pt x="771486" y="23037"/>
                  </a:lnTo>
                  <a:lnTo>
                    <a:pt x="772198" y="24485"/>
                  </a:lnTo>
                  <a:lnTo>
                    <a:pt x="772566" y="26288"/>
                  </a:lnTo>
                  <a:lnTo>
                    <a:pt x="772566" y="28079"/>
                  </a:lnTo>
                  <a:lnTo>
                    <a:pt x="772922" y="30238"/>
                  </a:lnTo>
                  <a:lnTo>
                    <a:pt x="773277" y="32042"/>
                  </a:lnTo>
                  <a:lnTo>
                    <a:pt x="773277" y="33845"/>
                  </a:lnTo>
                  <a:lnTo>
                    <a:pt x="773277" y="35648"/>
                  </a:lnTo>
                  <a:lnTo>
                    <a:pt x="772922" y="35648"/>
                  </a:lnTo>
                  <a:lnTo>
                    <a:pt x="772922" y="37439"/>
                  </a:lnTo>
                  <a:lnTo>
                    <a:pt x="772922" y="39243"/>
                  </a:lnTo>
                  <a:lnTo>
                    <a:pt x="772566" y="41046"/>
                  </a:lnTo>
                  <a:lnTo>
                    <a:pt x="772198" y="42849"/>
                  </a:lnTo>
                  <a:lnTo>
                    <a:pt x="772198" y="44640"/>
                  </a:lnTo>
                  <a:lnTo>
                    <a:pt x="771842" y="46443"/>
                  </a:lnTo>
                  <a:lnTo>
                    <a:pt x="771118" y="48247"/>
                  </a:lnTo>
                  <a:lnTo>
                    <a:pt x="770763" y="50037"/>
                  </a:lnTo>
                  <a:lnTo>
                    <a:pt x="770039" y="51841"/>
                  </a:lnTo>
                  <a:lnTo>
                    <a:pt x="769683" y="53289"/>
                  </a:lnTo>
                  <a:lnTo>
                    <a:pt x="768959" y="54724"/>
                  </a:lnTo>
                  <a:lnTo>
                    <a:pt x="768248" y="56527"/>
                  </a:lnTo>
                  <a:lnTo>
                    <a:pt x="767168" y="57962"/>
                  </a:lnTo>
                  <a:lnTo>
                    <a:pt x="766445" y="59397"/>
                  </a:lnTo>
                  <a:lnTo>
                    <a:pt x="765721" y="60845"/>
                  </a:lnTo>
                  <a:lnTo>
                    <a:pt x="764641" y="61925"/>
                  </a:lnTo>
                  <a:lnTo>
                    <a:pt x="763562" y="63004"/>
                  </a:lnTo>
                  <a:lnTo>
                    <a:pt x="762482" y="64439"/>
                  </a:lnTo>
                  <a:lnTo>
                    <a:pt x="761403" y="65519"/>
                  </a:lnTo>
                  <a:lnTo>
                    <a:pt x="760323" y="66243"/>
                  </a:lnTo>
                  <a:lnTo>
                    <a:pt x="759244" y="67322"/>
                  </a:lnTo>
                  <a:lnTo>
                    <a:pt x="758164" y="68046"/>
                  </a:lnTo>
                  <a:lnTo>
                    <a:pt x="756716" y="68757"/>
                  </a:lnTo>
                  <a:lnTo>
                    <a:pt x="755637" y="69481"/>
                  </a:lnTo>
                  <a:lnTo>
                    <a:pt x="754202" y="69850"/>
                  </a:lnTo>
                  <a:lnTo>
                    <a:pt x="753122" y="70561"/>
                  </a:lnTo>
                  <a:lnTo>
                    <a:pt x="751687" y="70929"/>
                  </a:lnTo>
                  <a:lnTo>
                    <a:pt x="750239" y="70929"/>
                  </a:lnTo>
                  <a:lnTo>
                    <a:pt x="749160" y="71285"/>
                  </a:lnTo>
                  <a:lnTo>
                    <a:pt x="747725" y="71285"/>
                  </a:lnTo>
                  <a:lnTo>
                    <a:pt x="747725" y="70929"/>
                  </a:lnTo>
                  <a:lnTo>
                    <a:pt x="746277" y="70929"/>
                  </a:lnTo>
                  <a:lnTo>
                    <a:pt x="745197" y="70561"/>
                  </a:lnTo>
                  <a:lnTo>
                    <a:pt x="743762" y="70561"/>
                  </a:lnTo>
                  <a:lnTo>
                    <a:pt x="742327" y="70205"/>
                  </a:lnTo>
                  <a:lnTo>
                    <a:pt x="741248" y="69850"/>
                  </a:lnTo>
                  <a:lnTo>
                    <a:pt x="739800" y="69126"/>
                  </a:lnTo>
                  <a:lnTo>
                    <a:pt x="738720" y="68757"/>
                  </a:lnTo>
                  <a:lnTo>
                    <a:pt x="737285" y="68046"/>
                  </a:lnTo>
                  <a:lnTo>
                    <a:pt x="736206" y="66967"/>
                  </a:lnTo>
                  <a:lnTo>
                    <a:pt x="735126" y="66243"/>
                  </a:lnTo>
                  <a:lnTo>
                    <a:pt x="734047" y="65163"/>
                  </a:lnTo>
                  <a:lnTo>
                    <a:pt x="732599" y="64084"/>
                  </a:lnTo>
                  <a:lnTo>
                    <a:pt x="731888" y="63004"/>
                  </a:lnTo>
                  <a:lnTo>
                    <a:pt x="730808" y="61925"/>
                  </a:lnTo>
                  <a:lnTo>
                    <a:pt x="729716" y="60490"/>
                  </a:lnTo>
                  <a:lnTo>
                    <a:pt x="728637" y="59397"/>
                  </a:lnTo>
                  <a:lnTo>
                    <a:pt x="727925" y="57962"/>
                  </a:lnTo>
                  <a:lnTo>
                    <a:pt x="727202" y="56527"/>
                  </a:lnTo>
                  <a:lnTo>
                    <a:pt x="726478" y="54724"/>
                  </a:lnTo>
                  <a:lnTo>
                    <a:pt x="725766" y="53289"/>
                  </a:lnTo>
                  <a:lnTo>
                    <a:pt x="725043" y="51841"/>
                  </a:lnTo>
                  <a:lnTo>
                    <a:pt x="724319" y="50037"/>
                  </a:lnTo>
                  <a:lnTo>
                    <a:pt x="723963" y="48247"/>
                  </a:lnTo>
                  <a:lnTo>
                    <a:pt x="723607" y="46443"/>
                  </a:lnTo>
                  <a:lnTo>
                    <a:pt x="723239" y="44640"/>
                  </a:lnTo>
                  <a:lnTo>
                    <a:pt x="722884" y="42849"/>
                  </a:lnTo>
                  <a:lnTo>
                    <a:pt x="722528" y="41046"/>
                  </a:lnTo>
                  <a:lnTo>
                    <a:pt x="722160" y="39243"/>
                  </a:lnTo>
                  <a:lnTo>
                    <a:pt x="722160" y="37439"/>
                  </a:lnTo>
                  <a:lnTo>
                    <a:pt x="722160" y="35648"/>
                  </a:lnTo>
                  <a:close/>
                </a:path>
                <a:path w="773429" h="177164">
                  <a:moveTo>
                    <a:pt x="0" y="176402"/>
                  </a:moveTo>
                  <a:lnTo>
                    <a:pt x="342722" y="177126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34321" y="3677399"/>
              <a:ext cx="193040" cy="1476375"/>
            </a:xfrm>
            <a:custGeom>
              <a:avLst/>
              <a:gdLst/>
              <a:ahLst/>
              <a:cxnLst/>
              <a:rect l="l" t="t" r="r" b="b"/>
              <a:pathLst>
                <a:path w="193039" h="1476375">
                  <a:moveTo>
                    <a:pt x="0" y="675716"/>
                  </a:moveTo>
                  <a:lnTo>
                    <a:pt x="9359" y="914400"/>
                  </a:lnTo>
                </a:path>
                <a:path w="193039" h="1476375">
                  <a:moveTo>
                    <a:pt x="183235" y="0"/>
                  </a:moveTo>
                  <a:lnTo>
                    <a:pt x="192595" y="147636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51006" y="3472916"/>
              <a:ext cx="330200" cy="428625"/>
            </a:xfrm>
            <a:custGeom>
              <a:avLst/>
              <a:gdLst/>
              <a:ahLst/>
              <a:cxnLst/>
              <a:rect l="l" t="t" r="r" b="b"/>
              <a:pathLst>
                <a:path w="330200" h="428625">
                  <a:moveTo>
                    <a:pt x="0" y="428040"/>
                  </a:moveTo>
                  <a:lnTo>
                    <a:pt x="184670" y="428409"/>
                  </a:lnTo>
                </a:path>
                <a:path w="330200" h="428625">
                  <a:moveTo>
                    <a:pt x="0" y="0"/>
                  </a:moveTo>
                  <a:lnTo>
                    <a:pt x="184670" y="368"/>
                  </a:lnTo>
                </a:path>
                <a:path w="330200" h="428625">
                  <a:moveTo>
                    <a:pt x="0" y="428040"/>
                  </a:moveTo>
                  <a:lnTo>
                    <a:pt x="355" y="0"/>
                  </a:lnTo>
                </a:path>
                <a:path w="330200" h="428625">
                  <a:moveTo>
                    <a:pt x="185038" y="368"/>
                  </a:moveTo>
                  <a:lnTo>
                    <a:pt x="223756" y="9048"/>
                  </a:lnTo>
                  <a:lnTo>
                    <a:pt x="258394" y="30579"/>
                  </a:lnTo>
                  <a:lnTo>
                    <a:pt x="287634" y="63049"/>
                  </a:lnTo>
                  <a:lnTo>
                    <a:pt x="310154" y="104548"/>
                  </a:lnTo>
                  <a:lnTo>
                    <a:pt x="324635" y="153168"/>
                  </a:lnTo>
                  <a:lnTo>
                    <a:pt x="329755" y="206997"/>
                  </a:lnTo>
                  <a:lnTo>
                    <a:pt x="324608" y="260984"/>
                  </a:lnTo>
                  <a:lnTo>
                    <a:pt x="310062" y="309721"/>
                  </a:lnTo>
                  <a:lnTo>
                    <a:pt x="287454" y="351318"/>
                  </a:lnTo>
                  <a:lnTo>
                    <a:pt x="258127" y="383884"/>
                  </a:lnTo>
                  <a:lnTo>
                    <a:pt x="223419" y="405529"/>
                  </a:lnTo>
                  <a:lnTo>
                    <a:pt x="184670" y="414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9436" y="3558603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5" h="1270">
                  <a:moveTo>
                    <a:pt x="-6299" y="355"/>
                  </a:moveTo>
                  <a:lnTo>
                    <a:pt x="67869" y="355"/>
                  </a:lnTo>
                </a:path>
              </a:pathLst>
            </a:custGeom>
            <a:ln w="13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3821" y="3637622"/>
              <a:ext cx="63717" cy="8387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098594" y="3553561"/>
              <a:ext cx="685800" cy="635"/>
            </a:xfrm>
            <a:custGeom>
              <a:avLst/>
              <a:gdLst/>
              <a:ahLst/>
              <a:cxnLst/>
              <a:rect l="l" t="t" r="r" b="b"/>
              <a:pathLst>
                <a:path w="685800" h="635">
                  <a:moveTo>
                    <a:pt x="0" y="0"/>
                  </a:moveTo>
                  <a:lnTo>
                    <a:pt x="685800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51006" y="4120565"/>
              <a:ext cx="330200" cy="429259"/>
            </a:xfrm>
            <a:custGeom>
              <a:avLst/>
              <a:gdLst/>
              <a:ahLst/>
              <a:cxnLst/>
              <a:rect l="l" t="t" r="r" b="b"/>
              <a:pathLst>
                <a:path w="330200" h="429260">
                  <a:moveTo>
                    <a:pt x="0" y="428028"/>
                  </a:moveTo>
                  <a:lnTo>
                    <a:pt x="184670" y="428751"/>
                  </a:lnTo>
                </a:path>
                <a:path w="330200" h="429260">
                  <a:moveTo>
                    <a:pt x="0" y="0"/>
                  </a:moveTo>
                  <a:lnTo>
                    <a:pt x="184670" y="711"/>
                  </a:lnTo>
                </a:path>
                <a:path w="330200" h="429260">
                  <a:moveTo>
                    <a:pt x="0" y="428028"/>
                  </a:moveTo>
                  <a:lnTo>
                    <a:pt x="355" y="0"/>
                  </a:lnTo>
                </a:path>
                <a:path w="330200" h="429260">
                  <a:moveTo>
                    <a:pt x="185038" y="355"/>
                  </a:moveTo>
                  <a:lnTo>
                    <a:pt x="223756" y="9036"/>
                  </a:lnTo>
                  <a:lnTo>
                    <a:pt x="258394" y="30567"/>
                  </a:lnTo>
                  <a:lnTo>
                    <a:pt x="287634" y="63038"/>
                  </a:lnTo>
                  <a:lnTo>
                    <a:pt x="310154" y="104539"/>
                  </a:lnTo>
                  <a:lnTo>
                    <a:pt x="324635" y="153162"/>
                  </a:lnTo>
                  <a:lnTo>
                    <a:pt x="329755" y="206997"/>
                  </a:lnTo>
                  <a:lnTo>
                    <a:pt x="324608" y="260983"/>
                  </a:lnTo>
                  <a:lnTo>
                    <a:pt x="310062" y="309718"/>
                  </a:lnTo>
                  <a:lnTo>
                    <a:pt x="287454" y="351312"/>
                  </a:lnTo>
                  <a:lnTo>
                    <a:pt x="258127" y="383875"/>
                  </a:lnTo>
                  <a:lnTo>
                    <a:pt x="223419" y="405517"/>
                  </a:lnTo>
                  <a:lnTo>
                    <a:pt x="184670" y="41435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89436" y="4462919"/>
              <a:ext cx="61594" cy="635"/>
            </a:xfrm>
            <a:custGeom>
              <a:avLst/>
              <a:gdLst/>
              <a:ahLst/>
              <a:cxnLst/>
              <a:rect l="l" t="t" r="r" b="b"/>
              <a:pathLst>
                <a:path w="61595" h="635">
                  <a:moveTo>
                    <a:pt x="-6299" y="177"/>
                  </a:moveTo>
                  <a:lnTo>
                    <a:pt x="67869" y="177"/>
                  </a:lnTo>
                </a:path>
              </a:pathLst>
            </a:custGeom>
            <a:ln w="12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3821" y="4285258"/>
              <a:ext cx="63717" cy="8388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127042" y="4467237"/>
              <a:ext cx="685800" cy="1270"/>
            </a:xfrm>
            <a:custGeom>
              <a:avLst/>
              <a:gdLst/>
              <a:ahLst/>
              <a:cxnLst/>
              <a:rect l="l" t="t" r="r" b="b"/>
              <a:pathLst>
                <a:path w="685800" h="1270">
                  <a:moveTo>
                    <a:pt x="0" y="0"/>
                  </a:moveTo>
                  <a:lnTo>
                    <a:pt x="685800" y="72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4034" y="4944236"/>
              <a:ext cx="330200" cy="428625"/>
            </a:xfrm>
            <a:custGeom>
              <a:avLst/>
              <a:gdLst/>
              <a:ahLst/>
              <a:cxnLst/>
              <a:rect l="l" t="t" r="r" b="b"/>
              <a:pathLst>
                <a:path w="330200" h="428625">
                  <a:moveTo>
                    <a:pt x="0" y="428040"/>
                  </a:moveTo>
                  <a:lnTo>
                    <a:pt x="185038" y="428409"/>
                  </a:lnTo>
                </a:path>
                <a:path w="330200" h="428625">
                  <a:moveTo>
                    <a:pt x="0" y="0"/>
                  </a:moveTo>
                  <a:lnTo>
                    <a:pt x="185038" y="368"/>
                  </a:lnTo>
                </a:path>
                <a:path w="330200" h="428625">
                  <a:moveTo>
                    <a:pt x="0" y="428040"/>
                  </a:moveTo>
                  <a:lnTo>
                    <a:pt x="723" y="0"/>
                  </a:lnTo>
                </a:path>
                <a:path w="330200" h="428625">
                  <a:moveTo>
                    <a:pt x="185407" y="368"/>
                  </a:moveTo>
                  <a:lnTo>
                    <a:pt x="224124" y="9048"/>
                  </a:lnTo>
                  <a:lnTo>
                    <a:pt x="258762" y="30579"/>
                  </a:lnTo>
                  <a:lnTo>
                    <a:pt x="288002" y="63049"/>
                  </a:lnTo>
                  <a:lnTo>
                    <a:pt x="310522" y="104548"/>
                  </a:lnTo>
                  <a:lnTo>
                    <a:pt x="325003" y="153168"/>
                  </a:lnTo>
                  <a:lnTo>
                    <a:pt x="330123" y="206997"/>
                  </a:lnTo>
                  <a:lnTo>
                    <a:pt x="324977" y="260984"/>
                  </a:lnTo>
                  <a:lnTo>
                    <a:pt x="310430" y="309721"/>
                  </a:lnTo>
                  <a:lnTo>
                    <a:pt x="287823" y="351318"/>
                  </a:lnTo>
                  <a:lnTo>
                    <a:pt x="258495" y="383884"/>
                  </a:lnTo>
                  <a:lnTo>
                    <a:pt x="223787" y="405529"/>
                  </a:lnTo>
                  <a:lnTo>
                    <a:pt x="185038" y="414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55594" y="5029923"/>
              <a:ext cx="118745" cy="1270"/>
            </a:xfrm>
            <a:custGeom>
              <a:avLst/>
              <a:gdLst/>
              <a:ahLst/>
              <a:cxnLst/>
              <a:rect l="l" t="t" r="r" b="b"/>
              <a:pathLst>
                <a:path w="118744" h="1270">
                  <a:moveTo>
                    <a:pt x="-6299" y="539"/>
                  </a:moveTo>
                  <a:lnTo>
                    <a:pt x="124740" y="539"/>
                  </a:lnTo>
                </a:path>
              </a:pathLst>
            </a:custGeom>
            <a:ln w="13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55594" y="5286235"/>
              <a:ext cx="118745" cy="1905"/>
            </a:xfrm>
            <a:custGeom>
              <a:avLst/>
              <a:gdLst/>
              <a:ahLst/>
              <a:cxnLst/>
              <a:rect l="l" t="t" r="r" b="b"/>
              <a:pathLst>
                <a:path w="118744" h="1904">
                  <a:moveTo>
                    <a:pt x="-6299" y="723"/>
                  </a:moveTo>
                  <a:lnTo>
                    <a:pt x="124740" y="723"/>
                  </a:lnTo>
                </a:path>
              </a:pathLst>
            </a:custGeom>
            <a:ln w="140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74719" y="5158079"/>
              <a:ext cx="61594" cy="1270"/>
            </a:xfrm>
            <a:custGeom>
              <a:avLst/>
              <a:gdLst/>
              <a:ahLst/>
              <a:cxnLst/>
              <a:rect l="l" t="t" r="r" b="b"/>
              <a:pathLst>
                <a:path w="61595" h="1270">
                  <a:moveTo>
                    <a:pt x="-6299" y="361"/>
                  </a:moveTo>
                  <a:lnTo>
                    <a:pt x="67856" y="361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1314" y="3667683"/>
              <a:ext cx="463550" cy="1518920"/>
            </a:xfrm>
            <a:custGeom>
              <a:avLst/>
              <a:gdLst/>
              <a:ahLst/>
              <a:cxnLst/>
              <a:rect l="l" t="t" r="r" b="b"/>
              <a:pathLst>
                <a:path w="463550" h="1518920">
                  <a:moveTo>
                    <a:pt x="412203" y="1483194"/>
                  </a:moveTo>
                  <a:lnTo>
                    <a:pt x="412203" y="1481391"/>
                  </a:lnTo>
                  <a:lnTo>
                    <a:pt x="412203" y="1479600"/>
                  </a:lnTo>
                  <a:lnTo>
                    <a:pt x="412559" y="1477797"/>
                  </a:lnTo>
                  <a:lnTo>
                    <a:pt x="412927" y="1475638"/>
                  </a:lnTo>
                  <a:lnTo>
                    <a:pt x="412927" y="1473835"/>
                  </a:lnTo>
                  <a:lnTo>
                    <a:pt x="413283" y="1472031"/>
                  </a:lnTo>
                  <a:lnTo>
                    <a:pt x="414007" y="1470596"/>
                  </a:lnTo>
                  <a:lnTo>
                    <a:pt x="414362" y="1468793"/>
                  </a:lnTo>
                  <a:lnTo>
                    <a:pt x="415086" y="1467002"/>
                  </a:lnTo>
                  <a:lnTo>
                    <a:pt x="415810" y="1465199"/>
                  </a:lnTo>
                  <a:lnTo>
                    <a:pt x="416166" y="1463751"/>
                  </a:lnTo>
                  <a:lnTo>
                    <a:pt x="417245" y="1462316"/>
                  </a:lnTo>
                  <a:lnTo>
                    <a:pt x="417969" y="1460881"/>
                  </a:lnTo>
                  <a:lnTo>
                    <a:pt x="418680" y="1459433"/>
                  </a:lnTo>
                  <a:lnTo>
                    <a:pt x="419760" y="1457998"/>
                  </a:lnTo>
                  <a:lnTo>
                    <a:pt x="420484" y="1456550"/>
                  </a:lnTo>
                  <a:lnTo>
                    <a:pt x="421563" y="1455470"/>
                  </a:lnTo>
                  <a:lnTo>
                    <a:pt x="422643" y="1454391"/>
                  </a:lnTo>
                  <a:lnTo>
                    <a:pt x="423722" y="1453311"/>
                  </a:lnTo>
                  <a:lnTo>
                    <a:pt x="425170" y="1452232"/>
                  </a:lnTo>
                  <a:lnTo>
                    <a:pt x="426250" y="1451521"/>
                  </a:lnTo>
                  <a:lnTo>
                    <a:pt x="427329" y="1450797"/>
                  </a:lnTo>
                  <a:lnTo>
                    <a:pt x="428764" y="1450073"/>
                  </a:lnTo>
                  <a:lnTo>
                    <a:pt x="429844" y="1449362"/>
                  </a:lnTo>
                  <a:lnTo>
                    <a:pt x="431279" y="1448638"/>
                  </a:lnTo>
                  <a:lnTo>
                    <a:pt x="432371" y="1448269"/>
                  </a:lnTo>
                  <a:lnTo>
                    <a:pt x="433806" y="1447914"/>
                  </a:lnTo>
                  <a:lnTo>
                    <a:pt x="435241" y="1447914"/>
                  </a:lnTo>
                  <a:lnTo>
                    <a:pt x="436321" y="1447558"/>
                  </a:lnTo>
                  <a:lnTo>
                    <a:pt x="437768" y="1447558"/>
                  </a:lnTo>
                  <a:lnTo>
                    <a:pt x="439204" y="1447558"/>
                  </a:lnTo>
                  <a:lnTo>
                    <a:pt x="440283" y="1447914"/>
                  </a:lnTo>
                  <a:lnTo>
                    <a:pt x="441731" y="1447914"/>
                  </a:lnTo>
                  <a:lnTo>
                    <a:pt x="443166" y="1448269"/>
                  </a:lnTo>
                  <a:lnTo>
                    <a:pt x="444245" y="1448638"/>
                  </a:lnTo>
                  <a:lnTo>
                    <a:pt x="445681" y="1449362"/>
                  </a:lnTo>
                  <a:lnTo>
                    <a:pt x="446760" y="1450073"/>
                  </a:lnTo>
                  <a:lnTo>
                    <a:pt x="448208" y="1450797"/>
                  </a:lnTo>
                  <a:lnTo>
                    <a:pt x="449287" y="1451521"/>
                  </a:lnTo>
                  <a:lnTo>
                    <a:pt x="450723" y="1452232"/>
                  </a:lnTo>
                  <a:lnTo>
                    <a:pt x="451802" y="1453311"/>
                  </a:lnTo>
                  <a:lnTo>
                    <a:pt x="452881" y="1454391"/>
                  </a:lnTo>
                  <a:lnTo>
                    <a:pt x="453961" y="1455470"/>
                  </a:lnTo>
                  <a:lnTo>
                    <a:pt x="455040" y="1456550"/>
                  </a:lnTo>
                  <a:lnTo>
                    <a:pt x="455764" y="1457998"/>
                  </a:lnTo>
                  <a:lnTo>
                    <a:pt x="456844" y="1459433"/>
                  </a:lnTo>
                  <a:lnTo>
                    <a:pt x="457568" y="1460881"/>
                  </a:lnTo>
                  <a:lnTo>
                    <a:pt x="458279" y="1462316"/>
                  </a:lnTo>
                  <a:lnTo>
                    <a:pt x="459359" y="1463751"/>
                  </a:lnTo>
                  <a:lnTo>
                    <a:pt x="459727" y="1465554"/>
                  </a:lnTo>
                  <a:lnTo>
                    <a:pt x="460451" y="1467002"/>
                  </a:lnTo>
                  <a:lnTo>
                    <a:pt x="461162" y="1468793"/>
                  </a:lnTo>
                  <a:lnTo>
                    <a:pt x="461530" y="1470596"/>
                  </a:lnTo>
                  <a:lnTo>
                    <a:pt x="462241" y="1472031"/>
                  </a:lnTo>
                  <a:lnTo>
                    <a:pt x="462610" y="1473835"/>
                  </a:lnTo>
                  <a:lnTo>
                    <a:pt x="462610" y="1475638"/>
                  </a:lnTo>
                  <a:lnTo>
                    <a:pt x="462965" y="1477797"/>
                  </a:lnTo>
                  <a:lnTo>
                    <a:pt x="463321" y="1479600"/>
                  </a:lnTo>
                  <a:lnTo>
                    <a:pt x="463321" y="1481391"/>
                  </a:lnTo>
                  <a:lnTo>
                    <a:pt x="463321" y="1483194"/>
                  </a:lnTo>
                  <a:lnTo>
                    <a:pt x="462965" y="1483194"/>
                  </a:lnTo>
                  <a:lnTo>
                    <a:pt x="462965" y="1484998"/>
                  </a:lnTo>
                  <a:lnTo>
                    <a:pt x="462965" y="1486801"/>
                  </a:lnTo>
                  <a:lnTo>
                    <a:pt x="462610" y="1488592"/>
                  </a:lnTo>
                  <a:lnTo>
                    <a:pt x="462241" y="1490395"/>
                  </a:lnTo>
                  <a:lnTo>
                    <a:pt x="462241" y="1492199"/>
                  </a:lnTo>
                  <a:lnTo>
                    <a:pt x="461886" y="1493989"/>
                  </a:lnTo>
                  <a:lnTo>
                    <a:pt x="461162" y="1495793"/>
                  </a:lnTo>
                  <a:lnTo>
                    <a:pt x="460806" y="1497596"/>
                  </a:lnTo>
                  <a:lnTo>
                    <a:pt x="460082" y="1499400"/>
                  </a:lnTo>
                  <a:lnTo>
                    <a:pt x="459727" y="1500835"/>
                  </a:lnTo>
                  <a:lnTo>
                    <a:pt x="459003" y="1502270"/>
                  </a:lnTo>
                  <a:lnTo>
                    <a:pt x="458279" y="1504073"/>
                  </a:lnTo>
                  <a:lnTo>
                    <a:pt x="457200" y="1505521"/>
                  </a:lnTo>
                  <a:lnTo>
                    <a:pt x="456488" y="1506956"/>
                  </a:lnTo>
                  <a:lnTo>
                    <a:pt x="455764" y="1508391"/>
                  </a:lnTo>
                  <a:lnTo>
                    <a:pt x="454685" y="1509471"/>
                  </a:lnTo>
                  <a:lnTo>
                    <a:pt x="453605" y="1510550"/>
                  </a:lnTo>
                  <a:lnTo>
                    <a:pt x="452526" y="1511998"/>
                  </a:lnTo>
                  <a:lnTo>
                    <a:pt x="451446" y="1513078"/>
                  </a:lnTo>
                  <a:lnTo>
                    <a:pt x="450367" y="1513801"/>
                  </a:lnTo>
                  <a:lnTo>
                    <a:pt x="449287" y="1514881"/>
                  </a:lnTo>
                  <a:lnTo>
                    <a:pt x="448208" y="1515592"/>
                  </a:lnTo>
                  <a:lnTo>
                    <a:pt x="446760" y="1516316"/>
                  </a:lnTo>
                  <a:lnTo>
                    <a:pt x="445681" y="1517040"/>
                  </a:lnTo>
                  <a:lnTo>
                    <a:pt x="444245" y="1517396"/>
                  </a:lnTo>
                  <a:lnTo>
                    <a:pt x="443166" y="1518119"/>
                  </a:lnTo>
                  <a:lnTo>
                    <a:pt x="441731" y="1518475"/>
                  </a:lnTo>
                  <a:lnTo>
                    <a:pt x="440283" y="1518475"/>
                  </a:lnTo>
                  <a:lnTo>
                    <a:pt x="439204" y="1518831"/>
                  </a:lnTo>
                  <a:lnTo>
                    <a:pt x="437768" y="1518831"/>
                  </a:lnTo>
                  <a:lnTo>
                    <a:pt x="437768" y="1518475"/>
                  </a:lnTo>
                  <a:lnTo>
                    <a:pt x="436321" y="1518475"/>
                  </a:lnTo>
                  <a:lnTo>
                    <a:pt x="435241" y="1518119"/>
                  </a:lnTo>
                  <a:lnTo>
                    <a:pt x="433806" y="1518119"/>
                  </a:lnTo>
                  <a:lnTo>
                    <a:pt x="432371" y="1517751"/>
                  </a:lnTo>
                  <a:lnTo>
                    <a:pt x="431279" y="1517396"/>
                  </a:lnTo>
                  <a:lnTo>
                    <a:pt x="429844" y="1516672"/>
                  </a:lnTo>
                  <a:lnTo>
                    <a:pt x="428764" y="1516316"/>
                  </a:lnTo>
                  <a:lnTo>
                    <a:pt x="427329" y="1515592"/>
                  </a:lnTo>
                  <a:lnTo>
                    <a:pt x="426250" y="1514513"/>
                  </a:lnTo>
                  <a:lnTo>
                    <a:pt x="425170" y="1513801"/>
                  </a:lnTo>
                  <a:lnTo>
                    <a:pt x="424091" y="1512722"/>
                  </a:lnTo>
                  <a:lnTo>
                    <a:pt x="422643" y="1511630"/>
                  </a:lnTo>
                  <a:lnTo>
                    <a:pt x="421919" y="1510550"/>
                  </a:lnTo>
                  <a:lnTo>
                    <a:pt x="420839" y="1509471"/>
                  </a:lnTo>
                  <a:lnTo>
                    <a:pt x="419760" y="1508036"/>
                  </a:lnTo>
                  <a:lnTo>
                    <a:pt x="418680" y="1506956"/>
                  </a:lnTo>
                  <a:lnTo>
                    <a:pt x="417969" y="1505521"/>
                  </a:lnTo>
                  <a:lnTo>
                    <a:pt x="417245" y="1504073"/>
                  </a:lnTo>
                  <a:lnTo>
                    <a:pt x="416521" y="1502270"/>
                  </a:lnTo>
                  <a:lnTo>
                    <a:pt x="415810" y="1500835"/>
                  </a:lnTo>
                  <a:lnTo>
                    <a:pt x="415086" y="1499400"/>
                  </a:lnTo>
                  <a:lnTo>
                    <a:pt x="414362" y="1497596"/>
                  </a:lnTo>
                  <a:lnTo>
                    <a:pt x="414007" y="1495793"/>
                  </a:lnTo>
                  <a:lnTo>
                    <a:pt x="413638" y="1493989"/>
                  </a:lnTo>
                  <a:lnTo>
                    <a:pt x="413283" y="1492199"/>
                  </a:lnTo>
                  <a:lnTo>
                    <a:pt x="412927" y="1490395"/>
                  </a:lnTo>
                  <a:lnTo>
                    <a:pt x="412559" y="1488592"/>
                  </a:lnTo>
                  <a:lnTo>
                    <a:pt x="412203" y="1486801"/>
                  </a:lnTo>
                  <a:lnTo>
                    <a:pt x="412203" y="1484998"/>
                  </a:lnTo>
                  <a:lnTo>
                    <a:pt x="412203" y="1483194"/>
                  </a:lnTo>
                  <a:close/>
                </a:path>
                <a:path w="463550" h="1518920">
                  <a:moveTo>
                    <a:pt x="0" y="695871"/>
                  </a:moveTo>
                  <a:lnTo>
                    <a:pt x="342722" y="696595"/>
                  </a:lnTo>
                </a:path>
                <a:path w="463550" h="1518920">
                  <a:moveTo>
                    <a:pt x="0" y="0"/>
                  </a:moveTo>
                  <a:lnTo>
                    <a:pt x="342722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82481" y="3666604"/>
              <a:ext cx="3086735" cy="685800"/>
            </a:xfrm>
            <a:custGeom>
              <a:avLst/>
              <a:gdLst/>
              <a:ahLst/>
              <a:cxnLst/>
              <a:rect l="l" t="t" r="r" b="b"/>
              <a:pathLst>
                <a:path w="3086735" h="685800">
                  <a:moveTo>
                    <a:pt x="0" y="123837"/>
                  </a:moveTo>
                  <a:lnTo>
                    <a:pt x="723" y="260997"/>
                  </a:lnTo>
                </a:path>
                <a:path w="3086735" h="685800">
                  <a:moveTo>
                    <a:pt x="9715" y="266750"/>
                  </a:moveTo>
                  <a:lnTo>
                    <a:pt x="924115" y="685800"/>
                  </a:lnTo>
                </a:path>
                <a:path w="3086735" h="685800">
                  <a:moveTo>
                    <a:pt x="9715" y="428396"/>
                  </a:moveTo>
                  <a:lnTo>
                    <a:pt x="10439" y="565556"/>
                  </a:lnTo>
                </a:path>
                <a:path w="3086735" h="685800">
                  <a:moveTo>
                    <a:pt x="9715" y="428396"/>
                  </a:moveTo>
                  <a:lnTo>
                    <a:pt x="914399" y="19075"/>
                  </a:lnTo>
                </a:path>
                <a:path w="3086735" h="685800">
                  <a:moveTo>
                    <a:pt x="2267280" y="142913"/>
                  </a:moveTo>
                  <a:lnTo>
                    <a:pt x="3086277" y="676071"/>
                  </a:lnTo>
                </a:path>
                <a:path w="3086735" h="685800">
                  <a:moveTo>
                    <a:pt x="2295715" y="523798"/>
                  </a:moveTo>
                  <a:lnTo>
                    <a:pt x="3086277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97402" y="43257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55"/>
                  </a:lnTo>
                  <a:lnTo>
                    <a:pt x="17995" y="355"/>
                  </a:lnTo>
                  <a:lnTo>
                    <a:pt x="15836" y="1079"/>
                  </a:lnTo>
                  <a:lnTo>
                    <a:pt x="14401" y="1435"/>
                  </a:lnTo>
                  <a:lnTo>
                    <a:pt x="13322" y="1803"/>
                  </a:lnTo>
                  <a:lnTo>
                    <a:pt x="12242" y="2514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6" y="6477"/>
                  </a:lnTo>
                  <a:lnTo>
                    <a:pt x="5753" y="7556"/>
                  </a:lnTo>
                  <a:lnTo>
                    <a:pt x="5041" y="8280"/>
                  </a:lnTo>
                  <a:lnTo>
                    <a:pt x="3594" y="10439"/>
                  </a:lnTo>
                  <a:lnTo>
                    <a:pt x="2882" y="11163"/>
                  </a:lnTo>
                  <a:lnTo>
                    <a:pt x="2514" y="12242"/>
                  </a:lnTo>
                  <a:lnTo>
                    <a:pt x="1803" y="13322"/>
                  </a:lnTo>
                  <a:lnTo>
                    <a:pt x="1435" y="14401"/>
                  </a:lnTo>
                  <a:lnTo>
                    <a:pt x="1079" y="15836"/>
                  </a:lnTo>
                  <a:lnTo>
                    <a:pt x="355" y="17995"/>
                  </a:lnTo>
                  <a:lnTo>
                    <a:pt x="355" y="19075"/>
                  </a:lnTo>
                  <a:lnTo>
                    <a:pt x="0" y="20154"/>
                  </a:lnTo>
                  <a:lnTo>
                    <a:pt x="0" y="22682"/>
                  </a:lnTo>
                  <a:lnTo>
                    <a:pt x="0" y="25196"/>
                  </a:lnTo>
                  <a:lnTo>
                    <a:pt x="723" y="27355"/>
                  </a:lnTo>
                  <a:lnTo>
                    <a:pt x="723" y="28435"/>
                  </a:lnTo>
                  <a:lnTo>
                    <a:pt x="1435" y="30594"/>
                  </a:lnTo>
                  <a:lnTo>
                    <a:pt x="2158" y="31686"/>
                  </a:lnTo>
                  <a:lnTo>
                    <a:pt x="2514" y="32766"/>
                  </a:lnTo>
                  <a:lnTo>
                    <a:pt x="3962" y="34925"/>
                  </a:lnTo>
                  <a:lnTo>
                    <a:pt x="4317" y="36004"/>
                  </a:lnTo>
                  <a:lnTo>
                    <a:pt x="7556" y="39243"/>
                  </a:lnTo>
                  <a:lnTo>
                    <a:pt x="8635" y="39954"/>
                  </a:lnTo>
                  <a:lnTo>
                    <a:pt x="9359" y="40678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4996"/>
                  </a:lnTo>
                  <a:lnTo>
                    <a:pt x="22682" y="44996"/>
                  </a:lnTo>
                  <a:lnTo>
                    <a:pt x="22682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16"/>
                  </a:lnTo>
                  <a:lnTo>
                    <a:pt x="31673" y="43205"/>
                  </a:lnTo>
                  <a:lnTo>
                    <a:pt x="32753" y="42837"/>
                  </a:lnTo>
                  <a:lnTo>
                    <a:pt x="34912" y="41402"/>
                  </a:lnTo>
                  <a:lnTo>
                    <a:pt x="35991" y="41046"/>
                  </a:lnTo>
                  <a:lnTo>
                    <a:pt x="39242" y="37795"/>
                  </a:lnTo>
                  <a:lnTo>
                    <a:pt x="39954" y="36715"/>
                  </a:lnTo>
                  <a:lnTo>
                    <a:pt x="40678" y="36004"/>
                  </a:lnTo>
                  <a:lnTo>
                    <a:pt x="42113" y="33845"/>
                  </a:lnTo>
                  <a:lnTo>
                    <a:pt x="42481" y="32766"/>
                  </a:lnTo>
                  <a:lnTo>
                    <a:pt x="43192" y="31686"/>
                  </a:lnTo>
                  <a:lnTo>
                    <a:pt x="44640" y="27355"/>
                  </a:lnTo>
                  <a:lnTo>
                    <a:pt x="44640" y="26276"/>
                  </a:lnTo>
                  <a:lnTo>
                    <a:pt x="44996" y="25196"/>
                  </a:lnTo>
                  <a:lnTo>
                    <a:pt x="44996" y="22682"/>
                  </a:lnTo>
                  <a:lnTo>
                    <a:pt x="45351" y="22682"/>
                  </a:lnTo>
                  <a:lnTo>
                    <a:pt x="45351" y="20154"/>
                  </a:lnTo>
                  <a:lnTo>
                    <a:pt x="44996" y="19075"/>
                  </a:lnTo>
                  <a:lnTo>
                    <a:pt x="44996" y="17995"/>
                  </a:lnTo>
                  <a:lnTo>
                    <a:pt x="44272" y="15836"/>
                  </a:lnTo>
                  <a:lnTo>
                    <a:pt x="43916" y="14401"/>
                  </a:lnTo>
                  <a:lnTo>
                    <a:pt x="43560" y="13322"/>
                  </a:lnTo>
                  <a:lnTo>
                    <a:pt x="42837" y="12242"/>
                  </a:lnTo>
                  <a:lnTo>
                    <a:pt x="42481" y="11518"/>
                  </a:lnTo>
                  <a:lnTo>
                    <a:pt x="40322" y="8280"/>
                  </a:lnTo>
                  <a:lnTo>
                    <a:pt x="39598" y="7556"/>
                  </a:lnTo>
                  <a:lnTo>
                    <a:pt x="38874" y="6477"/>
                  </a:lnTo>
                  <a:lnTo>
                    <a:pt x="37795" y="5765"/>
                  </a:lnTo>
                  <a:lnTo>
                    <a:pt x="37083" y="5041"/>
                  </a:lnTo>
                  <a:lnTo>
                    <a:pt x="34912" y="3594"/>
                  </a:lnTo>
                  <a:lnTo>
                    <a:pt x="34201" y="2882"/>
                  </a:lnTo>
                  <a:lnTo>
                    <a:pt x="33121" y="2514"/>
                  </a:lnTo>
                  <a:lnTo>
                    <a:pt x="32042" y="1803"/>
                  </a:lnTo>
                  <a:lnTo>
                    <a:pt x="30962" y="1435"/>
                  </a:lnTo>
                  <a:lnTo>
                    <a:pt x="29514" y="1079"/>
                  </a:lnTo>
                  <a:lnTo>
                    <a:pt x="27355" y="355"/>
                  </a:lnTo>
                  <a:lnTo>
                    <a:pt x="26276" y="355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97402" y="43257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54"/>
                  </a:lnTo>
                  <a:lnTo>
                    <a:pt x="355" y="19075"/>
                  </a:lnTo>
                  <a:lnTo>
                    <a:pt x="355" y="17995"/>
                  </a:lnTo>
                  <a:lnTo>
                    <a:pt x="723" y="16916"/>
                  </a:lnTo>
                  <a:lnTo>
                    <a:pt x="1079" y="15836"/>
                  </a:lnTo>
                  <a:lnTo>
                    <a:pt x="1435" y="14401"/>
                  </a:lnTo>
                  <a:lnTo>
                    <a:pt x="1803" y="13322"/>
                  </a:lnTo>
                  <a:lnTo>
                    <a:pt x="2514" y="12242"/>
                  </a:lnTo>
                  <a:lnTo>
                    <a:pt x="2882" y="11163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41" y="8280"/>
                  </a:lnTo>
                  <a:lnTo>
                    <a:pt x="5753" y="7556"/>
                  </a:lnTo>
                  <a:lnTo>
                    <a:pt x="6476" y="6477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18"/>
                  </a:lnTo>
                  <a:lnTo>
                    <a:pt x="10439" y="3594"/>
                  </a:lnTo>
                  <a:lnTo>
                    <a:pt x="11518" y="2882"/>
                  </a:lnTo>
                  <a:lnTo>
                    <a:pt x="12242" y="2514"/>
                  </a:lnTo>
                  <a:lnTo>
                    <a:pt x="13322" y="1803"/>
                  </a:lnTo>
                  <a:lnTo>
                    <a:pt x="14401" y="1435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55"/>
                  </a:lnTo>
                  <a:lnTo>
                    <a:pt x="19075" y="355"/>
                  </a:lnTo>
                  <a:lnTo>
                    <a:pt x="20154" y="0"/>
                  </a:lnTo>
                  <a:lnTo>
                    <a:pt x="22682" y="0"/>
                  </a:lnTo>
                  <a:lnTo>
                    <a:pt x="25196" y="0"/>
                  </a:lnTo>
                  <a:lnTo>
                    <a:pt x="26276" y="355"/>
                  </a:lnTo>
                  <a:lnTo>
                    <a:pt x="27355" y="355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62" y="1435"/>
                  </a:lnTo>
                  <a:lnTo>
                    <a:pt x="32042" y="1803"/>
                  </a:lnTo>
                  <a:lnTo>
                    <a:pt x="33121" y="2514"/>
                  </a:lnTo>
                  <a:lnTo>
                    <a:pt x="34201" y="2882"/>
                  </a:lnTo>
                  <a:lnTo>
                    <a:pt x="34912" y="3594"/>
                  </a:lnTo>
                  <a:lnTo>
                    <a:pt x="35991" y="4318"/>
                  </a:lnTo>
                  <a:lnTo>
                    <a:pt x="37083" y="5041"/>
                  </a:lnTo>
                  <a:lnTo>
                    <a:pt x="37795" y="5765"/>
                  </a:lnTo>
                  <a:lnTo>
                    <a:pt x="38874" y="6477"/>
                  </a:lnTo>
                  <a:lnTo>
                    <a:pt x="39598" y="7556"/>
                  </a:lnTo>
                  <a:lnTo>
                    <a:pt x="40322" y="8280"/>
                  </a:lnTo>
                  <a:lnTo>
                    <a:pt x="41033" y="9359"/>
                  </a:lnTo>
                  <a:lnTo>
                    <a:pt x="41757" y="10439"/>
                  </a:lnTo>
                  <a:lnTo>
                    <a:pt x="42481" y="11518"/>
                  </a:lnTo>
                  <a:lnTo>
                    <a:pt x="42837" y="12242"/>
                  </a:lnTo>
                  <a:lnTo>
                    <a:pt x="43560" y="13322"/>
                  </a:lnTo>
                  <a:lnTo>
                    <a:pt x="43916" y="14401"/>
                  </a:lnTo>
                  <a:lnTo>
                    <a:pt x="44272" y="15836"/>
                  </a:lnTo>
                  <a:lnTo>
                    <a:pt x="44640" y="16916"/>
                  </a:lnTo>
                  <a:lnTo>
                    <a:pt x="44996" y="17995"/>
                  </a:lnTo>
                  <a:lnTo>
                    <a:pt x="44996" y="19075"/>
                  </a:lnTo>
                  <a:lnTo>
                    <a:pt x="45351" y="20154"/>
                  </a:lnTo>
                  <a:lnTo>
                    <a:pt x="45351" y="21602"/>
                  </a:lnTo>
                  <a:lnTo>
                    <a:pt x="45351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196"/>
                  </a:lnTo>
                  <a:lnTo>
                    <a:pt x="44640" y="26276"/>
                  </a:lnTo>
                  <a:lnTo>
                    <a:pt x="44640" y="27355"/>
                  </a:lnTo>
                  <a:lnTo>
                    <a:pt x="44272" y="28435"/>
                  </a:lnTo>
                  <a:lnTo>
                    <a:pt x="43916" y="29514"/>
                  </a:lnTo>
                  <a:lnTo>
                    <a:pt x="43560" y="30594"/>
                  </a:lnTo>
                  <a:lnTo>
                    <a:pt x="43192" y="31686"/>
                  </a:lnTo>
                  <a:lnTo>
                    <a:pt x="42481" y="32766"/>
                  </a:lnTo>
                  <a:lnTo>
                    <a:pt x="42113" y="33845"/>
                  </a:lnTo>
                  <a:lnTo>
                    <a:pt x="41401" y="34925"/>
                  </a:lnTo>
                  <a:lnTo>
                    <a:pt x="40678" y="36004"/>
                  </a:lnTo>
                  <a:lnTo>
                    <a:pt x="39954" y="36715"/>
                  </a:lnTo>
                  <a:lnTo>
                    <a:pt x="39242" y="37795"/>
                  </a:lnTo>
                  <a:lnTo>
                    <a:pt x="38519" y="38519"/>
                  </a:lnTo>
                  <a:lnTo>
                    <a:pt x="37795" y="39243"/>
                  </a:lnTo>
                  <a:lnTo>
                    <a:pt x="36715" y="40322"/>
                  </a:lnTo>
                  <a:lnTo>
                    <a:pt x="35991" y="41046"/>
                  </a:lnTo>
                  <a:lnTo>
                    <a:pt x="34912" y="41402"/>
                  </a:lnTo>
                  <a:lnTo>
                    <a:pt x="33832" y="42125"/>
                  </a:lnTo>
                  <a:lnTo>
                    <a:pt x="32753" y="42837"/>
                  </a:lnTo>
                  <a:lnTo>
                    <a:pt x="31673" y="43205"/>
                  </a:lnTo>
                  <a:lnTo>
                    <a:pt x="30594" y="43916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4996"/>
                  </a:lnTo>
                  <a:lnTo>
                    <a:pt x="25196" y="45364"/>
                  </a:lnTo>
                  <a:lnTo>
                    <a:pt x="23761" y="45364"/>
                  </a:lnTo>
                  <a:lnTo>
                    <a:pt x="22682" y="45364"/>
                  </a:lnTo>
                  <a:lnTo>
                    <a:pt x="22682" y="44996"/>
                  </a:lnTo>
                  <a:lnTo>
                    <a:pt x="21602" y="44996"/>
                  </a:lnTo>
                  <a:lnTo>
                    <a:pt x="20154" y="44996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16"/>
                  </a:lnTo>
                  <a:lnTo>
                    <a:pt x="14757" y="43561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2"/>
                  </a:lnTo>
                  <a:lnTo>
                    <a:pt x="9359" y="40678"/>
                  </a:lnTo>
                  <a:lnTo>
                    <a:pt x="8635" y="39954"/>
                  </a:lnTo>
                  <a:lnTo>
                    <a:pt x="7556" y="39243"/>
                  </a:lnTo>
                  <a:lnTo>
                    <a:pt x="6832" y="38519"/>
                  </a:lnTo>
                  <a:lnTo>
                    <a:pt x="6121" y="37795"/>
                  </a:lnTo>
                  <a:lnTo>
                    <a:pt x="5041" y="36715"/>
                  </a:lnTo>
                  <a:lnTo>
                    <a:pt x="4317" y="36004"/>
                  </a:lnTo>
                  <a:lnTo>
                    <a:pt x="3962" y="34925"/>
                  </a:lnTo>
                  <a:lnTo>
                    <a:pt x="3238" y="33845"/>
                  </a:lnTo>
                  <a:lnTo>
                    <a:pt x="2514" y="32766"/>
                  </a:lnTo>
                  <a:lnTo>
                    <a:pt x="2158" y="31686"/>
                  </a:lnTo>
                  <a:lnTo>
                    <a:pt x="1435" y="30594"/>
                  </a:lnTo>
                  <a:lnTo>
                    <a:pt x="1079" y="29514"/>
                  </a:lnTo>
                  <a:lnTo>
                    <a:pt x="723" y="28435"/>
                  </a:lnTo>
                  <a:lnTo>
                    <a:pt x="723" y="27355"/>
                  </a:lnTo>
                  <a:lnTo>
                    <a:pt x="355" y="26276"/>
                  </a:lnTo>
                  <a:lnTo>
                    <a:pt x="0" y="25196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89681" y="43333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68"/>
                  </a:lnTo>
                  <a:lnTo>
                    <a:pt x="17995" y="368"/>
                  </a:lnTo>
                  <a:lnTo>
                    <a:pt x="13322" y="1803"/>
                  </a:lnTo>
                  <a:lnTo>
                    <a:pt x="12242" y="2527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7" y="6489"/>
                  </a:lnTo>
                  <a:lnTo>
                    <a:pt x="5753" y="7569"/>
                  </a:lnTo>
                  <a:lnTo>
                    <a:pt x="5041" y="8280"/>
                  </a:lnTo>
                  <a:lnTo>
                    <a:pt x="3594" y="10439"/>
                  </a:lnTo>
                  <a:lnTo>
                    <a:pt x="2882" y="11163"/>
                  </a:lnTo>
                  <a:lnTo>
                    <a:pt x="2514" y="12242"/>
                  </a:lnTo>
                  <a:lnTo>
                    <a:pt x="1803" y="13322"/>
                  </a:lnTo>
                  <a:lnTo>
                    <a:pt x="1435" y="14401"/>
                  </a:lnTo>
                  <a:lnTo>
                    <a:pt x="1079" y="15849"/>
                  </a:lnTo>
                  <a:lnTo>
                    <a:pt x="355" y="18008"/>
                  </a:lnTo>
                  <a:lnTo>
                    <a:pt x="355" y="19088"/>
                  </a:lnTo>
                  <a:lnTo>
                    <a:pt x="0" y="20167"/>
                  </a:lnTo>
                  <a:lnTo>
                    <a:pt x="0" y="22682"/>
                  </a:lnTo>
                  <a:lnTo>
                    <a:pt x="0" y="25209"/>
                  </a:lnTo>
                  <a:lnTo>
                    <a:pt x="723" y="27368"/>
                  </a:lnTo>
                  <a:lnTo>
                    <a:pt x="723" y="28447"/>
                  </a:lnTo>
                  <a:lnTo>
                    <a:pt x="1435" y="30606"/>
                  </a:lnTo>
                  <a:lnTo>
                    <a:pt x="2159" y="31686"/>
                  </a:lnTo>
                  <a:lnTo>
                    <a:pt x="2514" y="32765"/>
                  </a:lnTo>
                  <a:lnTo>
                    <a:pt x="3962" y="34924"/>
                  </a:lnTo>
                  <a:lnTo>
                    <a:pt x="4318" y="36004"/>
                  </a:lnTo>
                  <a:lnTo>
                    <a:pt x="7556" y="39242"/>
                  </a:lnTo>
                  <a:lnTo>
                    <a:pt x="8636" y="39966"/>
                  </a:lnTo>
                  <a:lnTo>
                    <a:pt x="9359" y="40678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5008"/>
                  </a:lnTo>
                  <a:lnTo>
                    <a:pt x="22682" y="45008"/>
                  </a:lnTo>
                  <a:lnTo>
                    <a:pt x="22682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29"/>
                  </a:lnTo>
                  <a:lnTo>
                    <a:pt x="31673" y="43205"/>
                  </a:lnTo>
                  <a:lnTo>
                    <a:pt x="32753" y="42849"/>
                  </a:lnTo>
                  <a:lnTo>
                    <a:pt x="34925" y="41401"/>
                  </a:lnTo>
                  <a:lnTo>
                    <a:pt x="36004" y="41046"/>
                  </a:lnTo>
                  <a:lnTo>
                    <a:pt x="39243" y="37807"/>
                  </a:lnTo>
                  <a:lnTo>
                    <a:pt x="39954" y="36728"/>
                  </a:lnTo>
                  <a:lnTo>
                    <a:pt x="40678" y="36004"/>
                  </a:lnTo>
                  <a:lnTo>
                    <a:pt x="42113" y="33845"/>
                  </a:lnTo>
                  <a:lnTo>
                    <a:pt x="42481" y="32765"/>
                  </a:lnTo>
                  <a:lnTo>
                    <a:pt x="43192" y="31686"/>
                  </a:lnTo>
                  <a:lnTo>
                    <a:pt x="44640" y="27368"/>
                  </a:lnTo>
                  <a:lnTo>
                    <a:pt x="44640" y="26288"/>
                  </a:lnTo>
                  <a:lnTo>
                    <a:pt x="44996" y="25209"/>
                  </a:lnTo>
                  <a:lnTo>
                    <a:pt x="44996" y="22682"/>
                  </a:lnTo>
                  <a:lnTo>
                    <a:pt x="45364" y="22682"/>
                  </a:lnTo>
                  <a:lnTo>
                    <a:pt x="45364" y="20167"/>
                  </a:lnTo>
                  <a:lnTo>
                    <a:pt x="44996" y="19088"/>
                  </a:lnTo>
                  <a:lnTo>
                    <a:pt x="44996" y="18008"/>
                  </a:lnTo>
                  <a:lnTo>
                    <a:pt x="43561" y="13322"/>
                  </a:lnTo>
                  <a:lnTo>
                    <a:pt x="42837" y="12242"/>
                  </a:lnTo>
                  <a:lnTo>
                    <a:pt x="42481" y="11518"/>
                  </a:lnTo>
                  <a:lnTo>
                    <a:pt x="40322" y="8280"/>
                  </a:lnTo>
                  <a:lnTo>
                    <a:pt x="39598" y="7569"/>
                  </a:lnTo>
                  <a:lnTo>
                    <a:pt x="38874" y="6489"/>
                  </a:lnTo>
                  <a:lnTo>
                    <a:pt x="37795" y="5765"/>
                  </a:lnTo>
                  <a:lnTo>
                    <a:pt x="37084" y="5041"/>
                  </a:lnTo>
                  <a:lnTo>
                    <a:pt x="34925" y="3606"/>
                  </a:lnTo>
                  <a:lnTo>
                    <a:pt x="34201" y="2882"/>
                  </a:lnTo>
                  <a:lnTo>
                    <a:pt x="33121" y="2527"/>
                  </a:lnTo>
                  <a:lnTo>
                    <a:pt x="32042" y="1803"/>
                  </a:lnTo>
                  <a:lnTo>
                    <a:pt x="29514" y="1079"/>
                  </a:lnTo>
                  <a:lnTo>
                    <a:pt x="27355" y="368"/>
                  </a:lnTo>
                  <a:lnTo>
                    <a:pt x="26276" y="368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89681" y="43333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67"/>
                  </a:lnTo>
                  <a:lnTo>
                    <a:pt x="355" y="19088"/>
                  </a:lnTo>
                  <a:lnTo>
                    <a:pt x="355" y="18008"/>
                  </a:lnTo>
                  <a:lnTo>
                    <a:pt x="723" y="16929"/>
                  </a:lnTo>
                  <a:lnTo>
                    <a:pt x="1079" y="15849"/>
                  </a:lnTo>
                  <a:lnTo>
                    <a:pt x="1435" y="14401"/>
                  </a:lnTo>
                  <a:lnTo>
                    <a:pt x="1803" y="13322"/>
                  </a:lnTo>
                  <a:lnTo>
                    <a:pt x="2514" y="12242"/>
                  </a:lnTo>
                  <a:lnTo>
                    <a:pt x="2882" y="11163"/>
                  </a:lnTo>
                  <a:lnTo>
                    <a:pt x="3594" y="10439"/>
                  </a:lnTo>
                  <a:lnTo>
                    <a:pt x="4318" y="9359"/>
                  </a:lnTo>
                  <a:lnTo>
                    <a:pt x="5041" y="8280"/>
                  </a:lnTo>
                  <a:lnTo>
                    <a:pt x="5753" y="7569"/>
                  </a:lnTo>
                  <a:lnTo>
                    <a:pt x="6477" y="6489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17"/>
                  </a:lnTo>
                  <a:lnTo>
                    <a:pt x="10439" y="3606"/>
                  </a:lnTo>
                  <a:lnTo>
                    <a:pt x="11518" y="2882"/>
                  </a:lnTo>
                  <a:lnTo>
                    <a:pt x="12242" y="2527"/>
                  </a:lnTo>
                  <a:lnTo>
                    <a:pt x="13322" y="1803"/>
                  </a:lnTo>
                  <a:lnTo>
                    <a:pt x="14401" y="1447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68"/>
                  </a:lnTo>
                  <a:lnTo>
                    <a:pt x="19075" y="368"/>
                  </a:lnTo>
                  <a:lnTo>
                    <a:pt x="20154" y="0"/>
                  </a:lnTo>
                  <a:lnTo>
                    <a:pt x="21602" y="0"/>
                  </a:lnTo>
                  <a:lnTo>
                    <a:pt x="22682" y="0"/>
                  </a:lnTo>
                  <a:lnTo>
                    <a:pt x="23761" y="0"/>
                  </a:lnTo>
                  <a:lnTo>
                    <a:pt x="25196" y="0"/>
                  </a:lnTo>
                  <a:lnTo>
                    <a:pt x="26276" y="368"/>
                  </a:lnTo>
                  <a:lnTo>
                    <a:pt x="27355" y="368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62" y="1447"/>
                  </a:lnTo>
                  <a:lnTo>
                    <a:pt x="32042" y="1803"/>
                  </a:lnTo>
                  <a:lnTo>
                    <a:pt x="33121" y="2527"/>
                  </a:lnTo>
                  <a:lnTo>
                    <a:pt x="34201" y="2882"/>
                  </a:lnTo>
                  <a:lnTo>
                    <a:pt x="34925" y="3606"/>
                  </a:lnTo>
                  <a:lnTo>
                    <a:pt x="36004" y="4317"/>
                  </a:lnTo>
                  <a:lnTo>
                    <a:pt x="37084" y="5041"/>
                  </a:lnTo>
                  <a:lnTo>
                    <a:pt x="37795" y="5765"/>
                  </a:lnTo>
                  <a:lnTo>
                    <a:pt x="38874" y="6489"/>
                  </a:lnTo>
                  <a:lnTo>
                    <a:pt x="39598" y="7569"/>
                  </a:lnTo>
                  <a:lnTo>
                    <a:pt x="40322" y="8280"/>
                  </a:lnTo>
                  <a:lnTo>
                    <a:pt x="41033" y="9359"/>
                  </a:lnTo>
                  <a:lnTo>
                    <a:pt x="41757" y="10439"/>
                  </a:lnTo>
                  <a:lnTo>
                    <a:pt x="42481" y="11518"/>
                  </a:lnTo>
                  <a:lnTo>
                    <a:pt x="42837" y="12242"/>
                  </a:lnTo>
                  <a:lnTo>
                    <a:pt x="43561" y="13322"/>
                  </a:lnTo>
                  <a:lnTo>
                    <a:pt x="43916" y="14401"/>
                  </a:lnTo>
                  <a:lnTo>
                    <a:pt x="44284" y="15849"/>
                  </a:lnTo>
                  <a:lnTo>
                    <a:pt x="44640" y="16929"/>
                  </a:lnTo>
                  <a:lnTo>
                    <a:pt x="44996" y="18008"/>
                  </a:lnTo>
                  <a:lnTo>
                    <a:pt x="44996" y="19088"/>
                  </a:lnTo>
                  <a:lnTo>
                    <a:pt x="45364" y="20167"/>
                  </a:lnTo>
                  <a:lnTo>
                    <a:pt x="45364" y="21602"/>
                  </a:lnTo>
                  <a:lnTo>
                    <a:pt x="45364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209"/>
                  </a:lnTo>
                  <a:lnTo>
                    <a:pt x="44640" y="26288"/>
                  </a:lnTo>
                  <a:lnTo>
                    <a:pt x="44640" y="27368"/>
                  </a:lnTo>
                  <a:lnTo>
                    <a:pt x="44284" y="28447"/>
                  </a:lnTo>
                  <a:lnTo>
                    <a:pt x="43916" y="29527"/>
                  </a:lnTo>
                  <a:lnTo>
                    <a:pt x="43561" y="30606"/>
                  </a:lnTo>
                  <a:lnTo>
                    <a:pt x="43192" y="31686"/>
                  </a:lnTo>
                  <a:lnTo>
                    <a:pt x="42481" y="32765"/>
                  </a:lnTo>
                  <a:lnTo>
                    <a:pt x="42113" y="33845"/>
                  </a:lnTo>
                  <a:lnTo>
                    <a:pt x="41402" y="34924"/>
                  </a:lnTo>
                  <a:lnTo>
                    <a:pt x="40678" y="36004"/>
                  </a:lnTo>
                  <a:lnTo>
                    <a:pt x="39954" y="36728"/>
                  </a:lnTo>
                  <a:lnTo>
                    <a:pt x="39243" y="37807"/>
                  </a:lnTo>
                  <a:lnTo>
                    <a:pt x="38519" y="38519"/>
                  </a:lnTo>
                  <a:lnTo>
                    <a:pt x="37795" y="39242"/>
                  </a:lnTo>
                  <a:lnTo>
                    <a:pt x="36715" y="40322"/>
                  </a:lnTo>
                  <a:lnTo>
                    <a:pt x="36004" y="41046"/>
                  </a:lnTo>
                  <a:lnTo>
                    <a:pt x="34925" y="41401"/>
                  </a:lnTo>
                  <a:lnTo>
                    <a:pt x="33832" y="42125"/>
                  </a:lnTo>
                  <a:lnTo>
                    <a:pt x="32753" y="42849"/>
                  </a:lnTo>
                  <a:lnTo>
                    <a:pt x="31673" y="43205"/>
                  </a:lnTo>
                  <a:lnTo>
                    <a:pt x="30594" y="43929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5008"/>
                  </a:lnTo>
                  <a:lnTo>
                    <a:pt x="25196" y="45364"/>
                  </a:lnTo>
                  <a:lnTo>
                    <a:pt x="23761" y="45364"/>
                  </a:lnTo>
                  <a:lnTo>
                    <a:pt x="22682" y="45364"/>
                  </a:lnTo>
                  <a:lnTo>
                    <a:pt x="22682" y="45008"/>
                  </a:lnTo>
                  <a:lnTo>
                    <a:pt x="21602" y="45008"/>
                  </a:lnTo>
                  <a:lnTo>
                    <a:pt x="20154" y="45008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29"/>
                  </a:lnTo>
                  <a:lnTo>
                    <a:pt x="14757" y="43560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6" y="39966"/>
                  </a:lnTo>
                  <a:lnTo>
                    <a:pt x="7556" y="39242"/>
                  </a:lnTo>
                  <a:lnTo>
                    <a:pt x="6845" y="38519"/>
                  </a:lnTo>
                  <a:lnTo>
                    <a:pt x="6121" y="37807"/>
                  </a:lnTo>
                  <a:lnTo>
                    <a:pt x="5041" y="36728"/>
                  </a:lnTo>
                  <a:lnTo>
                    <a:pt x="4318" y="36004"/>
                  </a:lnTo>
                  <a:lnTo>
                    <a:pt x="3962" y="34924"/>
                  </a:lnTo>
                  <a:lnTo>
                    <a:pt x="3238" y="33845"/>
                  </a:lnTo>
                  <a:lnTo>
                    <a:pt x="2514" y="32765"/>
                  </a:lnTo>
                  <a:lnTo>
                    <a:pt x="2159" y="31686"/>
                  </a:lnTo>
                  <a:lnTo>
                    <a:pt x="1435" y="30606"/>
                  </a:lnTo>
                  <a:lnTo>
                    <a:pt x="1079" y="29527"/>
                  </a:lnTo>
                  <a:lnTo>
                    <a:pt x="723" y="28447"/>
                  </a:lnTo>
                  <a:lnTo>
                    <a:pt x="723" y="27368"/>
                  </a:lnTo>
                  <a:lnTo>
                    <a:pt x="355" y="26288"/>
                  </a:lnTo>
                  <a:lnTo>
                    <a:pt x="0" y="25209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0605" y="36475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68"/>
                  </a:lnTo>
                  <a:lnTo>
                    <a:pt x="17995" y="368"/>
                  </a:lnTo>
                  <a:lnTo>
                    <a:pt x="13309" y="1803"/>
                  </a:lnTo>
                  <a:lnTo>
                    <a:pt x="12230" y="2527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6" y="6489"/>
                  </a:lnTo>
                  <a:lnTo>
                    <a:pt x="5753" y="7569"/>
                  </a:lnTo>
                  <a:lnTo>
                    <a:pt x="5029" y="8280"/>
                  </a:lnTo>
                  <a:lnTo>
                    <a:pt x="3594" y="10439"/>
                  </a:lnTo>
                  <a:lnTo>
                    <a:pt x="2870" y="11163"/>
                  </a:lnTo>
                  <a:lnTo>
                    <a:pt x="2514" y="12242"/>
                  </a:lnTo>
                  <a:lnTo>
                    <a:pt x="1790" y="13322"/>
                  </a:lnTo>
                  <a:lnTo>
                    <a:pt x="1435" y="14401"/>
                  </a:lnTo>
                  <a:lnTo>
                    <a:pt x="1079" y="15849"/>
                  </a:lnTo>
                  <a:lnTo>
                    <a:pt x="355" y="18008"/>
                  </a:lnTo>
                  <a:lnTo>
                    <a:pt x="355" y="19088"/>
                  </a:lnTo>
                  <a:lnTo>
                    <a:pt x="0" y="20167"/>
                  </a:lnTo>
                  <a:lnTo>
                    <a:pt x="0" y="22682"/>
                  </a:lnTo>
                  <a:lnTo>
                    <a:pt x="0" y="25209"/>
                  </a:lnTo>
                  <a:lnTo>
                    <a:pt x="711" y="27368"/>
                  </a:lnTo>
                  <a:lnTo>
                    <a:pt x="711" y="28447"/>
                  </a:lnTo>
                  <a:lnTo>
                    <a:pt x="1435" y="30606"/>
                  </a:lnTo>
                  <a:lnTo>
                    <a:pt x="2158" y="31686"/>
                  </a:lnTo>
                  <a:lnTo>
                    <a:pt x="2514" y="32765"/>
                  </a:lnTo>
                  <a:lnTo>
                    <a:pt x="3949" y="34924"/>
                  </a:lnTo>
                  <a:lnTo>
                    <a:pt x="4317" y="36004"/>
                  </a:lnTo>
                  <a:lnTo>
                    <a:pt x="7556" y="39242"/>
                  </a:lnTo>
                  <a:lnTo>
                    <a:pt x="8636" y="39966"/>
                  </a:lnTo>
                  <a:lnTo>
                    <a:pt x="9359" y="40678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5008"/>
                  </a:lnTo>
                  <a:lnTo>
                    <a:pt x="22669" y="45008"/>
                  </a:lnTo>
                  <a:lnTo>
                    <a:pt x="22669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29"/>
                  </a:lnTo>
                  <a:lnTo>
                    <a:pt x="31673" y="43205"/>
                  </a:lnTo>
                  <a:lnTo>
                    <a:pt x="32753" y="42849"/>
                  </a:lnTo>
                  <a:lnTo>
                    <a:pt x="34912" y="41401"/>
                  </a:lnTo>
                  <a:lnTo>
                    <a:pt x="35991" y="41046"/>
                  </a:lnTo>
                  <a:lnTo>
                    <a:pt x="39230" y="37807"/>
                  </a:lnTo>
                  <a:lnTo>
                    <a:pt x="39954" y="36728"/>
                  </a:lnTo>
                  <a:lnTo>
                    <a:pt x="40678" y="36004"/>
                  </a:lnTo>
                  <a:lnTo>
                    <a:pt x="42113" y="33845"/>
                  </a:lnTo>
                  <a:lnTo>
                    <a:pt x="42468" y="32765"/>
                  </a:lnTo>
                  <a:lnTo>
                    <a:pt x="43192" y="31686"/>
                  </a:lnTo>
                  <a:lnTo>
                    <a:pt x="44640" y="27368"/>
                  </a:lnTo>
                  <a:lnTo>
                    <a:pt x="44640" y="26288"/>
                  </a:lnTo>
                  <a:lnTo>
                    <a:pt x="44996" y="25209"/>
                  </a:lnTo>
                  <a:lnTo>
                    <a:pt x="44996" y="22682"/>
                  </a:lnTo>
                  <a:lnTo>
                    <a:pt x="45351" y="22682"/>
                  </a:lnTo>
                  <a:lnTo>
                    <a:pt x="45351" y="20167"/>
                  </a:lnTo>
                  <a:lnTo>
                    <a:pt x="44996" y="19088"/>
                  </a:lnTo>
                  <a:lnTo>
                    <a:pt x="44996" y="18008"/>
                  </a:lnTo>
                  <a:lnTo>
                    <a:pt x="44272" y="15849"/>
                  </a:lnTo>
                  <a:lnTo>
                    <a:pt x="43916" y="14401"/>
                  </a:lnTo>
                  <a:lnTo>
                    <a:pt x="43548" y="13322"/>
                  </a:lnTo>
                  <a:lnTo>
                    <a:pt x="42837" y="12242"/>
                  </a:lnTo>
                  <a:lnTo>
                    <a:pt x="42468" y="11518"/>
                  </a:lnTo>
                  <a:lnTo>
                    <a:pt x="40309" y="8280"/>
                  </a:lnTo>
                  <a:lnTo>
                    <a:pt x="39598" y="7569"/>
                  </a:lnTo>
                  <a:lnTo>
                    <a:pt x="38874" y="6489"/>
                  </a:lnTo>
                  <a:lnTo>
                    <a:pt x="37795" y="5765"/>
                  </a:lnTo>
                  <a:lnTo>
                    <a:pt x="37071" y="5041"/>
                  </a:lnTo>
                  <a:lnTo>
                    <a:pt x="34912" y="3606"/>
                  </a:lnTo>
                  <a:lnTo>
                    <a:pt x="34188" y="2882"/>
                  </a:lnTo>
                  <a:lnTo>
                    <a:pt x="33108" y="2527"/>
                  </a:lnTo>
                  <a:lnTo>
                    <a:pt x="32029" y="1803"/>
                  </a:lnTo>
                  <a:lnTo>
                    <a:pt x="29514" y="1079"/>
                  </a:lnTo>
                  <a:lnTo>
                    <a:pt x="27355" y="368"/>
                  </a:lnTo>
                  <a:lnTo>
                    <a:pt x="26276" y="368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0605" y="36475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67"/>
                  </a:lnTo>
                  <a:lnTo>
                    <a:pt x="355" y="19088"/>
                  </a:lnTo>
                  <a:lnTo>
                    <a:pt x="355" y="18008"/>
                  </a:lnTo>
                  <a:lnTo>
                    <a:pt x="711" y="16929"/>
                  </a:lnTo>
                  <a:lnTo>
                    <a:pt x="1079" y="15849"/>
                  </a:lnTo>
                  <a:lnTo>
                    <a:pt x="1435" y="14401"/>
                  </a:lnTo>
                  <a:lnTo>
                    <a:pt x="1790" y="13322"/>
                  </a:lnTo>
                  <a:lnTo>
                    <a:pt x="2514" y="12242"/>
                  </a:lnTo>
                  <a:lnTo>
                    <a:pt x="2870" y="11163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29" y="8280"/>
                  </a:lnTo>
                  <a:lnTo>
                    <a:pt x="5753" y="7569"/>
                  </a:lnTo>
                  <a:lnTo>
                    <a:pt x="6476" y="6489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17"/>
                  </a:lnTo>
                  <a:lnTo>
                    <a:pt x="10439" y="3606"/>
                  </a:lnTo>
                  <a:lnTo>
                    <a:pt x="11518" y="2882"/>
                  </a:lnTo>
                  <a:lnTo>
                    <a:pt x="12230" y="2527"/>
                  </a:lnTo>
                  <a:lnTo>
                    <a:pt x="13309" y="1803"/>
                  </a:lnTo>
                  <a:lnTo>
                    <a:pt x="14389" y="1447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68"/>
                  </a:lnTo>
                  <a:lnTo>
                    <a:pt x="19075" y="368"/>
                  </a:lnTo>
                  <a:lnTo>
                    <a:pt x="20154" y="0"/>
                  </a:lnTo>
                  <a:lnTo>
                    <a:pt x="21589" y="0"/>
                  </a:lnTo>
                  <a:lnTo>
                    <a:pt x="22669" y="0"/>
                  </a:lnTo>
                  <a:lnTo>
                    <a:pt x="23749" y="0"/>
                  </a:lnTo>
                  <a:lnTo>
                    <a:pt x="25196" y="0"/>
                  </a:lnTo>
                  <a:lnTo>
                    <a:pt x="26276" y="368"/>
                  </a:lnTo>
                  <a:lnTo>
                    <a:pt x="27355" y="368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49" y="1447"/>
                  </a:lnTo>
                  <a:lnTo>
                    <a:pt x="32029" y="1803"/>
                  </a:lnTo>
                  <a:lnTo>
                    <a:pt x="33108" y="2527"/>
                  </a:lnTo>
                  <a:lnTo>
                    <a:pt x="34188" y="2882"/>
                  </a:lnTo>
                  <a:lnTo>
                    <a:pt x="34912" y="3606"/>
                  </a:lnTo>
                  <a:lnTo>
                    <a:pt x="35991" y="4317"/>
                  </a:lnTo>
                  <a:lnTo>
                    <a:pt x="37071" y="5041"/>
                  </a:lnTo>
                  <a:lnTo>
                    <a:pt x="37795" y="5765"/>
                  </a:lnTo>
                  <a:lnTo>
                    <a:pt x="38874" y="6489"/>
                  </a:lnTo>
                  <a:lnTo>
                    <a:pt x="39598" y="7569"/>
                  </a:lnTo>
                  <a:lnTo>
                    <a:pt x="42837" y="12242"/>
                  </a:lnTo>
                  <a:lnTo>
                    <a:pt x="43548" y="13322"/>
                  </a:lnTo>
                  <a:lnTo>
                    <a:pt x="43916" y="14401"/>
                  </a:lnTo>
                  <a:lnTo>
                    <a:pt x="44272" y="15849"/>
                  </a:lnTo>
                  <a:lnTo>
                    <a:pt x="44640" y="16929"/>
                  </a:lnTo>
                  <a:lnTo>
                    <a:pt x="44996" y="18008"/>
                  </a:lnTo>
                  <a:lnTo>
                    <a:pt x="44996" y="19088"/>
                  </a:lnTo>
                  <a:lnTo>
                    <a:pt x="45351" y="20167"/>
                  </a:lnTo>
                  <a:lnTo>
                    <a:pt x="45351" y="21602"/>
                  </a:lnTo>
                  <a:lnTo>
                    <a:pt x="45351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209"/>
                  </a:lnTo>
                  <a:lnTo>
                    <a:pt x="44640" y="26288"/>
                  </a:lnTo>
                  <a:lnTo>
                    <a:pt x="44640" y="27368"/>
                  </a:lnTo>
                  <a:lnTo>
                    <a:pt x="44272" y="28447"/>
                  </a:lnTo>
                  <a:lnTo>
                    <a:pt x="43916" y="29527"/>
                  </a:lnTo>
                  <a:lnTo>
                    <a:pt x="43548" y="30606"/>
                  </a:lnTo>
                  <a:lnTo>
                    <a:pt x="43192" y="31686"/>
                  </a:lnTo>
                  <a:lnTo>
                    <a:pt x="42468" y="32765"/>
                  </a:lnTo>
                  <a:lnTo>
                    <a:pt x="42113" y="33845"/>
                  </a:lnTo>
                  <a:lnTo>
                    <a:pt x="41389" y="34924"/>
                  </a:lnTo>
                  <a:lnTo>
                    <a:pt x="40678" y="36004"/>
                  </a:lnTo>
                  <a:lnTo>
                    <a:pt x="39954" y="36728"/>
                  </a:lnTo>
                  <a:lnTo>
                    <a:pt x="39230" y="37807"/>
                  </a:lnTo>
                  <a:lnTo>
                    <a:pt x="38519" y="38519"/>
                  </a:lnTo>
                  <a:lnTo>
                    <a:pt x="37795" y="39242"/>
                  </a:lnTo>
                  <a:lnTo>
                    <a:pt x="36715" y="40322"/>
                  </a:lnTo>
                  <a:lnTo>
                    <a:pt x="35991" y="41046"/>
                  </a:lnTo>
                  <a:lnTo>
                    <a:pt x="34912" y="41401"/>
                  </a:lnTo>
                  <a:lnTo>
                    <a:pt x="33832" y="42125"/>
                  </a:lnTo>
                  <a:lnTo>
                    <a:pt x="32753" y="42849"/>
                  </a:lnTo>
                  <a:lnTo>
                    <a:pt x="31673" y="43205"/>
                  </a:lnTo>
                  <a:lnTo>
                    <a:pt x="30594" y="43929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5008"/>
                  </a:lnTo>
                  <a:lnTo>
                    <a:pt x="25196" y="45364"/>
                  </a:lnTo>
                  <a:lnTo>
                    <a:pt x="23749" y="45364"/>
                  </a:lnTo>
                  <a:lnTo>
                    <a:pt x="22669" y="45364"/>
                  </a:lnTo>
                  <a:lnTo>
                    <a:pt x="22669" y="45008"/>
                  </a:lnTo>
                  <a:lnTo>
                    <a:pt x="21589" y="45008"/>
                  </a:lnTo>
                  <a:lnTo>
                    <a:pt x="20154" y="45008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29"/>
                  </a:lnTo>
                  <a:lnTo>
                    <a:pt x="14757" y="43560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6" y="39966"/>
                  </a:lnTo>
                  <a:lnTo>
                    <a:pt x="7556" y="39242"/>
                  </a:lnTo>
                  <a:lnTo>
                    <a:pt x="6832" y="38519"/>
                  </a:lnTo>
                  <a:lnTo>
                    <a:pt x="6108" y="37807"/>
                  </a:lnTo>
                  <a:lnTo>
                    <a:pt x="5029" y="36728"/>
                  </a:lnTo>
                  <a:lnTo>
                    <a:pt x="4317" y="36004"/>
                  </a:lnTo>
                  <a:lnTo>
                    <a:pt x="3949" y="34924"/>
                  </a:lnTo>
                  <a:lnTo>
                    <a:pt x="3238" y="33845"/>
                  </a:lnTo>
                  <a:lnTo>
                    <a:pt x="2514" y="32765"/>
                  </a:lnTo>
                  <a:lnTo>
                    <a:pt x="2158" y="31686"/>
                  </a:lnTo>
                  <a:lnTo>
                    <a:pt x="1435" y="30606"/>
                  </a:lnTo>
                  <a:lnTo>
                    <a:pt x="1079" y="29527"/>
                  </a:lnTo>
                  <a:lnTo>
                    <a:pt x="711" y="28447"/>
                  </a:lnTo>
                  <a:lnTo>
                    <a:pt x="711" y="27368"/>
                  </a:lnTo>
                  <a:lnTo>
                    <a:pt x="355" y="26288"/>
                  </a:lnTo>
                  <a:lnTo>
                    <a:pt x="0" y="25209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23039" y="431424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55"/>
                  </a:lnTo>
                  <a:lnTo>
                    <a:pt x="17995" y="355"/>
                  </a:lnTo>
                  <a:lnTo>
                    <a:pt x="15836" y="1079"/>
                  </a:lnTo>
                  <a:lnTo>
                    <a:pt x="14401" y="1435"/>
                  </a:lnTo>
                  <a:lnTo>
                    <a:pt x="13322" y="1803"/>
                  </a:lnTo>
                  <a:lnTo>
                    <a:pt x="12242" y="2514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53"/>
                  </a:lnTo>
                  <a:lnTo>
                    <a:pt x="6476" y="6476"/>
                  </a:lnTo>
                  <a:lnTo>
                    <a:pt x="5765" y="7556"/>
                  </a:lnTo>
                  <a:lnTo>
                    <a:pt x="5041" y="8280"/>
                  </a:lnTo>
                  <a:lnTo>
                    <a:pt x="3594" y="10439"/>
                  </a:lnTo>
                  <a:lnTo>
                    <a:pt x="2882" y="11163"/>
                  </a:lnTo>
                  <a:lnTo>
                    <a:pt x="2514" y="12242"/>
                  </a:lnTo>
                  <a:lnTo>
                    <a:pt x="1803" y="13322"/>
                  </a:lnTo>
                  <a:lnTo>
                    <a:pt x="1435" y="14401"/>
                  </a:lnTo>
                  <a:lnTo>
                    <a:pt x="1079" y="15836"/>
                  </a:lnTo>
                  <a:lnTo>
                    <a:pt x="355" y="17995"/>
                  </a:lnTo>
                  <a:lnTo>
                    <a:pt x="355" y="19075"/>
                  </a:lnTo>
                  <a:lnTo>
                    <a:pt x="0" y="20154"/>
                  </a:lnTo>
                  <a:lnTo>
                    <a:pt x="0" y="22682"/>
                  </a:lnTo>
                  <a:lnTo>
                    <a:pt x="0" y="25196"/>
                  </a:lnTo>
                  <a:lnTo>
                    <a:pt x="723" y="27355"/>
                  </a:lnTo>
                  <a:lnTo>
                    <a:pt x="723" y="28435"/>
                  </a:lnTo>
                  <a:lnTo>
                    <a:pt x="1435" y="30594"/>
                  </a:lnTo>
                  <a:lnTo>
                    <a:pt x="2158" y="31673"/>
                  </a:lnTo>
                  <a:lnTo>
                    <a:pt x="2514" y="32753"/>
                  </a:lnTo>
                  <a:lnTo>
                    <a:pt x="3962" y="34925"/>
                  </a:lnTo>
                  <a:lnTo>
                    <a:pt x="4317" y="36004"/>
                  </a:lnTo>
                  <a:lnTo>
                    <a:pt x="7556" y="39243"/>
                  </a:lnTo>
                  <a:lnTo>
                    <a:pt x="8635" y="39954"/>
                  </a:lnTo>
                  <a:lnTo>
                    <a:pt x="9359" y="40678"/>
                  </a:lnTo>
                  <a:lnTo>
                    <a:pt x="11518" y="42113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4996"/>
                  </a:lnTo>
                  <a:lnTo>
                    <a:pt x="22682" y="44996"/>
                  </a:lnTo>
                  <a:lnTo>
                    <a:pt x="22682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16"/>
                  </a:lnTo>
                  <a:lnTo>
                    <a:pt x="31686" y="43205"/>
                  </a:lnTo>
                  <a:lnTo>
                    <a:pt x="32765" y="42837"/>
                  </a:lnTo>
                  <a:lnTo>
                    <a:pt x="34925" y="41401"/>
                  </a:lnTo>
                  <a:lnTo>
                    <a:pt x="36004" y="41033"/>
                  </a:lnTo>
                  <a:lnTo>
                    <a:pt x="39242" y="37795"/>
                  </a:lnTo>
                  <a:lnTo>
                    <a:pt x="39954" y="36715"/>
                  </a:lnTo>
                  <a:lnTo>
                    <a:pt x="40678" y="36004"/>
                  </a:lnTo>
                  <a:lnTo>
                    <a:pt x="42125" y="33845"/>
                  </a:lnTo>
                  <a:lnTo>
                    <a:pt x="42481" y="32753"/>
                  </a:lnTo>
                  <a:lnTo>
                    <a:pt x="43205" y="31673"/>
                  </a:lnTo>
                  <a:lnTo>
                    <a:pt x="44640" y="27355"/>
                  </a:lnTo>
                  <a:lnTo>
                    <a:pt x="44640" y="26276"/>
                  </a:lnTo>
                  <a:lnTo>
                    <a:pt x="44996" y="25196"/>
                  </a:lnTo>
                  <a:lnTo>
                    <a:pt x="44996" y="22682"/>
                  </a:lnTo>
                  <a:lnTo>
                    <a:pt x="45364" y="22682"/>
                  </a:lnTo>
                  <a:lnTo>
                    <a:pt x="45364" y="20154"/>
                  </a:lnTo>
                  <a:lnTo>
                    <a:pt x="44996" y="19075"/>
                  </a:lnTo>
                  <a:lnTo>
                    <a:pt x="44996" y="17995"/>
                  </a:lnTo>
                  <a:lnTo>
                    <a:pt x="43560" y="13322"/>
                  </a:lnTo>
                  <a:lnTo>
                    <a:pt x="42837" y="12242"/>
                  </a:lnTo>
                  <a:lnTo>
                    <a:pt x="42481" y="11518"/>
                  </a:lnTo>
                  <a:lnTo>
                    <a:pt x="40322" y="8280"/>
                  </a:lnTo>
                  <a:lnTo>
                    <a:pt x="39598" y="7556"/>
                  </a:lnTo>
                  <a:lnTo>
                    <a:pt x="38874" y="6476"/>
                  </a:lnTo>
                  <a:lnTo>
                    <a:pt x="37795" y="5753"/>
                  </a:lnTo>
                  <a:lnTo>
                    <a:pt x="37083" y="5041"/>
                  </a:lnTo>
                  <a:lnTo>
                    <a:pt x="34925" y="3594"/>
                  </a:lnTo>
                  <a:lnTo>
                    <a:pt x="34201" y="2882"/>
                  </a:lnTo>
                  <a:lnTo>
                    <a:pt x="33121" y="2514"/>
                  </a:lnTo>
                  <a:lnTo>
                    <a:pt x="32042" y="1803"/>
                  </a:lnTo>
                  <a:lnTo>
                    <a:pt x="30962" y="1435"/>
                  </a:lnTo>
                  <a:lnTo>
                    <a:pt x="29514" y="1079"/>
                  </a:lnTo>
                  <a:lnTo>
                    <a:pt x="27355" y="355"/>
                  </a:lnTo>
                  <a:lnTo>
                    <a:pt x="26276" y="355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23039" y="431424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54"/>
                  </a:lnTo>
                  <a:lnTo>
                    <a:pt x="355" y="19075"/>
                  </a:lnTo>
                  <a:lnTo>
                    <a:pt x="355" y="17995"/>
                  </a:lnTo>
                  <a:lnTo>
                    <a:pt x="723" y="16916"/>
                  </a:lnTo>
                  <a:lnTo>
                    <a:pt x="1079" y="15836"/>
                  </a:lnTo>
                  <a:lnTo>
                    <a:pt x="1435" y="14401"/>
                  </a:lnTo>
                  <a:lnTo>
                    <a:pt x="1803" y="13322"/>
                  </a:lnTo>
                  <a:lnTo>
                    <a:pt x="2514" y="12242"/>
                  </a:lnTo>
                  <a:lnTo>
                    <a:pt x="2882" y="11163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41" y="8280"/>
                  </a:lnTo>
                  <a:lnTo>
                    <a:pt x="5765" y="7556"/>
                  </a:lnTo>
                  <a:lnTo>
                    <a:pt x="6476" y="6476"/>
                  </a:lnTo>
                  <a:lnTo>
                    <a:pt x="7556" y="5753"/>
                  </a:lnTo>
                  <a:lnTo>
                    <a:pt x="12242" y="2514"/>
                  </a:lnTo>
                  <a:lnTo>
                    <a:pt x="13322" y="1803"/>
                  </a:lnTo>
                  <a:lnTo>
                    <a:pt x="14401" y="1435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55"/>
                  </a:lnTo>
                  <a:lnTo>
                    <a:pt x="19075" y="355"/>
                  </a:lnTo>
                  <a:lnTo>
                    <a:pt x="20154" y="0"/>
                  </a:lnTo>
                  <a:lnTo>
                    <a:pt x="22682" y="0"/>
                  </a:lnTo>
                  <a:lnTo>
                    <a:pt x="25196" y="0"/>
                  </a:lnTo>
                  <a:lnTo>
                    <a:pt x="26276" y="355"/>
                  </a:lnTo>
                  <a:lnTo>
                    <a:pt x="27355" y="355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62" y="1435"/>
                  </a:lnTo>
                  <a:lnTo>
                    <a:pt x="32042" y="1803"/>
                  </a:lnTo>
                  <a:lnTo>
                    <a:pt x="33121" y="2514"/>
                  </a:lnTo>
                  <a:lnTo>
                    <a:pt x="34201" y="2882"/>
                  </a:lnTo>
                  <a:lnTo>
                    <a:pt x="34925" y="3594"/>
                  </a:lnTo>
                  <a:lnTo>
                    <a:pt x="36004" y="4318"/>
                  </a:lnTo>
                  <a:lnTo>
                    <a:pt x="37083" y="5041"/>
                  </a:lnTo>
                  <a:lnTo>
                    <a:pt x="37795" y="5753"/>
                  </a:lnTo>
                  <a:lnTo>
                    <a:pt x="38874" y="6476"/>
                  </a:lnTo>
                  <a:lnTo>
                    <a:pt x="39598" y="7556"/>
                  </a:lnTo>
                  <a:lnTo>
                    <a:pt x="40322" y="8280"/>
                  </a:lnTo>
                  <a:lnTo>
                    <a:pt x="41046" y="9359"/>
                  </a:lnTo>
                  <a:lnTo>
                    <a:pt x="41757" y="10439"/>
                  </a:lnTo>
                  <a:lnTo>
                    <a:pt x="42481" y="11518"/>
                  </a:lnTo>
                  <a:lnTo>
                    <a:pt x="42837" y="12242"/>
                  </a:lnTo>
                  <a:lnTo>
                    <a:pt x="43560" y="13322"/>
                  </a:lnTo>
                  <a:lnTo>
                    <a:pt x="43916" y="14401"/>
                  </a:lnTo>
                  <a:lnTo>
                    <a:pt x="44284" y="15836"/>
                  </a:lnTo>
                  <a:lnTo>
                    <a:pt x="44640" y="16916"/>
                  </a:lnTo>
                  <a:lnTo>
                    <a:pt x="44996" y="17995"/>
                  </a:lnTo>
                  <a:lnTo>
                    <a:pt x="44996" y="19075"/>
                  </a:lnTo>
                  <a:lnTo>
                    <a:pt x="45364" y="20154"/>
                  </a:lnTo>
                  <a:lnTo>
                    <a:pt x="45364" y="21602"/>
                  </a:lnTo>
                  <a:lnTo>
                    <a:pt x="45364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196"/>
                  </a:lnTo>
                  <a:lnTo>
                    <a:pt x="44640" y="26276"/>
                  </a:lnTo>
                  <a:lnTo>
                    <a:pt x="44640" y="27355"/>
                  </a:lnTo>
                  <a:lnTo>
                    <a:pt x="44284" y="28435"/>
                  </a:lnTo>
                  <a:lnTo>
                    <a:pt x="43916" y="29514"/>
                  </a:lnTo>
                  <a:lnTo>
                    <a:pt x="43560" y="30594"/>
                  </a:lnTo>
                  <a:lnTo>
                    <a:pt x="43205" y="31673"/>
                  </a:lnTo>
                  <a:lnTo>
                    <a:pt x="42481" y="32753"/>
                  </a:lnTo>
                  <a:lnTo>
                    <a:pt x="42125" y="33845"/>
                  </a:lnTo>
                  <a:lnTo>
                    <a:pt x="41401" y="34925"/>
                  </a:lnTo>
                  <a:lnTo>
                    <a:pt x="40678" y="36004"/>
                  </a:lnTo>
                  <a:lnTo>
                    <a:pt x="39954" y="36715"/>
                  </a:lnTo>
                  <a:lnTo>
                    <a:pt x="39242" y="37795"/>
                  </a:lnTo>
                  <a:lnTo>
                    <a:pt x="38519" y="38519"/>
                  </a:lnTo>
                  <a:lnTo>
                    <a:pt x="37795" y="39243"/>
                  </a:lnTo>
                  <a:lnTo>
                    <a:pt x="36715" y="40322"/>
                  </a:lnTo>
                  <a:lnTo>
                    <a:pt x="36004" y="41033"/>
                  </a:lnTo>
                  <a:lnTo>
                    <a:pt x="34925" y="41401"/>
                  </a:lnTo>
                  <a:lnTo>
                    <a:pt x="33845" y="42113"/>
                  </a:lnTo>
                  <a:lnTo>
                    <a:pt x="32765" y="42837"/>
                  </a:lnTo>
                  <a:lnTo>
                    <a:pt x="31686" y="43205"/>
                  </a:lnTo>
                  <a:lnTo>
                    <a:pt x="30594" y="43916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4996"/>
                  </a:lnTo>
                  <a:lnTo>
                    <a:pt x="25196" y="45364"/>
                  </a:lnTo>
                  <a:lnTo>
                    <a:pt x="23761" y="45364"/>
                  </a:lnTo>
                  <a:lnTo>
                    <a:pt x="22682" y="45364"/>
                  </a:lnTo>
                  <a:lnTo>
                    <a:pt x="22682" y="44996"/>
                  </a:lnTo>
                  <a:lnTo>
                    <a:pt x="21602" y="44996"/>
                  </a:lnTo>
                  <a:lnTo>
                    <a:pt x="20154" y="44996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16"/>
                  </a:lnTo>
                  <a:lnTo>
                    <a:pt x="14757" y="43560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13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5" y="39954"/>
                  </a:lnTo>
                  <a:lnTo>
                    <a:pt x="7556" y="39243"/>
                  </a:lnTo>
                  <a:lnTo>
                    <a:pt x="6845" y="38519"/>
                  </a:lnTo>
                  <a:lnTo>
                    <a:pt x="6121" y="37795"/>
                  </a:lnTo>
                  <a:lnTo>
                    <a:pt x="5041" y="36715"/>
                  </a:lnTo>
                  <a:lnTo>
                    <a:pt x="4317" y="36004"/>
                  </a:lnTo>
                  <a:lnTo>
                    <a:pt x="3962" y="34925"/>
                  </a:lnTo>
                  <a:lnTo>
                    <a:pt x="3238" y="33845"/>
                  </a:lnTo>
                  <a:lnTo>
                    <a:pt x="2514" y="32753"/>
                  </a:lnTo>
                  <a:lnTo>
                    <a:pt x="2158" y="31673"/>
                  </a:lnTo>
                  <a:lnTo>
                    <a:pt x="1435" y="30594"/>
                  </a:lnTo>
                  <a:lnTo>
                    <a:pt x="1079" y="29514"/>
                  </a:lnTo>
                  <a:lnTo>
                    <a:pt x="723" y="28435"/>
                  </a:lnTo>
                  <a:lnTo>
                    <a:pt x="723" y="27355"/>
                  </a:lnTo>
                  <a:lnTo>
                    <a:pt x="355" y="26276"/>
                  </a:lnTo>
                  <a:lnTo>
                    <a:pt x="0" y="25196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23039" y="365724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55"/>
                  </a:lnTo>
                  <a:lnTo>
                    <a:pt x="17995" y="355"/>
                  </a:lnTo>
                  <a:lnTo>
                    <a:pt x="15836" y="1079"/>
                  </a:lnTo>
                  <a:lnTo>
                    <a:pt x="14401" y="1435"/>
                  </a:lnTo>
                  <a:lnTo>
                    <a:pt x="13322" y="1790"/>
                  </a:lnTo>
                  <a:lnTo>
                    <a:pt x="12242" y="2514"/>
                  </a:lnTo>
                  <a:lnTo>
                    <a:pt x="11518" y="2870"/>
                  </a:lnTo>
                  <a:lnTo>
                    <a:pt x="8280" y="5041"/>
                  </a:lnTo>
                  <a:lnTo>
                    <a:pt x="7556" y="5753"/>
                  </a:lnTo>
                  <a:lnTo>
                    <a:pt x="6476" y="6477"/>
                  </a:lnTo>
                  <a:lnTo>
                    <a:pt x="5765" y="7556"/>
                  </a:lnTo>
                  <a:lnTo>
                    <a:pt x="5041" y="8280"/>
                  </a:lnTo>
                  <a:lnTo>
                    <a:pt x="3594" y="10439"/>
                  </a:lnTo>
                  <a:lnTo>
                    <a:pt x="2882" y="11150"/>
                  </a:lnTo>
                  <a:lnTo>
                    <a:pt x="2514" y="12230"/>
                  </a:lnTo>
                  <a:lnTo>
                    <a:pt x="1803" y="13309"/>
                  </a:lnTo>
                  <a:lnTo>
                    <a:pt x="1435" y="14401"/>
                  </a:lnTo>
                  <a:lnTo>
                    <a:pt x="1079" y="15836"/>
                  </a:lnTo>
                  <a:lnTo>
                    <a:pt x="355" y="17995"/>
                  </a:lnTo>
                  <a:lnTo>
                    <a:pt x="355" y="19075"/>
                  </a:lnTo>
                  <a:lnTo>
                    <a:pt x="0" y="20154"/>
                  </a:lnTo>
                  <a:lnTo>
                    <a:pt x="0" y="22669"/>
                  </a:lnTo>
                  <a:lnTo>
                    <a:pt x="0" y="25196"/>
                  </a:lnTo>
                  <a:lnTo>
                    <a:pt x="723" y="27355"/>
                  </a:lnTo>
                  <a:lnTo>
                    <a:pt x="723" y="28435"/>
                  </a:lnTo>
                  <a:lnTo>
                    <a:pt x="1435" y="30594"/>
                  </a:lnTo>
                  <a:lnTo>
                    <a:pt x="2158" y="31673"/>
                  </a:lnTo>
                  <a:lnTo>
                    <a:pt x="2514" y="32753"/>
                  </a:lnTo>
                  <a:lnTo>
                    <a:pt x="3962" y="34912"/>
                  </a:lnTo>
                  <a:lnTo>
                    <a:pt x="4317" y="35991"/>
                  </a:lnTo>
                  <a:lnTo>
                    <a:pt x="7556" y="39230"/>
                  </a:lnTo>
                  <a:lnTo>
                    <a:pt x="8635" y="39954"/>
                  </a:lnTo>
                  <a:lnTo>
                    <a:pt x="9359" y="40678"/>
                  </a:lnTo>
                  <a:lnTo>
                    <a:pt x="11518" y="42113"/>
                  </a:lnTo>
                  <a:lnTo>
                    <a:pt x="12598" y="42481"/>
                  </a:lnTo>
                  <a:lnTo>
                    <a:pt x="13677" y="43192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4996"/>
                  </a:lnTo>
                  <a:lnTo>
                    <a:pt x="22682" y="44996"/>
                  </a:lnTo>
                  <a:lnTo>
                    <a:pt x="22682" y="45351"/>
                  </a:lnTo>
                  <a:lnTo>
                    <a:pt x="25196" y="45351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16"/>
                  </a:lnTo>
                  <a:lnTo>
                    <a:pt x="31686" y="43192"/>
                  </a:lnTo>
                  <a:lnTo>
                    <a:pt x="32765" y="42837"/>
                  </a:lnTo>
                  <a:lnTo>
                    <a:pt x="34925" y="41389"/>
                  </a:lnTo>
                  <a:lnTo>
                    <a:pt x="36004" y="41033"/>
                  </a:lnTo>
                  <a:lnTo>
                    <a:pt x="39242" y="37795"/>
                  </a:lnTo>
                  <a:lnTo>
                    <a:pt x="39954" y="36715"/>
                  </a:lnTo>
                  <a:lnTo>
                    <a:pt x="40678" y="35991"/>
                  </a:lnTo>
                  <a:lnTo>
                    <a:pt x="42125" y="33832"/>
                  </a:lnTo>
                  <a:lnTo>
                    <a:pt x="42481" y="32753"/>
                  </a:lnTo>
                  <a:lnTo>
                    <a:pt x="43205" y="31673"/>
                  </a:lnTo>
                  <a:lnTo>
                    <a:pt x="44640" y="27355"/>
                  </a:lnTo>
                  <a:lnTo>
                    <a:pt x="44640" y="26276"/>
                  </a:lnTo>
                  <a:lnTo>
                    <a:pt x="44996" y="25196"/>
                  </a:lnTo>
                  <a:lnTo>
                    <a:pt x="44996" y="22669"/>
                  </a:lnTo>
                  <a:lnTo>
                    <a:pt x="45364" y="22669"/>
                  </a:lnTo>
                  <a:lnTo>
                    <a:pt x="45364" y="20154"/>
                  </a:lnTo>
                  <a:lnTo>
                    <a:pt x="44996" y="19075"/>
                  </a:lnTo>
                  <a:lnTo>
                    <a:pt x="44996" y="17995"/>
                  </a:lnTo>
                  <a:lnTo>
                    <a:pt x="43560" y="13309"/>
                  </a:lnTo>
                  <a:lnTo>
                    <a:pt x="42837" y="12230"/>
                  </a:lnTo>
                  <a:lnTo>
                    <a:pt x="42481" y="11518"/>
                  </a:lnTo>
                  <a:lnTo>
                    <a:pt x="40322" y="8280"/>
                  </a:lnTo>
                  <a:lnTo>
                    <a:pt x="39598" y="7556"/>
                  </a:lnTo>
                  <a:lnTo>
                    <a:pt x="38874" y="6477"/>
                  </a:lnTo>
                  <a:lnTo>
                    <a:pt x="37795" y="5753"/>
                  </a:lnTo>
                  <a:lnTo>
                    <a:pt x="37083" y="5041"/>
                  </a:lnTo>
                  <a:lnTo>
                    <a:pt x="34925" y="3594"/>
                  </a:lnTo>
                  <a:lnTo>
                    <a:pt x="34201" y="2870"/>
                  </a:lnTo>
                  <a:lnTo>
                    <a:pt x="33121" y="2514"/>
                  </a:lnTo>
                  <a:lnTo>
                    <a:pt x="32042" y="1790"/>
                  </a:lnTo>
                  <a:lnTo>
                    <a:pt x="30962" y="1435"/>
                  </a:lnTo>
                  <a:lnTo>
                    <a:pt x="29514" y="1079"/>
                  </a:lnTo>
                  <a:lnTo>
                    <a:pt x="27355" y="355"/>
                  </a:lnTo>
                  <a:lnTo>
                    <a:pt x="26276" y="355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23039" y="365724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69"/>
                  </a:moveTo>
                  <a:lnTo>
                    <a:pt x="0" y="21590"/>
                  </a:lnTo>
                  <a:lnTo>
                    <a:pt x="0" y="20154"/>
                  </a:lnTo>
                  <a:lnTo>
                    <a:pt x="355" y="19075"/>
                  </a:lnTo>
                  <a:lnTo>
                    <a:pt x="355" y="17995"/>
                  </a:lnTo>
                  <a:lnTo>
                    <a:pt x="723" y="16916"/>
                  </a:lnTo>
                  <a:lnTo>
                    <a:pt x="1079" y="15836"/>
                  </a:lnTo>
                  <a:lnTo>
                    <a:pt x="1435" y="14401"/>
                  </a:lnTo>
                  <a:lnTo>
                    <a:pt x="1803" y="13309"/>
                  </a:lnTo>
                  <a:lnTo>
                    <a:pt x="2514" y="12230"/>
                  </a:lnTo>
                  <a:lnTo>
                    <a:pt x="2882" y="11150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41" y="8280"/>
                  </a:lnTo>
                  <a:lnTo>
                    <a:pt x="5765" y="7556"/>
                  </a:lnTo>
                  <a:lnTo>
                    <a:pt x="6476" y="6477"/>
                  </a:lnTo>
                  <a:lnTo>
                    <a:pt x="7556" y="5753"/>
                  </a:lnTo>
                  <a:lnTo>
                    <a:pt x="8280" y="5041"/>
                  </a:lnTo>
                  <a:lnTo>
                    <a:pt x="9359" y="4318"/>
                  </a:lnTo>
                  <a:lnTo>
                    <a:pt x="10439" y="3594"/>
                  </a:lnTo>
                  <a:lnTo>
                    <a:pt x="11518" y="2870"/>
                  </a:lnTo>
                  <a:lnTo>
                    <a:pt x="12242" y="2514"/>
                  </a:lnTo>
                  <a:lnTo>
                    <a:pt x="13322" y="1790"/>
                  </a:lnTo>
                  <a:lnTo>
                    <a:pt x="14401" y="1435"/>
                  </a:lnTo>
                  <a:lnTo>
                    <a:pt x="15836" y="1079"/>
                  </a:lnTo>
                  <a:lnTo>
                    <a:pt x="16916" y="711"/>
                  </a:lnTo>
                  <a:lnTo>
                    <a:pt x="17995" y="355"/>
                  </a:lnTo>
                  <a:lnTo>
                    <a:pt x="19075" y="355"/>
                  </a:lnTo>
                  <a:lnTo>
                    <a:pt x="20154" y="0"/>
                  </a:lnTo>
                  <a:lnTo>
                    <a:pt x="21602" y="0"/>
                  </a:lnTo>
                  <a:lnTo>
                    <a:pt x="22682" y="0"/>
                  </a:lnTo>
                  <a:lnTo>
                    <a:pt x="23761" y="0"/>
                  </a:lnTo>
                  <a:lnTo>
                    <a:pt x="25196" y="0"/>
                  </a:lnTo>
                  <a:lnTo>
                    <a:pt x="26276" y="355"/>
                  </a:lnTo>
                  <a:lnTo>
                    <a:pt x="27355" y="355"/>
                  </a:lnTo>
                  <a:lnTo>
                    <a:pt x="28435" y="711"/>
                  </a:lnTo>
                  <a:lnTo>
                    <a:pt x="29514" y="1079"/>
                  </a:lnTo>
                  <a:lnTo>
                    <a:pt x="30962" y="1435"/>
                  </a:lnTo>
                  <a:lnTo>
                    <a:pt x="32042" y="1790"/>
                  </a:lnTo>
                  <a:lnTo>
                    <a:pt x="33121" y="2514"/>
                  </a:lnTo>
                  <a:lnTo>
                    <a:pt x="34201" y="2870"/>
                  </a:lnTo>
                  <a:lnTo>
                    <a:pt x="34925" y="3594"/>
                  </a:lnTo>
                  <a:lnTo>
                    <a:pt x="36004" y="4318"/>
                  </a:lnTo>
                  <a:lnTo>
                    <a:pt x="37083" y="5041"/>
                  </a:lnTo>
                  <a:lnTo>
                    <a:pt x="37795" y="5753"/>
                  </a:lnTo>
                  <a:lnTo>
                    <a:pt x="38874" y="6477"/>
                  </a:lnTo>
                  <a:lnTo>
                    <a:pt x="39598" y="7556"/>
                  </a:lnTo>
                  <a:lnTo>
                    <a:pt x="40322" y="8280"/>
                  </a:lnTo>
                  <a:lnTo>
                    <a:pt x="41046" y="9359"/>
                  </a:lnTo>
                  <a:lnTo>
                    <a:pt x="41757" y="10439"/>
                  </a:lnTo>
                  <a:lnTo>
                    <a:pt x="42481" y="11518"/>
                  </a:lnTo>
                  <a:lnTo>
                    <a:pt x="42837" y="12230"/>
                  </a:lnTo>
                  <a:lnTo>
                    <a:pt x="43560" y="13309"/>
                  </a:lnTo>
                  <a:lnTo>
                    <a:pt x="43916" y="14401"/>
                  </a:lnTo>
                  <a:lnTo>
                    <a:pt x="44284" y="15836"/>
                  </a:lnTo>
                  <a:lnTo>
                    <a:pt x="44640" y="16916"/>
                  </a:lnTo>
                  <a:lnTo>
                    <a:pt x="44996" y="17995"/>
                  </a:lnTo>
                  <a:lnTo>
                    <a:pt x="44996" y="19075"/>
                  </a:lnTo>
                  <a:lnTo>
                    <a:pt x="45364" y="20154"/>
                  </a:lnTo>
                  <a:lnTo>
                    <a:pt x="45364" y="21590"/>
                  </a:lnTo>
                  <a:lnTo>
                    <a:pt x="45364" y="22669"/>
                  </a:lnTo>
                  <a:lnTo>
                    <a:pt x="44996" y="22669"/>
                  </a:lnTo>
                  <a:lnTo>
                    <a:pt x="44996" y="23761"/>
                  </a:lnTo>
                  <a:lnTo>
                    <a:pt x="44996" y="25196"/>
                  </a:lnTo>
                  <a:lnTo>
                    <a:pt x="44640" y="26276"/>
                  </a:lnTo>
                  <a:lnTo>
                    <a:pt x="44640" y="27355"/>
                  </a:lnTo>
                  <a:lnTo>
                    <a:pt x="44284" y="28435"/>
                  </a:lnTo>
                  <a:lnTo>
                    <a:pt x="43916" y="29514"/>
                  </a:lnTo>
                  <a:lnTo>
                    <a:pt x="43560" y="30594"/>
                  </a:lnTo>
                  <a:lnTo>
                    <a:pt x="43205" y="31673"/>
                  </a:lnTo>
                  <a:lnTo>
                    <a:pt x="42481" y="32753"/>
                  </a:lnTo>
                  <a:lnTo>
                    <a:pt x="42125" y="33832"/>
                  </a:lnTo>
                  <a:lnTo>
                    <a:pt x="41401" y="34912"/>
                  </a:lnTo>
                  <a:lnTo>
                    <a:pt x="40678" y="35991"/>
                  </a:lnTo>
                  <a:lnTo>
                    <a:pt x="39954" y="36715"/>
                  </a:lnTo>
                  <a:lnTo>
                    <a:pt x="39242" y="37795"/>
                  </a:lnTo>
                  <a:lnTo>
                    <a:pt x="38519" y="38519"/>
                  </a:lnTo>
                  <a:lnTo>
                    <a:pt x="37795" y="39230"/>
                  </a:lnTo>
                  <a:lnTo>
                    <a:pt x="36715" y="40309"/>
                  </a:lnTo>
                  <a:lnTo>
                    <a:pt x="36004" y="41033"/>
                  </a:lnTo>
                  <a:lnTo>
                    <a:pt x="34925" y="41389"/>
                  </a:lnTo>
                  <a:lnTo>
                    <a:pt x="33845" y="42113"/>
                  </a:lnTo>
                  <a:lnTo>
                    <a:pt x="32765" y="42837"/>
                  </a:lnTo>
                  <a:lnTo>
                    <a:pt x="31686" y="43192"/>
                  </a:lnTo>
                  <a:lnTo>
                    <a:pt x="30594" y="43916"/>
                  </a:lnTo>
                  <a:lnTo>
                    <a:pt x="29514" y="44272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4996"/>
                  </a:lnTo>
                  <a:lnTo>
                    <a:pt x="25196" y="45351"/>
                  </a:lnTo>
                  <a:lnTo>
                    <a:pt x="23761" y="45351"/>
                  </a:lnTo>
                  <a:lnTo>
                    <a:pt x="22682" y="45351"/>
                  </a:lnTo>
                  <a:lnTo>
                    <a:pt x="22682" y="44996"/>
                  </a:lnTo>
                  <a:lnTo>
                    <a:pt x="21602" y="44996"/>
                  </a:lnTo>
                  <a:lnTo>
                    <a:pt x="20154" y="44996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72"/>
                  </a:lnTo>
                  <a:lnTo>
                    <a:pt x="15836" y="43916"/>
                  </a:lnTo>
                  <a:lnTo>
                    <a:pt x="14757" y="43561"/>
                  </a:lnTo>
                  <a:lnTo>
                    <a:pt x="13677" y="43192"/>
                  </a:lnTo>
                  <a:lnTo>
                    <a:pt x="12598" y="42481"/>
                  </a:lnTo>
                  <a:lnTo>
                    <a:pt x="11518" y="42113"/>
                  </a:lnTo>
                  <a:lnTo>
                    <a:pt x="10439" y="41389"/>
                  </a:lnTo>
                  <a:lnTo>
                    <a:pt x="9359" y="40678"/>
                  </a:lnTo>
                  <a:lnTo>
                    <a:pt x="8635" y="39954"/>
                  </a:lnTo>
                  <a:lnTo>
                    <a:pt x="7556" y="39230"/>
                  </a:lnTo>
                  <a:lnTo>
                    <a:pt x="6845" y="38519"/>
                  </a:lnTo>
                  <a:lnTo>
                    <a:pt x="6121" y="37795"/>
                  </a:lnTo>
                  <a:lnTo>
                    <a:pt x="5041" y="36715"/>
                  </a:lnTo>
                  <a:lnTo>
                    <a:pt x="4317" y="35991"/>
                  </a:lnTo>
                  <a:lnTo>
                    <a:pt x="3962" y="34912"/>
                  </a:lnTo>
                  <a:lnTo>
                    <a:pt x="3238" y="33832"/>
                  </a:lnTo>
                  <a:lnTo>
                    <a:pt x="2514" y="32753"/>
                  </a:lnTo>
                  <a:lnTo>
                    <a:pt x="2158" y="31673"/>
                  </a:lnTo>
                  <a:lnTo>
                    <a:pt x="1435" y="30594"/>
                  </a:lnTo>
                  <a:lnTo>
                    <a:pt x="1079" y="29514"/>
                  </a:lnTo>
                  <a:lnTo>
                    <a:pt x="723" y="28435"/>
                  </a:lnTo>
                  <a:lnTo>
                    <a:pt x="723" y="27355"/>
                  </a:lnTo>
                  <a:lnTo>
                    <a:pt x="355" y="26276"/>
                  </a:lnTo>
                  <a:lnTo>
                    <a:pt x="0" y="25196"/>
                  </a:lnTo>
                  <a:lnTo>
                    <a:pt x="0" y="23761"/>
                  </a:lnTo>
                  <a:lnTo>
                    <a:pt x="0" y="2266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954159" y="5038204"/>
              <a:ext cx="1270" cy="247015"/>
            </a:xfrm>
            <a:custGeom>
              <a:avLst/>
              <a:gdLst/>
              <a:ahLst/>
              <a:cxnLst/>
              <a:rect l="l" t="t" r="r" b="b"/>
              <a:pathLst>
                <a:path w="1269" h="247014">
                  <a:moveTo>
                    <a:pt x="0" y="0"/>
                  </a:moveTo>
                  <a:lnTo>
                    <a:pt x="723" y="24695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68481" y="3666604"/>
              <a:ext cx="914400" cy="671830"/>
            </a:xfrm>
            <a:custGeom>
              <a:avLst/>
              <a:gdLst/>
              <a:ahLst/>
              <a:cxnLst/>
              <a:rect l="l" t="t" r="r" b="b"/>
              <a:pathLst>
                <a:path w="914400" h="671829">
                  <a:moveTo>
                    <a:pt x="583196" y="20154"/>
                  </a:moveTo>
                  <a:lnTo>
                    <a:pt x="914400" y="0"/>
                  </a:lnTo>
                </a:path>
                <a:path w="914400" h="671829">
                  <a:moveTo>
                    <a:pt x="583196" y="667791"/>
                  </a:moveTo>
                  <a:lnTo>
                    <a:pt x="914400" y="671753"/>
                  </a:lnTo>
                </a:path>
                <a:path w="914400" h="671829">
                  <a:moveTo>
                    <a:pt x="182524" y="148310"/>
                  </a:moveTo>
                  <a:lnTo>
                    <a:pt x="0" y="15046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0436" y="3126955"/>
              <a:ext cx="3289935" cy="682625"/>
            </a:xfrm>
            <a:custGeom>
              <a:avLst/>
              <a:gdLst/>
              <a:ahLst/>
              <a:cxnLst/>
              <a:rect l="l" t="t" r="r" b="b"/>
              <a:pathLst>
                <a:path w="3289935" h="682625">
                  <a:moveTo>
                    <a:pt x="0" y="289445"/>
                  </a:moveTo>
                  <a:lnTo>
                    <a:pt x="0" y="0"/>
                  </a:lnTo>
                  <a:lnTo>
                    <a:pt x="3289325" y="0"/>
                  </a:lnTo>
                  <a:lnTo>
                    <a:pt x="3289325" y="68256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68481" y="4206239"/>
              <a:ext cx="182880" cy="1905"/>
            </a:xfrm>
            <a:custGeom>
              <a:avLst/>
              <a:gdLst/>
              <a:ahLst/>
              <a:cxnLst/>
              <a:rect l="l" t="t" r="r" b="b"/>
              <a:pathLst>
                <a:path w="182879" h="1904">
                  <a:moveTo>
                    <a:pt x="182524" y="0"/>
                  </a:moveTo>
                  <a:lnTo>
                    <a:pt x="0" y="180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60081" y="4190403"/>
              <a:ext cx="3317875" cy="657225"/>
            </a:xfrm>
            <a:custGeom>
              <a:avLst/>
              <a:gdLst/>
              <a:ahLst/>
              <a:cxnLst/>
              <a:rect l="l" t="t" r="r" b="b"/>
              <a:pathLst>
                <a:path w="3317875" h="657225">
                  <a:moveTo>
                    <a:pt x="0" y="424802"/>
                  </a:moveTo>
                  <a:lnTo>
                    <a:pt x="0" y="656996"/>
                  </a:lnTo>
                  <a:lnTo>
                    <a:pt x="3317760" y="656996"/>
                  </a:lnTo>
                  <a:lnTo>
                    <a:pt x="331776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42205" y="380015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68"/>
                  </a:lnTo>
                  <a:lnTo>
                    <a:pt x="17995" y="368"/>
                  </a:lnTo>
                  <a:lnTo>
                    <a:pt x="13309" y="1803"/>
                  </a:lnTo>
                  <a:lnTo>
                    <a:pt x="12230" y="2527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6" y="6476"/>
                  </a:lnTo>
                  <a:lnTo>
                    <a:pt x="5753" y="7556"/>
                  </a:lnTo>
                  <a:lnTo>
                    <a:pt x="5029" y="8280"/>
                  </a:lnTo>
                  <a:lnTo>
                    <a:pt x="3594" y="10439"/>
                  </a:lnTo>
                  <a:lnTo>
                    <a:pt x="2870" y="11163"/>
                  </a:lnTo>
                  <a:lnTo>
                    <a:pt x="2514" y="12242"/>
                  </a:lnTo>
                  <a:lnTo>
                    <a:pt x="1790" y="13322"/>
                  </a:lnTo>
                  <a:lnTo>
                    <a:pt x="1435" y="14401"/>
                  </a:lnTo>
                  <a:lnTo>
                    <a:pt x="1079" y="15836"/>
                  </a:lnTo>
                  <a:lnTo>
                    <a:pt x="355" y="18008"/>
                  </a:lnTo>
                  <a:lnTo>
                    <a:pt x="355" y="19088"/>
                  </a:lnTo>
                  <a:lnTo>
                    <a:pt x="0" y="20167"/>
                  </a:lnTo>
                  <a:lnTo>
                    <a:pt x="0" y="22682"/>
                  </a:lnTo>
                  <a:lnTo>
                    <a:pt x="0" y="25196"/>
                  </a:lnTo>
                  <a:lnTo>
                    <a:pt x="711" y="27368"/>
                  </a:lnTo>
                  <a:lnTo>
                    <a:pt x="711" y="28447"/>
                  </a:lnTo>
                  <a:lnTo>
                    <a:pt x="1435" y="30606"/>
                  </a:lnTo>
                  <a:lnTo>
                    <a:pt x="2158" y="31686"/>
                  </a:lnTo>
                  <a:lnTo>
                    <a:pt x="2514" y="32765"/>
                  </a:lnTo>
                  <a:lnTo>
                    <a:pt x="3949" y="34924"/>
                  </a:lnTo>
                  <a:lnTo>
                    <a:pt x="4317" y="36004"/>
                  </a:lnTo>
                  <a:lnTo>
                    <a:pt x="7556" y="39242"/>
                  </a:lnTo>
                  <a:lnTo>
                    <a:pt x="8636" y="39966"/>
                  </a:lnTo>
                  <a:lnTo>
                    <a:pt x="9359" y="40678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5008"/>
                  </a:lnTo>
                  <a:lnTo>
                    <a:pt x="22669" y="45008"/>
                  </a:lnTo>
                  <a:lnTo>
                    <a:pt x="22669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16"/>
                  </a:lnTo>
                  <a:lnTo>
                    <a:pt x="31673" y="43205"/>
                  </a:lnTo>
                  <a:lnTo>
                    <a:pt x="32753" y="42837"/>
                  </a:lnTo>
                  <a:lnTo>
                    <a:pt x="34912" y="41401"/>
                  </a:lnTo>
                  <a:lnTo>
                    <a:pt x="35991" y="41046"/>
                  </a:lnTo>
                  <a:lnTo>
                    <a:pt x="39230" y="37807"/>
                  </a:lnTo>
                  <a:lnTo>
                    <a:pt x="39954" y="36728"/>
                  </a:lnTo>
                  <a:lnTo>
                    <a:pt x="40678" y="36004"/>
                  </a:lnTo>
                  <a:lnTo>
                    <a:pt x="42113" y="33845"/>
                  </a:lnTo>
                  <a:lnTo>
                    <a:pt x="42468" y="32765"/>
                  </a:lnTo>
                  <a:lnTo>
                    <a:pt x="43192" y="31686"/>
                  </a:lnTo>
                  <a:lnTo>
                    <a:pt x="44640" y="27368"/>
                  </a:lnTo>
                  <a:lnTo>
                    <a:pt x="44640" y="26276"/>
                  </a:lnTo>
                  <a:lnTo>
                    <a:pt x="44996" y="25196"/>
                  </a:lnTo>
                  <a:lnTo>
                    <a:pt x="44996" y="22682"/>
                  </a:lnTo>
                  <a:lnTo>
                    <a:pt x="45351" y="22682"/>
                  </a:lnTo>
                  <a:lnTo>
                    <a:pt x="45351" y="20167"/>
                  </a:lnTo>
                  <a:lnTo>
                    <a:pt x="44996" y="19088"/>
                  </a:lnTo>
                  <a:lnTo>
                    <a:pt x="44996" y="18008"/>
                  </a:lnTo>
                  <a:lnTo>
                    <a:pt x="44272" y="15836"/>
                  </a:lnTo>
                  <a:lnTo>
                    <a:pt x="43916" y="14401"/>
                  </a:lnTo>
                  <a:lnTo>
                    <a:pt x="43548" y="13322"/>
                  </a:lnTo>
                  <a:lnTo>
                    <a:pt x="42837" y="12242"/>
                  </a:lnTo>
                  <a:lnTo>
                    <a:pt x="42468" y="11518"/>
                  </a:lnTo>
                  <a:lnTo>
                    <a:pt x="40309" y="8280"/>
                  </a:lnTo>
                  <a:lnTo>
                    <a:pt x="39598" y="7556"/>
                  </a:lnTo>
                  <a:lnTo>
                    <a:pt x="38874" y="6476"/>
                  </a:lnTo>
                  <a:lnTo>
                    <a:pt x="37795" y="5765"/>
                  </a:lnTo>
                  <a:lnTo>
                    <a:pt x="37071" y="5041"/>
                  </a:lnTo>
                  <a:lnTo>
                    <a:pt x="34912" y="3606"/>
                  </a:lnTo>
                  <a:lnTo>
                    <a:pt x="34188" y="2882"/>
                  </a:lnTo>
                  <a:lnTo>
                    <a:pt x="33108" y="2527"/>
                  </a:lnTo>
                  <a:lnTo>
                    <a:pt x="32029" y="1803"/>
                  </a:lnTo>
                  <a:lnTo>
                    <a:pt x="29514" y="1079"/>
                  </a:lnTo>
                  <a:lnTo>
                    <a:pt x="27355" y="368"/>
                  </a:lnTo>
                  <a:lnTo>
                    <a:pt x="26276" y="368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42205" y="380015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67"/>
                  </a:lnTo>
                  <a:lnTo>
                    <a:pt x="355" y="19088"/>
                  </a:lnTo>
                  <a:lnTo>
                    <a:pt x="355" y="18008"/>
                  </a:lnTo>
                  <a:lnTo>
                    <a:pt x="711" y="16916"/>
                  </a:lnTo>
                  <a:lnTo>
                    <a:pt x="1079" y="15836"/>
                  </a:lnTo>
                  <a:lnTo>
                    <a:pt x="1435" y="14401"/>
                  </a:lnTo>
                  <a:lnTo>
                    <a:pt x="1790" y="13322"/>
                  </a:lnTo>
                  <a:lnTo>
                    <a:pt x="2514" y="12242"/>
                  </a:lnTo>
                  <a:lnTo>
                    <a:pt x="2870" y="11163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29" y="8280"/>
                  </a:lnTo>
                  <a:lnTo>
                    <a:pt x="5753" y="7556"/>
                  </a:lnTo>
                  <a:lnTo>
                    <a:pt x="6476" y="6476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17"/>
                  </a:lnTo>
                  <a:lnTo>
                    <a:pt x="10439" y="3606"/>
                  </a:lnTo>
                  <a:lnTo>
                    <a:pt x="11518" y="2882"/>
                  </a:lnTo>
                  <a:lnTo>
                    <a:pt x="12230" y="2527"/>
                  </a:lnTo>
                  <a:lnTo>
                    <a:pt x="13309" y="1803"/>
                  </a:lnTo>
                  <a:lnTo>
                    <a:pt x="14389" y="1447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68"/>
                  </a:lnTo>
                  <a:lnTo>
                    <a:pt x="19075" y="368"/>
                  </a:lnTo>
                  <a:lnTo>
                    <a:pt x="20154" y="0"/>
                  </a:lnTo>
                  <a:lnTo>
                    <a:pt x="21589" y="0"/>
                  </a:lnTo>
                  <a:lnTo>
                    <a:pt x="22669" y="0"/>
                  </a:lnTo>
                  <a:lnTo>
                    <a:pt x="23749" y="0"/>
                  </a:lnTo>
                  <a:lnTo>
                    <a:pt x="25196" y="0"/>
                  </a:lnTo>
                  <a:lnTo>
                    <a:pt x="26276" y="368"/>
                  </a:lnTo>
                  <a:lnTo>
                    <a:pt x="27355" y="368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49" y="1447"/>
                  </a:lnTo>
                  <a:lnTo>
                    <a:pt x="32029" y="1803"/>
                  </a:lnTo>
                  <a:lnTo>
                    <a:pt x="33108" y="2527"/>
                  </a:lnTo>
                  <a:lnTo>
                    <a:pt x="34188" y="2882"/>
                  </a:lnTo>
                  <a:lnTo>
                    <a:pt x="34912" y="3606"/>
                  </a:lnTo>
                  <a:lnTo>
                    <a:pt x="35991" y="4317"/>
                  </a:lnTo>
                  <a:lnTo>
                    <a:pt x="37071" y="5041"/>
                  </a:lnTo>
                  <a:lnTo>
                    <a:pt x="37795" y="5765"/>
                  </a:lnTo>
                  <a:lnTo>
                    <a:pt x="38874" y="6476"/>
                  </a:lnTo>
                  <a:lnTo>
                    <a:pt x="39598" y="7556"/>
                  </a:lnTo>
                  <a:lnTo>
                    <a:pt x="42837" y="12242"/>
                  </a:lnTo>
                  <a:lnTo>
                    <a:pt x="43548" y="13322"/>
                  </a:lnTo>
                  <a:lnTo>
                    <a:pt x="43916" y="14401"/>
                  </a:lnTo>
                  <a:lnTo>
                    <a:pt x="44272" y="15836"/>
                  </a:lnTo>
                  <a:lnTo>
                    <a:pt x="44640" y="16916"/>
                  </a:lnTo>
                  <a:lnTo>
                    <a:pt x="44996" y="18008"/>
                  </a:lnTo>
                  <a:lnTo>
                    <a:pt x="44996" y="19088"/>
                  </a:lnTo>
                  <a:lnTo>
                    <a:pt x="45351" y="20167"/>
                  </a:lnTo>
                  <a:lnTo>
                    <a:pt x="45351" y="21602"/>
                  </a:lnTo>
                  <a:lnTo>
                    <a:pt x="45351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196"/>
                  </a:lnTo>
                  <a:lnTo>
                    <a:pt x="44640" y="26276"/>
                  </a:lnTo>
                  <a:lnTo>
                    <a:pt x="44640" y="27368"/>
                  </a:lnTo>
                  <a:lnTo>
                    <a:pt x="44272" y="28447"/>
                  </a:lnTo>
                  <a:lnTo>
                    <a:pt x="43916" y="29527"/>
                  </a:lnTo>
                  <a:lnTo>
                    <a:pt x="43548" y="30606"/>
                  </a:lnTo>
                  <a:lnTo>
                    <a:pt x="43192" y="31686"/>
                  </a:lnTo>
                  <a:lnTo>
                    <a:pt x="42468" y="32765"/>
                  </a:lnTo>
                  <a:lnTo>
                    <a:pt x="42113" y="33845"/>
                  </a:lnTo>
                  <a:lnTo>
                    <a:pt x="41389" y="34924"/>
                  </a:lnTo>
                  <a:lnTo>
                    <a:pt x="40678" y="36004"/>
                  </a:lnTo>
                  <a:lnTo>
                    <a:pt x="39954" y="36728"/>
                  </a:lnTo>
                  <a:lnTo>
                    <a:pt x="39230" y="37807"/>
                  </a:lnTo>
                  <a:lnTo>
                    <a:pt x="38519" y="38519"/>
                  </a:lnTo>
                  <a:lnTo>
                    <a:pt x="37795" y="39242"/>
                  </a:lnTo>
                  <a:lnTo>
                    <a:pt x="36715" y="40322"/>
                  </a:lnTo>
                  <a:lnTo>
                    <a:pt x="35991" y="41046"/>
                  </a:lnTo>
                  <a:lnTo>
                    <a:pt x="34912" y="41401"/>
                  </a:lnTo>
                  <a:lnTo>
                    <a:pt x="33832" y="42125"/>
                  </a:lnTo>
                  <a:lnTo>
                    <a:pt x="32753" y="42837"/>
                  </a:lnTo>
                  <a:lnTo>
                    <a:pt x="31673" y="43205"/>
                  </a:lnTo>
                  <a:lnTo>
                    <a:pt x="30594" y="43916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5008"/>
                  </a:lnTo>
                  <a:lnTo>
                    <a:pt x="25196" y="45364"/>
                  </a:lnTo>
                  <a:lnTo>
                    <a:pt x="23749" y="45364"/>
                  </a:lnTo>
                  <a:lnTo>
                    <a:pt x="22669" y="45364"/>
                  </a:lnTo>
                  <a:lnTo>
                    <a:pt x="22669" y="45008"/>
                  </a:lnTo>
                  <a:lnTo>
                    <a:pt x="21589" y="45008"/>
                  </a:lnTo>
                  <a:lnTo>
                    <a:pt x="20154" y="45008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16"/>
                  </a:lnTo>
                  <a:lnTo>
                    <a:pt x="14757" y="43560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6" y="39966"/>
                  </a:lnTo>
                  <a:lnTo>
                    <a:pt x="7556" y="39242"/>
                  </a:lnTo>
                  <a:lnTo>
                    <a:pt x="6832" y="38519"/>
                  </a:lnTo>
                  <a:lnTo>
                    <a:pt x="6108" y="37807"/>
                  </a:lnTo>
                  <a:lnTo>
                    <a:pt x="5029" y="36728"/>
                  </a:lnTo>
                  <a:lnTo>
                    <a:pt x="4317" y="36004"/>
                  </a:lnTo>
                  <a:lnTo>
                    <a:pt x="3949" y="34924"/>
                  </a:lnTo>
                  <a:lnTo>
                    <a:pt x="3238" y="33845"/>
                  </a:lnTo>
                  <a:lnTo>
                    <a:pt x="2514" y="32765"/>
                  </a:lnTo>
                  <a:lnTo>
                    <a:pt x="2158" y="31686"/>
                  </a:lnTo>
                  <a:lnTo>
                    <a:pt x="1435" y="30606"/>
                  </a:lnTo>
                  <a:lnTo>
                    <a:pt x="1079" y="29527"/>
                  </a:lnTo>
                  <a:lnTo>
                    <a:pt x="711" y="28447"/>
                  </a:lnTo>
                  <a:lnTo>
                    <a:pt x="711" y="27368"/>
                  </a:lnTo>
                  <a:lnTo>
                    <a:pt x="355" y="26276"/>
                  </a:lnTo>
                  <a:lnTo>
                    <a:pt x="0" y="25196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59477" y="418283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196" y="0"/>
                  </a:moveTo>
                  <a:lnTo>
                    <a:pt x="20167" y="0"/>
                  </a:lnTo>
                  <a:lnTo>
                    <a:pt x="19088" y="368"/>
                  </a:lnTo>
                  <a:lnTo>
                    <a:pt x="18008" y="368"/>
                  </a:lnTo>
                  <a:lnTo>
                    <a:pt x="15836" y="1092"/>
                  </a:lnTo>
                  <a:lnTo>
                    <a:pt x="14401" y="1447"/>
                  </a:lnTo>
                  <a:lnTo>
                    <a:pt x="13322" y="1803"/>
                  </a:lnTo>
                  <a:lnTo>
                    <a:pt x="12242" y="2527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7" y="6489"/>
                  </a:lnTo>
                  <a:lnTo>
                    <a:pt x="5765" y="7569"/>
                  </a:lnTo>
                  <a:lnTo>
                    <a:pt x="5041" y="8280"/>
                  </a:lnTo>
                  <a:lnTo>
                    <a:pt x="3606" y="10452"/>
                  </a:lnTo>
                  <a:lnTo>
                    <a:pt x="2882" y="11163"/>
                  </a:lnTo>
                  <a:lnTo>
                    <a:pt x="2527" y="12242"/>
                  </a:lnTo>
                  <a:lnTo>
                    <a:pt x="1803" y="13322"/>
                  </a:lnTo>
                  <a:lnTo>
                    <a:pt x="1079" y="15849"/>
                  </a:lnTo>
                  <a:lnTo>
                    <a:pt x="368" y="18008"/>
                  </a:lnTo>
                  <a:lnTo>
                    <a:pt x="368" y="19088"/>
                  </a:lnTo>
                  <a:lnTo>
                    <a:pt x="0" y="20167"/>
                  </a:lnTo>
                  <a:lnTo>
                    <a:pt x="0" y="22682"/>
                  </a:lnTo>
                  <a:lnTo>
                    <a:pt x="0" y="25209"/>
                  </a:lnTo>
                  <a:lnTo>
                    <a:pt x="723" y="27368"/>
                  </a:lnTo>
                  <a:lnTo>
                    <a:pt x="723" y="28448"/>
                  </a:lnTo>
                  <a:lnTo>
                    <a:pt x="1447" y="30607"/>
                  </a:lnTo>
                  <a:lnTo>
                    <a:pt x="2159" y="31686"/>
                  </a:lnTo>
                  <a:lnTo>
                    <a:pt x="2527" y="32766"/>
                  </a:lnTo>
                  <a:lnTo>
                    <a:pt x="3962" y="34925"/>
                  </a:lnTo>
                  <a:lnTo>
                    <a:pt x="4318" y="36004"/>
                  </a:lnTo>
                  <a:lnTo>
                    <a:pt x="7556" y="39243"/>
                  </a:lnTo>
                  <a:lnTo>
                    <a:pt x="8648" y="39966"/>
                  </a:lnTo>
                  <a:lnTo>
                    <a:pt x="9359" y="40690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8008" y="44640"/>
                  </a:lnTo>
                  <a:lnTo>
                    <a:pt x="19088" y="44640"/>
                  </a:lnTo>
                  <a:lnTo>
                    <a:pt x="20167" y="45008"/>
                  </a:lnTo>
                  <a:lnTo>
                    <a:pt x="22682" y="45008"/>
                  </a:lnTo>
                  <a:lnTo>
                    <a:pt x="22682" y="45364"/>
                  </a:lnTo>
                  <a:lnTo>
                    <a:pt x="25196" y="45364"/>
                  </a:lnTo>
                  <a:lnTo>
                    <a:pt x="27368" y="44640"/>
                  </a:lnTo>
                  <a:lnTo>
                    <a:pt x="28448" y="44640"/>
                  </a:lnTo>
                  <a:lnTo>
                    <a:pt x="30607" y="43929"/>
                  </a:lnTo>
                  <a:lnTo>
                    <a:pt x="31686" y="43205"/>
                  </a:lnTo>
                  <a:lnTo>
                    <a:pt x="32766" y="42849"/>
                  </a:lnTo>
                  <a:lnTo>
                    <a:pt x="34925" y="41402"/>
                  </a:lnTo>
                  <a:lnTo>
                    <a:pt x="36004" y="41046"/>
                  </a:lnTo>
                  <a:lnTo>
                    <a:pt x="39243" y="37807"/>
                  </a:lnTo>
                  <a:lnTo>
                    <a:pt x="39966" y="36728"/>
                  </a:lnTo>
                  <a:lnTo>
                    <a:pt x="40678" y="36004"/>
                  </a:lnTo>
                  <a:lnTo>
                    <a:pt x="42125" y="33845"/>
                  </a:lnTo>
                  <a:lnTo>
                    <a:pt x="42481" y="32766"/>
                  </a:lnTo>
                  <a:lnTo>
                    <a:pt x="43205" y="31686"/>
                  </a:lnTo>
                  <a:lnTo>
                    <a:pt x="44640" y="27368"/>
                  </a:lnTo>
                  <a:lnTo>
                    <a:pt x="44640" y="26289"/>
                  </a:lnTo>
                  <a:lnTo>
                    <a:pt x="44996" y="25209"/>
                  </a:lnTo>
                  <a:lnTo>
                    <a:pt x="44996" y="22682"/>
                  </a:lnTo>
                  <a:lnTo>
                    <a:pt x="45364" y="22682"/>
                  </a:lnTo>
                  <a:lnTo>
                    <a:pt x="45364" y="20167"/>
                  </a:lnTo>
                  <a:lnTo>
                    <a:pt x="44996" y="19088"/>
                  </a:lnTo>
                  <a:lnTo>
                    <a:pt x="44996" y="18008"/>
                  </a:lnTo>
                  <a:lnTo>
                    <a:pt x="43561" y="13322"/>
                  </a:lnTo>
                  <a:lnTo>
                    <a:pt x="42837" y="12242"/>
                  </a:lnTo>
                  <a:lnTo>
                    <a:pt x="42481" y="11531"/>
                  </a:lnTo>
                  <a:lnTo>
                    <a:pt x="40322" y="8280"/>
                  </a:lnTo>
                  <a:lnTo>
                    <a:pt x="39598" y="7569"/>
                  </a:lnTo>
                  <a:lnTo>
                    <a:pt x="38887" y="6489"/>
                  </a:lnTo>
                  <a:lnTo>
                    <a:pt x="37807" y="5765"/>
                  </a:lnTo>
                  <a:lnTo>
                    <a:pt x="37084" y="5041"/>
                  </a:lnTo>
                  <a:lnTo>
                    <a:pt x="34925" y="3606"/>
                  </a:lnTo>
                  <a:lnTo>
                    <a:pt x="34201" y="2882"/>
                  </a:lnTo>
                  <a:lnTo>
                    <a:pt x="33121" y="2527"/>
                  </a:lnTo>
                  <a:lnTo>
                    <a:pt x="32042" y="1803"/>
                  </a:lnTo>
                  <a:lnTo>
                    <a:pt x="30962" y="1447"/>
                  </a:lnTo>
                  <a:lnTo>
                    <a:pt x="29527" y="1092"/>
                  </a:lnTo>
                  <a:lnTo>
                    <a:pt x="27368" y="368"/>
                  </a:lnTo>
                  <a:lnTo>
                    <a:pt x="26276" y="368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59477" y="418283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67"/>
                  </a:lnTo>
                  <a:lnTo>
                    <a:pt x="368" y="19088"/>
                  </a:lnTo>
                  <a:lnTo>
                    <a:pt x="368" y="18008"/>
                  </a:lnTo>
                  <a:lnTo>
                    <a:pt x="723" y="16929"/>
                  </a:lnTo>
                  <a:lnTo>
                    <a:pt x="1079" y="15849"/>
                  </a:lnTo>
                  <a:lnTo>
                    <a:pt x="1447" y="14401"/>
                  </a:lnTo>
                  <a:lnTo>
                    <a:pt x="1803" y="13322"/>
                  </a:lnTo>
                  <a:lnTo>
                    <a:pt x="2527" y="12242"/>
                  </a:lnTo>
                  <a:lnTo>
                    <a:pt x="2882" y="11163"/>
                  </a:lnTo>
                  <a:lnTo>
                    <a:pt x="3606" y="10452"/>
                  </a:lnTo>
                  <a:lnTo>
                    <a:pt x="4318" y="9359"/>
                  </a:lnTo>
                  <a:lnTo>
                    <a:pt x="5041" y="8280"/>
                  </a:lnTo>
                  <a:lnTo>
                    <a:pt x="5765" y="7569"/>
                  </a:lnTo>
                  <a:lnTo>
                    <a:pt x="6477" y="6489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30"/>
                  </a:lnTo>
                  <a:lnTo>
                    <a:pt x="10439" y="3606"/>
                  </a:lnTo>
                  <a:lnTo>
                    <a:pt x="11518" y="2882"/>
                  </a:lnTo>
                  <a:lnTo>
                    <a:pt x="12242" y="2527"/>
                  </a:lnTo>
                  <a:lnTo>
                    <a:pt x="13322" y="1803"/>
                  </a:lnTo>
                  <a:lnTo>
                    <a:pt x="14401" y="1447"/>
                  </a:lnTo>
                  <a:lnTo>
                    <a:pt x="15836" y="1092"/>
                  </a:lnTo>
                  <a:lnTo>
                    <a:pt x="16916" y="723"/>
                  </a:lnTo>
                  <a:lnTo>
                    <a:pt x="18008" y="368"/>
                  </a:lnTo>
                  <a:lnTo>
                    <a:pt x="19088" y="368"/>
                  </a:lnTo>
                  <a:lnTo>
                    <a:pt x="20167" y="0"/>
                  </a:lnTo>
                  <a:lnTo>
                    <a:pt x="22682" y="0"/>
                  </a:lnTo>
                  <a:lnTo>
                    <a:pt x="25196" y="0"/>
                  </a:lnTo>
                  <a:lnTo>
                    <a:pt x="26276" y="368"/>
                  </a:lnTo>
                  <a:lnTo>
                    <a:pt x="27368" y="368"/>
                  </a:lnTo>
                  <a:lnTo>
                    <a:pt x="28448" y="723"/>
                  </a:lnTo>
                  <a:lnTo>
                    <a:pt x="29527" y="1092"/>
                  </a:lnTo>
                  <a:lnTo>
                    <a:pt x="30962" y="1447"/>
                  </a:lnTo>
                  <a:lnTo>
                    <a:pt x="32042" y="1803"/>
                  </a:lnTo>
                  <a:lnTo>
                    <a:pt x="33121" y="2527"/>
                  </a:lnTo>
                  <a:lnTo>
                    <a:pt x="34201" y="2882"/>
                  </a:lnTo>
                  <a:lnTo>
                    <a:pt x="34925" y="3606"/>
                  </a:lnTo>
                  <a:lnTo>
                    <a:pt x="36004" y="4330"/>
                  </a:lnTo>
                  <a:lnTo>
                    <a:pt x="37084" y="5041"/>
                  </a:lnTo>
                  <a:lnTo>
                    <a:pt x="37807" y="5765"/>
                  </a:lnTo>
                  <a:lnTo>
                    <a:pt x="38887" y="6489"/>
                  </a:lnTo>
                  <a:lnTo>
                    <a:pt x="39598" y="7569"/>
                  </a:lnTo>
                  <a:lnTo>
                    <a:pt x="40322" y="8280"/>
                  </a:lnTo>
                  <a:lnTo>
                    <a:pt x="41046" y="9359"/>
                  </a:lnTo>
                  <a:lnTo>
                    <a:pt x="41757" y="10452"/>
                  </a:lnTo>
                  <a:lnTo>
                    <a:pt x="42481" y="11531"/>
                  </a:lnTo>
                  <a:lnTo>
                    <a:pt x="42837" y="12242"/>
                  </a:lnTo>
                  <a:lnTo>
                    <a:pt x="43561" y="13322"/>
                  </a:lnTo>
                  <a:lnTo>
                    <a:pt x="43916" y="14401"/>
                  </a:lnTo>
                  <a:lnTo>
                    <a:pt x="44284" y="15849"/>
                  </a:lnTo>
                  <a:lnTo>
                    <a:pt x="44640" y="16929"/>
                  </a:lnTo>
                  <a:lnTo>
                    <a:pt x="44996" y="18008"/>
                  </a:lnTo>
                  <a:lnTo>
                    <a:pt x="44996" y="19088"/>
                  </a:lnTo>
                  <a:lnTo>
                    <a:pt x="45364" y="20167"/>
                  </a:lnTo>
                  <a:lnTo>
                    <a:pt x="45364" y="21602"/>
                  </a:lnTo>
                  <a:lnTo>
                    <a:pt x="45364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209"/>
                  </a:lnTo>
                  <a:lnTo>
                    <a:pt x="44640" y="26289"/>
                  </a:lnTo>
                  <a:lnTo>
                    <a:pt x="44640" y="27368"/>
                  </a:lnTo>
                  <a:lnTo>
                    <a:pt x="44284" y="28448"/>
                  </a:lnTo>
                  <a:lnTo>
                    <a:pt x="43916" y="29527"/>
                  </a:lnTo>
                  <a:lnTo>
                    <a:pt x="43561" y="30607"/>
                  </a:lnTo>
                  <a:lnTo>
                    <a:pt x="43205" y="31686"/>
                  </a:lnTo>
                  <a:lnTo>
                    <a:pt x="42481" y="32766"/>
                  </a:lnTo>
                  <a:lnTo>
                    <a:pt x="42125" y="33845"/>
                  </a:lnTo>
                  <a:lnTo>
                    <a:pt x="41402" y="34925"/>
                  </a:lnTo>
                  <a:lnTo>
                    <a:pt x="40678" y="36004"/>
                  </a:lnTo>
                  <a:lnTo>
                    <a:pt x="39966" y="36728"/>
                  </a:lnTo>
                  <a:lnTo>
                    <a:pt x="39243" y="37807"/>
                  </a:lnTo>
                  <a:lnTo>
                    <a:pt x="38519" y="38531"/>
                  </a:lnTo>
                  <a:lnTo>
                    <a:pt x="37807" y="39243"/>
                  </a:lnTo>
                  <a:lnTo>
                    <a:pt x="36728" y="40322"/>
                  </a:lnTo>
                  <a:lnTo>
                    <a:pt x="36004" y="41046"/>
                  </a:lnTo>
                  <a:lnTo>
                    <a:pt x="34925" y="41402"/>
                  </a:lnTo>
                  <a:lnTo>
                    <a:pt x="33845" y="42125"/>
                  </a:lnTo>
                  <a:lnTo>
                    <a:pt x="32766" y="42849"/>
                  </a:lnTo>
                  <a:lnTo>
                    <a:pt x="31686" y="43205"/>
                  </a:lnTo>
                  <a:lnTo>
                    <a:pt x="30607" y="43929"/>
                  </a:lnTo>
                  <a:lnTo>
                    <a:pt x="29527" y="44284"/>
                  </a:lnTo>
                  <a:lnTo>
                    <a:pt x="28448" y="44640"/>
                  </a:lnTo>
                  <a:lnTo>
                    <a:pt x="27368" y="44640"/>
                  </a:lnTo>
                  <a:lnTo>
                    <a:pt x="26276" y="45008"/>
                  </a:lnTo>
                  <a:lnTo>
                    <a:pt x="25196" y="45364"/>
                  </a:lnTo>
                  <a:lnTo>
                    <a:pt x="23761" y="45364"/>
                  </a:lnTo>
                  <a:lnTo>
                    <a:pt x="22682" y="45364"/>
                  </a:lnTo>
                  <a:lnTo>
                    <a:pt x="22682" y="45008"/>
                  </a:lnTo>
                  <a:lnTo>
                    <a:pt x="21602" y="45008"/>
                  </a:lnTo>
                  <a:lnTo>
                    <a:pt x="20167" y="45008"/>
                  </a:lnTo>
                  <a:lnTo>
                    <a:pt x="19088" y="44640"/>
                  </a:lnTo>
                  <a:lnTo>
                    <a:pt x="18008" y="44640"/>
                  </a:lnTo>
                  <a:lnTo>
                    <a:pt x="16916" y="44284"/>
                  </a:lnTo>
                  <a:lnTo>
                    <a:pt x="15836" y="43929"/>
                  </a:lnTo>
                  <a:lnTo>
                    <a:pt x="14757" y="43561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2"/>
                  </a:lnTo>
                  <a:lnTo>
                    <a:pt x="9359" y="40690"/>
                  </a:lnTo>
                  <a:lnTo>
                    <a:pt x="8648" y="39966"/>
                  </a:lnTo>
                  <a:lnTo>
                    <a:pt x="7556" y="39243"/>
                  </a:lnTo>
                  <a:lnTo>
                    <a:pt x="6845" y="38531"/>
                  </a:lnTo>
                  <a:lnTo>
                    <a:pt x="6121" y="37807"/>
                  </a:lnTo>
                  <a:lnTo>
                    <a:pt x="5041" y="36728"/>
                  </a:lnTo>
                  <a:lnTo>
                    <a:pt x="4318" y="36004"/>
                  </a:lnTo>
                  <a:lnTo>
                    <a:pt x="3962" y="34925"/>
                  </a:lnTo>
                  <a:lnTo>
                    <a:pt x="3238" y="33845"/>
                  </a:lnTo>
                  <a:lnTo>
                    <a:pt x="2527" y="32766"/>
                  </a:lnTo>
                  <a:lnTo>
                    <a:pt x="2159" y="31686"/>
                  </a:lnTo>
                  <a:lnTo>
                    <a:pt x="1447" y="30607"/>
                  </a:lnTo>
                  <a:lnTo>
                    <a:pt x="1079" y="29527"/>
                  </a:lnTo>
                  <a:lnTo>
                    <a:pt x="723" y="28448"/>
                  </a:lnTo>
                  <a:lnTo>
                    <a:pt x="723" y="27368"/>
                  </a:lnTo>
                  <a:lnTo>
                    <a:pt x="368" y="26289"/>
                  </a:lnTo>
                  <a:lnTo>
                    <a:pt x="0" y="25209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239481" y="3666604"/>
              <a:ext cx="1715135" cy="1485900"/>
            </a:xfrm>
            <a:custGeom>
              <a:avLst/>
              <a:gdLst/>
              <a:ahLst/>
              <a:cxnLst/>
              <a:rect l="l" t="t" r="r" b="b"/>
              <a:pathLst>
                <a:path w="1715135" h="1485900">
                  <a:moveTo>
                    <a:pt x="0" y="0"/>
                  </a:moveTo>
                  <a:lnTo>
                    <a:pt x="0" y="1485709"/>
                  </a:lnTo>
                </a:path>
                <a:path w="1715135" h="1485900">
                  <a:moveTo>
                    <a:pt x="0" y="1485709"/>
                  </a:moveTo>
                  <a:lnTo>
                    <a:pt x="1714677" y="148570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25195" y="4035602"/>
              <a:ext cx="310515" cy="2540"/>
            </a:xfrm>
            <a:custGeom>
              <a:avLst/>
              <a:gdLst/>
              <a:ahLst/>
              <a:cxnLst/>
              <a:rect l="l" t="t" r="r" b="b"/>
              <a:pathLst>
                <a:path w="310515" h="2539">
                  <a:moveTo>
                    <a:pt x="309968" y="0"/>
                  </a:moveTo>
                  <a:lnTo>
                    <a:pt x="0" y="251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88657" y="3462020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J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0735" y="3963860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ourier New"/>
                <a:cs typeface="Courier New"/>
              </a:rPr>
              <a:t>CLK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8586" y="4404499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K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89257" y="3577577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Q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205102" y="3392454"/>
            <a:ext cx="1858010" cy="993140"/>
            <a:chOff x="1205102" y="3392454"/>
            <a:chExt cx="1858010" cy="993140"/>
          </a:xfrm>
        </p:grpSpPr>
        <p:sp>
          <p:nvSpPr>
            <p:cNvPr id="70" name="object 70"/>
            <p:cNvSpPr/>
            <p:nvPr/>
          </p:nvSpPr>
          <p:spPr>
            <a:xfrm>
              <a:off x="1213205" y="400968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55"/>
                  </a:lnTo>
                  <a:lnTo>
                    <a:pt x="17995" y="355"/>
                  </a:lnTo>
                  <a:lnTo>
                    <a:pt x="15836" y="1079"/>
                  </a:lnTo>
                  <a:lnTo>
                    <a:pt x="14389" y="1435"/>
                  </a:lnTo>
                  <a:lnTo>
                    <a:pt x="13309" y="1803"/>
                  </a:lnTo>
                  <a:lnTo>
                    <a:pt x="12230" y="2514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53"/>
                  </a:lnTo>
                  <a:lnTo>
                    <a:pt x="6476" y="6476"/>
                  </a:lnTo>
                  <a:lnTo>
                    <a:pt x="5753" y="7556"/>
                  </a:lnTo>
                  <a:lnTo>
                    <a:pt x="5029" y="8280"/>
                  </a:lnTo>
                  <a:lnTo>
                    <a:pt x="3594" y="10439"/>
                  </a:lnTo>
                  <a:lnTo>
                    <a:pt x="2870" y="11163"/>
                  </a:lnTo>
                  <a:lnTo>
                    <a:pt x="2514" y="12242"/>
                  </a:lnTo>
                  <a:lnTo>
                    <a:pt x="1790" y="13322"/>
                  </a:lnTo>
                  <a:lnTo>
                    <a:pt x="1435" y="14401"/>
                  </a:lnTo>
                  <a:lnTo>
                    <a:pt x="1079" y="15836"/>
                  </a:lnTo>
                  <a:lnTo>
                    <a:pt x="355" y="17995"/>
                  </a:lnTo>
                  <a:lnTo>
                    <a:pt x="355" y="19075"/>
                  </a:lnTo>
                  <a:lnTo>
                    <a:pt x="0" y="20154"/>
                  </a:lnTo>
                  <a:lnTo>
                    <a:pt x="0" y="22682"/>
                  </a:lnTo>
                  <a:lnTo>
                    <a:pt x="0" y="25196"/>
                  </a:lnTo>
                  <a:lnTo>
                    <a:pt x="711" y="27355"/>
                  </a:lnTo>
                  <a:lnTo>
                    <a:pt x="711" y="28435"/>
                  </a:lnTo>
                  <a:lnTo>
                    <a:pt x="1435" y="30594"/>
                  </a:lnTo>
                  <a:lnTo>
                    <a:pt x="2158" y="31673"/>
                  </a:lnTo>
                  <a:lnTo>
                    <a:pt x="2514" y="32753"/>
                  </a:lnTo>
                  <a:lnTo>
                    <a:pt x="3949" y="34912"/>
                  </a:lnTo>
                  <a:lnTo>
                    <a:pt x="4317" y="35991"/>
                  </a:lnTo>
                  <a:lnTo>
                    <a:pt x="7556" y="39242"/>
                  </a:lnTo>
                  <a:lnTo>
                    <a:pt x="8635" y="39954"/>
                  </a:lnTo>
                  <a:lnTo>
                    <a:pt x="9359" y="40678"/>
                  </a:lnTo>
                  <a:lnTo>
                    <a:pt x="11518" y="42113"/>
                  </a:lnTo>
                  <a:lnTo>
                    <a:pt x="12598" y="42481"/>
                  </a:lnTo>
                  <a:lnTo>
                    <a:pt x="13677" y="43192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4996"/>
                  </a:lnTo>
                  <a:lnTo>
                    <a:pt x="22669" y="44996"/>
                  </a:lnTo>
                  <a:lnTo>
                    <a:pt x="22669" y="45351"/>
                  </a:lnTo>
                  <a:lnTo>
                    <a:pt x="25196" y="45351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16"/>
                  </a:lnTo>
                  <a:lnTo>
                    <a:pt x="31673" y="43192"/>
                  </a:lnTo>
                  <a:lnTo>
                    <a:pt x="32753" y="42837"/>
                  </a:lnTo>
                  <a:lnTo>
                    <a:pt x="34912" y="41401"/>
                  </a:lnTo>
                  <a:lnTo>
                    <a:pt x="35991" y="41033"/>
                  </a:lnTo>
                  <a:lnTo>
                    <a:pt x="39230" y="37795"/>
                  </a:lnTo>
                  <a:lnTo>
                    <a:pt x="39954" y="36715"/>
                  </a:lnTo>
                  <a:lnTo>
                    <a:pt x="40678" y="35991"/>
                  </a:lnTo>
                  <a:lnTo>
                    <a:pt x="42113" y="33832"/>
                  </a:lnTo>
                  <a:lnTo>
                    <a:pt x="42468" y="32753"/>
                  </a:lnTo>
                  <a:lnTo>
                    <a:pt x="43192" y="31673"/>
                  </a:lnTo>
                  <a:lnTo>
                    <a:pt x="44640" y="27355"/>
                  </a:lnTo>
                  <a:lnTo>
                    <a:pt x="44640" y="26276"/>
                  </a:lnTo>
                  <a:lnTo>
                    <a:pt x="44996" y="25196"/>
                  </a:lnTo>
                  <a:lnTo>
                    <a:pt x="44996" y="22682"/>
                  </a:lnTo>
                  <a:lnTo>
                    <a:pt x="45351" y="22682"/>
                  </a:lnTo>
                  <a:lnTo>
                    <a:pt x="45351" y="20154"/>
                  </a:lnTo>
                  <a:lnTo>
                    <a:pt x="44996" y="19075"/>
                  </a:lnTo>
                  <a:lnTo>
                    <a:pt x="44996" y="17995"/>
                  </a:lnTo>
                  <a:lnTo>
                    <a:pt x="44272" y="15836"/>
                  </a:lnTo>
                  <a:lnTo>
                    <a:pt x="43916" y="14401"/>
                  </a:lnTo>
                  <a:lnTo>
                    <a:pt x="43548" y="13322"/>
                  </a:lnTo>
                  <a:lnTo>
                    <a:pt x="42837" y="12242"/>
                  </a:lnTo>
                  <a:lnTo>
                    <a:pt x="42468" y="11518"/>
                  </a:lnTo>
                  <a:lnTo>
                    <a:pt x="40309" y="8280"/>
                  </a:lnTo>
                  <a:lnTo>
                    <a:pt x="39598" y="7556"/>
                  </a:lnTo>
                  <a:lnTo>
                    <a:pt x="38874" y="6476"/>
                  </a:lnTo>
                  <a:lnTo>
                    <a:pt x="37795" y="5753"/>
                  </a:lnTo>
                  <a:lnTo>
                    <a:pt x="37071" y="5041"/>
                  </a:lnTo>
                  <a:lnTo>
                    <a:pt x="34912" y="3594"/>
                  </a:lnTo>
                  <a:lnTo>
                    <a:pt x="34188" y="2882"/>
                  </a:lnTo>
                  <a:lnTo>
                    <a:pt x="33108" y="2514"/>
                  </a:lnTo>
                  <a:lnTo>
                    <a:pt x="32029" y="1803"/>
                  </a:lnTo>
                  <a:lnTo>
                    <a:pt x="30949" y="1435"/>
                  </a:lnTo>
                  <a:lnTo>
                    <a:pt x="29514" y="1079"/>
                  </a:lnTo>
                  <a:lnTo>
                    <a:pt x="27355" y="355"/>
                  </a:lnTo>
                  <a:lnTo>
                    <a:pt x="26276" y="355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213205" y="400968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54"/>
                  </a:lnTo>
                  <a:lnTo>
                    <a:pt x="355" y="19075"/>
                  </a:lnTo>
                  <a:lnTo>
                    <a:pt x="355" y="17995"/>
                  </a:lnTo>
                  <a:lnTo>
                    <a:pt x="711" y="16916"/>
                  </a:lnTo>
                  <a:lnTo>
                    <a:pt x="1079" y="15836"/>
                  </a:lnTo>
                  <a:lnTo>
                    <a:pt x="1435" y="14401"/>
                  </a:lnTo>
                  <a:lnTo>
                    <a:pt x="1790" y="13322"/>
                  </a:lnTo>
                  <a:lnTo>
                    <a:pt x="2514" y="12242"/>
                  </a:lnTo>
                  <a:lnTo>
                    <a:pt x="2870" y="11163"/>
                  </a:lnTo>
                  <a:lnTo>
                    <a:pt x="3594" y="10439"/>
                  </a:lnTo>
                  <a:lnTo>
                    <a:pt x="4317" y="9359"/>
                  </a:lnTo>
                  <a:lnTo>
                    <a:pt x="5029" y="8280"/>
                  </a:lnTo>
                  <a:lnTo>
                    <a:pt x="5753" y="7556"/>
                  </a:lnTo>
                  <a:lnTo>
                    <a:pt x="6476" y="6476"/>
                  </a:lnTo>
                  <a:lnTo>
                    <a:pt x="7556" y="5753"/>
                  </a:lnTo>
                  <a:lnTo>
                    <a:pt x="8280" y="5041"/>
                  </a:lnTo>
                  <a:lnTo>
                    <a:pt x="9359" y="4317"/>
                  </a:lnTo>
                  <a:lnTo>
                    <a:pt x="10439" y="3594"/>
                  </a:lnTo>
                  <a:lnTo>
                    <a:pt x="11518" y="2882"/>
                  </a:lnTo>
                  <a:lnTo>
                    <a:pt x="12230" y="2514"/>
                  </a:lnTo>
                  <a:lnTo>
                    <a:pt x="13309" y="1803"/>
                  </a:lnTo>
                  <a:lnTo>
                    <a:pt x="14389" y="1435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55"/>
                  </a:lnTo>
                  <a:lnTo>
                    <a:pt x="19075" y="355"/>
                  </a:lnTo>
                  <a:lnTo>
                    <a:pt x="20154" y="0"/>
                  </a:lnTo>
                  <a:lnTo>
                    <a:pt x="22669" y="0"/>
                  </a:lnTo>
                  <a:lnTo>
                    <a:pt x="25196" y="0"/>
                  </a:lnTo>
                  <a:lnTo>
                    <a:pt x="26276" y="355"/>
                  </a:lnTo>
                  <a:lnTo>
                    <a:pt x="27355" y="355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49" y="1435"/>
                  </a:lnTo>
                  <a:lnTo>
                    <a:pt x="32029" y="1803"/>
                  </a:lnTo>
                  <a:lnTo>
                    <a:pt x="33108" y="2514"/>
                  </a:lnTo>
                  <a:lnTo>
                    <a:pt x="34188" y="2882"/>
                  </a:lnTo>
                  <a:lnTo>
                    <a:pt x="34912" y="3594"/>
                  </a:lnTo>
                  <a:lnTo>
                    <a:pt x="35991" y="4317"/>
                  </a:lnTo>
                  <a:lnTo>
                    <a:pt x="37071" y="5041"/>
                  </a:lnTo>
                  <a:lnTo>
                    <a:pt x="37795" y="5753"/>
                  </a:lnTo>
                  <a:lnTo>
                    <a:pt x="38874" y="6476"/>
                  </a:lnTo>
                  <a:lnTo>
                    <a:pt x="39598" y="7556"/>
                  </a:lnTo>
                  <a:lnTo>
                    <a:pt x="40309" y="8280"/>
                  </a:lnTo>
                  <a:lnTo>
                    <a:pt x="41033" y="9359"/>
                  </a:lnTo>
                  <a:lnTo>
                    <a:pt x="41757" y="10439"/>
                  </a:lnTo>
                  <a:lnTo>
                    <a:pt x="42468" y="11518"/>
                  </a:lnTo>
                  <a:lnTo>
                    <a:pt x="42837" y="12242"/>
                  </a:lnTo>
                  <a:lnTo>
                    <a:pt x="43548" y="13322"/>
                  </a:lnTo>
                  <a:lnTo>
                    <a:pt x="43916" y="14401"/>
                  </a:lnTo>
                  <a:lnTo>
                    <a:pt x="44272" y="15836"/>
                  </a:lnTo>
                  <a:lnTo>
                    <a:pt x="44640" y="16916"/>
                  </a:lnTo>
                  <a:lnTo>
                    <a:pt x="44996" y="17995"/>
                  </a:lnTo>
                  <a:lnTo>
                    <a:pt x="44996" y="19075"/>
                  </a:lnTo>
                  <a:lnTo>
                    <a:pt x="45351" y="20154"/>
                  </a:lnTo>
                  <a:lnTo>
                    <a:pt x="45351" y="21602"/>
                  </a:lnTo>
                  <a:lnTo>
                    <a:pt x="45351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196"/>
                  </a:lnTo>
                  <a:lnTo>
                    <a:pt x="44640" y="26276"/>
                  </a:lnTo>
                  <a:lnTo>
                    <a:pt x="44640" y="27355"/>
                  </a:lnTo>
                  <a:lnTo>
                    <a:pt x="44272" y="28435"/>
                  </a:lnTo>
                  <a:lnTo>
                    <a:pt x="43916" y="29514"/>
                  </a:lnTo>
                  <a:lnTo>
                    <a:pt x="43548" y="30594"/>
                  </a:lnTo>
                  <a:lnTo>
                    <a:pt x="43192" y="31673"/>
                  </a:lnTo>
                  <a:lnTo>
                    <a:pt x="42468" y="32753"/>
                  </a:lnTo>
                  <a:lnTo>
                    <a:pt x="42113" y="33832"/>
                  </a:lnTo>
                  <a:lnTo>
                    <a:pt x="41389" y="34912"/>
                  </a:lnTo>
                  <a:lnTo>
                    <a:pt x="40678" y="35991"/>
                  </a:lnTo>
                  <a:lnTo>
                    <a:pt x="39954" y="36715"/>
                  </a:lnTo>
                  <a:lnTo>
                    <a:pt x="39230" y="37795"/>
                  </a:lnTo>
                  <a:lnTo>
                    <a:pt x="38519" y="38519"/>
                  </a:lnTo>
                  <a:lnTo>
                    <a:pt x="37795" y="39242"/>
                  </a:lnTo>
                  <a:lnTo>
                    <a:pt x="36715" y="40322"/>
                  </a:lnTo>
                  <a:lnTo>
                    <a:pt x="35991" y="41033"/>
                  </a:lnTo>
                  <a:lnTo>
                    <a:pt x="34912" y="41401"/>
                  </a:lnTo>
                  <a:lnTo>
                    <a:pt x="33832" y="42113"/>
                  </a:lnTo>
                  <a:lnTo>
                    <a:pt x="32753" y="42837"/>
                  </a:lnTo>
                  <a:lnTo>
                    <a:pt x="31673" y="43192"/>
                  </a:lnTo>
                  <a:lnTo>
                    <a:pt x="30594" y="43916"/>
                  </a:lnTo>
                  <a:lnTo>
                    <a:pt x="29514" y="44272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4996"/>
                  </a:lnTo>
                  <a:lnTo>
                    <a:pt x="25196" y="45351"/>
                  </a:lnTo>
                  <a:lnTo>
                    <a:pt x="23748" y="45351"/>
                  </a:lnTo>
                  <a:lnTo>
                    <a:pt x="22669" y="45351"/>
                  </a:lnTo>
                  <a:lnTo>
                    <a:pt x="22669" y="44996"/>
                  </a:lnTo>
                  <a:lnTo>
                    <a:pt x="21589" y="44996"/>
                  </a:lnTo>
                  <a:lnTo>
                    <a:pt x="20154" y="44996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72"/>
                  </a:lnTo>
                  <a:lnTo>
                    <a:pt x="15836" y="43916"/>
                  </a:lnTo>
                  <a:lnTo>
                    <a:pt x="14757" y="43560"/>
                  </a:lnTo>
                  <a:lnTo>
                    <a:pt x="13677" y="43192"/>
                  </a:lnTo>
                  <a:lnTo>
                    <a:pt x="12598" y="42481"/>
                  </a:lnTo>
                  <a:lnTo>
                    <a:pt x="11518" y="42113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5" y="39954"/>
                  </a:lnTo>
                  <a:lnTo>
                    <a:pt x="7556" y="39242"/>
                  </a:lnTo>
                  <a:lnTo>
                    <a:pt x="6832" y="38519"/>
                  </a:lnTo>
                  <a:lnTo>
                    <a:pt x="6108" y="37795"/>
                  </a:lnTo>
                  <a:lnTo>
                    <a:pt x="5029" y="36715"/>
                  </a:lnTo>
                  <a:lnTo>
                    <a:pt x="4317" y="35991"/>
                  </a:lnTo>
                  <a:lnTo>
                    <a:pt x="3949" y="34912"/>
                  </a:lnTo>
                  <a:lnTo>
                    <a:pt x="3238" y="33832"/>
                  </a:lnTo>
                  <a:lnTo>
                    <a:pt x="2514" y="32753"/>
                  </a:lnTo>
                  <a:lnTo>
                    <a:pt x="2158" y="31673"/>
                  </a:lnTo>
                  <a:lnTo>
                    <a:pt x="1435" y="30594"/>
                  </a:lnTo>
                  <a:lnTo>
                    <a:pt x="1079" y="29514"/>
                  </a:lnTo>
                  <a:lnTo>
                    <a:pt x="711" y="28435"/>
                  </a:lnTo>
                  <a:lnTo>
                    <a:pt x="711" y="27355"/>
                  </a:lnTo>
                  <a:lnTo>
                    <a:pt x="355" y="26276"/>
                  </a:lnTo>
                  <a:lnTo>
                    <a:pt x="0" y="25196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211402" y="43333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25196" y="0"/>
                  </a:moveTo>
                  <a:lnTo>
                    <a:pt x="20154" y="0"/>
                  </a:lnTo>
                  <a:lnTo>
                    <a:pt x="19075" y="368"/>
                  </a:lnTo>
                  <a:lnTo>
                    <a:pt x="17995" y="368"/>
                  </a:lnTo>
                  <a:lnTo>
                    <a:pt x="13322" y="1803"/>
                  </a:lnTo>
                  <a:lnTo>
                    <a:pt x="12242" y="2527"/>
                  </a:lnTo>
                  <a:lnTo>
                    <a:pt x="11518" y="2882"/>
                  </a:lnTo>
                  <a:lnTo>
                    <a:pt x="8280" y="5041"/>
                  </a:lnTo>
                  <a:lnTo>
                    <a:pt x="7556" y="5765"/>
                  </a:lnTo>
                  <a:lnTo>
                    <a:pt x="6477" y="6489"/>
                  </a:lnTo>
                  <a:lnTo>
                    <a:pt x="5753" y="7569"/>
                  </a:lnTo>
                  <a:lnTo>
                    <a:pt x="5041" y="8280"/>
                  </a:lnTo>
                  <a:lnTo>
                    <a:pt x="3594" y="10439"/>
                  </a:lnTo>
                  <a:lnTo>
                    <a:pt x="2882" y="11163"/>
                  </a:lnTo>
                  <a:lnTo>
                    <a:pt x="2514" y="12242"/>
                  </a:lnTo>
                  <a:lnTo>
                    <a:pt x="1803" y="13322"/>
                  </a:lnTo>
                  <a:lnTo>
                    <a:pt x="1435" y="14401"/>
                  </a:lnTo>
                  <a:lnTo>
                    <a:pt x="1079" y="15849"/>
                  </a:lnTo>
                  <a:lnTo>
                    <a:pt x="355" y="18008"/>
                  </a:lnTo>
                  <a:lnTo>
                    <a:pt x="355" y="19088"/>
                  </a:lnTo>
                  <a:lnTo>
                    <a:pt x="0" y="20167"/>
                  </a:lnTo>
                  <a:lnTo>
                    <a:pt x="0" y="22682"/>
                  </a:lnTo>
                  <a:lnTo>
                    <a:pt x="0" y="25209"/>
                  </a:lnTo>
                  <a:lnTo>
                    <a:pt x="723" y="27368"/>
                  </a:lnTo>
                  <a:lnTo>
                    <a:pt x="723" y="28447"/>
                  </a:lnTo>
                  <a:lnTo>
                    <a:pt x="1435" y="30606"/>
                  </a:lnTo>
                  <a:lnTo>
                    <a:pt x="2159" y="31686"/>
                  </a:lnTo>
                  <a:lnTo>
                    <a:pt x="2514" y="32765"/>
                  </a:lnTo>
                  <a:lnTo>
                    <a:pt x="3962" y="34924"/>
                  </a:lnTo>
                  <a:lnTo>
                    <a:pt x="4318" y="36004"/>
                  </a:lnTo>
                  <a:lnTo>
                    <a:pt x="7556" y="39242"/>
                  </a:lnTo>
                  <a:lnTo>
                    <a:pt x="8636" y="39966"/>
                  </a:lnTo>
                  <a:lnTo>
                    <a:pt x="9359" y="40678"/>
                  </a:lnTo>
                  <a:lnTo>
                    <a:pt x="11518" y="42125"/>
                  </a:lnTo>
                  <a:lnTo>
                    <a:pt x="12598" y="42481"/>
                  </a:lnTo>
                  <a:lnTo>
                    <a:pt x="13677" y="43205"/>
                  </a:lnTo>
                  <a:lnTo>
                    <a:pt x="17995" y="44640"/>
                  </a:lnTo>
                  <a:lnTo>
                    <a:pt x="19075" y="44640"/>
                  </a:lnTo>
                  <a:lnTo>
                    <a:pt x="20154" y="45008"/>
                  </a:lnTo>
                  <a:lnTo>
                    <a:pt x="22682" y="45008"/>
                  </a:lnTo>
                  <a:lnTo>
                    <a:pt x="22682" y="45364"/>
                  </a:lnTo>
                  <a:lnTo>
                    <a:pt x="25196" y="45364"/>
                  </a:lnTo>
                  <a:lnTo>
                    <a:pt x="27355" y="44640"/>
                  </a:lnTo>
                  <a:lnTo>
                    <a:pt x="28435" y="44640"/>
                  </a:lnTo>
                  <a:lnTo>
                    <a:pt x="30594" y="43929"/>
                  </a:lnTo>
                  <a:lnTo>
                    <a:pt x="31673" y="43205"/>
                  </a:lnTo>
                  <a:lnTo>
                    <a:pt x="32753" y="42849"/>
                  </a:lnTo>
                  <a:lnTo>
                    <a:pt x="34912" y="41401"/>
                  </a:lnTo>
                  <a:lnTo>
                    <a:pt x="35991" y="41046"/>
                  </a:lnTo>
                  <a:lnTo>
                    <a:pt x="39243" y="37807"/>
                  </a:lnTo>
                  <a:lnTo>
                    <a:pt x="39954" y="36728"/>
                  </a:lnTo>
                  <a:lnTo>
                    <a:pt x="40678" y="36004"/>
                  </a:lnTo>
                  <a:lnTo>
                    <a:pt x="42113" y="33845"/>
                  </a:lnTo>
                  <a:lnTo>
                    <a:pt x="42481" y="32765"/>
                  </a:lnTo>
                  <a:lnTo>
                    <a:pt x="43192" y="31686"/>
                  </a:lnTo>
                  <a:lnTo>
                    <a:pt x="44640" y="27368"/>
                  </a:lnTo>
                  <a:lnTo>
                    <a:pt x="44640" y="26288"/>
                  </a:lnTo>
                  <a:lnTo>
                    <a:pt x="44996" y="25209"/>
                  </a:lnTo>
                  <a:lnTo>
                    <a:pt x="44996" y="22682"/>
                  </a:lnTo>
                  <a:lnTo>
                    <a:pt x="45351" y="22682"/>
                  </a:lnTo>
                  <a:lnTo>
                    <a:pt x="45351" y="20167"/>
                  </a:lnTo>
                  <a:lnTo>
                    <a:pt x="44996" y="19088"/>
                  </a:lnTo>
                  <a:lnTo>
                    <a:pt x="44996" y="18008"/>
                  </a:lnTo>
                  <a:lnTo>
                    <a:pt x="44272" y="15849"/>
                  </a:lnTo>
                  <a:lnTo>
                    <a:pt x="43916" y="14401"/>
                  </a:lnTo>
                  <a:lnTo>
                    <a:pt x="43561" y="13322"/>
                  </a:lnTo>
                  <a:lnTo>
                    <a:pt x="42837" y="12242"/>
                  </a:lnTo>
                  <a:lnTo>
                    <a:pt x="42481" y="11518"/>
                  </a:lnTo>
                  <a:lnTo>
                    <a:pt x="40322" y="8280"/>
                  </a:lnTo>
                  <a:lnTo>
                    <a:pt x="39598" y="7569"/>
                  </a:lnTo>
                  <a:lnTo>
                    <a:pt x="38874" y="6489"/>
                  </a:lnTo>
                  <a:lnTo>
                    <a:pt x="37795" y="5765"/>
                  </a:lnTo>
                  <a:lnTo>
                    <a:pt x="37084" y="5041"/>
                  </a:lnTo>
                  <a:lnTo>
                    <a:pt x="34912" y="3606"/>
                  </a:lnTo>
                  <a:lnTo>
                    <a:pt x="34201" y="2882"/>
                  </a:lnTo>
                  <a:lnTo>
                    <a:pt x="33121" y="2527"/>
                  </a:lnTo>
                  <a:lnTo>
                    <a:pt x="32042" y="1803"/>
                  </a:lnTo>
                  <a:lnTo>
                    <a:pt x="29514" y="1079"/>
                  </a:lnTo>
                  <a:lnTo>
                    <a:pt x="27355" y="368"/>
                  </a:lnTo>
                  <a:lnTo>
                    <a:pt x="26276" y="368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211402" y="433331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22682"/>
                  </a:moveTo>
                  <a:lnTo>
                    <a:pt x="0" y="21602"/>
                  </a:lnTo>
                  <a:lnTo>
                    <a:pt x="0" y="20167"/>
                  </a:lnTo>
                  <a:lnTo>
                    <a:pt x="355" y="19088"/>
                  </a:lnTo>
                  <a:lnTo>
                    <a:pt x="355" y="18008"/>
                  </a:lnTo>
                  <a:lnTo>
                    <a:pt x="723" y="16929"/>
                  </a:lnTo>
                  <a:lnTo>
                    <a:pt x="1079" y="15849"/>
                  </a:lnTo>
                  <a:lnTo>
                    <a:pt x="1435" y="14401"/>
                  </a:lnTo>
                  <a:lnTo>
                    <a:pt x="1803" y="13322"/>
                  </a:lnTo>
                  <a:lnTo>
                    <a:pt x="2514" y="12242"/>
                  </a:lnTo>
                  <a:lnTo>
                    <a:pt x="2882" y="11163"/>
                  </a:lnTo>
                  <a:lnTo>
                    <a:pt x="3594" y="10439"/>
                  </a:lnTo>
                  <a:lnTo>
                    <a:pt x="4318" y="9359"/>
                  </a:lnTo>
                  <a:lnTo>
                    <a:pt x="5041" y="8280"/>
                  </a:lnTo>
                  <a:lnTo>
                    <a:pt x="5753" y="7569"/>
                  </a:lnTo>
                  <a:lnTo>
                    <a:pt x="6477" y="6489"/>
                  </a:lnTo>
                  <a:lnTo>
                    <a:pt x="7556" y="5765"/>
                  </a:lnTo>
                  <a:lnTo>
                    <a:pt x="8280" y="5041"/>
                  </a:lnTo>
                  <a:lnTo>
                    <a:pt x="9359" y="4317"/>
                  </a:lnTo>
                  <a:lnTo>
                    <a:pt x="10439" y="3606"/>
                  </a:lnTo>
                  <a:lnTo>
                    <a:pt x="11518" y="2882"/>
                  </a:lnTo>
                  <a:lnTo>
                    <a:pt x="12242" y="2527"/>
                  </a:lnTo>
                  <a:lnTo>
                    <a:pt x="13322" y="1803"/>
                  </a:lnTo>
                  <a:lnTo>
                    <a:pt x="14401" y="1447"/>
                  </a:lnTo>
                  <a:lnTo>
                    <a:pt x="15836" y="1079"/>
                  </a:lnTo>
                  <a:lnTo>
                    <a:pt x="16916" y="723"/>
                  </a:lnTo>
                  <a:lnTo>
                    <a:pt x="17995" y="368"/>
                  </a:lnTo>
                  <a:lnTo>
                    <a:pt x="19075" y="368"/>
                  </a:lnTo>
                  <a:lnTo>
                    <a:pt x="20154" y="0"/>
                  </a:lnTo>
                  <a:lnTo>
                    <a:pt x="21602" y="0"/>
                  </a:lnTo>
                  <a:lnTo>
                    <a:pt x="22682" y="0"/>
                  </a:lnTo>
                  <a:lnTo>
                    <a:pt x="23761" y="0"/>
                  </a:lnTo>
                  <a:lnTo>
                    <a:pt x="25196" y="0"/>
                  </a:lnTo>
                  <a:lnTo>
                    <a:pt x="26276" y="368"/>
                  </a:lnTo>
                  <a:lnTo>
                    <a:pt x="27355" y="368"/>
                  </a:lnTo>
                  <a:lnTo>
                    <a:pt x="28435" y="723"/>
                  </a:lnTo>
                  <a:lnTo>
                    <a:pt x="29514" y="1079"/>
                  </a:lnTo>
                  <a:lnTo>
                    <a:pt x="30962" y="1447"/>
                  </a:lnTo>
                  <a:lnTo>
                    <a:pt x="32042" y="1803"/>
                  </a:lnTo>
                  <a:lnTo>
                    <a:pt x="33121" y="2527"/>
                  </a:lnTo>
                  <a:lnTo>
                    <a:pt x="34201" y="2882"/>
                  </a:lnTo>
                  <a:lnTo>
                    <a:pt x="34912" y="3606"/>
                  </a:lnTo>
                  <a:lnTo>
                    <a:pt x="35991" y="4317"/>
                  </a:lnTo>
                  <a:lnTo>
                    <a:pt x="37084" y="5041"/>
                  </a:lnTo>
                  <a:lnTo>
                    <a:pt x="37795" y="5765"/>
                  </a:lnTo>
                  <a:lnTo>
                    <a:pt x="38874" y="6489"/>
                  </a:lnTo>
                  <a:lnTo>
                    <a:pt x="39598" y="7569"/>
                  </a:lnTo>
                  <a:lnTo>
                    <a:pt x="40322" y="8280"/>
                  </a:lnTo>
                  <a:lnTo>
                    <a:pt x="41033" y="9359"/>
                  </a:lnTo>
                  <a:lnTo>
                    <a:pt x="41757" y="10439"/>
                  </a:lnTo>
                  <a:lnTo>
                    <a:pt x="42481" y="11518"/>
                  </a:lnTo>
                  <a:lnTo>
                    <a:pt x="42837" y="12242"/>
                  </a:lnTo>
                  <a:lnTo>
                    <a:pt x="43561" y="13322"/>
                  </a:lnTo>
                  <a:lnTo>
                    <a:pt x="43916" y="14401"/>
                  </a:lnTo>
                  <a:lnTo>
                    <a:pt x="44272" y="15849"/>
                  </a:lnTo>
                  <a:lnTo>
                    <a:pt x="44640" y="16929"/>
                  </a:lnTo>
                  <a:lnTo>
                    <a:pt x="44996" y="18008"/>
                  </a:lnTo>
                  <a:lnTo>
                    <a:pt x="44996" y="19088"/>
                  </a:lnTo>
                  <a:lnTo>
                    <a:pt x="45351" y="20167"/>
                  </a:lnTo>
                  <a:lnTo>
                    <a:pt x="45351" y="21602"/>
                  </a:lnTo>
                  <a:lnTo>
                    <a:pt x="45351" y="22682"/>
                  </a:lnTo>
                  <a:lnTo>
                    <a:pt x="44996" y="22682"/>
                  </a:lnTo>
                  <a:lnTo>
                    <a:pt x="44996" y="23761"/>
                  </a:lnTo>
                  <a:lnTo>
                    <a:pt x="44996" y="25209"/>
                  </a:lnTo>
                  <a:lnTo>
                    <a:pt x="44640" y="26288"/>
                  </a:lnTo>
                  <a:lnTo>
                    <a:pt x="44640" y="27368"/>
                  </a:lnTo>
                  <a:lnTo>
                    <a:pt x="44272" y="28447"/>
                  </a:lnTo>
                  <a:lnTo>
                    <a:pt x="43916" y="29527"/>
                  </a:lnTo>
                  <a:lnTo>
                    <a:pt x="43561" y="30606"/>
                  </a:lnTo>
                  <a:lnTo>
                    <a:pt x="43192" y="31686"/>
                  </a:lnTo>
                  <a:lnTo>
                    <a:pt x="42481" y="32765"/>
                  </a:lnTo>
                  <a:lnTo>
                    <a:pt x="42113" y="33845"/>
                  </a:lnTo>
                  <a:lnTo>
                    <a:pt x="41402" y="34924"/>
                  </a:lnTo>
                  <a:lnTo>
                    <a:pt x="40678" y="36004"/>
                  </a:lnTo>
                  <a:lnTo>
                    <a:pt x="39954" y="36728"/>
                  </a:lnTo>
                  <a:lnTo>
                    <a:pt x="39243" y="37807"/>
                  </a:lnTo>
                  <a:lnTo>
                    <a:pt x="38519" y="38519"/>
                  </a:lnTo>
                  <a:lnTo>
                    <a:pt x="37795" y="39242"/>
                  </a:lnTo>
                  <a:lnTo>
                    <a:pt x="36715" y="40322"/>
                  </a:lnTo>
                  <a:lnTo>
                    <a:pt x="35991" y="41046"/>
                  </a:lnTo>
                  <a:lnTo>
                    <a:pt x="34912" y="41401"/>
                  </a:lnTo>
                  <a:lnTo>
                    <a:pt x="33832" y="42125"/>
                  </a:lnTo>
                  <a:lnTo>
                    <a:pt x="32753" y="42849"/>
                  </a:lnTo>
                  <a:lnTo>
                    <a:pt x="31673" y="43205"/>
                  </a:lnTo>
                  <a:lnTo>
                    <a:pt x="30594" y="43929"/>
                  </a:lnTo>
                  <a:lnTo>
                    <a:pt x="29514" y="44284"/>
                  </a:lnTo>
                  <a:lnTo>
                    <a:pt x="28435" y="44640"/>
                  </a:lnTo>
                  <a:lnTo>
                    <a:pt x="27355" y="44640"/>
                  </a:lnTo>
                  <a:lnTo>
                    <a:pt x="26276" y="45008"/>
                  </a:lnTo>
                  <a:lnTo>
                    <a:pt x="25196" y="45364"/>
                  </a:lnTo>
                  <a:lnTo>
                    <a:pt x="23761" y="45364"/>
                  </a:lnTo>
                  <a:lnTo>
                    <a:pt x="22682" y="45364"/>
                  </a:lnTo>
                  <a:lnTo>
                    <a:pt x="22682" y="45008"/>
                  </a:lnTo>
                  <a:lnTo>
                    <a:pt x="21602" y="45008"/>
                  </a:lnTo>
                  <a:lnTo>
                    <a:pt x="20154" y="45008"/>
                  </a:lnTo>
                  <a:lnTo>
                    <a:pt x="19075" y="44640"/>
                  </a:lnTo>
                  <a:lnTo>
                    <a:pt x="17995" y="44640"/>
                  </a:lnTo>
                  <a:lnTo>
                    <a:pt x="16916" y="44284"/>
                  </a:lnTo>
                  <a:lnTo>
                    <a:pt x="15836" y="43929"/>
                  </a:lnTo>
                  <a:lnTo>
                    <a:pt x="14757" y="43560"/>
                  </a:lnTo>
                  <a:lnTo>
                    <a:pt x="13677" y="43205"/>
                  </a:lnTo>
                  <a:lnTo>
                    <a:pt x="12598" y="42481"/>
                  </a:lnTo>
                  <a:lnTo>
                    <a:pt x="11518" y="42125"/>
                  </a:lnTo>
                  <a:lnTo>
                    <a:pt x="10439" y="41401"/>
                  </a:lnTo>
                  <a:lnTo>
                    <a:pt x="9359" y="40678"/>
                  </a:lnTo>
                  <a:lnTo>
                    <a:pt x="8636" y="39966"/>
                  </a:lnTo>
                  <a:lnTo>
                    <a:pt x="7556" y="39242"/>
                  </a:lnTo>
                  <a:lnTo>
                    <a:pt x="6832" y="38519"/>
                  </a:lnTo>
                  <a:lnTo>
                    <a:pt x="6121" y="37807"/>
                  </a:lnTo>
                  <a:lnTo>
                    <a:pt x="5041" y="36728"/>
                  </a:lnTo>
                  <a:lnTo>
                    <a:pt x="4318" y="36004"/>
                  </a:lnTo>
                  <a:lnTo>
                    <a:pt x="3962" y="34924"/>
                  </a:lnTo>
                  <a:lnTo>
                    <a:pt x="3238" y="33845"/>
                  </a:lnTo>
                  <a:lnTo>
                    <a:pt x="2514" y="32765"/>
                  </a:lnTo>
                  <a:lnTo>
                    <a:pt x="2159" y="31686"/>
                  </a:lnTo>
                  <a:lnTo>
                    <a:pt x="1435" y="30606"/>
                  </a:lnTo>
                  <a:lnTo>
                    <a:pt x="1079" y="29527"/>
                  </a:lnTo>
                  <a:lnTo>
                    <a:pt x="723" y="28447"/>
                  </a:lnTo>
                  <a:lnTo>
                    <a:pt x="723" y="27368"/>
                  </a:lnTo>
                  <a:lnTo>
                    <a:pt x="355" y="26288"/>
                  </a:lnTo>
                  <a:lnTo>
                    <a:pt x="0" y="25209"/>
                  </a:lnTo>
                  <a:lnTo>
                    <a:pt x="0" y="23761"/>
                  </a:lnTo>
                  <a:lnTo>
                    <a:pt x="0" y="2268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939034" y="3396234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>
                  <a:moveTo>
                    <a:pt x="0" y="0"/>
                  </a:moveTo>
                  <a:lnTo>
                    <a:pt x="123482" y="0"/>
                  </a:lnTo>
                </a:path>
              </a:pathLst>
            </a:custGeom>
            <a:ln w="7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/>
          <p:nvPr/>
        </p:nvSpPr>
        <p:spPr>
          <a:xfrm>
            <a:off x="5673966" y="4273918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>
                <a:moveTo>
                  <a:pt x="0" y="0"/>
                </a:moveTo>
                <a:lnTo>
                  <a:pt x="90347" y="0"/>
                </a:lnTo>
              </a:path>
            </a:pathLst>
          </a:custGeom>
          <a:ln w="7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661621" y="4226661"/>
            <a:ext cx="115570" cy="205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5" dirty="0">
                <a:latin typeface="Courier New"/>
                <a:cs typeface="Courier New"/>
              </a:rPr>
              <a:t>Q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77" name="object 77"/>
          <p:cNvSpPr txBox="1"/>
          <p:nvPr/>
        </p:nvSpPr>
        <p:spPr>
          <a:xfrm>
            <a:off x="6188659" y="5037010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In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ut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764894" y="4958031"/>
            <a:ext cx="5194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30480" indent="-102870">
              <a:lnSpc>
                <a:spcPct val="1431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u</a:t>
            </a:r>
            <a:r>
              <a:rPr sz="1200" spc="-15" dirty="0">
                <a:latin typeface="Calibri"/>
                <a:cs typeface="Calibri"/>
              </a:rPr>
              <a:t>t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ut  </a:t>
            </a:r>
            <a:r>
              <a:rPr sz="1800" spc="15" baseline="13888" dirty="0">
                <a:latin typeface="Calibri"/>
                <a:cs typeface="Calibri"/>
              </a:rPr>
              <a:t>Q</a:t>
            </a:r>
            <a:r>
              <a:rPr sz="650" spc="10" dirty="0">
                <a:latin typeface="Calibri"/>
                <a:cs typeface="Calibri"/>
              </a:rPr>
              <a:t>n+1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777179" y="5256619"/>
            <a:ext cx="74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J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866902" y="5256619"/>
            <a:ext cx="104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K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5743016" y="5526985"/>
          <a:ext cx="2388234" cy="824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3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1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60"/>
                        </a:lnSpc>
                      </a:pPr>
                      <a:r>
                        <a:rPr sz="1200" spc="10" dirty="0">
                          <a:latin typeface="Calibri"/>
                          <a:cs typeface="Calibri"/>
                        </a:rPr>
                        <a:t>Q</a:t>
                      </a:r>
                      <a:r>
                        <a:rPr sz="975" spc="15" baseline="-25641" dirty="0">
                          <a:latin typeface="Calibri"/>
                          <a:cs typeface="Calibri"/>
                        </a:rPr>
                        <a:t>n</a:t>
                      </a:r>
                      <a:endParaRPr sz="975" baseline="-25641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41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31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31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0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124">
                <a:tc>
                  <a:txBody>
                    <a:bodyPr/>
                    <a:lstStyle/>
                    <a:p>
                      <a:pPr marL="31750">
                        <a:lnSpc>
                          <a:spcPts val="13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3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" name="object 82"/>
          <p:cNvSpPr txBox="1"/>
          <p:nvPr/>
        </p:nvSpPr>
        <p:spPr>
          <a:xfrm>
            <a:off x="2925978" y="3365537"/>
            <a:ext cx="14922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Q</a:t>
            </a:r>
            <a:endParaRPr sz="12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21783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FLIP-FlOPS-1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89006"/>
            <a:ext cx="8069580" cy="11880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01930" indent="-189865" algn="just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02565" algn="l"/>
              </a:tabLst>
            </a:pPr>
            <a:r>
              <a:rPr sz="1750" b="1" spc="-5" dirty="0">
                <a:latin typeface="Calibri"/>
                <a:cs typeface="Calibri"/>
              </a:rPr>
              <a:t>Characteristic Equations </a:t>
            </a:r>
            <a:r>
              <a:rPr sz="1750" b="1" dirty="0">
                <a:latin typeface="Calibri"/>
                <a:cs typeface="Calibri"/>
              </a:rPr>
              <a:t>of</a:t>
            </a:r>
            <a:r>
              <a:rPr sz="1750" b="1" spc="-5" dirty="0">
                <a:latin typeface="Calibri"/>
                <a:cs typeface="Calibri"/>
              </a:rPr>
              <a:t> Flip-flops</a:t>
            </a:r>
            <a:endParaRPr sz="1750">
              <a:latin typeface="Calibri"/>
              <a:cs typeface="Calibri"/>
            </a:endParaRPr>
          </a:p>
          <a:p>
            <a:pPr marL="201930" marR="5080" indent="-189865" algn="just">
              <a:lnSpc>
                <a:spcPct val="100699"/>
              </a:lnSpc>
              <a:spcBef>
                <a:spcPts val="350"/>
              </a:spcBef>
              <a:buFont typeface="Arial MT"/>
              <a:buChar char="•"/>
              <a:tabLst>
                <a:tab pos="202565" algn="l"/>
              </a:tabLst>
            </a:pPr>
            <a:r>
              <a:rPr sz="1750" dirty="0">
                <a:latin typeface="Calibri"/>
                <a:cs typeface="Calibri"/>
              </a:rPr>
              <a:t>The </a:t>
            </a:r>
            <a:r>
              <a:rPr sz="1750" spc="-5" dirty="0">
                <a:latin typeface="Calibri"/>
                <a:cs typeface="Calibri"/>
              </a:rPr>
              <a:t>characteristic equations </a:t>
            </a:r>
            <a:r>
              <a:rPr sz="1750" spc="5" dirty="0">
                <a:latin typeface="Calibri"/>
                <a:cs typeface="Calibri"/>
              </a:rPr>
              <a:t>of </a:t>
            </a:r>
            <a:r>
              <a:rPr sz="1750" dirty="0">
                <a:latin typeface="Calibri"/>
                <a:cs typeface="Calibri"/>
              </a:rPr>
              <a:t>flip-flops </a:t>
            </a:r>
            <a:r>
              <a:rPr sz="1750" spc="-10" dirty="0">
                <a:latin typeface="Calibri"/>
                <a:cs typeface="Calibri"/>
              </a:rPr>
              <a:t>are </a:t>
            </a:r>
            <a:r>
              <a:rPr sz="1750" spc="-5" dirty="0">
                <a:latin typeface="Calibri"/>
                <a:cs typeface="Calibri"/>
              </a:rPr>
              <a:t>useful </a:t>
            </a:r>
            <a:r>
              <a:rPr sz="1750" dirty="0">
                <a:latin typeface="Calibri"/>
                <a:cs typeface="Calibri"/>
              </a:rPr>
              <a:t>in </a:t>
            </a:r>
            <a:r>
              <a:rPr sz="1750" spc="-5" dirty="0">
                <a:latin typeface="Calibri"/>
                <a:cs typeface="Calibri"/>
              </a:rPr>
              <a:t>analyzing circuits </a:t>
            </a:r>
            <a:r>
              <a:rPr sz="1750" dirty="0">
                <a:latin typeface="Calibri"/>
                <a:cs typeface="Calibri"/>
              </a:rPr>
              <a:t>made </a:t>
            </a:r>
            <a:r>
              <a:rPr sz="1750" spc="5" dirty="0">
                <a:latin typeface="Calibri"/>
                <a:cs typeface="Calibri"/>
              </a:rPr>
              <a:t>of </a:t>
            </a:r>
            <a:r>
              <a:rPr sz="1750" dirty="0">
                <a:latin typeface="Calibri"/>
                <a:cs typeface="Calibri"/>
              </a:rPr>
              <a:t>them. 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Here, next </a:t>
            </a:r>
            <a:r>
              <a:rPr sz="1750" dirty="0">
                <a:latin typeface="Calibri"/>
                <a:cs typeface="Calibri"/>
              </a:rPr>
              <a:t>output </a:t>
            </a:r>
            <a:r>
              <a:rPr sz="1750" i="1" dirty="0">
                <a:latin typeface="Calibri"/>
                <a:cs typeface="Calibri"/>
              </a:rPr>
              <a:t>Qn+1 </a:t>
            </a:r>
            <a:r>
              <a:rPr sz="1750" dirty="0">
                <a:latin typeface="Calibri"/>
                <a:cs typeface="Calibri"/>
              </a:rPr>
              <a:t>is </a:t>
            </a:r>
            <a:r>
              <a:rPr sz="1750" spc="-5" dirty="0">
                <a:latin typeface="Calibri"/>
                <a:cs typeface="Calibri"/>
              </a:rPr>
              <a:t>expressed </a:t>
            </a:r>
            <a:r>
              <a:rPr sz="1750" dirty="0">
                <a:latin typeface="Calibri"/>
                <a:cs typeface="Calibri"/>
              </a:rPr>
              <a:t>as a function of </a:t>
            </a:r>
            <a:r>
              <a:rPr sz="1750" spc="-5" dirty="0">
                <a:latin typeface="Calibri"/>
                <a:cs typeface="Calibri"/>
              </a:rPr>
              <a:t>present </a:t>
            </a:r>
            <a:r>
              <a:rPr sz="1750" dirty="0">
                <a:latin typeface="Calibri"/>
                <a:cs typeface="Calibri"/>
              </a:rPr>
              <a:t>output </a:t>
            </a:r>
            <a:r>
              <a:rPr sz="1750" i="1" spc="5" dirty="0">
                <a:latin typeface="Calibri"/>
                <a:cs typeface="Calibri"/>
              </a:rPr>
              <a:t>Qn </a:t>
            </a:r>
            <a:r>
              <a:rPr sz="1750" dirty="0">
                <a:latin typeface="Calibri"/>
                <a:cs typeface="Calibri"/>
              </a:rPr>
              <a:t>and input </a:t>
            </a:r>
            <a:r>
              <a:rPr sz="1750" spc="-10" dirty="0">
                <a:latin typeface="Calibri"/>
                <a:cs typeface="Calibri"/>
              </a:rPr>
              <a:t>to </a:t>
            </a:r>
            <a:r>
              <a:rPr sz="1750" spc="-5" dirty="0">
                <a:latin typeface="Calibri"/>
                <a:cs typeface="Calibri"/>
              </a:rPr>
              <a:t> flip-flops.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42844"/>
            <a:ext cx="9143631" cy="40381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125280" y="2446560"/>
              <a:ext cx="6188400" cy="40456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920" y="2437200"/>
                <a:ext cx="620712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690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FLIP-FlOPS-2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64113"/>
            <a:ext cx="8070215" cy="44488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04165" indent="-292100" algn="just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b="1" spc="5" dirty="0">
                <a:latin typeface="Calibri"/>
                <a:cs typeface="Calibri"/>
              </a:rPr>
              <a:t>Flip-Flops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spc="5" dirty="0">
                <a:latin typeface="Calibri"/>
                <a:cs typeface="Calibri"/>
              </a:rPr>
              <a:t>as</a:t>
            </a:r>
            <a:r>
              <a:rPr sz="2700" b="1" dirty="0">
                <a:latin typeface="Calibri"/>
                <a:cs typeface="Calibri"/>
              </a:rPr>
              <a:t> (FSM)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Finite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State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spc="5" dirty="0">
                <a:latin typeface="Calibri"/>
                <a:cs typeface="Calibri"/>
              </a:rPr>
              <a:t>Machine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spc="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marL="304165" marR="5080" indent="-292100" algn="just">
              <a:lnSpc>
                <a:spcPct val="100699"/>
              </a:lnSpc>
              <a:spcBef>
                <a:spcPts val="54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dirty="0">
                <a:latin typeface="Calibri"/>
                <a:cs typeface="Calibri"/>
              </a:rPr>
              <a:t>In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sequential </a:t>
            </a:r>
            <a:r>
              <a:rPr sz="2700" spc="5" dirty="0">
                <a:latin typeface="Calibri"/>
                <a:cs typeface="Calibri"/>
              </a:rPr>
              <a:t>logic </a:t>
            </a:r>
            <a:r>
              <a:rPr sz="2700" spc="-5" dirty="0">
                <a:latin typeface="Calibri"/>
                <a:cs typeface="Calibri"/>
              </a:rPr>
              <a:t>circuit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value </a:t>
            </a:r>
            <a:r>
              <a:rPr sz="2700" spc="5" dirty="0">
                <a:latin typeface="Calibri"/>
                <a:cs typeface="Calibri"/>
              </a:rPr>
              <a:t>of all the </a:t>
            </a:r>
            <a:r>
              <a:rPr sz="2700" spc="10" dirty="0">
                <a:latin typeface="Calibri"/>
                <a:cs typeface="Calibri"/>
              </a:rPr>
              <a:t>memory 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elements </a:t>
            </a:r>
            <a:r>
              <a:rPr sz="2700" dirty="0">
                <a:latin typeface="Calibri"/>
                <a:cs typeface="Calibri"/>
              </a:rPr>
              <a:t>at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given time </a:t>
            </a:r>
            <a:r>
              <a:rPr sz="2700" spc="-5" dirty="0">
                <a:latin typeface="Calibri"/>
                <a:cs typeface="Calibri"/>
              </a:rPr>
              <a:t>define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i="1" spc="-10" dirty="0">
                <a:latin typeface="Calibri"/>
                <a:cs typeface="Calibri"/>
              </a:rPr>
              <a:t>state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that </a:t>
            </a:r>
            <a:r>
              <a:rPr sz="2700" spc="-5" dirty="0">
                <a:latin typeface="Calibri"/>
                <a:cs typeface="Calibri"/>
              </a:rPr>
              <a:t>circuit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at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time.</a:t>
            </a:r>
            <a:endParaRPr sz="2700">
              <a:latin typeface="Calibri"/>
              <a:cs typeface="Calibri"/>
            </a:endParaRPr>
          </a:p>
          <a:p>
            <a:pPr marL="304165" marR="7620" indent="-292100" algn="just">
              <a:lnSpc>
                <a:spcPct val="100800"/>
              </a:lnSpc>
              <a:spcBef>
                <a:spcPts val="545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dirty="0">
                <a:latin typeface="Calibri"/>
                <a:cs typeface="Calibri"/>
              </a:rPr>
              <a:t>Finite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Machine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(FSM)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concept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offers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better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alternative to </a:t>
            </a:r>
            <a:r>
              <a:rPr sz="2700" dirty="0">
                <a:latin typeface="Calibri"/>
                <a:cs typeface="Calibri"/>
              </a:rPr>
              <a:t>truth table </a:t>
            </a:r>
            <a:r>
              <a:rPr sz="2700" spc="5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understanding progress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sequential </a:t>
            </a:r>
            <a:r>
              <a:rPr sz="2700" spc="5" dirty="0">
                <a:latin typeface="Calibri"/>
                <a:cs typeface="Calibri"/>
              </a:rPr>
              <a:t>logic with </a:t>
            </a:r>
            <a:r>
              <a:rPr sz="2700" dirty="0">
                <a:latin typeface="Calibri"/>
                <a:cs typeface="Calibri"/>
              </a:rPr>
              <a:t>time. </a:t>
            </a:r>
            <a:r>
              <a:rPr sz="2700" spc="-5" dirty="0">
                <a:latin typeface="Calibri"/>
                <a:cs typeface="Calibri"/>
              </a:rPr>
              <a:t>For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complex circuit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truth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table</a:t>
            </a:r>
            <a:r>
              <a:rPr sz="2700" dirty="0">
                <a:latin typeface="Calibri"/>
                <a:cs typeface="Calibri"/>
              </a:rPr>
              <a:t> is </a:t>
            </a:r>
            <a:r>
              <a:rPr sz="2700" spc="-10" dirty="0">
                <a:latin typeface="Calibri"/>
                <a:cs typeface="Calibri"/>
              </a:rPr>
              <a:t>difficult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dirty="0">
                <a:latin typeface="Calibri"/>
                <a:cs typeface="Calibri"/>
              </a:rPr>
              <a:t> read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its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size</a:t>
            </a:r>
            <a:r>
              <a:rPr sz="2700" spc="5" dirty="0">
                <a:latin typeface="Calibri"/>
                <a:cs typeface="Calibri"/>
              </a:rPr>
              <a:t> becomes</a:t>
            </a:r>
            <a:r>
              <a:rPr sz="2700" dirty="0">
                <a:latin typeface="Calibri"/>
                <a:cs typeface="Calibri"/>
              </a:rPr>
              <a:t> too </a:t>
            </a:r>
            <a:r>
              <a:rPr sz="2700" spc="-5" dirty="0">
                <a:latin typeface="Calibri"/>
                <a:cs typeface="Calibri"/>
              </a:rPr>
              <a:t>large.</a:t>
            </a:r>
            <a:endParaRPr sz="2700">
              <a:latin typeface="Calibri"/>
              <a:cs typeface="Calibri"/>
            </a:endParaRPr>
          </a:p>
          <a:p>
            <a:pPr marL="304165" marR="11430" indent="-292100" algn="just">
              <a:lnSpc>
                <a:spcPct val="100600"/>
              </a:lnSpc>
              <a:spcBef>
                <a:spcPts val="550"/>
              </a:spcBef>
              <a:buFont typeface="Arial MT"/>
              <a:buChar char="•"/>
              <a:tabLst>
                <a:tab pos="304800" algn="l"/>
              </a:tabLst>
            </a:pPr>
            <a:r>
              <a:rPr sz="2700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FSM, </a:t>
            </a:r>
            <a:r>
              <a:rPr sz="2700" dirty="0">
                <a:latin typeface="Calibri"/>
                <a:cs typeface="Calibri"/>
              </a:rPr>
              <a:t>functional behavior </a:t>
            </a:r>
            <a:r>
              <a:rPr sz="2700" spc="5" dirty="0">
                <a:latin typeface="Calibri"/>
                <a:cs typeface="Calibri"/>
              </a:rPr>
              <a:t>of the </a:t>
            </a:r>
            <a:r>
              <a:rPr sz="2700" spc="-5" dirty="0">
                <a:latin typeface="Calibri"/>
                <a:cs typeface="Calibri"/>
              </a:rPr>
              <a:t>circuit </a:t>
            </a:r>
            <a:r>
              <a:rPr sz="2700" spc="5" dirty="0">
                <a:latin typeface="Calibri"/>
                <a:cs typeface="Calibri"/>
              </a:rPr>
              <a:t>is </a:t>
            </a:r>
            <a:r>
              <a:rPr sz="2700" dirty="0">
                <a:latin typeface="Calibri"/>
                <a:cs typeface="Calibri"/>
              </a:rPr>
              <a:t>explained </a:t>
            </a:r>
            <a:r>
              <a:rPr sz="2700" spc="5" dirty="0">
                <a:latin typeface="Calibri"/>
                <a:cs typeface="Calibri"/>
              </a:rPr>
              <a:t> using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finite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number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states.</a:t>
            </a:r>
            <a:endParaRPr sz="2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8792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89216"/>
            <a:ext cx="8065770" cy="253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sz="3200" b="1" spc="-30" dirty="0">
                <a:latin typeface="Calibri"/>
                <a:cs typeface="Calibri"/>
              </a:rPr>
              <a:t>VARIOUS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REPRESENTATIONS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FLIP-FlOPS-3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All the </a:t>
            </a:r>
            <a:r>
              <a:rPr sz="3200" spc="-15" dirty="0">
                <a:latin typeface="Calibri"/>
                <a:cs typeface="Calibri"/>
              </a:rPr>
              <a:t>flip-flops are represented </a:t>
            </a:r>
            <a:r>
              <a:rPr sz="3200" spc="-5" dirty="0">
                <a:latin typeface="Calibri"/>
                <a:cs typeface="Calibri"/>
              </a:rPr>
              <a:t>as </a:t>
            </a:r>
            <a:r>
              <a:rPr sz="3200" spc="-15" dirty="0">
                <a:latin typeface="Calibri"/>
                <a:cs typeface="Calibri"/>
              </a:rPr>
              <a:t>finite </a:t>
            </a:r>
            <a:r>
              <a:rPr sz="3200" spc="-35" dirty="0">
                <a:latin typeface="Calibri"/>
                <a:cs typeface="Calibri"/>
              </a:rPr>
              <a:t>state 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machine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through</a:t>
            </a:r>
            <a:r>
              <a:rPr sz="3200" spc="-5" dirty="0">
                <a:latin typeface="Calibri"/>
                <a:cs typeface="Calibri"/>
              </a:rPr>
              <a:t> their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state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transition </a:t>
            </a:r>
            <a:r>
              <a:rPr sz="3200" spc="-10" dirty="0">
                <a:latin typeface="Calibri"/>
                <a:cs typeface="Calibri"/>
              </a:rPr>
              <a:t> diagrams.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55" y="2539796"/>
            <a:ext cx="9067317" cy="4284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5631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FLIP-FlOPS-4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694065"/>
            <a:ext cx="106680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5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062" y="1705584"/>
            <a:ext cx="4210050" cy="140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100"/>
              </a:spcBef>
            </a:pPr>
            <a:r>
              <a:rPr sz="1800" i="1" spc="5" dirty="0">
                <a:latin typeface="Calibri"/>
                <a:cs typeface="Calibri"/>
              </a:rPr>
              <a:t>SR </a:t>
            </a:r>
            <a:r>
              <a:rPr sz="1800" spc="-5" dirty="0">
                <a:latin typeface="Calibri"/>
                <a:cs typeface="Calibri"/>
              </a:rPr>
              <a:t>flip-flop </a:t>
            </a:r>
            <a:r>
              <a:rPr sz="1800" spc="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developed </a:t>
            </a:r>
            <a:r>
              <a:rPr sz="1800" spc="-5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its truth </a:t>
            </a:r>
            <a:r>
              <a:rPr sz="1800" spc="-5" dirty="0">
                <a:latin typeface="Calibri"/>
                <a:cs typeface="Calibri"/>
              </a:rPr>
              <a:t>table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or </a:t>
            </a:r>
            <a:r>
              <a:rPr sz="1800" spc="-5" dirty="0">
                <a:latin typeface="Calibri"/>
                <a:cs typeface="Calibri"/>
              </a:rPr>
              <a:t>characteristic equation. Each flip-flop </a:t>
            </a:r>
            <a:r>
              <a:rPr sz="1800" dirty="0">
                <a:latin typeface="Calibri"/>
                <a:cs typeface="Calibri"/>
              </a:rPr>
              <a:t>can </a:t>
            </a:r>
            <a:r>
              <a:rPr sz="1800" spc="5" dirty="0">
                <a:latin typeface="Calibri"/>
                <a:cs typeface="Calibri"/>
              </a:rPr>
              <a:t> be </a:t>
            </a:r>
            <a:r>
              <a:rPr sz="1800" spc="-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either </a:t>
            </a:r>
            <a:r>
              <a:rPr sz="1800" spc="5" dirty="0">
                <a:latin typeface="Calibri"/>
                <a:cs typeface="Calibri"/>
              </a:rPr>
              <a:t>of </a:t>
            </a:r>
            <a:r>
              <a:rPr sz="1800" spc="10" dirty="0">
                <a:latin typeface="Calibri"/>
                <a:cs typeface="Calibri"/>
              </a:rPr>
              <a:t>0 </a:t>
            </a:r>
            <a:r>
              <a:rPr sz="1800" spc="5" dirty="0">
                <a:latin typeface="Calibri"/>
                <a:cs typeface="Calibri"/>
              </a:rPr>
              <a:t>or </a:t>
            </a:r>
            <a:r>
              <a:rPr sz="1800" spc="10" dirty="0">
                <a:latin typeface="Calibri"/>
                <a:cs typeface="Calibri"/>
              </a:rPr>
              <a:t>1 </a:t>
            </a:r>
            <a:r>
              <a:rPr sz="1800" spc="-10" dirty="0">
                <a:latin typeface="Calibri"/>
                <a:cs typeface="Calibri"/>
              </a:rPr>
              <a:t>state </a:t>
            </a:r>
            <a:r>
              <a:rPr sz="1800" dirty="0">
                <a:latin typeface="Calibri"/>
                <a:cs typeface="Calibri"/>
              </a:rPr>
              <a:t>defined by its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stored value at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any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 time. </a:t>
            </a:r>
            <a:r>
              <a:rPr sz="1800" spc="-5" dirty="0">
                <a:latin typeface="Calibri"/>
                <a:cs typeface="Calibri"/>
              </a:rPr>
              <a:t>Application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may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stored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value,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062" y="3087268"/>
            <a:ext cx="420941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0"/>
              </a:spcBef>
              <a:tabLst>
                <a:tab pos="625475" algn="l"/>
                <a:tab pos="970280" algn="l"/>
                <a:tab pos="1165860" algn="l"/>
                <a:tab pos="1435735" algn="l"/>
                <a:tab pos="1873885" algn="l"/>
                <a:tab pos="2376170" algn="l"/>
                <a:tab pos="2849245" algn="l"/>
                <a:tab pos="2905125" algn="l"/>
                <a:tab pos="3202305" algn="l"/>
                <a:tab pos="3970020" algn="l"/>
              </a:tabLst>
            </a:pP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	th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	f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ip</a:t>
            </a:r>
            <a:r>
              <a:rPr sz="1800" spc="-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	Th</a:t>
            </a:r>
            <a:r>
              <a:rPr sz="1800" spc="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		</a:t>
            </a:r>
            <a:r>
              <a:rPr sz="1800" spc="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	s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w</a:t>
            </a:r>
            <a:r>
              <a:rPr sz="1800" spc="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b</a:t>
            </a:r>
            <a:r>
              <a:rPr sz="1800" spc="5" dirty="0">
                <a:latin typeface="Calibri"/>
                <a:cs typeface="Calibri"/>
              </a:rPr>
              <a:t>y 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ti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l	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r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1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	an</a:t>
            </a:r>
            <a:r>
              <a:rPr sz="1800" spc="10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5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espondin</a:t>
            </a:r>
            <a:r>
              <a:rPr sz="1800" spc="5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950906"/>
            <a:ext cx="106680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5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505091"/>
            <a:ext cx="106680" cy="6705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800" spc="5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5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595377"/>
            <a:ext cx="4435475" cy="27451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written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alongside.</a:t>
            </a:r>
            <a:endParaRPr sz="1800">
              <a:latin typeface="Calibri"/>
              <a:cs typeface="Calibri"/>
            </a:endParaRPr>
          </a:p>
          <a:p>
            <a:pPr marL="234315" marR="7620">
              <a:lnSpc>
                <a:spcPct val="100899"/>
              </a:lnSpc>
              <a:spcBef>
                <a:spcPts val="365"/>
              </a:spcBef>
            </a:pPr>
            <a:r>
              <a:rPr sz="1800" spc="5" dirty="0">
                <a:latin typeface="Calibri"/>
                <a:cs typeface="Calibri"/>
              </a:rPr>
              <a:t>If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spc="5" dirty="0">
                <a:latin typeface="Calibri"/>
                <a:cs typeface="Calibri"/>
              </a:rPr>
              <a:t>SR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flip-flop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0,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SR</a:t>
            </a:r>
            <a:r>
              <a:rPr sz="1800" i="1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= 00 or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01I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stored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 not </a:t>
            </a:r>
            <a:r>
              <a:rPr sz="1800" spc="-5" dirty="0">
                <a:latin typeface="Calibri"/>
                <a:cs typeface="Calibri"/>
              </a:rPr>
              <a:t>change.</a:t>
            </a:r>
            <a:endParaRPr sz="1800">
              <a:latin typeface="Calibri"/>
              <a:cs typeface="Calibri"/>
            </a:endParaRPr>
          </a:p>
          <a:p>
            <a:pPr marL="234315" marR="5080">
              <a:lnSpc>
                <a:spcPct val="109000"/>
              </a:lnSpc>
              <a:spcBef>
                <a:spcPts val="185"/>
              </a:spcBef>
            </a:pPr>
            <a:r>
              <a:rPr sz="1800" spc="-5" dirty="0">
                <a:latin typeface="Calibri"/>
                <a:cs typeface="Calibri"/>
              </a:rPr>
              <a:t>For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SR=</a:t>
            </a:r>
            <a:r>
              <a:rPr sz="1800" i="1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l0,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flip-flop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1.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Note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that,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SR=</a:t>
            </a:r>
            <a:r>
              <a:rPr sz="1800" i="1" spc="23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11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is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allowed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in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i="1" spc="5" dirty="0">
                <a:latin typeface="Calibri"/>
                <a:cs typeface="Calibri"/>
              </a:rPr>
              <a:t>SR</a:t>
            </a:r>
            <a:r>
              <a:rPr sz="1800" i="1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flip-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flop.</a:t>
            </a:r>
            <a:endParaRPr sz="1800">
              <a:latin typeface="Calibri"/>
              <a:cs typeface="Calibri"/>
            </a:endParaRPr>
          </a:p>
          <a:p>
            <a:pPr marL="234315" marR="8890" indent="-222250" algn="just">
              <a:lnSpc>
                <a:spcPct val="100899"/>
              </a:lnSpc>
              <a:spcBef>
                <a:spcPts val="360"/>
              </a:spcBef>
              <a:buFont typeface="Arial MT"/>
              <a:buChar char="•"/>
              <a:tabLst>
                <a:tab pos="234950" algn="l"/>
              </a:tabLst>
            </a:pPr>
            <a:r>
              <a:rPr sz="1800" spc="5" dirty="0">
                <a:latin typeface="Calibri"/>
                <a:cs typeface="Calibri"/>
              </a:rPr>
              <a:t>When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SR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flip-flop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1,  </a:t>
            </a:r>
            <a:r>
              <a:rPr sz="1800" spc="-5" dirty="0">
                <a:latin typeface="Calibri"/>
                <a:cs typeface="Calibri"/>
              </a:rPr>
              <a:t>application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SR= </a:t>
            </a:r>
            <a:r>
              <a:rPr sz="1800" spc="5" dirty="0">
                <a:latin typeface="Calibri"/>
                <a:cs typeface="Calibri"/>
              </a:rPr>
              <a:t>00 or 10 </a:t>
            </a:r>
            <a:r>
              <a:rPr sz="1800" dirty="0">
                <a:latin typeface="Calibri"/>
                <a:cs typeface="Calibri"/>
              </a:rPr>
              <a:t>does not </a:t>
            </a:r>
            <a:r>
              <a:rPr sz="1800" spc="-5" dirty="0">
                <a:latin typeface="Calibri"/>
                <a:cs typeface="Calibri"/>
              </a:rPr>
              <a:t>change </a:t>
            </a:r>
            <a:r>
              <a:rPr sz="1800" spc="5" dirty="0">
                <a:latin typeface="Calibri"/>
                <a:cs typeface="Calibri"/>
              </a:rPr>
              <a:t>its </a:t>
            </a:r>
            <a:r>
              <a:rPr sz="1800" spc="-5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 </a:t>
            </a:r>
            <a:r>
              <a:rPr sz="1800" i="1" dirty="0">
                <a:latin typeface="Calibri"/>
                <a:cs typeface="Calibri"/>
              </a:rPr>
              <a:t>SR=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01,</a:t>
            </a:r>
            <a:r>
              <a:rPr sz="1800" dirty="0">
                <a:latin typeface="Calibri"/>
                <a:cs typeface="Calibri"/>
              </a:rPr>
              <a:t> output changes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0.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114" y="1676158"/>
            <a:ext cx="3657600" cy="1647825"/>
            <a:chOff x="5334114" y="1676158"/>
            <a:chExt cx="3657600" cy="16478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114" y="1676158"/>
              <a:ext cx="3638156" cy="16473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3202" y="1676158"/>
              <a:ext cx="3638156" cy="164735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6019203" y="4559046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355" y="266750"/>
                </a:moveTo>
                <a:lnTo>
                  <a:pt x="711" y="252717"/>
                </a:lnTo>
                <a:lnTo>
                  <a:pt x="1435" y="239039"/>
                </a:lnTo>
                <a:lnTo>
                  <a:pt x="7912" y="197637"/>
                </a:lnTo>
                <a:lnTo>
                  <a:pt x="20154" y="158394"/>
                </a:lnTo>
                <a:lnTo>
                  <a:pt x="37071" y="121678"/>
                </a:lnTo>
                <a:lnTo>
                  <a:pt x="58674" y="88557"/>
                </a:lnTo>
                <a:lnTo>
                  <a:pt x="84962" y="59753"/>
                </a:lnTo>
                <a:lnTo>
                  <a:pt x="124917" y="29159"/>
                </a:lnTo>
                <a:lnTo>
                  <a:pt x="169557" y="9359"/>
                </a:lnTo>
                <a:lnTo>
                  <a:pt x="216712" y="355"/>
                </a:lnTo>
                <a:lnTo>
                  <a:pt x="228600" y="0"/>
                </a:lnTo>
                <a:lnTo>
                  <a:pt x="276110" y="5753"/>
                </a:lnTo>
                <a:lnTo>
                  <a:pt x="321475" y="23037"/>
                </a:lnTo>
                <a:lnTo>
                  <a:pt x="362521" y="50749"/>
                </a:lnTo>
                <a:lnTo>
                  <a:pt x="389877" y="78117"/>
                </a:lnTo>
                <a:lnTo>
                  <a:pt x="413270" y="109791"/>
                </a:lnTo>
                <a:lnTo>
                  <a:pt x="432003" y="145427"/>
                </a:lnTo>
                <a:lnTo>
                  <a:pt x="445681" y="183959"/>
                </a:lnTo>
                <a:lnTo>
                  <a:pt x="453961" y="224637"/>
                </a:lnTo>
                <a:lnTo>
                  <a:pt x="456831" y="266395"/>
                </a:lnTo>
                <a:lnTo>
                  <a:pt x="453961" y="308152"/>
                </a:lnTo>
                <a:lnTo>
                  <a:pt x="445681" y="348830"/>
                </a:lnTo>
                <a:lnTo>
                  <a:pt x="432003" y="387349"/>
                </a:lnTo>
                <a:lnTo>
                  <a:pt x="413270" y="422998"/>
                </a:lnTo>
                <a:lnTo>
                  <a:pt x="389877" y="455028"/>
                </a:lnTo>
                <a:lnTo>
                  <a:pt x="362877" y="482028"/>
                </a:lnTo>
                <a:lnTo>
                  <a:pt x="321475" y="510108"/>
                </a:lnTo>
                <a:lnTo>
                  <a:pt x="276110" y="527392"/>
                </a:lnTo>
                <a:lnTo>
                  <a:pt x="228600" y="533158"/>
                </a:lnTo>
                <a:lnTo>
                  <a:pt x="181076" y="527392"/>
                </a:lnTo>
                <a:lnTo>
                  <a:pt x="135712" y="510108"/>
                </a:lnTo>
                <a:lnTo>
                  <a:pt x="94322" y="482396"/>
                </a:lnTo>
                <a:lnTo>
                  <a:pt x="66954" y="455028"/>
                </a:lnTo>
                <a:lnTo>
                  <a:pt x="43916" y="423354"/>
                </a:lnTo>
                <a:lnTo>
                  <a:pt x="24841" y="387718"/>
                </a:lnTo>
                <a:lnTo>
                  <a:pt x="11150" y="349199"/>
                </a:lnTo>
                <a:lnTo>
                  <a:pt x="2882" y="308508"/>
                </a:lnTo>
                <a:lnTo>
                  <a:pt x="0" y="266750"/>
                </a:lnTo>
                <a:lnTo>
                  <a:pt x="355" y="266750"/>
                </a:lnTo>
                <a:close/>
              </a:path>
            </a:pathLst>
          </a:custGeom>
          <a:ln w="25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77140" y="467630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95362" y="4559046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355" y="266750"/>
                </a:moveTo>
                <a:lnTo>
                  <a:pt x="723" y="252717"/>
                </a:lnTo>
                <a:lnTo>
                  <a:pt x="1435" y="239039"/>
                </a:lnTo>
                <a:lnTo>
                  <a:pt x="7912" y="197637"/>
                </a:lnTo>
                <a:lnTo>
                  <a:pt x="20154" y="158394"/>
                </a:lnTo>
                <a:lnTo>
                  <a:pt x="37084" y="121678"/>
                </a:lnTo>
                <a:lnTo>
                  <a:pt x="58674" y="88557"/>
                </a:lnTo>
                <a:lnTo>
                  <a:pt x="84963" y="59753"/>
                </a:lnTo>
                <a:lnTo>
                  <a:pt x="124917" y="29159"/>
                </a:lnTo>
                <a:lnTo>
                  <a:pt x="169557" y="9359"/>
                </a:lnTo>
                <a:lnTo>
                  <a:pt x="216712" y="355"/>
                </a:lnTo>
                <a:lnTo>
                  <a:pt x="228600" y="0"/>
                </a:lnTo>
                <a:lnTo>
                  <a:pt x="276123" y="5753"/>
                </a:lnTo>
                <a:lnTo>
                  <a:pt x="321475" y="23037"/>
                </a:lnTo>
                <a:lnTo>
                  <a:pt x="362521" y="50749"/>
                </a:lnTo>
                <a:lnTo>
                  <a:pt x="389877" y="78117"/>
                </a:lnTo>
                <a:lnTo>
                  <a:pt x="413283" y="109791"/>
                </a:lnTo>
                <a:lnTo>
                  <a:pt x="432003" y="145427"/>
                </a:lnTo>
                <a:lnTo>
                  <a:pt x="445681" y="183959"/>
                </a:lnTo>
                <a:lnTo>
                  <a:pt x="453961" y="224637"/>
                </a:lnTo>
                <a:lnTo>
                  <a:pt x="456844" y="266395"/>
                </a:lnTo>
                <a:lnTo>
                  <a:pt x="453961" y="308152"/>
                </a:lnTo>
                <a:lnTo>
                  <a:pt x="445681" y="348830"/>
                </a:lnTo>
                <a:lnTo>
                  <a:pt x="432003" y="387349"/>
                </a:lnTo>
                <a:lnTo>
                  <a:pt x="413283" y="422998"/>
                </a:lnTo>
                <a:lnTo>
                  <a:pt x="389877" y="455028"/>
                </a:lnTo>
                <a:lnTo>
                  <a:pt x="362877" y="482028"/>
                </a:lnTo>
                <a:lnTo>
                  <a:pt x="321475" y="510108"/>
                </a:lnTo>
                <a:lnTo>
                  <a:pt x="276123" y="527392"/>
                </a:lnTo>
                <a:lnTo>
                  <a:pt x="228600" y="533158"/>
                </a:lnTo>
                <a:lnTo>
                  <a:pt x="181076" y="527392"/>
                </a:lnTo>
                <a:lnTo>
                  <a:pt x="135712" y="510108"/>
                </a:lnTo>
                <a:lnTo>
                  <a:pt x="94322" y="482396"/>
                </a:lnTo>
                <a:lnTo>
                  <a:pt x="66954" y="455028"/>
                </a:lnTo>
                <a:lnTo>
                  <a:pt x="43916" y="423354"/>
                </a:lnTo>
                <a:lnTo>
                  <a:pt x="24841" y="387718"/>
                </a:lnTo>
                <a:lnTo>
                  <a:pt x="11163" y="349199"/>
                </a:lnTo>
                <a:lnTo>
                  <a:pt x="2882" y="308508"/>
                </a:lnTo>
                <a:lnTo>
                  <a:pt x="0" y="266750"/>
                </a:lnTo>
                <a:lnTo>
                  <a:pt x="355" y="266750"/>
                </a:lnTo>
                <a:close/>
              </a:path>
            </a:pathLst>
          </a:custGeom>
          <a:ln w="25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53654" y="467630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03043" y="4082396"/>
            <a:ext cx="2961640" cy="1472565"/>
            <a:chOff x="5603043" y="4082396"/>
            <a:chExt cx="2961640" cy="1472565"/>
          </a:xfrm>
        </p:grpSpPr>
        <p:sp>
          <p:nvSpPr>
            <p:cNvPr id="17" name="object 17"/>
            <p:cNvSpPr/>
            <p:nvPr/>
          </p:nvSpPr>
          <p:spPr>
            <a:xfrm>
              <a:off x="6255004" y="4087076"/>
              <a:ext cx="1659889" cy="457200"/>
            </a:xfrm>
            <a:custGeom>
              <a:avLst/>
              <a:gdLst/>
              <a:ahLst/>
              <a:cxnLst/>
              <a:rect l="l" t="t" r="r" b="b"/>
              <a:pathLst>
                <a:path w="1659890" h="457200">
                  <a:moveTo>
                    <a:pt x="0" y="457200"/>
                  </a:moveTo>
                  <a:lnTo>
                    <a:pt x="10074" y="395026"/>
                  </a:lnTo>
                  <a:lnTo>
                    <a:pt x="39038" y="333883"/>
                  </a:lnTo>
                  <a:lnTo>
                    <a:pt x="85003" y="274800"/>
                  </a:lnTo>
                  <a:lnTo>
                    <a:pt x="113771" y="246354"/>
                  </a:lnTo>
                  <a:lnTo>
                    <a:pt x="146080" y="218810"/>
                  </a:lnTo>
                  <a:lnTo>
                    <a:pt x="181695" y="192296"/>
                  </a:lnTo>
                  <a:lnTo>
                    <a:pt x="220379" y="166941"/>
                  </a:lnTo>
                  <a:lnTo>
                    <a:pt x="261897" y="142875"/>
                  </a:lnTo>
                  <a:lnTo>
                    <a:pt x="306013" y="120225"/>
                  </a:lnTo>
                  <a:lnTo>
                    <a:pt x="352489" y="99121"/>
                  </a:lnTo>
                  <a:lnTo>
                    <a:pt x="401091" y="79692"/>
                  </a:lnTo>
                  <a:lnTo>
                    <a:pt x="451581" y="62066"/>
                  </a:lnTo>
                  <a:lnTo>
                    <a:pt x="503725" y="46372"/>
                  </a:lnTo>
                  <a:lnTo>
                    <a:pt x="557285" y="32739"/>
                  </a:lnTo>
                  <a:lnTo>
                    <a:pt x="612026" y="21297"/>
                  </a:lnTo>
                  <a:lnTo>
                    <a:pt x="667711" y="12172"/>
                  </a:lnTo>
                  <a:lnTo>
                    <a:pt x="724105" y="5496"/>
                  </a:lnTo>
                  <a:lnTo>
                    <a:pt x="780971" y="1395"/>
                  </a:lnTo>
                  <a:lnTo>
                    <a:pt x="838073" y="0"/>
                  </a:lnTo>
                  <a:lnTo>
                    <a:pt x="900170" y="1277"/>
                  </a:lnTo>
                  <a:lnTo>
                    <a:pt x="960678" y="5031"/>
                  </a:lnTo>
                  <a:lnTo>
                    <a:pt x="1019494" y="11150"/>
                  </a:lnTo>
                  <a:lnTo>
                    <a:pt x="1076512" y="19518"/>
                  </a:lnTo>
                  <a:lnTo>
                    <a:pt x="1131630" y="30022"/>
                  </a:lnTo>
                  <a:lnTo>
                    <a:pt x="1184742" y="42546"/>
                  </a:lnTo>
                  <a:lnTo>
                    <a:pt x="1235746" y="56977"/>
                  </a:lnTo>
                  <a:lnTo>
                    <a:pt x="1284537" y="73201"/>
                  </a:lnTo>
                  <a:lnTo>
                    <a:pt x="1331011" y="91103"/>
                  </a:lnTo>
                  <a:lnTo>
                    <a:pt x="1375065" y="110569"/>
                  </a:lnTo>
                  <a:lnTo>
                    <a:pt x="1416594" y="131485"/>
                  </a:lnTo>
                  <a:lnTo>
                    <a:pt x="1455495" y="153737"/>
                  </a:lnTo>
                  <a:lnTo>
                    <a:pt x="1491663" y="177210"/>
                  </a:lnTo>
                  <a:lnTo>
                    <a:pt x="1524994" y="201790"/>
                  </a:lnTo>
                  <a:lnTo>
                    <a:pt x="1555385" y="227364"/>
                  </a:lnTo>
                  <a:lnTo>
                    <a:pt x="1606931" y="281033"/>
                  </a:lnTo>
                  <a:lnTo>
                    <a:pt x="1645467" y="337303"/>
                  </a:lnTo>
                  <a:lnTo>
                    <a:pt x="1659597" y="366128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0317" y="4437354"/>
              <a:ext cx="86042" cy="9432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65075" y="5092560"/>
              <a:ext cx="1659889" cy="457200"/>
            </a:xfrm>
            <a:custGeom>
              <a:avLst/>
              <a:gdLst/>
              <a:ahLst/>
              <a:cxnLst/>
              <a:rect l="l" t="t" r="r" b="b"/>
              <a:pathLst>
                <a:path w="1659890" h="457200">
                  <a:moveTo>
                    <a:pt x="1659610" y="0"/>
                  </a:moveTo>
                  <a:lnTo>
                    <a:pt x="1649535" y="62173"/>
                  </a:lnTo>
                  <a:lnTo>
                    <a:pt x="1620570" y="123316"/>
                  </a:lnTo>
                  <a:lnTo>
                    <a:pt x="1574604" y="182399"/>
                  </a:lnTo>
                  <a:lnTo>
                    <a:pt x="1545836" y="210845"/>
                  </a:lnTo>
                  <a:lnTo>
                    <a:pt x="1513526" y="238389"/>
                  </a:lnTo>
                  <a:lnTo>
                    <a:pt x="1477910" y="264903"/>
                  </a:lnTo>
                  <a:lnTo>
                    <a:pt x="1439225" y="290258"/>
                  </a:lnTo>
                  <a:lnTo>
                    <a:pt x="1397706" y="314324"/>
                  </a:lnTo>
                  <a:lnTo>
                    <a:pt x="1353590" y="336974"/>
                  </a:lnTo>
                  <a:lnTo>
                    <a:pt x="1307112" y="358078"/>
                  </a:lnTo>
                  <a:lnTo>
                    <a:pt x="1258510" y="377507"/>
                  </a:lnTo>
                  <a:lnTo>
                    <a:pt x="1208019" y="395133"/>
                  </a:lnTo>
                  <a:lnTo>
                    <a:pt x="1155874" y="410827"/>
                  </a:lnTo>
                  <a:lnTo>
                    <a:pt x="1102314" y="424460"/>
                  </a:lnTo>
                  <a:lnTo>
                    <a:pt x="1047572" y="435902"/>
                  </a:lnTo>
                  <a:lnTo>
                    <a:pt x="991887" y="445027"/>
                  </a:lnTo>
                  <a:lnTo>
                    <a:pt x="935493" y="451703"/>
                  </a:lnTo>
                  <a:lnTo>
                    <a:pt x="878626" y="455804"/>
                  </a:lnTo>
                  <a:lnTo>
                    <a:pt x="821524" y="457199"/>
                  </a:lnTo>
                  <a:lnTo>
                    <a:pt x="759429" y="455923"/>
                  </a:lnTo>
                  <a:lnTo>
                    <a:pt x="698922" y="452168"/>
                  </a:lnTo>
                  <a:lnTo>
                    <a:pt x="640108" y="446050"/>
                  </a:lnTo>
                  <a:lnTo>
                    <a:pt x="583091" y="437682"/>
                  </a:lnTo>
                  <a:lnTo>
                    <a:pt x="527974" y="427179"/>
                  </a:lnTo>
                  <a:lnTo>
                    <a:pt x="474863" y="414656"/>
                  </a:lnTo>
                  <a:lnTo>
                    <a:pt x="423860" y="400226"/>
                  </a:lnTo>
                  <a:lnTo>
                    <a:pt x="375069" y="384003"/>
                  </a:lnTo>
                  <a:lnTo>
                    <a:pt x="328595" y="366102"/>
                  </a:lnTo>
                  <a:lnTo>
                    <a:pt x="284541" y="346636"/>
                  </a:lnTo>
                  <a:lnTo>
                    <a:pt x="243012" y="325721"/>
                  </a:lnTo>
                  <a:lnTo>
                    <a:pt x="204111" y="303471"/>
                  </a:lnTo>
                  <a:lnTo>
                    <a:pt x="167943" y="279998"/>
                  </a:lnTo>
                  <a:lnTo>
                    <a:pt x="134611" y="255419"/>
                  </a:lnTo>
                  <a:lnTo>
                    <a:pt x="104219" y="229846"/>
                  </a:lnTo>
                  <a:lnTo>
                    <a:pt x="52671" y="176178"/>
                  </a:lnTo>
                  <a:lnTo>
                    <a:pt x="14131" y="119909"/>
                  </a:lnTo>
                  <a:lnTo>
                    <a:pt x="0" y="9108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3317" y="5105158"/>
              <a:ext cx="86042" cy="9432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18919" y="4336554"/>
              <a:ext cx="641350" cy="991235"/>
            </a:xfrm>
            <a:custGeom>
              <a:avLst/>
              <a:gdLst/>
              <a:ahLst/>
              <a:cxnLst/>
              <a:rect l="l" t="t" r="r" b="b"/>
              <a:pathLst>
                <a:path w="641350" h="991235">
                  <a:moveTo>
                    <a:pt x="0" y="228600"/>
                  </a:moveTo>
                  <a:lnTo>
                    <a:pt x="5713" y="190706"/>
                  </a:lnTo>
                  <a:lnTo>
                    <a:pt x="21975" y="153731"/>
                  </a:lnTo>
                  <a:lnTo>
                    <a:pt x="47466" y="118618"/>
                  </a:lnTo>
                  <a:lnTo>
                    <a:pt x="80868" y="86312"/>
                  </a:lnTo>
                  <a:lnTo>
                    <a:pt x="120862" y="57761"/>
                  </a:lnTo>
                  <a:lnTo>
                    <a:pt x="166131" y="33909"/>
                  </a:lnTo>
                  <a:lnTo>
                    <a:pt x="215355" y="15700"/>
                  </a:lnTo>
                  <a:lnTo>
                    <a:pt x="267216" y="4082"/>
                  </a:lnTo>
                  <a:lnTo>
                    <a:pt x="320395" y="0"/>
                  </a:lnTo>
                  <a:lnTo>
                    <a:pt x="354667" y="3695"/>
                  </a:lnTo>
                  <a:lnTo>
                    <a:pt x="421810" y="31639"/>
                  </a:lnTo>
                  <a:lnTo>
                    <a:pt x="453979" y="54808"/>
                  </a:lnTo>
                  <a:lnTo>
                    <a:pt x="484747" y="83388"/>
                  </a:lnTo>
                  <a:lnTo>
                    <a:pt x="513764" y="116838"/>
                  </a:lnTo>
                  <a:lnTo>
                    <a:pt x="540678" y="154620"/>
                  </a:lnTo>
                  <a:lnTo>
                    <a:pt x="565140" y="196194"/>
                  </a:lnTo>
                  <a:lnTo>
                    <a:pt x="586800" y="241018"/>
                  </a:lnTo>
                  <a:lnTo>
                    <a:pt x="605307" y="288553"/>
                  </a:lnTo>
                  <a:lnTo>
                    <a:pt x="620312" y="338260"/>
                  </a:lnTo>
                  <a:lnTo>
                    <a:pt x="631462" y="389598"/>
                  </a:lnTo>
                  <a:lnTo>
                    <a:pt x="638410" y="442027"/>
                  </a:lnTo>
                  <a:lnTo>
                    <a:pt x="640803" y="495007"/>
                  </a:lnTo>
                  <a:lnTo>
                    <a:pt x="638453" y="548064"/>
                  </a:lnTo>
                  <a:lnTo>
                    <a:pt x="631631" y="600568"/>
                  </a:lnTo>
                  <a:lnTo>
                    <a:pt x="620682" y="651980"/>
                  </a:lnTo>
                  <a:lnTo>
                    <a:pt x="605952" y="701758"/>
                  </a:lnTo>
                  <a:lnTo>
                    <a:pt x="587785" y="749362"/>
                  </a:lnTo>
                  <a:lnTo>
                    <a:pt x="566526" y="794250"/>
                  </a:lnTo>
                  <a:lnTo>
                    <a:pt x="542520" y="835883"/>
                  </a:lnTo>
                  <a:lnTo>
                    <a:pt x="516111" y="873720"/>
                  </a:lnTo>
                  <a:lnTo>
                    <a:pt x="487644" y="907219"/>
                  </a:lnTo>
                  <a:lnTo>
                    <a:pt x="457465" y="935839"/>
                  </a:lnTo>
                  <a:lnTo>
                    <a:pt x="425918" y="959041"/>
                  </a:lnTo>
                  <a:lnTo>
                    <a:pt x="360099" y="987026"/>
                  </a:lnTo>
                  <a:lnTo>
                    <a:pt x="326516" y="990726"/>
                  </a:lnTo>
                  <a:lnTo>
                    <a:pt x="263571" y="986734"/>
                  </a:lnTo>
                  <a:lnTo>
                    <a:pt x="208837" y="975361"/>
                  </a:lnTo>
                  <a:lnTo>
                    <a:pt x="161666" y="957514"/>
                  </a:lnTo>
                  <a:lnTo>
                    <a:pt x="121409" y="934100"/>
                  </a:lnTo>
                  <a:lnTo>
                    <a:pt x="87418" y="906025"/>
                  </a:lnTo>
                  <a:lnTo>
                    <a:pt x="59043" y="874196"/>
                  </a:lnTo>
                  <a:lnTo>
                    <a:pt x="35636" y="83952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3877" y="5098681"/>
              <a:ext cx="84239" cy="9540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607723" y="4330446"/>
              <a:ext cx="641350" cy="991235"/>
            </a:xfrm>
            <a:custGeom>
              <a:avLst/>
              <a:gdLst/>
              <a:ahLst/>
              <a:cxnLst/>
              <a:rect l="l" t="t" r="r" b="b"/>
              <a:pathLst>
                <a:path w="641350" h="991235">
                  <a:moveTo>
                    <a:pt x="640791" y="228599"/>
                  </a:moveTo>
                  <a:lnTo>
                    <a:pt x="635077" y="190703"/>
                  </a:lnTo>
                  <a:lnTo>
                    <a:pt x="618816" y="153726"/>
                  </a:lnTo>
                  <a:lnTo>
                    <a:pt x="593325" y="118612"/>
                  </a:lnTo>
                  <a:lnTo>
                    <a:pt x="559923" y="86307"/>
                  </a:lnTo>
                  <a:lnTo>
                    <a:pt x="519928" y="57757"/>
                  </a:lnTo>
                  <a:lnTo>
                    <a:pt x="474660" y="33906"/>
                  </a:lnTo>
                  <a:lnTo>
                    <a:pt x="425436" y="15699"/>
                  </a:lnTo>
                  <a:lnTo>
                    <a:pt x="373575" y="4082"/>
                  </a:lnTo>
                  <a:lnTo>
                    <a:pt x="320395" y="0"/>
                  </a:lnTo>
                  <a:lnTo>
                    <a:pt x="286125" y="3695"/>
                  </a:lnTo>
                  <a:lnTo>
                    <a:pt x="218987" y="31639"/>
                  </a:lnTo>
                  <a:lnTo>
                    <a:pt x="186819" y="54808"/>
                  </a:lnTo>
                  <a:lnTo>
                    <a:pt x="156052" y="83387"/>
                  </a:lnTo>
                  <a:lnTo>
                    <a:pt x="127037" y="116837"/>
                  </a:lnTo>
                  <a:lnTo>
                    <a:pt x="100123" y="154619"/>
                  </a:lnTo>
                  <a:lnTo>
                    <a:pt x="75661" y="196191"/>
                  </a:lnTo>
                  <a:lnTo>
                    <a:pt x="54002" y="241014"/>
                  </a:lnTo>
                  <a:lnTo>
                    <a:pt x="35495" y="288549"/>
                  </a:lnTo>
                  <a:lnTo>
                    <a:pt x="20491" y="338254"/>
                  </a:lnTo>
                  <a:lnTo>
                    <a:pt x="9340" y="389590"/>
                  </a:lnTo>
                  <a:lnTo>
                    <a:pt x="2393" y="442017"/>
                  </a:lnTo>
                  <a:lnTo>
                    <a:pt x="0" y="494995"/>
                  </a:lnTo>
                  <a:lnTo>
                    <a:pt x="2350" y="548051"/>
                  </a:lnTo>
                  <a:lnTo>
                    <a:pt x="9171" y="600556"/>
                  </a:lnTo>
                  <a:lnTo>
                    <a:pt x="20119" y="651967"/>
                  </a:lnTo>
                  <a:lnTo>
                    <a:pt x="34848" y="701745"/>
                  </a:lnTo>
                  <a:lnTo>
                    <a:pt x="53014" y="749349"/>
                  </a:lnTo>
                  <a:lnTo>
                    <a:pt x="74272" y="794238"/>
                  </a:lnTo>
                  <a:lnTo>
                    <a:pt x="98277" y="835871"/>
                  </a:lnTo>
                  <a:lnTo>
                    <a:pt x="124684" y="873707"/>
                  </a:lnTo>
                  <a:lnTo>
                    <a:pt x="153149" y="907206"/>
                  </a:lnTo>
                  <a:lnTo>
                    <a:pt x="183328" y="935827"/>
                  </a:lnTo>
                  <a:lnTo>
                    <a:pt x="214874" y="959029"/>
                  </a:lnTo>
                  <a:lnTo>
                    <a:pt x="280692" y="987013"/>
                  </a:lnTo>
                  <a:lnTo>
                    <a:pt x="314274" y="990714"/>
                  </a:lnTo>
                  <a:lnTo>
                    <a:pt x="377220" y="986721"/>
                  </a:lnTo>
                  <a:lnTo>
                    <a:pt x="431956" y="975348"/>
                  </a:lnTo>
                  <a:lnTo>
                    <a:pt x="479128" y="957501"/>
                  </a:lnTo>
                  <a:lnTo>
                    <a:pt x="519386" y="934087"/>
                  </a:lnTo>
                  <a:lnTo>
                    <a:pt x="553378" y="906013"/>
                  </a:lnTo>
                  <a:lnTo>
                    <a:pt x="581751" y="874184"/>
                  </a:lnTo>
                  <a:lnTo>
                    <a:pt x="605154" y="839508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9317" y="5092560"/>
              <a:ext cx="84239" cy="954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249062" y="4222699"/>
            <a:ext cx="266700" cy="768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8890" indent="8255">
              <a:lnSpc>
                <a:spcPts val="1889"/>
              </a:lnSpc>
              <a:spcBef>
                <a:spcPts val="385"/>
              </a:spcBef>
            </a:pPr>
            <a:r>
              <a:rPr sz="1800" dirty="0">
                <a:latin typeface="Calibri"/>
                <a:cs typeface="Calibri"/>
              </a:rPr>
              <a:t>SR  </a:t>
            </a:r>
            <a:r>
              <a:rPr sz="1800" spc="-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  <a:p>
            <a:pPr marL="20955">
              <a:lnSpc>
                <a:spcPts val="1785"/>
              </a:lnSpc>
            </a:pPr>
            <a:r>
              <a:rPr sz="1800" spc="5" dirty="0">
                <a:latin typeface="Calibri"/>
                <a:cs typeface="Calibri"/>
              </a:rPr>
              <a:t>0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6954380" y="376549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0894" y="4466425"/>
            <a:ext cx="257175" cy="52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64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64"/>
              </a:lnSpc>
            </a:pPr>
            <a:r>
              <a:rPr sz="1800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54380" y="557665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400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FLIP-FlOPS-5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55234"/>
            <a:ext cx="8068309" cy="450532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39090" indent="-327025" algn="just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339725" algn="l"/>
              </a:tabLst>
            </a:pPr>
            <a:r>
              <a:rPr sz="3000" b="1" spc="5" dirty="0">
                <a:latin typeface="Calibri"/>
                <a:cs typeface="Calibri"/>
              </a:rPr>
              <a:t>Flip-Flop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Excitation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spc="-30" dirty="0">
                <a:latin typeface="Calibri"/>
                <a:cs typeface="Calibri"/>
              </a:rPr>
              <a:t>Table:</a:t>
            </a:r>
            <a:endParaRPr sz="3000">
              <a:latin typeface="Calibri"/>
              <a:cs typeface="Calibri"/>
            </a:endParaRPr>
          </a:p>
          <a:p>
            <a:pPr marL="339090" marR="13970" indent="-327025" algn="just">
              <a:lnSpc>
                <a:spcPct val="101099"/>
              </a:lnSpc>
              <a:spcBef>
                <a:spcPts val="620"/>
              </a:spcBef>
              <a:buFont typeface="Arial MT"/>
              <a:buChar char="•"/>
              <a:tabLst>
                <a:tab pos="339725" algn="l"/>
              </a:tabLst>
            </a:pPr>
            <a:r>
              <a:rPr sz="3000" spc="-5" dirty="0">
                <a:latin typeface="Calibri"/>
                <a:cs typeface="Calibri"/>
              </a:rPr>
              <a:t>Excitation </a:t>
            </a:r>
            <a:r>
              <a:rPr sz="3000" dirty="0">
                <a:latin typeface="Calibri"/>
                <a:cs typeface="Calibri"/>
              </a:rPr>
              <a:t>table </a:t>
            </a:r>
            <a:r>
              <a:rPr sz="3000" spc="10" dirty="0">
                <a:latin typeface="Calibri"/>
                <a:cs typeface="Calibri"/>
              </a:rPr>
              <a:t>of </a:t>
            </a:r>
            <a:r>
              <a:rPr sz="3000" spc="15" dirty="0">
                <a:latin typeface="Calibri"/>
                <a:cs typeface="Calibri"/>
              </a:rPr>
              <a:t>a </a:t>
            </a:r>
            <a:r>
              <a:rPr sz="3000" dirty="0">
                <a:latin typeface="Calibri"/>
                <a:cs typeface="Calibri"/>
              </a:rPr>
              <a:t>flip-flop </a:t>
            </a:r>
            <a:r>
              <a:rPr sz="3000" spc="5" dirty="0">
                <a:latin typeface="Calibri"/>
                <a:cs typeface="Calibri"/>
              </a:rPr>
              <a:t>is </a:t>
            </a:r>
            <a:r>
              <a:rPr sz="3000" spc="10" dirty="0">
                <a:latin typeface="Calibri"/>
                <a:cs typeface="Calibri"/>
              </a:rPr>
              <a:t>looking </a:t>
            </a:r>
            <a:r>
              <a:rPr sz="3000" dirty="0">
                <a:latin typeface="Calibri"/>
                <a:cs typeface="Calibri"/>
              </a:rPr>
              <a:t>at </a:t>
            </a:r>
            <a:r>
              <a:rPr sz="3000" spc="10" dirty="0">
                <a:latin typeface="Calibri"/>
                <a:cs typeface="Calibri"/>
              </a:rPr>
              <a:t>its truth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table </a:t>
            </a:r>
            <a:r>
              <a:rPr sz="3000" spc="5" dirty="0">
                <a:latin typeface="Calibri"/>
                <a:cs typeface="Calibri"/>
              </a:rPr>
              <a:t>in </a:t>
            </a:r>
            <a:r>
              <a:rPr sz="3000" spc="15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reverse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65" dirty="0">
                <a:latin typeface="Calibri"/>
                <a:cs typeface="Calibri"/>
              </a:rPr>
              <a:t>way.</a:t>
            </a:r>
            <a:endParaRPr sz="3000">
              <a:latin typeface="Calibri"/>
              <a:cs typeface="Calibri"/>
            </a:endParaRPr>
          </a:p>
          <a:p>
            <a:pPr marL="339090" marR="5080" indent="-327025" algn="just">
              <a:lnSpc>
                <a:spcPct val="101400"/>
              </a:lnSpc>
              <a:spcBef>
                <a:spcPts val="610"/>
              </a:spcBef>
              <a:buFont typeface="Arial MT"/>
              <a:buChar char="•"/>
              <a:tabLst>
                <a:tab pos="339725" algn="l"/>
              </a:tabLst>
            </a:pPr>
            <a:r>
              <a:rPr sz="3000" spc="5" dirty="0">
                <a:latin typeface="Calibri"/>
                <a:cs typeface="Calibri"/>
              </a:rPr>
              <a:t>Here, </a:t>
            </a:r>
            <a:r>
              <a:rPr sz="3000" dirty="0">
                <a:latin typeface="Calibri"/>
                <a:cs typeface="Calibri"/>
              </a:rPr>
              <a:t>flip-flop </a:t>
            </a:r>
            <a:r>
              <a:rPr sz="3000" spc="10" dirty="0">
                <a:latin typeface="Calibri"/>
                <a:cs typeface="Calibri"/>
              </a:rPr>
              <a:t>input </a:t>
            </a:r>
            <a:r>
              <a:rPr sz="3000" spc="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presented </a:t>
            </a:r>
            <a:r>
              <a:rPr sz="3000" spc="10" dirty="0">
                <a:latin typeface="Calibri"/>
                <a:cs typeface="Calibri"/>
              </a:rPr>
              <a:t>as </a:t>
            </a:r>
            <a:r>
              <a:rPr sz="3000" spc="15" dirty="0">
                <a:latin typeface="Calibri"/>
                <a:cs typeface="Calibri"/>
              </a:rPr>
              <a:t>a </a:t>
            </a:r>
            <a:r>
              <a:rPr sz="3000" spc="10" dirty="0">
                <a:latin typeface="Calibri"/>
                <a:cs typeface="Calibri"/>
              </a:rPr>
              <a:t>dependent 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function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of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transition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i="1" spc="20" dirty="0">
                <a:latin typeface="Calibri"/>
                <a:cs typeface="Calibri"/>
              </a:rPr>
              <a:t>Qn</a:t>
            </a:r>
            <a:r>
              <a:rPr sz="3000" i="1" spc="20" dirty="0">
                <a:latin typeface="Arial"/>
                <a:cs typeface="Arial"/>
              </a:rPr>
              <a:t>→</a:t>
            </a:r>
            <a:r>
              <a:rPr sz="3000" i="1" spc="20" dirty="0">
                <a:latin typeface="Calibri"/>
                <a:cs typeface="Calibri"/>
              </a:rPr>
              <a:t>Qn+</a:t>
            </a:r>
            <a:r>
              <a:rPr sz="3000" i="1" spc="2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1  </a:t>
            </a:r>
            <a:r>
              <a:rPr sz="3000" spc="10" dirty="0">
                <a:latin typeface="Calibri"/>
                <a:cs typeface="Calibri"/>
              </a:rPr>
              <a:t>and  </a:t>
            </a:r>
            <a:r>
              <a:rPr sz="3000" spc="5" dirty="0">
                <a:latin typeface="Calibri"/>
                <a:cs typeface="Calibri"/>
              </a:rPr>
              <a:t>comes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later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 table.</a:t>
            </a:r>
            <a:endParaRPr sz="3000">
              <a:latin typeface="Calibri"/>
              <a:cs typeface="Calibri"/>
            </a:endParaRPr>
          </a:p>
          <a:p>
            <a:pPr marL="339090" marR="10795" indent="-327025" algn="just">
              <a:lnSpc>
                <a:spcPct val="101400"/>
              </a:lnSpc>
              <a:spcBef>
                <a:spcPts val="600"/>
              </a:spcBef>
              <a:buFont typeface="Arial MT"/>
              <a:buChar char="•"/>
              <a:tabLst>
                <a:tab pos="339725" algn="l"/>
              </a:tabLst>
            </a:pPr>
            <a:r>
              <a:rPr sz="3000" spc="5" dirty="0">
                <a:latin typeface="Calibri"/>
                <a:cs typeface="Calibri"/>
              </a:rPr>
              <a:t>This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is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derived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flip-flop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truth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table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or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characteristic </a:t>
            </a:r>
            <a:r>
              <a:rPr sz="3000" spc="5" dirty="0">
                <a:latin typeface="Calibri"/>
                <a:cs typeface="Calibri"/>
              </a:rPr>
              <a:t>equation </a:t>
            </a:r>
            <a:r>
              <a:rPr sz="3000" spc="10" dirty="0">
                <a:latin typeface="Calibri"/>
                <a:cs typeface="Calibri"/>
              </a:rPr>
              <a:t>and </a:t>
            </a:r>
            <a:r>
              <a:rPr sz="3000" spc="5" dirty="0">
                <a:latin typeface="Calibri"/>
                <a:cs typeface="Calibri"/>
              </a:rPr>
              <a:t>directly </a:t>
            </a:r>
            <a:r>
              <a:rPr sz="3000" dirty="0">
                <a:latin typeface="Calibri"/>
                <a:cs typeface="Calibri"/>
              </a:rPr>
              <a:t>from </a:t>
            </a:r>
            <a:r>
              <a:rPr sz="3000" spc="10" dirty="0">
                <a:latin typeface="Calibri"/>
                <a:cs typeface="Calibri"/>
              </a:rPr>
              <a:t>its </a:t>
            </a:r>
            <a:r>
              <a:rPr sz="3000" spc="-15" dirty="0">
                <a:latin typeface="Calibri"/>
                <a:cs typeface="Calibri"/>
              </a:rPr>
              <a:t>state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transition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diagram.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477" y="1884095"/>
            <a:ext cx="7056784" cy="41764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99061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FLIP-FlOPS-6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62430"/>
            <a:ext cx="121920" cy="79565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15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15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461" y="1579003"/>
            <a:ext cx="3571240" cy="424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95"/>
              </a:spcBef>
            </a:pPr>
            <a:r>
              <a:rPr sz="2150" spc="-15" dirty="0">
                <a:latin typeface="Calibri"/>
                <a:cs typeface="Calibri"/>
              </a:rPr>
              <a:t>Excitation </a:t>
            </a:r>
            <a:r>
              <a:rPr sz="2150" spc="-5" dirty="0">
                <a:latin typeface="Calibri"/>
                <a:cs typeface="Calibri"/>
              </a:rPr>
              <a:t>table </a:t>
            </a:r>
            <a:r>
              <a:rPr sz="2150" spc="-20" dirty="0">
                <a:latin typeface="Calibri"/>
                <a:cs typeface="Calibri"/>
              </a:rPr>
              <a:t>for </a:t>
            </a:r>
            <a:r>
              <a:rPr sz="2150" dirty="0">
                <a:latin typeface="Calibri"/>
                <a:cs typeface="Calibri"/>
              </a:rPr>
              <a:t>SR Flip-Flop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can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if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present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state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0</a:t>
            </a:r>
            <a:endParaRPr sz="2150">
              <a:latin typeface="Calibri"/>
              <a:cs typeface="Calibri"/>
            </a:endParaRPr>
          </a:p>
          <a:p>
            <a:pPr marL="12700" marR="5080" algn="just">
              <a:lnSpc>
                <a:spcPct val="100400"/>
              </a:lnSpc>
            </a:pPr>
            <a:r>
              <a:rPr sz="2150" spc="-5" dirty="0">
                <a:latin typeface="Calibri"/>
                <a:cs typeface="Calibri"/>
              </a:rPr>
              <a:t>application </a:t>
            </a:r>
            <a:r>
              <a:rPr sz="2150" dirty="0">
                <a:latin typeface="Calibri"/>
                <a:cs typeface="Calibri"/>
              </a:rPr>
              <a:t>of </a:t>
            </a:r>
            <a:r>
              <a:rPr sz="2150" i="1" dirty="0">
                <a:latin typeface="Calibri"/>
                <a:cs typeface="Calibri"/>
              </a:rPr>
              <a:t>SR </a:t>
            </a:r>
            <a:r>
              <a:rPr sz="2150" spc="5" dirty="0">
                <a:latin typeface="Calibri"/>
                <a:cs typeface="Calibri"/>
              </a:rPr>
              <a:t>= </a:t>
            </a:r>
            <a:r>
              <a:rPr sz="2150" dirty="0">
                <a:latin typeface="Calibri"/>
                <a:cs typeface="Calibri"/>
              </a:rPr>
              <a:t>0x does not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alter its value where </a:t>
            </a:r>
            <a:r>
              <a:rPr sz="2150" dirty="0">
                <a:latin typeface="Calibri"/>
                <a:cs typeface="Calibri"/>
              </a:rPr>
              <a:t>'x' denotes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don't</a:t>
            </a:r>
            <a:r>
              <a:rPr sz="2150" spc="-10" dirty="0">
                <a:latin typeface="Calibri"/>
                <a:cs typeface="Calibri"/>
              </a:rPr>
              <a:t> care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condition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in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i="1" spc="5" dirty="0">
                <a:latin typeface="Calibri"/>
                <a:cs typeface="Calibri"/>
              </a:rPr>
              <a:t>R </a:t>
            </a:r>
            <a:r>
              <a:rPr sz="2150" dirty="0">
                <a:latin typeface="Calibri"/>
                <a:cs typeface="Calibri"/>
              </a:rPr>
              <a:t>input.</a:t>
            </a:r>
            <a:endParaRPr sz="2150">
              <a:latin typeface="Calibri"/>
              <a:cs typeface="Calibri"/>
            </a:endParaRPr>
          </a:p>
          <a:p>
            <a:pPr marL="12700" marR="6350" algn="just">
              <a:lnSpc>
                <a:spcPct val="100400"/>
              </a:lnSpc>
              <a:spcBef>
                <a:spcPts val="440"/>
              </a:spcBef>
            </a:pPr>
            <a:r>
              <a:rPr sz="2150" spc="-15" dirty="0">
                <a:latin typeface="Calibri"/>
                <a:cs typeface="Calibri"/>
              </a:rPr>
              <a:t>State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0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to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1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transition</a:t>
            </a:r>
            <a:r>
              <a:rPr sz="2150" spc="-5" dirty="0">
                <a:latin typeface="Calibri"/>
                <a:cs typeface="Calibri"/>
              </a:rPr>
              <a:t> occurs 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when </a:t>
            </a:r>
            <a:r>
              <a:rPr sz="2150" i="1" dirty="0">
                <a:latin typeface="Calibri"/>
                <a:cs typeface="Calibri"/>
              </a:rPr>
              <a:t>SR </a:t>
            </a:r>
            <a:r>
              <a:rPr sz="2150" spc="5" dirty="0">
                <a:latin typeface="Calibri"/>
                <a:cs typeface="Calibri"/>
              </a:rPr>
              <a:t>= </a:t>
            </a:r>
            <a:r>
              <a:rPr sz="2150" dirty="0">
                <a:latin typeface="Calibri"/>
                <a:cs typeface="Calibri"/>
              </a:rPr>
              <a:t>10 </a:t>
            </a:r>
            <a:r>
              <a:rPr sz="2150" spc="-5" dirty="0">
                <a:latin typeface="Calibri"/>
                <a:cs typeface="Calibri"/>
              </a:rPr>
              <a:t>is present </a:t>
            </a:r>
            <a:r>
              <a:rPr sz="2150" spc="-10" dirty="0">
                <a:latin typeface="Calibri"/>
                <a:cs typeface="Calibri"/>
              </a:rPr>
              <a:t>at </a:t>
            </a:r>
            <a:r>
              <a:rPr sz="2150" dirty="0">
                <a:latin typeface="Calibri"/>
                <a:cs typeface="Calibri"/>
              </a:rPr>
              <a:t>the 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input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side</a:t>
            </a:r>
            <a:endParaRPr sz="2150">
              <a:latin typeface="Calibri"/>
              <a:cs typeface="Calibri"/>
            </a:endParaRPr>
          </a:p>
          <a:p>
            <a:pPr marL="12700" marR="6985" algn="just">
              <a:lnSpc>
                <a:spcPct val="100400"/>
              </a:lnSpc>
              <a:spcBef>
                <a:spcPts val="430"/>
              </a:spcBef>
            </a:pPr>
            <a:r>
              <a:rPr sz="2150" spc="-5" dirty="0">
                <a:latin typeface="Calibri"/>
                <a:cs typeface="Calibri"/>
              </a:rPr>
              <a:t>While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state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1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0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transition </a:t>
            </a:r>
            <a:r>
              <a:rPr sz="2150" spc="-5" dirty="0">
                <a:latin typeface="Calibri"/>
                <a:cs typeface="Calibri"/>
              </a:rPr>
              <a:t> occurs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if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i="1" dirty="0">
                <a:latin typeface="Calibri"/>
                <a:cs typeface="Calibri"/>
              </a:rPr>
              <a:t>SR</a:t>
            </a:r>
            <a:r>
              <a:rPr sz="2150" i="1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=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01.</a:t>
            </a:r>
            <a:endParaRPr sz="21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440"/>
              </a:spcBef>
            </a:pPr>
            <a:r>
              <a:rPr sz="2150" spc="-5" dirty="0">
                <a:latin typeface="Calibri"/>
                <a:cs typeface="Calibri"/>
              </a:rPr>
              <a:t>Present</a:t>
            </a:r>
            <a:r>
              <a:rPr sz="2150" spc="30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state</a:t>
            </a:r>
            <a:r>
              <a:rPr sz="2150" spc="3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30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</a:t>
            </a:r>
            <a:r>
              <a:rPr sz="2150" spc="30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maintained</a:t>
            </a:r>
            <a:r>
              <a:rPr sz="2150" spc="3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if</a:t>
            </a:r>
            <a:endParaRPr sz="21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r>
              <a:rPr sz="2150" i="1" dirty="0">
                <a:latin typeface="Calibri"/>
                <a:cs typeface="Calibri"/>
              </a:rPr>
              <a:t>SR </a:t>
            </a:r>
            <a:r>
              <a:rPr sz="2150" spc="5" dirty="0">
                <a:latin typeface="Calibri"/>
                <a:cs typeface="Calibri"/>
              </a:rPr>
              <a:t>=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0,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i.e.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i="1" dirty="0">
                <a:latin typeface="Calibri"/>
                <a:cs typeface="Calibri"/>
              </a:rPr>
              <a:t>SR </a:t>
            </a:r>
            <a:r>
              <a:rPr sz="2150" spc="5" dirty="0">
                <a:latin typeface="Calibri"/>
                <a:cs typeface="Calibri"/>
              </a:rPr>
              <a:t>=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00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or </a:t>
            </a:r>
            <a:r>
              <a:rPr sz="2150" i="1" spc="5" dirty="0">
                <a:latin typeface="Calibri"/>
                <a:cs typeface="Calibri"/>
              </a:rPr>
              <a:t>SR</a:t>
            </a:r>
            <a:r>
              <a:rPr sz="2150" i="1" spc="-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= </a:t>
            </a:r>
            <a:r>
              <a:rPr sz="2150" dirty="0">
                <a:latin typeface="Calibri"/>
                <a:cs typeface="Calibri"/>
              </a:rPr>
              <a:t>01.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73094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414583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128094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314" y="2733471"/>
            <a:ext cx="4023715" cy="244764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7457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699" y="589216"/>
            <a:ext cx="7546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/>
              <a:t>VARIOUS</a:t>
            </a:r>
            <a:r>
              <a:rPr sz="3200" spc="-25" dirty="0"/>
              <a:t> </a:t>
            </a:r>
            <a:r>
              <a:rPr sz="3200" spc="-40" dirty="0"/>
              <a:t>REPRESENTATIONS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spc="-10" dirty="0"/>
              <a:t>FLIP-FlOPS-7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68495"/>
            <a:ext cx="114935" cy="7372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81462"/>
            <a:ext cx="7728584" cy="16548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alibri"/>
                <a:cs typeface="Calibri"/>
              </a:rPr>
              <a:t>Example: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fictitious </a:t>
            </a:r>
            <a:r>
              <a:rPr sz="2000" spc="-10" dirty="0">
                <a:latin typeface="Calibri"/>
                <a:cs typeface="Calibri"/>
              </a:rPr>
              <a:t>flip-flop </a:t>
            </a:r>
            <a:r>
              <a:rPr sz="2000" spc="-5" dirty="0">
                <a:latin typeface="Calibri"/>
                <a:cs typeface="Calibri"/>
              </a:rPr>
              <a:t>with two inputs </a:t>
            </a:r>
            <a:r>
              <a:rPr sz="2000" i="1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i="1" dirty="0">
                <a:latin typeface="Calibri"/>
                <a:cs typeface="Calibri"/>
              </a:rPr>
              <a:t>B </a:t>
            </a:r>
            <a:r>
              <a:rPr sz="2000" spc="-5" dirty="0">
                <a:latin typeface="Calibri"/>
                <a:cs typeface="Calibri"/>
              </a:rPr>
              <a:t>functions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like </a:t>
            </a:r>
            <a:r>
              <a:rPr sz="2000" spc="-5" dirty="0">
                <a:latin typeface="Calibri"/>
                <a:cs typeface="Calibri"/>
              </a:rPr>
              <a:t>this.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i="1" dirty="0">
                <a:latin typeface="Calibri"/>
                <a:cs typeface="Calibri"/>
              </a:rPr>
              <a:t>AB= </a:t>
            </a:r>
            <a:r>
              <a:rPr sz="2000" dirty="0">
                <a:latin typeface="Calibri"/>
                <a:cs typeface="Calibri"/>
              </a:rPr>
              <a:t>00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11 the </a:t>
            </a:r>
            <a:r>
              <a:rPr sz="2000" spc="-5" dirty="0">
                <a:latin typeface="Calibri"/>
                <a:cs typeface="Calibri"/>
              </a:rPr>
              <a:t>output becomes </a:t>
            </a:r>
            <a:r>
              <a:rPr sz="2000" dirty="0">
                <a:latin typeface="Calibri"/>
                <a:cs typeface="Calibri"/>
              </a:rPr>
              <a:t>0 and 1 </a:t>
            </a:r>
            <a:r>
              <a:rPr sz="2000" spc="-20" dirty="0">
                <a:latin typeface="Calibri"/>
                <a:cs typeface="Calibri"/>
              </a:rPr>
              <a:t>respectively.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AB= </a:t>
            </a:r>
            <a:r>
              <a:rPr sz="2000" dirty="0">
                <a:latin typeface="Calibri"/>
                <a:cs typeface="Calibri"/>
              </a:rPr>
              <a:t>01, </a:t>
            </a:r>
            <a:r>
              <a:rPr sz="2000" spc="-10" dirty="0">
                <a:latin typeface="Calibri"/>
                <a:cs typeface="Calibri"/>
              </a:rPr>
              <a:t>flip-flop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retains previous </a:t>
            </a:r>
            <a:r>
              <a:rPr sz="2000" spc="-5" dirty="0">
                <a:latin typeface="Calibri"/>
                <a:cs typeface="Calibri"/>
              </a:rPr>
              <a:t>output while </a:t>
            </a:r>
            <a:r>
              <a:rPr sz="2000" dirty="0">
                <a:latin typeface="Calibri"/>
                <a:cs typeface="Calibri"/>
              </a:rPr>
              <a:t>output </a:t>
            </a:r>
            <a:r>
              <a:rPr sz="2000" spc="-10" dirty="0">
                <a:latin typeface="Calibri"/>
                <a:cs typeface="Calibri"/>
              </a:rPr>
              <a:t>complements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i="1" dirty="0">
                <a:latin typeface="Calibri"/>
                <a:cs typeface="Calibri"/>
              </a:rPr>
              <a:t>AB= </a:t>
            </a:r>
            <a:r>
              <a:rPr sz="2000" dirty="0">
                <a:latin typeface="Calibri"/>
                <a:cs typeface="Calibri"/>
              </a:rPr>
              <a:t>10. </a:t>
            </a:r>
            <a:r>
              <a:rPr sz="2000" spc="-15" dirty="0">
                <a:latin typeface="Calibri"/>
                <a:cs typeface="Calibri"/>
              </a:rPr>
              <a:t>Draw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truth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excitation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transition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diagrams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flip-flop.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085" y="4038117"/>
            <a:ext cx="2742844" cy="25727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4080954"/>
            <a:ext cx="2263560" cy="24513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2459" y="6473326"/>
            <a:ext cx="231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8802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000" y="151920"/>
              <a:ext cx="9099720" cy="5929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0" y="142560"/>
                <a:ext cx="9118440" cy="59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4253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2920" y="366120"/>
              <a:ext cx="8921160" cy="568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560" y="356760"/>
                <a:ext cx="8939880" cy="57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14227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85840" y="115920"/>
              <a:ext cx="8733600" cy="6554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480" y="106560"/>
                <a:ext cx="8752320" cy="657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4139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5560" y="330480"/>
              <a:ext cx="7465680" cy="3849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200" y="321120"/>
                <a:ext cx="7484400" cy="38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536040" y="2473560"/>
              <a:ext cx="8072640" cy="4340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680" y="2464200"/>
                <a:ext cx="8091360" cy="43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4940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332656"/>
            <a:ext cx="5542858" cy="1866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48480" y="384120"/>
              <a:ext cx="8617320" cy="5572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120" y="374760"/>
                <a:ext cx="8636040" cy="55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45566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1640" y="115920"/>
              <a:ext cx="8670960" cy="3759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80" y="106560"/>
                <a:ext cx="8689680" cy="37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16280" y="892800"/>
              <a:ext cx="9019440" cy="5965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20" y="883440"/>
                <a:ext cx="9038160" cy="59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2982600" y="4696920"/>
              <a:ext cx="4733280" cy="2149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73240" y="4687560"/>
                <a:ext cx="4752000" cy="2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73381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8560" y="312480"/>
              <a:ext cx="9117720" cy="6108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00" y="303120"/>
                <a:ext cx="9136440" cy="61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96428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1200" y="223200"/>
              <a:ext cx="8688960" cy="5840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840" y="213840"/>
                <a:ext cx="8707680" cy="58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14582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3840" y="160560"/>
              <a:ext cx="8537040" cy="6036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480" y="151200"/>
                <a:ext cx="8555760" cy="60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70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4213</Words>
  <Application>Microsoft Office PowerPoint</Application>
  <PresentationFormat>On-screen Show (4:3)</PresentationFormat>
  <Paragraphs>425</Paragraphs>
  <Slides>66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Arial MT</vt:lpstr>
      <vt:lpstr>Calibri</vt:lpstr>
      <vt:lpstr>Courier New</vt:lpstr>
      <vt:lpstr>Times New Roman</vt:lpstr>
      <vt:lpstr>Wingdings</vt:lpstr>
      <vt:lpstr>Office Theme</vt:lpstr>
      <vt:lpstr>Document</vt:lpstr>
      <vt:lpstr>Introduction</vt:lpstr>
      <vt:lpstr>Introduction</vt:lpstr>
      <vt:lpstr>Memory Elements</vt:lpstr>
      <vt:lpstr>Memory Elements</vt:lpstr>
      <vt:lpstr>Memory Elements</vt:lpstr>
      <vt:lpstr>RS FLIP-FLOPS-3</vt:lpstr>
      <vt:lpstr>RS FLIP-FLOPS-3</vt:lpstr>
      <vt:lpstr>RS FLIP-FLOPS-4</vt:lpstr>
      <vt:lpstr>RS FLIP-FLOPS-5</vt:lpstr>
      <vt:lpstr>RS FLIP-FLOPS-1</vt:lpstr>
      <vt:lpstr>RS FLIP-FLOPS-2</vt:lpstr>
      <vt:lpstr>RS FLIP-FLOPS-6</vt:lpstr>
      <vt:lpstr>RS FLIP-FLOPS-7</vt:lpstr>
      <vt:lpstr>RS FLIP-FLOPS-8</vt:lpstr>
      <vt:lpstr>RS FLIP-FLOPS-9</vt:lpstr>
      <vt:lpstr>RS FLIP-FLOPS-10</vt:lpstr>
      <vt:lpstr>RS FLIP-FLOPS-11</vt:lpstr>
      <vt:lpstr>RS FLIP-FLOPS-12</vt:lpstr>
      <vt:lpstr>GATED FLIP-FLOPS-1</vt:lpstr>
      <vt:lpstr>GATED FLIP-FLOPS-2</vt:lpstr>
      <vt:lpstr>GATED FLIP-FLOPS-3</vt:lpstr>
      <vt:lpstr>GATED FLIP-FLOPS-4</vt:lpstr>
      <vt:lpstr>PowerPoint Presentation</vt:lpstr>
      <vt:lpstr>PowerPoint Presentation</vt:lpstr>
      <vt:lpstr>GATED FLIP-FLOPS-5</vt:lpstr>
      <vt:lpstr>EDGE-TRIGGERED RS FLIP-FLOPS -1</vt:lpstr>
      <vt:lpstr>EDGE-TRIGGERED RS FLIP-FLOPS -2</vt:lpstr>
      <vt:lpstr>EDGE-TRIGGERED RS FLIP-FLOPS -3</vt:lpstr>
      <vt:lpstr>EDGE-TRIGGERED RS FLIP-FLOPS -4</vt:lpstr>
      <vt:lpstr>EDGE-TRIGGERED D FLIP-FLOPS -1</vt:lpstr>
      <vt:lpstr>EDGE-TRIGGERED D FLIP-FLOPS -2</vt:lpstr>
      <vt:lpstr>J K FLIP FLOP</vt:lpstr>
      <vt:lpstr>  JK FLIP-FLOPS -2</vt:lpstr>
      <vt:lpstr>   </vt:lpstr>
      <vt:lpstr> JK FLIP-FLOPS </vt:lpstr>
      <vt:lpstr>EDGE-TRIGGERED JK FLIP-FLOPS -4</vt:lpstr>
      <vt:lpstr>EDGE-TRIGGERED JK FLIP-FLOPS -5</vt:lpstr>
      <vt:lpstr>EDGE-TRIGGERED JK FLIP-FLOPS -6</vt:lpstr>
      <vt:lpstr>PowerPoint Presentation</vt:lpstr>
      <vt:lpstr>EDGE-TRIGGERED JK FLIP-FLOPS -8</vt:lpstr>
      <vt:lpstr>FLIP-FLOP TIMING-1</vt:lpstr>
      <vt:lpstr>FLIP-FLOP TIMING-2</vt:lpstr>
      <vt:lpstr>FLIP-FLOP TIMING-3</vt:lpstr>
      <vt:lpstr>PowerPoint Presentation</vt:lpstr>
      <vt:lpstr>JK MASTER-SLAVE FLIP-FLOPS-1</vt:lpstr>
      <vt:lpstr>JK MASTER-SLAVE FLIP-FLOPS-2</vt:lpstr>
      <vt:lpstr>JK MASTER-SLAVE FLIP-FLOPS-3</vt:lpstr>
      <vt:lpstr>JK MASTER-SLAVE FLIP-FLOPS-4</vt:lpstr>
      <vt:lpstr>JK MASTER-SLAVE FLIP-FLOPS-5</vt:lpstr>
      <vt:lpstr>JK MASTER-SLAVE FLIP-FLOPS-5</vt:lpstr>
      <vt:lpstr>VARIOUS REPRESENTATIONS OF FLIP-FlOPS-1</vt:lpstr>
      <vt:lpstr>VARIOUS REPRESENTATIONS OF FLIP-FlOPS-2</vt:lpstr>
      <vt:lpstr>PowerPoint Presentation</vt:lpstr>
      <vt:lpstr>VARIOUS REPRESENTATIONS OF FLIP-FlOPS-4</vt:lpstr>
      <vt:lpstr>VARIOUS REPRESENTATIONS OF FLIP-FlOPS-5</vt:lpstr>
      <vt:lpstr>VARIOUS REPRESENTATIONS OF FLIP-FlOPS-6</vt:lpstr>
      <vt:lpstr>VARIOUS REPRESENTATIONS OF FLIP-FlOPS-7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sivasankar</dc:creator>
  <cp:lastModifiedBy>Sivasankaran</cp:lastModifiedBy>
  <cp:revision>29</cp:revision>
  <dcterms:created xsi:type="dcterms:W3CDTF">2021-11-12T09:45:39Z</dcterms:created>
  <dcterms:modified xsi:type="dcterms:W3CDTF">2024-04-23T04:13:28Z</dcterms:modified>
</cp:coreProperties>
</file>
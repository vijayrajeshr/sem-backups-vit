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9" r:id="rId14"/>
    <p:sldId id="270" r:id="rId15"/>
    <p:sldId id="291" r:id="rId16"/>
    <p:sldId id="287" r:id="rId17"/>
    <p:sldId id="288" r:id="rId18"/>
    <p:sldId id="289" r:id="rId19"/>
    <p:sldId id="274" r:id="rId20"/>
    <p:sldId id="279" r:id="rId21"/>
    <p:sldId id="280" r:id="rId22"/>
    <p:sldId id="290" r:id="rId23"/>
    <p:sldId id="281" r:id="rId24"/>
    <p:sldId id="282" r:id="rId25"/>
    <p:sldId id="283" r:id="rId26"/>
    <p:sldId id="284" r:id="rId27"/>
    <p:sldId id="285" r:id="rId28"/>
    <p:sldId id="286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Construction of Combinational Circuits</a:t>
            </a:r>
            <a:br>
              <a:rPr lang="en-US" sz="3600" b="1" dirty="0">
                <a:latin typeface="Times New Roman" pitchFamily="18" charset="0"/>
                <a:cs typeface="Times New Roman" pitchFamily="18" charset="0"/>
              </a:rPr>
            </a:b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A </a:t>
            </a:r>
            <a:r>
              <a:rPr lang="en-US" sz="2800" b="1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Combinational Circuits </a:t>
            </a:r>
            <a:r>
              <a:rPr lang="en-US" sz="28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consist of logic gates whose outputs at any instant of time are determined directly from the present combination of inputs without regard to previous input. </a:t>
            </a:r>
          </a:p>
          <a:p>
            <a:endParaRPr lang="en-US" sz="2800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Ex: Adder, </a:t>
            </a:r>
            <a:r>
              <a:rPr lang="en-US" dirty="0" err="1">
                <a:latin typeface="Times New Roman" pitchFamily="18" charset="0"/>
                <a:ea typeface="Tahoma" pitchFamily="34" charset="0"/>
                <a:cs typeface="Times New Roman" pitchFamily="18" charset="0"/>
              </a:rPr>
              <a:t>Subtractor</a:t>
            </a:r>
            <a:r>
              <a:rPr lang="en-US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, Converter, and Encoder/Decoder.</a:t>
            </a:r>
          </a:p>
          <a:p>
            <a:pPr lvl="1"/>
            <a:endParaRPr lang="en-US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876800"/>
            <a:ext cx="6189133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8117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and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7127"/>
            <a:ext cx="6477000" cy="4525963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To design a combinational circuits, the procedure involves following steps: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Find the required number of inputs and outputs and assign a symbol to each.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Derive the truth table according to given specifications and function.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Using the truth table, obtain simplified Boolean functions for each output as a function of the input variables.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Draw the logic circuit diagram.</a:t>
            </a: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Lightbo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1600200"/>
            <a:ext cx="2257425" cy="5139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9158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To obtain the output Boolean functions from a logic diagram, the procedure involves the following steps: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Label all gate outputs with unique symbols.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Find the Boolean functions for these gates.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To obtain the truth table directly from the logic diagram, the procedure involves the following steps: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Determine the number of input variables in the circuit.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Draw the table for these inputs. There are 2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combinations for the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input variables (0 to (2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n -1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)).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Label the outputs with unique symbols for gates in the circuit.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Obtain the outputs of these gates in the table.</a:t>
            </a: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932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/>
          <a:lstStyle/>
          <a:p>
            <a:r>
              <a:rPr lang="en-US" dirty="0"/>
              <a:t>Analysis Pro</a:t>
            </a:r>
          </a:p>
          <a:p>
            <a:pPr marL="0" indent="0">
              <a:buNone/>
            </a:pPr>
            <a:r>
              <a:rPr lang="en-US" dirty="0"/>
              <a:t>  F1 = T3 + T2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= </a:t>
            </a:r>
            <a:r>
              <a:rPr lang="en-US" dirty="0">
                <a:latin typeface="SimHei"/>
                <a:ea typeface="SimHei"/>
              </a:rPr>
              <a:t>∑(1,2,4,7)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299" y="0"/>
            <a:ext cx="5724701" cy="3957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4110038"/>
            <a:ext cx="5166170" cy="274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5458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/>
          <a:lstStyle/>
          <a:p>
            <a:r>
              <a:rPr lang="en-US" dirty="0"/>
              <a:t>Binary Adder</a:t>
            </a:r>
          </a:p>
          <a:p>
            <a:pPr lvl="1"/>
            <a:r>
              <a:rPr lang="en-US" dirty="0"/>
              <a:t>Half Adder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52400"/>
            <a:ext cx="3270504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505200"/>
            <a:ext cx="4362450" cy="2145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899445"/>
            <a:ext cx="3581400" cy="1644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371600" y="579120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S =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xy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’ +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x’y</a:t>
            </a:r>
            <a:endParaRPr lang="en-US" i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C =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xy</a:t>
            </a:r>
            <a:endParaRPr lang="en-US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26352" y="5809129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S =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i="1" dirty="0" err="1">
                <a:latin typeface="SimHei"/>
                <a:ea typeface="SimHei"/>
                <a:cs typeface="Times New Roman" pitchFamily="18" charset="0"/>
              </a:rPr>
              <a:t>⊕y</a:t>
            </a:r>
            <a:endParaRPr lang="en-US" i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C =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xy</a:t>
            </a:r>
            <a:endParaRPr lang="en-US" i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95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/>
          <a:lstStyle/>
          <a:p>
            <a:r>
              <a:rPr lang="en-US" dirty="0"/>
              <a:t>Full Adder</a:t>
            </a:r>
          </a:p>
          <a:p>
            <a:pPr lvl="1"/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4483"/>
            <a:ext cx="3657600" cy="3264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0580" y="556391"/>
            <a:ext cx="2877945" cy="2034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936" y="3581400"/>
            <a:ext cx="2892527" cy="2097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206" y="2743200"/>
            <a:ext cx="379674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53606" y="2438400"/>
            <a:ext cx="3055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S =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x’y’z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x’yz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’ +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xy’z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’ + xyz</a:t>
            </a:r>
          </a:p>
        </p:txBody>
      </p:sp>
      <p:sp>
        <p:nvSpPr>
          <p:cNvPr id="5" name="TextBox 4"/>
          <p:cNvSpPr txBox="1"/>
          <p:nvPr/>
        </p:nvSpPr>
        <p:spPr>
          <a:xfrm flipH="1">
            <a:off x="6414342" y="5638328"/>
            <a:ext cx="1801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C =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xy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xz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yz</a:t>
            </a:r>
            <a:endParaRPr lang="en-US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4767111"/>
            <a:ext cx="2667000" cy="209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0438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962" y="304800"/>
            <a:ext cx="8229600" cy="5897563"/>
          </a:xfrm>
        </p:spPr>
        <p:txBody>
          <a:bodyPr/>
          <a:lstStyle/>
          <a:p>
            <a:r>
              <a:rPr lang="en-US" dirty="0"/>
              <a:t>Implementing FA using only HA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57388"/>
            <a:ext cx="9153525" cy="294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2808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/>
          <a:lstStyle/>
          <a:p>
            <a:r>
              <a:rPr lang="en-US" dirty="0"/>
              <a:t>4-bit Binary Adder</a:t>
            </a: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657600"/>
            <a:ext cx="8477250" cy="283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175" y="762001"/>
            <a:ext cx="7712825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3849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/>
          <a:lstStyle/>
          <a:p>
            <a:r>
              <a:rPr lang="en-US" dirty="0"/>
              <a:t>Carry Propagation</a:t>
            </a: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1543050"/>
            <a:ext cx="8467725" cy="295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5365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Subtractor</a:t>
            </a:r>
            <a:endParaRPr lang="en-US" dirty="0"/>
          </a:p>
          <a:p>
            <a:pPr lvl="1"/>
            <a:r>
              <a:rPr lang="en-US" dirty="0"/>
              <a:t>Half </a:t>
            </a:r>
            <a:r>
              <a:rPr lang="en-US" dirty="0" err="1"/>
              <a:t>Subtractor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11266" name="Picture 2" descr="Half Substractor Truth Tab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4012" y="914400"/>
            <a:ext cx="4088514" cy="3876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Half Substractor Circuit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858" y="4495800"/>
            <a:ext cx="4526154" cy="2143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125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	- Full </a:t>
            </a:r>
            <a:r>
              <a:rPr lang="en-US" dirty="0" err="1"/>
              <a:t>Subtractor</a:t>
            </a:r>
            <a:endParaRPr lang="en-US" dirty="0"/>
          </a:p>
        </p:txBody>
      </p:sp>
      <p:pic>
        <p:nvPicPr>
          <p:cNvPr id="12290" name="Picture 2" descr="Full Substractor Truth Tab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2939" y="0"/>
            <a:ext cx="3839722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Full Substractor Circuit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2476500"/>
            <a:ext cx="5385696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203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D5FEC-F028-62F1-A28F-708BF4947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Full Subtractor - Javatpoint">
            <a:extLst>
              <a:ext uri="{FF2B5EF4-FFF2-40B4-BE49-F238E27FC236}">
                <a16:creationId xmlns:a16="http://schemas.microsoft.com/office/drawing/2014/main" id="{50431661-3C9B-C398-B19B-F9D1D130269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09800"/>
            <a:ext cx="7725030" cy="3352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5059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r>
              <a:rPr lang="en-US" dirty="0"/>
              <a:t>Decoder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decoder is a circuit which has n inputs and 2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outputs, and outputs 1 on the wire corresponding to the binary number represented by the inputs.</a:t>
            </a:r>
          </a:p>
          <a:p>
            <a:pPr lvl="2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Ex: 2-1 decoder</a:t>
            </a:r>
          </a:p>
          <a:p>
            <a:pPr lvl="2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2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2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914400" lvl="2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			d0 = i1’ i0’</a:t>
            </a:r>
          </a:p>
          <a:p>
            <a:pPr marL="914400" lvl="2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			d1 = i1’i0</a:t>
            </a:r>
          </a:p>
          <a:p>
            <a:pPr marL="914400" lvl="2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			d2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lvl="2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914400" lvl="2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			</a:t>
            </a:r>
          </a:p>
          <a:p>
            <a:pPr lvl="2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sz="2000" dirty="0"/>
              <a:t>each of the d outputs corresponds to one of the four </a:t>
            </a:r>
            <a:r>
              <a:rPr lang="en-US" sz="2000" dirty="0" err="1"/>
              <a:t>minterms</a:t>
            </a:r>
            <a:r>
              <a:rPr lang="en-US" sz="2000" dirty="0"/>
              <a:t>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314" name="Picture 2" descr="w3l1p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676400"/>
            <a:ext cx="2556387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9813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following circuit generates all four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minterms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from two inputs, and implements the 2-4 decoder.</a:t>
            </a:r>
          </a:p>
        </p:txBody>
      </p:sp>
      <p:pic>
        <p:nvPicPr>
          <p:cNvPr id="14338" name="Picture 2" descr="w3l1p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447800"/>
            <a:ext cx="5597524" cy="3905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4473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5257800" cy="597376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Decoder with Enable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Output is only generated when the Enable input has value 1; 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otherwise, all outputs are 0. 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Only a small change in the implementation is required: </a:t>
            </a:r>
          </a:p>
          <a:p>
            <a:pPr lvl="2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Enable input is fed into the AND gates which produce the outputs.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362" name="Picture 2" descr="w3l1p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0"/>
            <a:ext cx="3581400" cy="1871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w3l1p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3970" y="3429000"/>
            <a:ext cx="4870030" cy="3481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0285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/>
          <a:lstStyle/>
          <a:p>
            <a:r>
              <a:rPr lang="en-US" i="1" dirty="0"/>
              <a:t>n X 2</a:t>
            </a:r>
            <a:r>
              <a:rPr lang="en-US" i="1" baseline="30000" dirty="0"/>
              <a:t>n</a:t>
            </a:r>
            <a:r>
              <a:rPr lang="en-US" i="1" dirty="0"/>
              <a:t> </a:t>
            </a:r>
            <a:r>
              <a:rPr lang="en-US" dirty="0"/>
              <a:t>Decoder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0120" y="1752600"/>
            <a:ext cx="4354830" cy="4463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8232" y="0"/>
            <a:ext cx="4655768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64914"/>
            <a:ext cx="3254922" cy="3635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9730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Design a 4x16 decoder using only 3x8 decoders.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133600"/>
            <a:ext cx="4562475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43000"/>
            <a:ext cx="1428750" cy="439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291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/>
          <a:lstStyle/>
          <a:p>
            <a:r>
              <a:rPr lang="en-US" i="1" dirty="0"/>
              <a:t>2</a:t>
            </a:r>
            <a:r>
              <a:rPr lang="en-US" i="1" baseline="30000" dirty="0"/>
              <a:t>n </a:t>
            </a:r>
            <a:r>
              <a:rPr lang="en-US" i="1" dirty="0"/>
              <a:t>X n Encoder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05037"/>
            <a:ext cx="6343650" cy="244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984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5791200" cy="5821363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Muliplexer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multiplexer is a device which allows one of a number of inputs to be routed to a single output. Here is a 4-1 multiplexer.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control inputs c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and c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represent a 2-bit binary number, which determines which of the inputs i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-i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is connected to the output d.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If c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represents the number n in binary, then the value of the output d is the value of input i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6" name="Picture 2" descr="w3l2p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5400"/>
            <a:ext cx="2609850" cy="2248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42366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/>
          <a:lstStyle/>
          <a:p>
            <a:r>
              <a:rPr lang="en-US" dirty="0"/>
              <a:t>Multiplexers: </a:t>
            </a:r>
            <a:r>
              <a:rPr lang="en-US" i="1" dirty="0"/>
              <a:t>2</a:t>
            </a:r>
            <a:r>
              <a:rPr lang="en-US" i="1" baseline="30000" dirty="0"/>
              <a:t>n</a:t>
            </a:r>
            <a:r>
              <a:rPr lang="en-US" dirty="0"/>
              <a:t> X 1</a:t>
            </a:r>
          </a:p>
          <a:p>
            <a:pPr lvl="1"/>
            <a:r>
              <a:rPr lang="en-US" dirty="0"/>
              <a:t>Two-to-one-line Mux</a:t>
            </a:r>
          </a:p>
          <a:p>
            <a:pPr marL="1371600" lvl="3" indent="0">
              <a:buNone/>
            </a:pPr>
            <a:r>
              <a:rPr lang="en-US" dirty="0"/>
              <a:t>Y = S’.I</a:t>
            </a:r>
            <a:r>
              <a:rPr lang="en-US" baseline="-25000" dirty="0"/>
              <a:t>0</a:t>
            </a:r>
            <a:r>
              <a:rPr lang="en-US" dirty="0"/>
              <a:t> + S.I</a:t>
            </a:r>
            <a:r>
              <a:rPr lang="en-US" baseline="-25000" dirty="0"/>
              <a:t>1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775" y="1732027"/>
            <a:ext cx="2409825" cy="2033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314740"/>
            <a:ext cx="1114425" cy="127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399" y="4294489"/>
            <a:ext cx="4421133" cy="2334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9154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/>
          <a:lstStyle/>
          <a:p>
            <a:r>
              <a:rPr lang="en-US" dirty="0"/>
              <a:t>Four-to-one line Mux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300" y="1137088"/>
            <a:ext cx="1447800" cy="1497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599" y="76200"/>
            <a:ext cx="2153373" cy="180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95500"/>
            <a:ext cx="4533900" cy="468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248025"/>
            <a:ext cx="4160901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73954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126163"/>
          </a:xfrm>
        </p:spPr>
        <p:txBody>
          <a:bodyPr>
            <a:normAutofit/>
          </a:bodyPr>
          <a:lstStyle/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Quardable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two-to-one line Mux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Design 1: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Design2: use four 2 x1 Mux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3404" y="933450"/>
            <a:ext cx="5124450" cy="569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44" y="924791"/>
            <a:ext cx="217170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589" y="2209800"/>
            <a:ext cx="1362075" cy="462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438400"/>
            <a:ext cx="1352550" cy="118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5559" y="561975"/>
            <a:ext cx="12573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05268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848" y="28142"/>
            <a:ext cx="8229600" cy="5973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Boolean Function Implementation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Given: F(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x,y,z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US" sz="2400" dirty="0">
                <a:latin typeface="Times New Roman" pitchFamily="18" charset="0"/>
                <a:ea typeface="SimHei"/>
                <a:cs typeface="Times New Roman" pitchFamily="18" charset="0"/>
              </a:rPr>
              <a:t>∑(1,2,6,7)</a:t>
            </a:r>
          </a:p>
          <a:p>
            <a:pPr lvl="1"/>
            <a:r>
              <a:rPr lang="en-US" sz="2000" dirty="0">
                <a:latin typeface="Times New Roman" pitchFamily="18" charset="0"/>
                <a:ea typeface="SimHei"/>
                <a:cs typeface="Times New Roman" pitchFamily="18" charset="0"/>
              </a:rPr>
              <a:t>Implement it using 4x1 Mux</a:t>
            </a:r>
          </a:p>
          <a:p>
            <a:endParaRPr lang="en-US" sz="2400" dirty="0">
              <a:latin typeface="Times New Roman" pitchFamily="18" charset="0"/>
              <a:ea typeface="SimHei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ea typeface="SimHei"/>
                <a:cs typeface="Times New Roman" pitchFamily="18" charset="0"/>
              </a:rPr>
              <a:t>Use 2x1 Mux?</a:t>
            </a:r>
          </a:p>
          <a:p>
            <a:pPr lvl="1"/>
            <a:r>
              <a:rPr lang="en-US" sz="2400" dirty="0">
                <a:latin typeface="Times New Roman" pitchFamily="18" charset="0"/>
                <a:ea typeface="SimHei"/>
                <a:cs typeface="Times New Roman" pitchFamily="18" charset="0"/>
              </a:rPr>
              <a:t>For x = 0</a:t>
            </a:r>
          </a:p>
          <a:p>
            <a:pPr lvl="2"/>
            <a:r>
              <a:rPr lang="en-US" sz="2000" dirty="0">
                <a:latin typeface="Times New Roman" pitchFamily="18" charset="0"/>
                <a:ea typeface="SimHei"/>
                <a:cs typeface="Times New Roman" pitchFamily="18" charset="0"/>
              </a:rPr>
              <a:t>F = I</a:t>
            </a:r>
            <a:r>
              <a:rPr lang="en-US" sz="2000" baseline="-25000" dirty="0">
                <a:latin typeface="Times New Roman" pitchFamily="18" charset="0"/>
                <a:ea typeface="SimHei"/>
                <a:cs typeface="Times New Roman" pitchFamily="18" charset="0"/>
              </a:rPr>
              <a:t>1</a:t>
            </a:r>
            <a:r>
              <a:rPr lang="en-US" sz="2000" dirty="0">
                <a:latin typeface="Times New Roman" pitchFamily="18" charset="0"/>
                <a:ea typeface="SimHei"/>
                <a:cs typeface="Times New Roman" pitchFamily="18" charset="0"/>
              </a:rPr>
              <a:t> = </a:t>
            </a:r>
            <a:r>
              <a:rPr lang="en-US" sz="2000" dirty="0" err="1">
                <a:latin typeface="Times New Roman" pitchFamily="18" charset="0"/>
                <a:ea typeface="SimHei"/>
                <a:cs typeface="Times New Roman" pitchFamily="18" charset="0"/>
              </a:rPr>
              <a:t>yz</a:t>
            </a:r>
            <a:r>
              <a:rPr lang="en-US" sz="2000" dirty="0">
                <a:latin typeface="Times New Roman" pitchFamily="18" charset="0"/>
                <a:ea typeface="SimHei"/>
                <a:cs typeface="Times New Roman" pitchFamily="18" charset="0"/>
              </a:rPr>
              <a:t>’ + </a:t>
            </a:r>
            <a:r>
              <a:rPr lang="en-US" sz="2000" dirty="0" err="1">
                <a:latin typeface="Times New Roman" pitchFamily="18" charset="0"/>
                <a:ea typeface="SimHei"/>
                <a:cs typeface="Times New Roman" pitchFamily="18" charset="0"/>
              </a:rPr>
              <a:t>yz</a:t>
            </a:r>
            <a:r>
              <a:rPr lang="en-US" sz="2000" dirty="0">
                <a:latin typeface="Times New Roman" pitchFamily="18" charset="0"/>
                <a:ea typeface="SimHei"/>
                <a:cs typeface="Times New Roman" pitchFamily="18" charset="0"/>
              </a:rPr>
              <a:t> = y</a:t>
            </a:r>
          </a:p>
          <a:p>
            <a:pPr lvl="1"/>
            <a:r>
              <a:rPr lang="en-US" sz="2400" dirty="0">
                <a:latin typeface="Times New Roman" pitchFamily="18" charset="0"/>
                <a:ea typeface="SimHei"/>
                <a:cs typeface="Times New Roman" pitchFamily="18" charset="0"/>
              </a:rPr>
              <a:t>For x = 1</a:t>
            </a:r>
          </a:p>
          <a:p>
            <a:pPr lvl="2"/>
            <a:r>
              <a:rPr lang="en-US" sz="2000" dirty="0">
                <a:latin typeface="Times New Roman" pitchFamily="18" charset="0"/>
                <a:ea typeface="SimHei"/>
                <a:cs typeface="Times New Roman" pitchFamily="18" charset="0"/>
              </a:rPr>
              <a:t>F = I</a:t>
            </a:r>
            <a:r>
              <a:rPr lang="en-US" sz="2000" baseline="-25000" dirty="0">
                <a:latin typeface="Times New Roman" pitchFamily="18" charset="0"/>
                <a:ea typeface="SimHei"/>
                <a:cs typeface="Times New Roman" pitchFamily="18" charset="0"/>
              </a:rPr>
              <a:t>0</a:t>
            </a:r>
            <a:r>
              <a:rPr lang="en-US" sz="2000" dirty="0">
                <a:latin typeface="Times New Roman" pitchFamily="18" charset="0"/>
                <a:ea typeface="SimHei"/>
                <a:cs typeface="Times New Roman" pitchFamily="18" charset="0"/>
              </a:rPr>
              <a:t> = </a:t>
            </a:r>
            <a:r>
              <a:rPr lang="en-US" sz="2000" dirty="0" err="1">
                <a:latin typeface="Times New Roman" pitchFamily="18" charset="0"/>
                <a:ea typeface="SimHei"/>
                <a:cs typeface="Times New Roman" pitchFamily="18" charset="0"/>
              </a:rPr>
              <a:t>y’z</a:t>
            </a:r>
            <a:r>
              <a:rPr lang="en-US" sz="2000" dirty="0">
                <a:latin typeface="Times New Roman" pitchFamily="18" charset="0"/>
                <a:ea typeface="SimHei"/>
                <a:cs typeface="Times New Roman" pitchFamily="18" charset="0"/>
              </a:rPr>
              <a:t> + </a:t>
            </a:r>
            <a:r>
              <a:rPr lang="en-US" sz="2000" dirty="0" err="1">
                <a:latin typeface="Times New Roman" pitchFamily="18" charset="0"/>
                <a:ea typeface="SimHei"/>
                <a:cs typeface="Times New Roman" pitchFamily="18" charset="0"/>
              </a:rPr>
              <a:t>yz</a:t>
            </a:r>
            <a:r>
              <a:rPr lang="en-US" sz="2000" dirty="0">
                <a:latin typeface="Times New Roman" pitchFamily="18" charset="0"/>
                <a:ea typeface="SimHei"/>
                <a:cs typeface="Times New Roman" pitchFamily="18" charset="0"/>
              </a:rPr>
              <a:t>’</a:t>
            </a:r>
          </a:p>
          <a:p>
            <a:pPr lvl="2"/>
            <a:endParaRPr lang="en-US" sz="2000" dirty="0">
              <a:latin typeface="Times New Roman" pitchFamily="18" charset="0"/>
              <a:ea typeface="SimHei"/>
              <a:cs typeface="Times New Roman" pitchFamily="18" charset="0"/>
            </a:endParaRPr>
          </a:p>
          <a:p>
            <a:pPr marL="914400" lvl="2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381" y="0"/>
            <a:ext cx="3038474" cy="32135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701636"/>
            <a:ext cx="2322493" cy="292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4876800"/>
            <a:ext cx="1171575" cy="97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0954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992" y="0"/>
            <a:ext cx="9056007" cy="61261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Implement F(A,B,C,D) = </a:t>
            </a:r>
            <a:r>
              <a:rPr lang="en-US" sz="2400" dirty="0">
                <a:latin typeface="Times New Roman" pitchFamily="18" charset="0"/>
                <a:ea typeface="SimHei"/>
                <a:cs typeface="Times New Roman" pitchFamily="18" charset="0"/>
              </a:rPr>
              <a:t>∑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(1,3,4,11,12,13,14,15) using 8x1 Mux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25" y="838200"/>
            <a:ext cx="5667375" cy="539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49" y="1362075"/>
            <a:ext cx="2371725" cy="486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03680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Demultiplexers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(DEMUX)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1 x 2</a:t>
            </a:r>
            <a:r>
              <a:rPr lang="en-US" sz="2800" baseline="30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Only the output 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800" i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 = I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when selectors have a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minterm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value of </a:t>
            </a:r>
            <a:r>
              <a:rPr lang="en-US" sz="2800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 F</a:t>
            </a:r>
            <a:r>
              <a:rPr lang="en-US" sz="2800" i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 = I m</a:t>
            </a:r>
            <a:r>
              <a:rPr lang="en-US" sz="2800" i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endParaRPr lang="en-US" sz="2800" baseline="-25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1 x 2</a:t>
            </a:r>
            <a:r>
              <a:rPr lang="en-US" sz="2800" baseline="30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DEMUX is nothing but Enabled n x 2</a:t>
            </a:r>
            <a:r>
              <a:rPr lang="en-US" sz="2800" baseline="30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DEC,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where the “Enable” is the input 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676400"/>
            <a:ext cx="2665552" cy="2410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9183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1CE2337B975E408DA6B832AEDE73D6" ma:contentTypeVersion="2" ma:contentTypeDescription="Create a new document." ma:contentTypeScope="" ma:versionID="39418729339e15cb49566a66fad1e64a">
  <xsd:schema xmlns:xsd="http://www.w3.org/2001/XMLSchema" xmlns:xs="http://www.w3.org/2001/XMLSchema" xmlns:p="http://schemas.microsoft.com/office/2006/metadata/properties" xmlns:ns2="7fb689ba-f627-4224-ac00-8714095bdf68" targetNamespace="http://schemas.microsoft.com/office/2006/metadata/properties" ma:root="true" ma:fieldsID="9838b32448ac8d296677d6d7ecfa6659" ns2:_="">
    <xsd:import namespace="7fb689ba-f627-4224-ac00-8714095bdf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b689ba-f627-4224-ac00-8714095bdf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A3E1A71-6171-412D-AC58-68BEB28076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b689ba-f627-4224-ac00-8714095bdf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03ADA02-C962-4176-948C-A2DC5101019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9E7EB8-FE77-4507-A24F-331EDC19334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687</Words>
  <Application>Microsoft Office PowerPoint</Application>
  <PresentationFormat>On-screen Show (4:3)</PresentationFormat>
  <Paragraphs>94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SimHei</vt:lpstr>
      <vt:lpstr>Arial</vt:lpstr>
      <vt:lpstr>Calibri</vt:lpstr>
      <vt:lpstr>Times New Roman</vt:lpstr>
      <vt:lpstr>Office Theme</vt:lpstr>
      <vt:lpstr>Construction of Combinational Circuits </vt:lpstr>
      <vt:lpstr>Analysis and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Combinational Circuits</dc:title>
  <dc:creator>baldev</dc:creator>
  <cp:lastModifiedBy>Sivasankaran</cp:lastModifiedBy>
  <cp:revision>92</cp:revision>
  <dcterms:created xsi:type="dcterms:W3CDTF">2006-08-16T00:00:00Z</dcterms:created>
  <dcterms:modified xsi:type="dcterms:W3CDTF">2024-03-14T03:11:45Z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0x010100BA1CE2337B975E408DA6B832AEDE73D6</vt:lpwstr>
  </property>
</Properties>
</file>
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57" r:id="rId4"/>
    <p:sldId id="263" r:id="rId5"/>
    <p:sldId id="264" r:id="rId6"/>
    <p:sldId id="261" r:id="rId7"/>
    <p:sldId id="265" r:id="rId8"/>
    <p:sldId id="258" r:id="rId9"/>
    <p:sldId id="266" r:id="rId10"/>
    <p:sldId id="267" r:id="rId11"/>
    <p:sldId id="268" r:id="rId12"/>
    <p:sldId id="269" r:id="rId13"/>
    <p:sldId id="275" r:id="rId14"/>
    <p:sldId id="270" r:id="rId15"/>
    <p:sldId id="271" r:id="rId16"/>
    <p:sldId id="272" r:id="rId17"/>
    <p:sldId id="273" r:id="rId18"/>
    <p:sldId id="276" r:id="rId19"/>
    <p:sldId id="274"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786"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3-16T03:41:15.546"/>
    </inkml:context>
    <inkml:brush xml:id="br0">
      <inkml:brushProperty name="width" value="0.05292" units="cm"/>
      <inkml:brushProperty name="height" value="0.05292" units="cm"/>
      <inkml:brushProperty name="color" value="#FF0000"/>
    </inkml:brush>
  </inkml:definitions>
  <inkml:trace contextRef="#ctx0" brushRef="#br0">1662 918,'0'-50,"-25"100,25-1,0 26,0 24,-49 25,49-25,0-24,0-26,0 1,0-1,0 1,0-50,74-50,-24 26</inkml:trace>
  <inkml:trace contextRef="#ctx0" brushRef="#br0" timeOffset="472.02">2233 1141,'0'0,"-99"50,24 24,50-49,-24 24,49-24,-25 0,25 49,25-49,24-25,26 0,49 0,-50 0,-24-25,-1 25,-49-74,50 24,-50 1,0-1,0 1,-50 24,-24 25,-50 0,-25 74,75-49,74 25,0-26,25-24</inkml:trace>
  <inkml:trace contextRef="#ctx0" brushRef="#br0" timeOffset="899.05">2654 992,'0'-25,"-24"25,24 25,0 25,0 49,0-25,0 1,0-1,0 1,0-26,0 1,0-1,0-24,0 0,74-25</inkml:trace>
  <inkml:trace contextRef="#ctx0" brushRef="#br0" timeOffset="1147.06">3027 1017,'0'0,"0"50,0-1,0 26,0-1,0-24,0-1,0 1,0-1,0 26,0-26</inkml:trace>
  <inkml:trace contextRef="#ctx0" brushRef="#br0" timeOffset="1671.09">3795 1290,'-49'0,"49"-25,49 25,51 0,24 0,25 0,-25 0,24 0,-24 0,0 0,-74 0,-25 0,-25-25</inkml:trace>
  <inkml:trace contextRef="#ctx0" brushRef="#br0" timeOffset="1950.11">4564 1141,'-24'-50,"48"50,26 0,0 0,-1 25,26-25,-26 0,26 25,-26-25,1 0,-50 50,25-50,-25 49,-75 26,26-26,-26 1,1-1,24 1,25 0</inkml:trace>
  <inkml:trace contextRef="#ctx0" brushRef="#br0" timeOffset="3052.17">6450 943,'0'-25,"0"0,-75 50,50 24,-24 1,24 0,-25-1,26 26,24-51,0 26,49 0,1-50,24 0,1 0,24 0,0-25,-49 25,-26-50,-24 1,75-26,-75 1,0-1,0 26,-25 49,-49-50,-26 50,-48 0,48 0,51 50,49-25,0 49,25-24,49-50</inkml:trace>
  <inkml:trace contextRef="#ctx0" brushRef="#br0" timeOffset="3373.19">7318 819,'0'-25,"0"50,0-1,0 26,0 0,0 49,0-25,0-24,0-1,0 1,0-25,0 24,0-24,0 0</inkml:trace>
  <inkml:trace contextRef="#ctx0" brushRef="#br0" timeOffset="4116.22">7690 918,'0'25,"-25"-1,0 26,25-25,0 0,-49-25,49 74,24-49,1-25,25 0,24 0,-24 0,-1 0,1 0,-25 0,24 0,-49-50,25 25,-25-24,0-26,0 51,-25 24,-24-25,-1 25,-24 0,24 0,1 0,49 74,0-49,24-25</inkml:trace>
  <inkml:trace contextRef="#ctx0" brushRef="#br0" timeOffset="4446.25">8558 893,'0'0,"-25"0,-74 74,49-24,1 0,49-26,0 1,0 25,25-25,49-25,25 49,0-49,25 0,-49 0,-26 0,-24 0,-25-25,50-24,-50-1,-25 25,0-24,-24 49,-51-50,1 50,-25 0,-25 50,25-1,75 26,-1-50</inkml:trace>
  <inkml:trace contextRef="#ctx0" brushRef="#br0" timeOffset="5331.3">1761 2208,'-24'0,"24"24,0 26,0 0,0 24,0 0,0 1,0-26,0-24,0 0,0 25,24-1,1-49,0 0,25 0</inkml:trace>
  <inkml:trace contextRef="#ctx0" brushRef="#br0" timeOffset="5654.32">2208 2257,'0'-25,"0"50,0 0,0 49,0-24,0 0,0 24,0-24,0-1,0 1,0-25,0 0,0 24,0-24,25-25,24-25</inkml:trace>
  <inkml:trace contextRef="#ctx0" brushRef="#br0" timeOffset="6007.34">2654 2158,'0'50,"0"-26,0 26,0-25,0 49,0-24,0-25,0-1,0 26,0-25,0 24,50 1,-25-50</inkml:trace>
  <inkml:trace contextRef="#ctx0" brushRef="#br0" timeOffset="6305.36">3200 2108,'0'-24,"0"48,0 1,0 50,0-26,0 1,50-1,-50 1,0 24,0-49,0 0,0 25,0-26,0 1,0 25</inkml:trace>
  <inkml:trace contextRef="#ctx0" brushRef="#br0" timeOffset="6681.38">3845 2480,'0'0,"50"0,-1 0,51 0,48 25,26-25,0 0,-26 0,76 0,-51 0,1 50,-50-50,-50 0,-24 0,0 0,-50 0</inkml:trace>
  <inkml:trace contextRef="#ctx0" brushRef="#br0" timeOffset="7003.4">5284 2356,'25'0,"24"25,1-25,49 25,-25-25,1 50,-26-50,1 49,0-49,-50 25,49-25,-49 25,0 24,0 1,-49-50,-1 75,-24-26,49-24,-25 25,25-26</inkml:trace>
  <inkml:trace contextRef="#ctx0" brushRef="#br0" timeOffset="7993.45">6846 2257,'-24'0,"-1"0,-25 25,1 25,24-26,-25 26,50-25,0 0,0 24,25 1,25-50,24 0,0 0,1 0,-1 0,1-25,-26-25,-24 26,-25-26,50 0,-50 1,0 24,0 25,-50-50,0 50,-24 0,-25 50,49-25,50 0,-25 24,25-24,75-25,49 50</inkml:trace>
  <inkml:trace contextRef="#ctx0" brushRef="#br0" timeOffset="8391.48">7888 2282,'-49'0,"-1"0,-24 25,24 24,50 1,-25-50,25 50,0-26,50-24,-1 0,26 0,-26 0,-24 0,25-24,-50-1,49-25,-49 25,0 1,0-26,-24 25,-51 25,1 0,-25 0,49 25,25-25,25 50,0-1,0-49</inkml:trace>
  <inkml:trace contextRef="#ctx0" brushRef="#br0" timeOffset="8765.5">8459 2282,'-25'0,"0"0,-24 0,24 25,-50 24,75-24,0 25,0-25,50-25,-25 49,24-49,26 0,24 50,-49-50,-26 0,26-25,-25-25,-25 26,0-26,0 0,0 26,-50 24,1-50,-26 50,26 0,-1 0,-24 25,74 24,49-24,26-25</inkml:trace>
  <inkml:trace contextRef="#ctx0" brushRef="#br0" timeOffset="9081.51">9054 2307,'0'-50,"-50"50,26 25,-26 0,0 24,50-24,-24 25,24-25,0-1,0-24,49 50,1-50,24 0,1 0,-1 0,-24 0,-1-50,26-24,-75 49,0-24,0 24,-25 25,-50-50,-49 50,0 0,-24 50,48-1,26 26,24-50</inkml:trace>
  <inkml:trace contextRef="#ctx0" brushRef="#br0" timeOffset="11945.68">1910 3671,'0'-25,"-24"25,24 25,0 25,0 24,0-24,0 24,0 1,0-26,0-24,0 0,0 24,0 1,24-50,1 0,25 0,-1-50</inkml:trace>
  <inkml:trace contextRef="#ctx0" brushRef="#br0" timeOffset="12163.69">2282 3572,'0'74,"0"-24,0 24,0-24,0 0,0-1,0 26,0-26,0 1,0-1,0-24,75 25,-26-50</inkml:trace>
  <inkml:trace contextRef="#ctx0" brushRef="#br0" timeOffset="12514.71">2902 3746,'-24'24,"-26"1,25 25,-24-1,24 1,25-25,0 0,0-25,49 0,26 0,24 0,0-50,-49 25,0-24,-50 24,24 0,-24-25,0 26,-24-1,-26 25,0 0,-24 0,-1 25,26-25,49 49,0 1,49-50</inkml:trace>
  <inkml:trace contextRef="#ctx0" brushRef="#br0" timeOffset="12822.73">3473 3696,'-50'25,"1"24,-1-24,50 25,-49-25,49 24,0-24,24-25,51 0,24 0,25-25,-25-24,0-1,-24 25,-1-24,-74 24,25-25,-25 0,-25 50,-24 0,-51 0,-24 0,0 50,75 0,24-25,25-1</inkml:trace>
  <inkml:trace contextRef="#ctx0" brushRef="#br0" timeOffset="13191.75">4664 3795,'-25'0,"0"0,75 0,24 0,25 0,50 0,25 0,-25 0,24 0,-24 0,-99 0,-26 0,-24 0,-24 0,-1 0</inkml:trace>
  <inkml:trace contextRef="#ctx0" brushRef="#br0" timeOffset="13460.77">5532 3671,'0'-50,"0"75,25-25,49 25,-24-25,24 50,0-50,1 0,-1 25,-49-25,-25 49,0-24,-74 49,24-24,-24-25,-1 24,1 1,74-25,-25-25</inkml:trace>
  <inkml:trace contextRef="#ctx0" brushRef="#br0" timeOffset="15749.9">6970 3473,'-49'0,"-1"0,1 0,-1 24,-24 1,24 25,25-25,25-1,0 26,0-25,0 25,50-50,49 24,0-24,0 0,1 0,-1-24,-49 24,-26-50,26 25,-50-25,25 26,-25-1,0-25,-25 50,-25-25,-24 25,-50 0,25 0,49 0,50 75,0-50,74-25,75 0</inkml:trace>
  <inkml:trace contextRef="#ctx0" brushRef="#br0" timeOffset="16070.91">7888 3522,'-74'0,"-1"0,26 25,-1-25,50 50,0-1,50 1,24-50,50 0,-25 0,1 0,-1-25,-74 25,-25-25,0-24,0-1,0 25,-25 0,-50 25,1 0,0 0,-1 0,1 0,74 25,-25 0,99 25</inkml:trace>
  <inkml:trace contextRef="#ctx0" brushRef="#br0" timeOffset="16491.94">8608 3324,'-25'0,"25"74,0-24,0 24,0 1,0-26,0 26,0-26,0-24,0 0,0 25,0-50,49 0</inkml:trace>
  <inkml:trace contextRef="#ctx0" brushRef="#br0" timeOffset="16730.95">9203 3299,'0'25,"0"24,0 1,0 0,0-1,0 26,0-26,0 1,-25 0,25-1,0 1</inkml:trace>
  <inkml:trace contextRef="#ctx0" brushRef="#br0" timeOffset="21777.24">9798 1141,'0'-25,"25"25,49 0,-24 0,24 0,1 0,-1 0,1 0,-1 0,1 0,-26 0,1 0,-1 0,-24-49</inkml:trace>
  <inkml:trace contextRef="#ctx0" brushRef="#br0" timeOffset="22055.26">10518 967,'49'25,"1"-25,24 50,-24-50,-25 25,24 24,-49-24,-25-25,-24 74,-26-74,1 50,0-50,24 74,25-24</inkml:trace>
  <inkml:trace contextRef="#ctx0" brushRef="#br0" timeOffset="22984.31">11361 794,'0'49,"-25"-24,25 0,0 25,0-26,0 1,0 25,0-25,0-1</inkml:trace>
  <inkml:trace contextRef="#ctx0" brushRef="#br0" timeOffset="23247.32">11708 471,'0'-25,"0"50,0 25,0 24,0-24,0-25,-25 24</inkml:trace>
  <inkml:trace contextRef="#ctx0" brushRef="#br0" timeOffset="23683.35">11981 695,'0'24,"-50"-24,26 25,-26-25,25 50,-24 24,49-24,74-25,-24-25,-1 0,1 49,-1-49,-24 0,-50 50,-49-50,0 74,-1-74,1 25,24-25,25 50,25-1</inkml:trace>
  <inkml:trace contextRef="#ctx0" brushRef="#br0" timeOffset="24049.37">12502 843,'0'0,"-25"0,-25 0,1 0,-1 25,1 0,-1 25,50-26,-50 26,50-25,0 0,25 24,25-24,49-25,25 50,0-50,0 0</inkml:trace>
  <inkml:trace contextRef="#ctx0" brushRef="#br0" timeOffset="24343.39">12998 1091,'0'-49,"-25"49,-24 0,-26 25,50-25,25 24,-24-24,24 50,0-25,49-25,50 0,25 49,-49-49,-1 0,1-24,-51 24,-24-25,0-25,0 25,0 25,-74 0,0 0,-1 0,1 0,24 0,50 25</inkml:trace>
  <inkml:trace contextRef="#ctx0" brushRef="#br0" timeOffset="25129.43">13519 1042,'0'0,"0"25,0 24,0 1,0-1,0-49,0 25,0-25,0-49,0-1,25 25,-25 0,49 25,-49-49,25 49,0 0,-25 25,50-25,-50 49,24-49,-24 25,25-25,25 0,-25 0,-1-50,26 50,-25 0,24 25,-24 0,25-25,-25 0,24 0,-24 0,0 0,-25 0,49-50,-49 26,0 24,0 49,0-24,0 0,0 24,-24 1,24 0,0 24,0-24,-25 24,25-24,0-1,0-24,0-25</inkml:trace>
  <inkml:trace contextRef="#ctx0" brushRef="#br0" timeOffset="25385.45">14313 967,'24'-24,"26"24,24 0,-74 0,25 49,-25-24,0 0,0 24,-25-49,-24 50,-1-50,1 50,24-50,25-50</inkml:trace>
  <inkml:trace contextRef="#ctx0" brushRef="#br0" timeOffset="26427.51">14511 868,'50'-25,"-1"-24,-49 49,0 49,0-24,0 25,0-1,0 26,0-26,0-24,0 0,50 25,-25-50,49 0,-24 0,-25-25,24-25,-24 25,25-24,-26 24,26-49,-75 74,-24 24,24-24,-25 50,25-50,25 74,0-49,25-25,25 0,-1 0,1 0,0 0,-26-25,26 25,-50-24,25 24,-25-25,0-25,-25 75,-25 0,75 24,25-49,-1 0,-24 0,25 0,-25 0,-25 0,0-49,24 49,-24 25,0-1,0 1,50-25,-50 25,25-25,-25 0,49 0,-49-25,25 25,25 0,-25 0,-1 0,26 0,-25 0,0 0,49 0,-49-49,-25-26,25 75,-25-25,0 50,0 25,0-50,0 74,0-49,-25 0,25 24,0-24,-50 0</inkml:trace>
  <inkml:trace contextRef="#ctx0" brushRef="#br0" timeOffset="26585.52">15702 1141,'25'0,"49"0,50-25,-50 25,1 0,-26 0</inkml:trace>
  <inkml:trace contextRef="#ctx0" brushRef="#br0" timeOffset="27498.57">10170 2332,'25'0,"25"0,-1 0,1 0,49 0,-24 0,-1 0,0 0,-24 0,0 0,-26 0</inkml:trace>
  <inkml:trace contextRef="#ctx0" brushRef="#br0" timeOffset="27768.58">10642 2282,'-75'0,"100"0,25 0,24 0,25 0,0 0,1 25,-26-25,-24 0,-50 25,0 24,-25-49,-50 75,1-75,24 24,26-24,-26 75,50-26,25-49,49 0</inkml:trace>
  <inkml:trace contextRef="#ctx0" brushRef="#br0" timeOffset="28032.6">11907 2034,'-25'0,"-25"25,50 24,0 1,0 0,25 24,-25-24,0-1,0-24,0 25</inkml:trace>
  <inkml:trace contextRef="#ctx0" brushRef="#br0" timeOffset="28235.6">12031 1935,'0'0,"0"25,0 24,0-24,0 0,0 24,24-24</inkml:trace>
  <inkml:trace contextRef="#ctx0" brushRef="#br0" timeOffset="28543.62">12303 1984,'-24'0,"-1"0,0 0,-25 25,1 25,49-25,0 24,0-24,0-25,74 50,1-50,-26 49,1-49,-50 25,-25 25,-25-50,-24 24,49-24,0 0,75 0,24 0</inkml:trace>
  <inkml:trace contextRef="#ctx0" brushRef="#br0" timeOffset="28729.64">12800 2108,'-25'0,"0"25,-25 0,26 25,24-26,-50 1,50 50,74-51,1-24,24 0,0 0,-24 0</inkml:trace>
  <inkml:trace contextRef="#ctx0" brushRef="#br0" timeOffset="29067.66">13345 2232,'0'-49,"-25"49,-49 49,0-24,49-25,0 75,25-26,0-24,25-25,49 0,25 0,1 0,-1 0,-25 0,-24-74,-25 74,-25-50,0 25,0-24,0 24,0 25,-25 0,-49 0,49 0,-25 0,25 0,25 25,0 24,75-49,-1 0,1 0</inkml:trace>
  <inkml:trace contextRef="#ctx0" brushRef="#br0" timeOffset="29726.7">14089 2232,'-24'25,"-1"50,25-51,25 26,-1-50,1 0,50 0,-26-25,-24 25,25-49,-26-26,-24 50,0 50,0 25,50-25,24-25,-24 0,0 0,-1 0,1 0,0 0,-1-50,-24 50,-25-25,0 25,0 25,50-25,-26 0,51 0,-26 0,-24 0,0 0,-25 0,74 0,-74-25,0 75,0-1,-24 1,24 24,0 1,-50-1,50-24,0-25,-25 24,25-24,-25-25</inkml:trace>
  <inkml:trace contextRef="#ctx0" brushRef="#br0" timeOffset="30259.73">15057 2158,'0'-25,"49"25,1 25,-50 0,0-50,0 0,50-24,-50 24,49 25,-49-25,25 25,25 0,-50 50,0-26,0 1,0 0,24 25,-24-26,25 26,50-50,-51 0,26 0,0 0,-1-50,-24 50,-25-49,25 49,-25-25,0 50,0 24,0 1,0 0,50-50,-1 0,1 0,-25 0</inkml:trace>
  <inkml:trace contextRef="#ctx0" brushRef="#br0" timeOffset="31030.77">9873 3621,'49'0,"50"0,50-24,25 24,0 0,-50 0,0 0,-75 0,-49-25,-49-25</inkml:trace>
  <inkml:trace contextRef="#ctx0" brushRef="#br0" timeOffset="31287.78">10666 3423,'0'-50,"-49"50,49 25,25 0,-1-25,26 50,49-50,-24 24,-1-24,-24 50,-26-50,-24 25,0 0,0 49,-49-49,-26-25,-24 74,50-74,-1 25,0 50,75-75</inkml:trace>
  <inkml:trace contextRef="#ctx0" brushRef="#br0" timeOffset="31557.8">11807 3249,'0'-24,"-49"24,49 0,0 74,-25-24,25 24,0-24,0-1,0 26,0-51,0 1,50 25</inkml:trace>
  <inkml:trace contextRef="#ctx0" brushRef="#br0" timeOffset="31872.82">12080 3001,'-25'0,"25"25,0 25,0-25,0 24,0 1,0-1,25-49,-25 25</inkml:trace>
  <inkml:trace contextRef="#ctx0" brushRef="#br0" timeOffset="32203.84">12279 3299,'0'0,"-75"74,26-49,49 0,0 25,24-50,26 24,24-24,-49 50,25-25,-50 24,-25-49,-25 0,26 0,-1 0,-25 0,50 25,50-25</inkml:trace>
  <inkml:trace contextRef="#ctx0" brushRef="#br0" timeOffset="32586.86">12849 3373,'0'0,"-49"0,-1 0,0 25,1 25,24-25,25-1,0 26,0-25,0 0,25-25,49 49,50-49,-49 0,-1 0,-24-49</inkml:trace>
  <inkml:trace contextRef="#ctx0" brushRef="#br0" timeOffset="32893.88">13271 3448,'-25'0,"-25"0,1 0,-1 49,25-24,-24 25,49-1,49-49,51 0,-1 25,0-25,-25 0,1 0,-1 0,-49-49,-25 24,0 0,0-25,0 26,0 24,-74-25,-1 25,26 0,-1 0,0 0,1 0,49 49,49 1,26-50</inkml:trace>
  <inkml:trace contextRef="#ctx0" brushRef="#br0" timeOffset="33588.92">13841 3497,'0'0,"0"50,0 0,0-26,25-24,-25-24,50-26,-50 25,99-24,-74 49,-25-50,25 50,24 0,-49 74,25-49,25 25,-26-50,26 0,-25 0,49 0,-24-50,-50 75,0 0,25-25,-25 25,74-25,-49 0,0 0,24 0,-24 0,0-50,25 50,-50-25,24 25,-24 25,0 25,0-26,-24 26,24 0,0 24,0-24,-25-1,25-24,0 25,0-25</inkml:trace>
  <inkml:trace contextRef="#ctx0" brushRef="#br0" timeOffset="33979.94">14759 3423,'50'0,"-50"0,25 25,-25 24,0 1,-25-50,25-25,-25-24,25 24,0 0,0-25,25 26,24 24,-49-50,50 50,0 50,-50-26,0 26,0 0,0-1,0-24,24 0,1 24,25-49,-25 0,24 0,1 0,24-24</inkml:trace>
  <inkml:trace contextRef="#ctx0" brushRef="#br0" timeOffset="34466.97">15280 3572,'25'0,"-25"-50,0 1,-50 49,1 49,49-24,0 0,24-25,26 0,24 0,1 0,-26-50,-24 50,25-25,-25-24,-25 49,-25 0,25 25,49-25,-24 0,0 0,25-25,-25 25,-25-25,24 25,-24-25,0-24,0 49,0 24,0 26,0 0,0-26,0 51</inkml:trace>
  <inkml:trace contextRef="#ctx0" brushRef="#br0" timeOffset="34603.97">15727 3497,'0'0,"49"0,1 0,24 0</inkml:trace>
  <inkml:trace contextRef="#ctx0" brushRef="#br0" timeOffset="34932.99">16049 3448,'0'0,"0"0,0 49,25-49,0 0,24 0,-24 0,0 0,-25 0,0 0,0 50,0-25,0 0,0-25</inkml:trace>
  <inkml:trace contextRef="#ctx0" brushRef="#br0" timeOffset="35082">16074 3671,'0'-25</inkml:trace>
  <inkml:trace contextRef="#ctx0" brushRef="#br0" timeOffset="35419.01">13172 4043,'24'-25,"76"25,123 0,0 0,50 0,0 0,-25 0,-99 0,-25 0,-75 0</inkml:trace>
  <inkml:trace contextRef="#ctx0" brushRef="#br0" timeOffset="35607.03">13792 4142,'-50'0,"174"0,0 0,50 50,-1-50,1 0,-25 0,-75 0,-24-25,-50 25</inkml:trace>
  <inkml:trace contextRef="#ctx0" brushRef="#br0" timeOffset="-199866.6">17909 1339,'0'-49,"0"98,50 26,-50-1,0 1,0-1,0-24,0-1,0 1,25 0,-25-26,0 1,49 25,1-50</inkml:trace>
  <inkml:trace contextRef="#ctx0" brushRef="#br0" timeOffset="-199567.58">18405 1687,'0'-25,"0"25,50-50,-25 50,24 0,1-25,49 25,-49 0,-25 0,-1 0</inkml:trace>
  <inkml:trace contextRef="#ctx0" brushRef="#br0" timeOffset="-199305.57">18554 1414,'0'74,"0"-24,0-1,0 26,0-25,0-1,0 1,0-1,0 1</inkml:trace>
  <inkml:trace contextRef="#ctx0" brushRef="#br0" timeOffset="-198899.55">19075 1463,'-49'50,"49"-25,-50 49,50-24,0-25,0 0,0 24,50-49,-1 0,1 0,24 0,-24 0,24-49,-49 24,49-75,-74 76,0-1,0-25,0 25,-49 25,-1 0,-24 0,-1 25,-24 25,74 24,25-49</inkml:trace>
  <inkml:trace contextRef="#ctx0" brushRef="#br0" timeOffset="-198569.53">19745 1513,'-25'0,"75"0,-1 0,26-25,-26 25,1 0,0-49,-26 49,26 0</inkml:trace>
  <inkml:trace contextRef="#ctx0" brushRef="#br0" timeOffset="-198320.51">19745 1712,'25'0,"24"-25,1 25,0 0,24 0,-24-25,-1 25,1 0,-1 0,-24 0,-25 0</inkml:trace>
  <inkml:trace contextRef="#ctx0" brushRef="#br0" timeOffset="-197999.49">20092 1315,'-25'0,"25"-25,0 25,0 0,50 49,0-49,-1 25,26-25,-51 50,1-50,25 25,-25 24,-25-24,0 25,0-50,-50 74,0-24,1-25,-1-25,1 74,24-74</inkml:trace>
  <inkml:trace contextRef="#ctx0" brushRef="#br0" timeOffset="-197475.46">21035 1091,'0'0,"0"50,0 0,0-1,0 26,0-1,0 0,25 1,-25 24,0-49,49-25,-49 24</inkml:trace>
  <inkml:trace contextRef="#ctx0" brushRef="#br0" timeOffset="-195546.35">18182 2431,'-25'0,"1"0,24 25,-75 24,75-24,-74 25,74-26,0 51,25-25,-1-50,51 0,-1 0,50 0,-49 0,-1 0,-49 0,-25-75,49 25,-49 26,0-26,0 25,-24 25,-1-25,-25 25,-24 0,-50 0,49 50,26-25,49 24,25-49</inkml:trace>
  <inkml:trace contextRef="#ctx0" brushRef="#br0" timeOffset="-195246.34">18827 2555,'-25'0,"75"0,0 0,-1 0,26 0,-1 0,-24-50,-26 50</inkml:trace>
  <inkml:trace contextRef="#ctx0" brushRef="#br0" timeOffset="-195020.32">18976 2381,'0'0,"0"25,0 25,0-26,0 1,25 50,-25-51,0 1,0 25,0-25,25-25</inkml:trace>
  <inkml:trace contextRef="#ctx0" brushRef="#br0" timeOffset="-194759.31">19373 2208,'0'0,"0"49,25 26,-25-26,0 1,0-1,0 26,0-50,0-1,24-24</inkml:trace>
  <inkml:trace contextRef="#ctx0" brushRef="#br0" timeOffset="-194420.29">19770 2456,'49'0,"1"0,24 0,1 0,49 0,-25-50,-25 50,1 0,-26-25,-98 25,-1 0</inkml:trace>
  <inkml:trace contextRef="#ctx0" brushRef="#br0" timeOffset="-194204.28">19943 2555,'-24'0,"24"0,49 0,26 0,24 0,25-25,-25 25,0 0,25-25,-49 25,-26 0,1 0,-100 0</inkml:trace>
  <inkml:trace contextRef="#ctx0" brushRef="#br0" timeOffset="-193881.26">20563 2208,'50'24,"0"-24,24 50,-24-50,-1 50,1-50,-50 24,50-24,-50 25,0 25,0-1,-25-49,0 75,0-75,-49 49,24-49,25 50,-24-50</inkml:trace>
  <inkml:trace contextRef="#ctx0" brushRef="#br0" timeOffset="-193357.23">20911 2257,'49'25,"-49"25,0-26,0 1,0 25,0 24,0-24,25-25,-25 24,0-24,50 25</inkml:trace>
  <inkml:trace contextRef="#ctx0" brushRef="#br0" timeOffset="-188603.96">18306 3324,'0'-25,"25"25,-25 25,0 24,0 1,50 0,-50 24,0-24,0-1,0 1,0 0,0-26,0 1,0 0</inkml:trace>
  <inkml:trace contextRef="#ctx0" brushRef="#br0" timeOffset="-188324.94">18802 3671,'50'0,"49"0,0 0,1 0,-1 0,0-50,-49 50,-26 0,-24-24</inkml:trace>
  <inkml:trace contextRef="#ctx0" brushRef="#br0" timeOffset="-188046.92">19174 3398,'-49'0,"49"25,25 25,-25-1,49 1,-49-1,50 26,-50-50,0 0,0 49,0-24,25-50</inkml:trace>
  <inkml:trace contextRef="#ctx0" brushRef="#br0" timeOffset="-187784.91">19720 3200,'0'74,"0"-24,0-1,0 26,0-26,0 1,0 0,0 24,25-49,-25 0,0 24</inkml:trace>
  <inkml:trace contextRef="#ctx0" brushRef="#br0" timeOffset="-187402.89">19844 3646,'25'0,"0"0,24 0,26 0,24 0,25-49,-25 49,25 0,-49 0,-26-25,-24 25,-50 0</inkml:trace>
  <inkml:trace contextRef="#ctx0" brushRef="#br0" timeOffset="-187124.87">20067 3820,'0'0,"75"0,49-50,-25 50,0 0,25-49,-25 49,-24 0,-26 0,1-50,-25 50,-25 0,-75 0</inkml:trace>
  <inkml:trace contextRef="#ctx0" brushRef="#br0" timeOffset="-186799.85">20762 3373,'-50'0,"50"25,50-25,-25 50,24-50,26 49,-26-49,-24 50,25-50,-50 25,49-25,-49 25,0 24,0 1,-24-25,-1 24,-25-24,-24 25,24-1,0 1,1 0</inkml:trace>
  <inkml:trace contextRef="#ctx0" brushRef="#br0" timeOffset="-176595.27">21407 3398,'0'0,"0"-49,-50 49,50 49,0-24,0 0,0 24,0 1,0 0,0-26,0 26,0-25,0 25,25-1,-25-24</inkml:trace>
  <inkml:trace contextRef="#ctx0" brushRef="#br0" timeOffset="-175927.23">21903 3324,'-25'0,"25"25,-25-1,25 26,-49 0,49-26,0 1,0 25,0-25,24 24,51-49,-50 0,-1 0,51 0,-50-25,0 25,-25-49,49-1,-49 25,0-24,0 24,0-25,0 26,-49-26,-26 50,25 0,1 0,-1 50,1-26,49 1</inkml:trace>
  <inkml:trace contextRef="#ctx0" brushRef="#br0" timeOffset="-172134.01">17537 1166,'0'-25,"-25"25,-24 0,24 0,-25 74,26-74,-1 50,-25-50,50 50,-49-1,49-24,0 0,0 49,0-24,0-1,0-24,24 25,-24-25,75 24,-50 26,-25-26,74 26,-74-1,0 1,0-1,0 25,0-24,0-26,-25-24,-24 25,24-50,-25 0,25 0,1 0,24-25,0 25,24 0,26 0,-25 0,0 25,24-1,-49 51,50-26,-50 51,0-1,0 50,0-25,0 25,0-1,0-24,0-24,0 24,49-50,-49 1,0-26,0 1,0-1,0-24,0 25,25-1,25 1,-50-25,25 49,-25-24,49-1,-49 1,25 24,-25-49,0 0,50-25,-50 25,25-25,24 0,26-25,-1-25,0 26,26-26,-51 50,1-25,-1 25</inkml:trace>
  <inkml:trace contextRef="#ctx0" brushRef="#br0" timeOffset="-123468.23">15082 12303</inkml:trace>
  <inkml:trace contextRef="#ctx0" brushRef="#br0" timeOffset="-67469.03">18505 4589,'0'-50,"-50"50,50 25,0 25,0-26,0 26,0 24,0-24,0-25,0 0,0 24,0-24,0 25,0-1,25-49</inkml:trace>
  <inkml:trace contextRef="#ctx0" brushRef="#br0" timeOffset="-67026">18852 4812,'25'0,"24"0,-24-50,25 50,-1 0,26 0,-50 0</inkml:trace>
  <inkml:trace contextRef="#ctx0" brushRef="#br0" timeOffset="-66749.99">18951 4589,'0'-25,"0"25,0 50,0-1,0 26,0-1,0 1,0-26,0 1,0-1,0 26,0-26,50-24</inkml:trace>
  <inkml:trace contextRef="#ctx0" brushRef="#br0" timeOffset="-66051.95">19447 4589,'0'0,"0"25,0 24,0 1,0-25,0-1,0 26,25-25,-25 25,0 24,50-74</inkml:trace>
  <inkml:trace contextRef="#ctx0" brushRef="#br0" timeOffset="-65789.93">19770 4837,'0'-25,"24"25,26 0,0 0,-1-50,26 50,-26 0,26-24,-50 24,-1 0</inkml:trace>
  <inkml:trace contextRef="#ctx0" brushRef="#br0" timeOffset="-65524.92">20043 4614,'-25'0,"25"24,0 1,0 50,0-26,49 1,-49 0,0 24,0-24,0-26,0 1,0 25</inkml:trace>
  <inkml:trace contextRef="#ctx0" brushRef="#br0" timeOffset="-65195.9">20390 4440,'0'25,"25"24,-25 26,0-1,0-24,0-1,0 1,49 0,-49-25,0-1,0 26</inkml:trace>
  <inkml:trace contextRef="#ctx0" brushRef="#br0" timeOffset="-64678.87">21035 4638,'-25'0,"25"0,50 0,-1 0,1 0,24 0,1 0,-1 0,-24 0,24 0,-49 0,0 0,-50 0,0 0</inkml:trace>
  <inkml:trace contextRef="#ctx0" brushRef="#br0" timeOffset="-64409.86">21035 4787,'-50'0,"100"0,24 0,-24 0,-1 0,26 0,-1 0,1 0,-26 0,1 0,-25 0,24 0,-24 0,-50 0,-24-49</inkml:trace>
  <inkml:trace contextRef="#ctx0" brushRef="#br0" timeOffset="-64063.83">21481 4465,'50'25,"-25"-25,24 49,-24-49,25 25,-1-25,1 50,-25-50,-1 0,26 24,-50 26,0 24,-50-49,-24 50,24-26,1 26,-26-26,26 26,49-26</inkml:trace>
  <inkml:trace contextRef="#ctx0" brushRef="#br0" timeOffset="-56054.38">22101 4415,'0'-25,"0"-24,0 74,0-1,0 51,0-1,0 1,0-26,0 26,0-1,0-49,0 0,0 24,0-73</inkml:trace>
  <inkml:trace contextRef="#ctx0" brushRef="#br0" timeOffset="-55026.32">22424 4266,'0'25,"0"0,0 25,0-26,0 26,0-25,0 24,0 1,0-25,0 0,0 24,0-24,0 0,0 0,0 49,0-49</inkml:trace>
  <inkml:trace contextRef="#ctx0" brushRef="#br0" timeOffset="-54052.26">21952 5234,'0'-50,"25"25,25 25,-25 0,24-49,-24 49,0 0,25 0,-26-25,1 25,25 0</inkml:trace>
  <inkml:trace contextRef="#ctx0" brushRef="#br0" timeOffset="-53765.24">21853 5358,'0'0,"0"0,50 0,-1-25,26 25,-1-50,1 50,-1-49,-24 49,-1 0,1-25,-75 25,-24 0</inkml:trace>
  <inkml:trace contextRef="#ctx0" brushRef="#br0" timeOffset="175601.87">14685 12427</inkml:trace>
  <inkml:trace contextRef="#ctx0" brushRef="#br0" timeOffset="186618.5">15652 14412,'-25'0</inkml:trace>
  <inkml:trace contextRef="#ctx0" brushRef="#br0" timeOffset="209207.8">19943 18231</inkml:trace>
  <inkml:trace contextRef="#ctx0" brushRef="#br0" timeOffset="209883.84">16694 18430</inkml:trace>
  <inkml:trace contextRef="#ctx0" brushRef="#br0" timeOffset="210280.86">17587 18157</inkml:trace>
  <inkml:trace contextRef="#ctx0" brushRef="#br0" timeOffset="-139729.33">2332 5606,'-50'0,"50"-25,-24 25,73 0,26 25,-26-25,26 0,24 0,0 0,25-25,-25 25,-24-50,-26 50,-49-24,25 24,-25 0,0 74,-74 0,74 1,-75 49,75-50,-49 1,49-1,0-24,0-25,0-1,0 26</inkml:trace>
  <inkml:trace contextRef="#ctx0" brushRef="#br0" timeOffset="-134569.03">2828 6672</inkml:trace>
  <inkml:trace contextRef="#ctx0" brushRef="#br0" timeOffset="-134466.02">2828 6672</inkml:trace>
  <inkml:trace contextRef="#ctx0" brushRef="#br0" timeOffset="-133818.99">2853 6672,'49'-49,"-24"24,-25 0,0-24,0 49,0 24,-49 51,49-26,-75 26,75 49,-49-25,49-24,0-26,24 26,1-51,0-24,49 50,1-50,-1 0,1-25,-50 25,24-25,-24-49,-25 24,0 26,-25 24,-49 0,-25 24,-50 26,25-25,74 24,50 1,-25-50</inkml:trace>
  <inkml:trace contextRef="#ctx0" brushRef="#br0" timeOffset="-130099.77">1910 7789,'-49'0,"24"0,0 0,25-25,-50 25,26 0,-1 0,25 0,49 0,26 0,49-25,0 25,99-74,-24 74,-1-50,50 50,-25 0,1-50,-51 50,1 0,-100 0,-24 0,-25-24,-25-26</inkml:trace>
  <inkml:trace contextRef="#ctx0" brushRef="#br0" timeOffset="-129251.73">1389 7069,'-24'0,"-1"0,25 0,0 0,74 0,-24 0,24 0,25 0,1 0,-26-49,-49 49,0 0</inkml:trace>
  <inkml:trace contextRef="#ctx0" brushRef="#br0" timeOffset="-128936.71">1935 6772,'0'0,"25"0,25 0,-26 0,-24 0,50 49,-50 1,0 24,0-24,0 0,-25 24,-24-24,-1-1,-24 50,24-49</inkml:trace>
  <inkml:trace contextRef="#ctx0" brushRef="#br0" timeOffset="-128576.69">1042 6772,'0'-25,"-25"25,-24 0,49 74,-50 1,50 24,0 25,0-50,0 1,0-26,50 26,-1-1,51-49,-26 25,25-50,0 0</inkml:trace>
  <inkml:trace contextRef="#ctx0" brushRef="#br0" timeOffset="-127009.6">2878 7962,'0'-25,"0"50,0 25,0 0,0 24,0-24,0-1,49-24,-49 25,0-26,25-24,-25 25</inkml:trace>
  <inkml:trace contextRef="#ctx0" brushRef="#br0" timeOffset="-126425.56">2382 8607,'0'25,"49"-25,26 0,-1 0,75 0,-25 0,25-25,0 25,24-74,-49 74,-25-25,-74 25,-25 0</inkml:trace>
  <inkml:trace contextRef="#ctx0" brushRef="#br0" timeOffset="-125291.5">2258 8682,'24'0,"1"0,25 0,-1 0,51-25,-1 25,50-50,-25 50,25 0,-1-49,-48 49,-26 0,-24 0,-1 0,1 0,-50 0</inkml:trace>
  <inkml:trace contextRef="#ctx0" brushRef="#br0" timeOffset="-124939.48">2605 8706,'0'0,"49"0,26 0,24 0,25 0,25-24,-25 24,25-50,0 50,-75-25,-24 25,-26 0,-24 0,0 0,-49 0</inkml:trace>
  <inkml:trace contextRef="#ctx0" brushRef="#br0" timeOffset="-120844.25">3870 5928,'0'0,"25"0,24 0,1 0,0 0,-1 0,26 0,49 0,0 0,-25 0,50 0,24 0,-49-49,25 49,25-50,-25 50,-50 0,25-50,-50 50,1 0,-26-49,-24 49,25 0,-26 0,-24 0,-49 0,24 0</inkml:trace>
  <inkml:trace contextRef="#ctx0" brushRef="#br0" timeOffset="-120479.22">5805 5606,'0'0,"0"0,24 74,26-74,0 50,-1-50,26 25,-26-25,1 49,0-49,-1 0,1 0,-50 25,-99 50,49-75,25 49,25 1,-50-1</inkml:trace>
  <inkml:trace contextRef="#ctx0" brushRef="#br0" timeOffset="-114563.89">7491 5383,'0'-25,"0"25,-24 0,24 49,0-24,0 25,0-25,0-1,0 26,0-25,0 0,0 24,0 1,0-25,24-25,-24 24,25-24</inkml:trace>
  <inkml:trace contextRef="#ctx0" brushRef="#br0" timeOffset="-113805.84">8037 5358,'0'-25,"0"50,0 0,0 24,0-24,0 0,0 24,0-24,0 0,0 49,0-49,50 0</inkml:trace>
  <inkml:trace contextRef="#ctx0" brushRef="#br0" timeOffset="-113079.8">8657 5283,'0'50,"0"-25,0 24,0 26,0-1,0 25,0-24,0-26,0 1,0 0,0-25,0 24,0-24,0-25</inkml:trace>
  <inkml:trace contextRef="#ctx0" brushRef="#br0" timeOffset="-109651.61">3771 7045,'-25'0,"25"-25,-50 25,75 0,49 0,-24 0,-25 0,0 0,49 0,-24 0,-1 0,1 0,0 0,24 0,-24 0,-1 0,26 0,-1 0,-24 0,-1 0,26 0,-26 0,1 0,-1 0,26 0,-26 0,26 0,-25 0,-1 0,-24 0,25 0,-26 0,26 0,-25 0,24 0,-49-25,25 25,25 0,-1 0,1 0,0 0,-26 0,26 0,-25 0,0 0,24 0,-24 0,0 0,24 0,-49 0,25 0,0 0,25 0,24 0,-49 0,-25 0</inkml:trace>
  <inkml:trace contextRef="#ctx0" brushRef="#br0" timeOffset="-109223.58">5854 6821,'-49'0,"73"0,-24 0,50 0,-50 50,50-50,-1 74,-24-74,0 25,24-25,-24 50,0-50,-25 25,50-25,-50 24,0 26,-75-50,1 50,49-50,25 49,-50 1,50-25,0-1</inkml:trace>
  <inkml:trace contextRef="#ctx0" brushRef="#br0" timeOffset="-107829.5">7541 6449,'0'-49,"0"98,0 26,0-51,0 1,0 25,0-25,0-1,0 1,0 25,0-25,25-25,-25 49,0 1</inkml:trace>
  <inkml:trace contextRef="#ctx0" brushRef="#br0" timeOffset="-107181.46">7963 6499,'0'-25,"0"75,0-26,0 26,0 0,0-26,0 1,0 25,0-25,0-1,0-24,0 50</inkml:trace>
  <inkml:trace contextRef="#ctx0" brushRef="#br0" timeOffset="-106291.41">8533 6598,'25'0,"-25"-25,0-24,0 49,-50 24,1 26,49 0,-50-26,50 1,0 25,0-25,0-1,0 26,50-50,-25 0,24 50,1-50,-1 0,-24 0,25 0,-25 0,-1-50,26 50,-50-74,50 24,-50 25,0 0,0 1,0-26,0 25,0 25,-50-49,25 49,-24 0,-1 0,0 0,1 0,-1 49,1-24,49 25,-50-50</inkml:trace>
  <inkml:trace contextRef="#ctx0" brushRef="#br0" timeOffset="-104234.3">7020 7367,'0'0,"50"0,-50 25,74-25,-49 0,25 0,24 0,25 0,75 0,24 0,50 0,-24 0,24 0,24 0,-73 0,-26 0,-24 0,-49 49,-51-49,26 0,-51 0,1 0,-74 0,24-24</inkml:trace>
  <inkml:trace contextRef="#ctx0" brushRef="#br0" timeOffset="-97335.9">9575 5705,'0'-25,"0"25,0 0,74 0,-24 0,0 0,24 0,50 0,0 0,25 0,-25 0,25 0,-25 0,-50 0,1 0,-1 0,-49 0,0 0,24 0,1 0,-50 0,25 0,-25 0,-50 0</inkml:trace>
  <inkml:trace contextRef="#ctx0" brushRef="#br0" timeOffset="-96404.85">10890 5507,'-25'0,"25"-25,-25 25,25 0,25 49,49-49,-24 50,-1-50,1 74,0-74,24 25,-24-25,-26 0,26 25,-25-25,25 0,-75 50,-50-1,26 1,24-25,-50 24,26-24,-1 50,1-51</inkml:trace>
  <inkml:trace contextRef="#ctx0" brushRef="#br0" timeOffset="-95063.77">12254 5308,'0'-25,"0"25,0 50,0-25,0 0,0 24,0 26,0-26,-25 1,25-25,0 24,0-24,0-25,0 25,50-25</inkml:trace>
  <inkml:trace contextRef="#ctx0" brushRef="#br0" timeOffset="-94665.75">12626 5358,'0'-25,"0"25,50 50,-50-26,0 26,0 0,0 24,0-24,0-26,24 1,-24 50,0-51,25-24</inkml:trace>
  <inkml:trace contextRef="#ctx0" brushRef="#br0" timeOffset="-94230.72">13320 5333,'0'-25,"0"50,0 25,0-1,0 1,0-1,0 1,0 24,25-49,-25 0,0 49,50-74,-50 25,-25-25</inkml:trace>
  <inkml:trace contextRef="#ctx0" brushRef="#br0" timeOffset="-93323.68">9525 6772,'0'24,"75"1,-26-25,26 0,24 0,50 0,-25 0,49 0,-24 0,-25 0,0 0,-24 0,-26 0,-49 0,24 0</inkml:trace>
  <inkml:trace contextRef="#ctx0" brushRef="#br0" timeOffset="-93031.65">10815 6722,'-25'0,"50"25,0-25,25 49,-1-49,-24 0,25 25,-1-25,-24 0,-25 50,-50-50,1 50,-26-50,51 49</inkml:trace>
  <inkml:trace contextRef="#ctx0" brushRef="#br0" timeOffset="-92341.61">9873 6375,'0'0,"0"49,0 26,0-50,0-1,0 26</inkml:trace>
  <inkml:trace contextRef="#ctx0" brushRef="#br0" timeOffset="-91935.59">10145 6152,'0'0,"0"24,0 26,0-50,0 25,-49-25,49 25</inkml:trace>
  <inkml:trace contextRef="#ctx0" brushRef="#br0" timeOffset="-91365.56">10245 6176,'0'-49,"-25"49,0 25,25-1,-50-24,50 50,0-25,25-25,25 0,-1 0,-24 0,-25 25,0-1,0-24,-25 75,-24-75,24 25,0-25,-24 49</inkml:trace>
  <inkml:trace contextRef="#ctx0" brushRef="#br0" timeOffset="-89049.43">12130 6548,'0'-24,"0"-26,0 25,-25 25,25 0,-50 50,50-25,-74 24,74-24,0 0,0 24,0 1,50-50,-1 0,50 0,-49 0,24 0,-24 0,0-25,-1 25,-49-49,25 49,-25-75,0 50,-25-49,0 74,-49 0,0 0,-1 0,26 50,49 24,49-74,1 0</inkml:trace>
  <inkml:trace contextRef="#ctx0" brushRef="#br0" timeOffset="-88599.4">12651 6548,'-25'0,"0"0,-24 25,24-25,25 75,-25-75,25 49,25-24,24-25,26 0,-1 0,1 0,-26 0,1 0,-25 0,24-50,-49 1,-25-1,1 50,-26 0,0 0,-24 0,49 0,25 0,0 50,0-50</inkml:trace>
  <inkml:trace contextRef="#ctx0" brushRef="#br0" timeOffset="-87940.36">13569 6499,'0'-25,"0"75,0-26,0 26,0 0,0-1,0 26,0-51,0 1,0 25,0 0,0-26</inkml:trace>
  <inkml:trace contextRef="#ctx0" brushRef="#br0" timeOffset="-86776.3">11411 7367,'-25'0,"25"0,49 50,1-50,-25 0,24 0,26 0,24 0,25 0,0 0,25 0,-25 0,49 0,26 0,24 0,-49 0,-25 0,-1 0,-48 0,-26 0,1 0,-26 0,-24 0,0 0,24 0,-49-25,-24 74,-1-49</inkml:trace>
  <inkml:trace contextRef="#ctx0" brushRef="#br0" timeOffset="-68424.25">13593 7838,'0'-25,"-24"1,-26 24,25 0,0 0,25 0,-49 49,49-24,-25-25,25 25,-50 49,50-49,0 0,0 25,0-26,0 26,25-50,-25 25,25-25,0 0,24 49,-24-49,25 0,-1 0,1 0,-25 0,-25 0,25 0,-25-49,49 49,-49-25,0-25,0 1,25 24,-25-25,0 1,0-1,0 25,0 0,0 25,-50-49,1 49,-1 0,25 0,-24 0,24 25,-25-25,50 74,-25-74,25 50</inkml:trace>
  <inkml:trace contextRef="#ctx0" brushRef="#br0" timeOffset="-65900.11">12676 4688,'0'-50,"0"26,0 24,0 49,0-24,0 0,0 0,0 24,0-24,0 0,0 25,0-26,0 1,0 25,0-25,0-1,24-24,-24 50,0-25,0-25</inkml:trace>
  <inkml:trace contextRef="#ctx0" brushRef="#br0" timeOffset="-60919.82">12775 7962,'0'0,"-25"0,25-49,-25 49,0 0,-24 0,24 0,0 24,-24-24,49 25,0 0,-25-25,25 50,0-25,0-1,-25 26,25-25,0 0,0 24,0-24,0 25,25-50,24 0,-24 0,-25 24,25-24,25 0,-26 0,1 0,0 0,25 0,-26 0,26-24,-25 24,-25-25,25 25,-25-25,49-25,-49 26,25 24,-25-25,0-25,0 25,0 1,0-26,0 25,0 25,0-25,0 0,-50 25,50-49,-24 49,-1 0,-25 0,25 0,1 0,-26 0,25 0,0 0,25 25,-24-25</inkml:trace>
  <inkml:trace contextRef="#ctx0" brushRef="#br0" timeOffset="-58827.7">12229 4490,'0'-25,"0"25,-25 49,25-24,0 25,0-25,-49-1,49 26,0-25,0 0,0 24,0-24,0 0,0 25,0-26,0 1,0 0,0 25,0-26</inkml:trace>
  <inkml:trace contextRef="#ctx0" brushRef="#br0" timeOffset="-55274.49">12179 7987,'0'-25,"0"25,0-49,-49 49,24 0,0 0,0 0,25 24,-74 1,49 25,25 24,-49 1,49-50,0 24,0 1,0-25,0-1,0-24,0 75,49-75,1 25,-1-25,1 0,-50-25,74 25,-74-25,50 25,-50-74,50 49,-50 0,49-25,-49 26,50 24,-50-50,0-24,0 49,0 0,0-25,-25 50,25-49,-25 49,25-25,-25 25,-24 0,-1-50,25 50,-24 0,24 25,25 0,-25 24</inkml:trace>
  <inkml:trace contextRef="#ctx0" brushRef="#br0" timeOffset="-54373.44">11311 7813,'0'-24,"0"24,0 49,0 1,0-1,0 26,0-25,0 24,0 0,0 1,0-50,0-1,0-73,0-1,0-24</inkml:trace>
  <inkml:trace contextRef="#ctx0" brushRef="#br0" timeOffset="-53457.39">11708 7392,'0'25,"0"24,0 26,0-26,-49 50,49-24,0-1,0 25,0 1,0-26,0 1,0-1,0 0,0 1,0-26,0-24,0 0,0 0,0 24,0 1,0-25,-50-25,-49 0,24 0,26 0,-1 0,-24 0,-1 0,26 0,-1 0,25 0,0 0,25 49,50-49,-25 0,24-49</inkml:trace>
  <inkml:trace contextRef="#ctx0" brushRef="#br0" timeOffset="-49236.15">11162 8136,'0'-25,"25"25,-25 0,-49 0,24 0,-25 0,1 0,-26 0,26 0,24 0,-25 0,50 25,-49-25,24 0,25 50,-25-50,-49 49,24 1,25-50,-24 49,24-49,-25 50,25-50,1 50,-26-50,25 99,-25-99,50 49,-49-49,49 50,-50-50,50 50,-49-1,49-24,-75 25,75-26,-25 1,25 50,-49-26,49-24,-25 50,25-51,-50 1,50 25,0-1,-24-24,24 25,0-1,0-24,0 0,0 25,0-26,0 1,0 25,0-1,49-49,-49 25,25 25,25-25,-1 24,-24-49,-25 25,74-25,-74 25,50-25,-50 49,50-49,-26 25,26-25,-25 0,-25 25,50-25,-26 0,26 0,-25 0,0 50,24-50,-24 0,25 0,-1 0,1 24,-25-24,49 0,-49 0,24 0,-24 0,0 0,25 0,-26 0,1 0,50 0,-26 0,1 0,-25 0,24 0,-24 0,25 0,-25 0,24-49,1 49,-25 0,24 0,-24 0,25-25,-26 25,1 0,0 0,25 0,-26 0,1 0,50 0,-51 0,1-25,-25 25</inkml:trace>
  <inkml:trace contextRef="#ctx0" brushRef="#br0" timeOffset="-48854.13">11931 9798,'-49'0,"49"-25,-50 25,50 0,25 25,0-25,0 49,49-49,-49 0,-25 25,-25 25,0-1,-24-24,-1 25,25-25,-49 49,74-49</inkml:trace>
  <inkml:trace contextRef="#ctx0" brushRef="#br0" timeOffset="-47512.05">13643 8632,'0'-50,"-50"50,50 25,0 0,25-25,-25 25,0 49,0 1,0-51,0 1,0 25,0 24,0-24,0 0,-25-1,25 1,0-25,0-25,0 0,0-50</inkml:trace>
  <inkml:trace contextRef="#ctx0" brushRef="#br0" timeOffset="-45051.91">11311 9599,'-49'0,"24"0,50 0,24 0,1 0,0 0,-1 0,-24 0,25 0,-1 0,1 0,-1 0,1 0,-25 0,0 0,-1 0,26 0,-25-24,24 24,-24 0,25 0,-1 0,1 0,24 0,-49 0,0 0,25 0,-26 0,1 0,0 0,49 0,-24 0,0 0,-25 0,24 0,-24 0,25 0,-1 0,26 0,-26 0,1 0,-1 0,-24 0,25 0,-25 0,-1 0,26 0,24 0,-49 0,0 0,25 0,-26 0,26 0,0 0,24 0,-24 0,-25 0,-1 0,26 0,-25 0,24 0,1 0,0 0,-26 0,1 0,-25-25,50 25,-25 0,-1 0,1 0,25 0,-25 0,-1 0,26-25,0 25,-26 0,26 0,-25 0,0 0,24 0,-24 0,-25 0</inkml:trace>
  <inkml:trace contextRef="#ctx0" brushRef="#br0" timeOffset="-39974.62">13767 7962,'0'0</inkml:trace>
  <inkml:trace contextRef="#ctx0" brushRef="#br0" timeOffset="-39658.6">13618 9004</inkml:trace>
  <inkml:trace contextRef="#ctx0" brushRef="#br0" timeOffset="-38517.54">13693 9897,'0'50,"0"-1,0 26,0-26,0 1,0 0,0-1,0 1,0-25,0-1,0-24,0-49,0 24,-50 25</inkml:trace>
  <inkml:trace contextRef="#ctx0" brushRef="#br0" timeOffset="-37746.49">13271 10021,'0'-25,"-25"50,25 25,-25-1,25 1,0-25,0 24,0-24,0 0,0-25,25 0,0 0,24 0,-24 0,25-25,-1-49,-49 24,0 1,0-1,0 0,0 1,-24 49,-1-25,-25 25,25 0,1 0,24 25,-50 24,50 26</inkml:trace>
  <inkml:trace contextRef="#ctx0" brushRef="#br0" timeOffset="-36561.42">12601 9947,'-25'0,"-24"0,24 0,25 49,-75 1,75 0,-24-26,24 1,0 25,0-25,49-25,-24 74,25-74,-1 0,1 0,0-50,-1 26,-24-26,-25 25,50-24,-50-26,0 50,0 0,-25 25,-25-49,1 49,-1 0,-24 0,24 0,50 25,0 24</inkml:trace>
  <inkml:trace contextRef="#ctx0" brushRef="#br0" timeOffset="-35332.36">14040 10195,'25'0,"24"0,26 0,-1 0,-49 0,0 0,24 0,-24 0,25 0,-26 0,51 0,-50 0,0 0,24 0,-24 0,25 0,-26 0,26 0,-25 0,0 0,-25-25,0 25</inkml:trace>
  <inkml:trace contextRef="#ctx0" brushRef="#br0" timeOffset="-34955.33">14685 10021,'0'25,"0"-25,49 25,-24-25,25 0,-25 0,24 0,26 49,-51-49,-24 25,0 0,0 49,-24-74,24 50,-75-50,26 25,24-25,25 49,-25-49</inkml:trace>
  <inkml:trace contextRef="#ctx0" brushRef="#br0" timeOffset="-33582.25">15528 9773,'0'-25,"-25"50,25 0,0 24,-25 1,25 24,0 1,0-25,0-1,0 1,0-1,0-24,0 0,0-25,0-25,0 25,0-49</inkml:trace>
  <inkml:trace contextRef="#ctx0" brushRef="#br0" timeOffset="-31986.16">15255 9996,'0'-25,"0"25,0-49,50 49,-1-25,1-25,-25 26,24-26,-49 25,25 25,-25-25,0 25,0 50,0 0,0-1,0 26,-49-1,49 1,0-1,0-24,0 24,-50-24,50-26,0 26,0-25,25-25,-25 0</inkml:trace>
  <inkml:trace contextRef="#ctx0" brushRef="#br0" timeOffset="-31604.14">15255 10517,'-25'0,"50"0,0 0,0 0,49-25,-24 25,-1 0,1 0,0 0,24-49,-49 49,0 0,24 0,-24 0,0-25,-50 50</inkml:trace>
  <inkml:trace contextRef="#ctx0" brushRef="#br0" timeOffset="-30846.1">16123 10220,'0'-50,"0"100,0-26,0 26,0 0,0-1,-24 1,24-25,0-1,0 26</inkml:trace>
  <inkml:trace contextRef="#ctx0" brushRef="#br0" timeOffset="-30502.08">16074 10220,'0'-25,"49"25,-49-50,75 50,-26 0,1 0,-25 25,-25 49,0-24,0 0,-25-1,25 1,-74-25,24-25,25 74,-24-74,24 25,-25-25,50 0</inkml:trace>
  <inkml:trace contextRef="#ctx0" brushRef="#br0" timeOffset="-30374.07">16223 10567,'0'-25</inkml:trace>
  <inkml:trace contextRef="#ctx0" brushRef="#br0" timeOffset="-17707.35">1290 10195,'0'-50,"0"25,0 25,0 50,0 24,-25 1,25 24,-49 25,49 0,-50 0,50-50,0 1,0-26,0 1,0 0,0-26,25-24,25 50,-26-50</inkml:trace>
  <inkml:trace contextRef="#ctx0" brushRef="#br0" timeOffset="-16619.29">1712 10418,'0'-25,"0"0,49 25,-24 0,0-49,25 49,-25 0,-1 0,26 0,0 0,-26 0,26 99,-50-25,0 26,-50 24,-24 24,0-24,-1-49,50-26,-24 26,24-50,-25 24,100-49,-1-49,1 49,25-25,-1 25,0 0,26-50,-26 50,0-49,1 49,-26 0,1 0,-25 0,-75 0,1 24</inkml:trace>
  <inkml:trace contextRef="#ctx0" brushRef="#br0" timeOffset="-13965.13">1886 11658,'0'-25,"-25"25,25-49,0 49,49 0,1 0,-25-25,0 25,24 0,-24 0,0 0,-25 0,0 50,0-1,-25 1,-25-1,26 26,-26-50,25 24,25-24,0-25,75 0,-51 0,1 0,0 0,49 0,-74 25,0 24,0 1,0-25,0 0,-24 24,24-24,-25-25,25 50,-25-50,-49 0,49 0,0 0,-25 0,26 0,73 0,1 0</inkml:trace>
  <inkml:trace contextRef="#ctx0" brushRef="#br0" timeOffset="-13507.11">869 12725,'24'-25,"26"25,49 0,75-50,24 50,25-74,-24 74,24-74,-49 74,-25-75,-25 75,-25-74,-74 74,24 0,-49-25,-49 50,24-25</inkml:trace>
  <inkml:trace contextRef="#ctx0" brushRef="#br0" timeOffset="-12203.03">3275 10567,'-75'0,"50"0,25 0,0 25,100-25,-51 0,1 0,-1 0,26 0,-1 0,50 0,-25 0,1 0,-26 0,-24 0,-1-50,-73 75,-1-25,0 0</inkml:trace>
  <inkml:trace contextRef="#ctx0" brushRef="#br0" timeOffset="-11905.01">3845 10468,'50'24,"223"26,-249-50,1 0,-25 25,25-25,-25 49,-50 1,-24-50,0 50,-1-1,1-24,49 25,25-26</inkml:trace>
  <inkml:trace contextRef="#ctx0" brushRef="#br0" timeOffset="-9276.86">5507 9897,'0'-50,"0"100,-50-25,50 24,0 1,0 25,0-26,0 1,0-1,0-24,0 25,25-50,-25 49,0-24,25-25,0 0</inkml:trace>
  <inkml:trace contextRef="#ctx0" brushRef="#br0" timeOffset="-8850.84">5953 9947,'0'-25,"0"74,0-24,0 50,0-26,0 1,0 0,0-1,25 1,-25-25,0-1,50 26,-50-25,25-25</inkml:trace>
  <inkml:trace contextRef="#ctx0" brushRef="#br0" timeOffset="-8146.8">6301 10021,'0'-25,"-25"75,25 0,-25-26,25 1,0 25,0-25,0-1,0 26,0-50,50 25,-1-25,26 0,-1 0,1 0,-1-50,-24 50,-1-49,-24 24,-25-25,74 25,-74 1,0-26,-49 0,-1 50,-24 0,-25 0,-1 0,1 0,25 25,74 25,0-25</inkml:trace>
  <inkml:trace contextRef="#ctx0" brushRef="#br0" timeOffset="-7546.76">7119 9947,'-25'49,"25"-24,-74 0,74 49,-25-49,25 0,0 25,0-26,0-24,50 50,-25-50,24 0,1 0,24 0,-24 0,0-25,-1-24,-49 24,50 0,-50-49,0 24,0 25,0 0,-50 25,-24 0,-25 0,-50 0,49 50,51 24,24-24</inkml:trace>
  <inkml:trace contextRef="#ctx0" brushRef="#br0" timeOffset="-6367.7">3919 11584,'-24'0,"-1"0,-25 0</inkml:trace>
  <inkml:trace contextRef="#ctx0" brushRef="#br0" timeOffset="-6084.68">3671 11584,'-24'0,"73"0,-24 0,25 0,49 0,25 0,0 0,-25 0,-24 0,-51 0,1 0,-25 0,0 0</inkml:trace>
  <inkml:trace contextRef="#ctx0" brushRef="#br0" timeOffset="-5844.67">4267 11534,'-25'-25,"25"25,74 0,-24 0,24 0,-24 50,0-50,-1 50,-24 24,-25-49,0 0,-50-25,1 49,-1-49,1 25,-1-25,50 50</inkml:trace>
  <inkml:trace contextRef="#ctx0" brushRef="#br0" timeOffset="-4920.63">5656 10964,'-50'0,"1"49,-1 26,-24-26,49 1,25 0,-50-1,50-24,50 49,-1-74,26 0,-1 0,1 0,-1 0,-24 0,-1 0,1-49,-50 24,25-25,-25 1,0-1,0 25,-25-24,-25 49,-24 0,-1 0,1 0,0 0,74 49,0 26</inkml:trace>
  <inkml:trace contextRef="#ctx0" brushRef="#br0" timeOffset="-3847.55">6251 10914,'-25'0,"1"25,-26 24,25 1,25 0,-50-1,50 1,0 0,25-26,25-24,24 50,1-50,-1 0,1-25,-1 25,-49-49,-25 24,49-25,-49 0,0-24,0 24,0 1,-24 24,-26 25,-24-50,-50 50,24 0,26 0,49 25,25 25,0-25,25-25</inkml:trace>
  <inkml:trace contextRef="#ctx0" brushRef="#br0" timeOffset="-3158.51">6822 10889,'0'-25,"0"50,0 0,0 25,0-1,0 1,0 24,0-24,0-25,0 24,0-24,24-25,26 0,-50 0</inkml:trace>
  <inkml:trace contextRef="#ctx0" brushRef="#br0" timeOffset="-2784.49">7318 10765,'0'0,"0"50,0-25,0 24,0 26,0-1,0 0,0-24,0-25,0 0,0 49,0-24,0-25</inkml:trace>
  <inkml:trace contextRef="#ctx0" brushRef="#br0" timeOffset="-1755.43">5259 12055,'-50'0,"26"0,24 0,49 0,1 0,24 0,25 0,1 0,73 0,1 0,24 0,50 0,-49 0,24-50,-25 50,1 0,-25 0,-26 0,-48-49,-26 49,-24 0,-1 0,-24-50,25 50,-100 0</inkml:trace>
  <inkml:trace contextRef="#ctx0" brushRef="#br0" timeOffset="2873.83">5333 12750,'0'-25,"0"-25,0 75,25 0,-25 24,0 26,0-26,0 26,0-26,0 1,0 0,0-1,0-24,25-25,-25 25,0 25,25-50</inkml:trace>
  <inkml:trace contextRef="#ctx0" brushRef="#br0" timeOffset="3190.85">5805 12700,'0'-25,"0"75,0-1,0 1,0 24,0-24,0 24,0-24,49-25,-49 24,25 1,25-25,-1-25,-24 0</inkml:trace>
  <inkml:trace contextRef="#ctx0" brushRef="#br0" timeOffset="3646.88">6425 12874,'0'-50,"0"50,-25 25,25 0,-74 24,74-24,0 0,0 0,0 49,24-49,26-25,0 0,-1 0,1 0,-1-25,-24 25,25-50,-50 1,25-1,-25 25,0 25,-25 0,-25 0,-49 0,49 0,1 0,49 0,-25 0,25 50,0-50,25 0,49 0</inkml:trace>
  <inkml:trace contextRef="#ctx0" brushRef="#br0" timeOffset="3969.89">7070 12774,'0'0,"-25"25,-25 0,50 25,-49-26,49 26,0-25,0-25,49 0,26 0,-1 0,50 0,-49-50,-26 25,1-24,-50 24,25-25,-25 26,0-1,-50 25,0 0,-24 0,-25 0,-25 49,0-24,74 50,25-26</inkml:trace>
  <inkml:trace contextRef="#ctx0" brushRef="#br0" timeOffset="5710.99">5482 13742,'0'0,"0"25,0 24,0 26,0-26,0 1,0-1,0 1,25-50,-25 25,0 0,50-25,-1-25</inkml:trace>
  <inkml:trace contextRef="#ctx0" brushRef="#br0" timeOffset="6077.01">6028 13593,'0'0,"0"50,0-26,25 26,-25 24,0 1,0-26,0 1,49-25,-49 24,25-49,25-49</inkml:trace>
  <inkml:trace contextRef="#ctx0" brushRef="#br0" timeOffset="6932.06">6747 13568,'0'75,"-25"-26,25 26,-49-1,49-24,0-1,0-24,0 25,0-26,0 1,49-25,1 0,0 0,-1-25,26-24,-26 24,1-25,-1 1,-49-1,25 1,-25 24,0-25,0 50,-25-49,-24 49,-1-25,1 25,-26 0,1 0,49 0,25 25,0-1,25-24</inkml:trace>
  <inkml:trace contextRef="#ctx0" brushRef="#br0" timeOffset="7322.09">7243 13667,'0'-49,"0"98,0 26,0-50,0-1,0 26,0-25,0 0,0-25,50 49,-25-49,24 0,1 0,0 0,-1-49,-24 24,25-25,-1-24,-49-1,25-24,-25 50,0 24,0 25,-50-50,26 50,-26 0,-24 0,-1 0,26 0,-1 0</inkml:trace>
  <inkml:trace contextRef="#ctx0" brushRef="#br0" timeOffset="8491.15">7715 11088,'0'0,"49"0,-24 0,25 0,-1 0,26 0,-1 0,0 0,26 0,-1 0,25 0,-25 0,-24 74,24-24,-50-1,26 1,-26 24,1-24,-25 0,24 24,-49-24,50 24,-50 50,50-25,-50 0,0 25,0-24,0-1,0 0,-25 25,-25 0,1-25,-26 50,26-25,-26-25,1-24,49-25,-25 24,1-24,-1-26,25-24,1 50,-26-50</inkml:trace>
  <inkml:trace contextRef="#ctx0" brushRef="#br0" timeOffset="8865.17">8533 13221,'0'0,"0"25,-49 0,49-1,-100 51,76-26,-26 26,25-26,-24-24,-1 50,100-75,24-25,0 25,-24-25,24 25,-24 0,0 0,-26 0,26 0,0 0,-26 0</inkml:trace>
  <inkml:trace contextRef="#ctx0" brushRef="#br0" timeOffset="9331.2">9451 12502,'0'0,"0"49,0 1,0-1,0 1,0 0,0-1,0-24,0 25,0-26</inkml:trace>
  <inkml:trace contextRef="#ctx0" brushRef="#br0" timeOffset="9639.22">9798 12080,'0'0,"0"49,0 1,0-25,0 0,0 24,0-24,0 0,0 25,0-26</inkml:trace>
  <inkml:trace contextRef="#ctx0" brushRef="#br0" timeOffset="10149.25">10145 12303,'-24'25,"-26"-25,-24 74,24-24,0-25,26 24,24-24,0 0,0 25,49-50,1 0,-1 0,1 0,24 0,-49 0,0 0,-25 49,-25-49,-24 50,-1-50,0 49,26-49,24 75,-50-75,50 49,0-24</inkml:trace>
  <inkml:trace contextRef="#ctx0" brushRef="#br0" timeOffset="11733.34">4713 14833,'-49'0,"49"-25,49 25,1 0,24 25,25-25,50 0,25 0,24 0,75 0,25 0,24 0,26 0,-51 0,51-25,-76 25,1 0,-74 0,-26-49,-24 49,-50 0,-24 0,-26 0,1-50,-75 50,0 0,1 0</inkml:trace>
  <inkml:trace contextRef="#ctx0" brushRef="#br0" timeOffset="13223.42">7863 15156,'0'-25,"-24"25,-26 25,50-1,-74 26,74 0,-25-1,25 1,0 0,0-1,25-24,-1-25,76 0,-26 0,0 0,-24 0,-25 0,-25-50,49 26,-49-26,0 0,0-24,-24 24,-1 25,-50-24,1 49,0 0,-1 0,50 0,-24 25</inkml:trace>
  <inkml:trace contextRef="#ctx0" brushRef="#br0" timeOffset="19967.8">7020 15230,'-25'0,"0"0,-49 25,24 74,50-74,-74 25,74-26,0 1,0 25,0-25,74 24,1-49,-1 50,1-50,-1 0,1 0,24-25,-74 0,-25-24,49-26,-49 26,0-1,-49 0,-26-24,-24-1,24 75,-24-24,25 24,24 0,50 24,0 1,0-25</inkml:trace>
  <inkml:trace contextRef="#ctx0" brushRef="#br0" timeOffset="23963.04">6251 15156,'-25'0,"-49"49,49-24,0 25,-24-26,24 26,25 0,-50-25,50 24,0-24,25 0,49-25,1 0,24 0,-24 0,-1 0,0 0,-24-50,0 25,-26-49,-24 24,50 1,-50-1,-25-24,0 49,-24 0,-50-25,24 50,1 0,24 0,1 0,-1 0,50 50,0-25</inkml:trace>
  <inkml:trace contextRef="#ctx0" brushRef="#br0" timeOffset="25569.12">5209 12179,'0'-50,"0"100,0-25,0 25,0-26,0 26,0-25,0 24,0-24</inkml:trace>
  <inkml:trace contextRef="#ctx0" brushRef="#br0" timeOffset="26747.2">5656 15156,'0'49,"0"1,0-1,0 26,0-25,0-1,0-24,0 25,0-26,0 1</inkml:trace>
  <inkml:trace contextRef="#ctx0" brushRef="#br0" timeOffset="27317.23">4837 15280,'0'-50,"0"100,0 24,0-24,0-1,0 1,0 0,0-26,0 26,0-25,0 24,0-24</inkml:trace>
  <inkml:trace contextRef="#ctx0" brushRef="#br0" timeOffset="27873.26">5209 15007,'0'-25,"0"25,0 25,0 49,0 1,50-1,-50 0,0-24,0 25,0-1,25 0,-25 26,0-51,0 1,49-25,-49 24,-24-49,-1 0,-25 0,-24 0,-25 25,24-25,1 0,-1 50,26-50,-1 24,25 51,50-75</inkml:trace>
  <inkml:trace contextRef="#ctx0" brushRef="#br0" timeOffset="29153.33">4614 15602,'-50'0,"50"-49,-24 49,-1 0,-25 0,1 0,24 0,-50 24,51-24,-1 50,-25-25,25 24,-24-24,24 50,-25-26,26 1,-26 24,25-24,25-1,-74 1,74 24,0-24,0 0,0-1,0 1,49 24,1-24,0 0,49 24,-25 0,50-24,-49-50,24 50,-50-50,1 49,0-49,24 0,0 0,1 0,-1 0,50-25,-24 25,24-49,-50 49,-49 0,0 0,24 0,-49-25,25 25,-25 0,0-50,-50 50,50-49</inkml:trace>
  <inkml:trace contextRef="#ctx0" brushRef="#br0" timeOffset="29470.35">5333 16520,'-24'0,"-1"0,25 50,0-26,0 26,49-25,-24 24,50-49,-26 25,1-25,-1 0,1 50,-25-50,0 0,-25 25,0-1,0 26,-25-50,-25 50,25-50,-24 49,24 1,25-25,-50 24,50-24</inkml:trace>
  <inkml:trace contextRef="#ctx0" brushRef="#br0" timeOffset="31149.45">8037 15974,'0'-25,"0"25,0 75,0-26,0 26,0-1,0 25,0-24,0-25,0-1,0-24,0 25,0-26,0 1</inkml:trace>
  <inkml:trace contextRef="#ctx0" brushRef="#br0" timeOffset="32319.52">5730 17338,'-25'0,"25"0,0 0,25 0,25 0,24 0,75 0,0 0,99 0,0 0,50 25,-1-25,1 0,24 50,-49-50,-49 0,-26 0,-74 0,-50 0,-49 0,0 0,-25 0,-25 0</inkml:trace>
  <inkml:trace contextRef="#ctx0" brushRef="#br0" timeOffset="33009.55">6301 17587,'0'24,"0"26,0 0,0-1,0 1,0 24,0-24,0-25,0-1,49 51</inkml:trace>
  <inkml:trace contextRef="#ctx0" brushRef="#br0" timeOffset="33467.58">6846 17810,'-24'0,"-1"25,25-1,-50 26,50-25,0 24,0-24,25-25,0 0,24 0,1 0,24-25,-24 25,-25-49,-25-1,49 50,-49-49,0 24,-24 25,-51 0,1 0,-1 0,26 0,24 0,25 74</inkml:trace>
  <inkml:trace contextRef="#ctx0" brushRef="#br0" timeOffset="33879.6">7367 17785,'0'25,"0"0,0 24,0 1,25-50,50 0,-51 0,26 0,-25-50,24 25,-24-49,-25 24,0 1,0 49,-25 0,-49 0,0 0,-1 0,26 25,49 24,-25-24</inkml:trace>
  <inkml:trace contextRef="#ctx0" brushRef="#br0" timeOffset="34276.61">8062 17735,'-25'-49,"25"98,0 1,0 0,0-1,25 1,-25-1,0-24,0 0,0 25,0-26,0 1</inkml:trace>
  <inkml:trace contextRef="#ctx0" brushRef="#br0" timeOffset="34801.65">6425 18380,'-25'0,"25"0,50 25,-1-25,26 0,24 0,50 0,24 0,51 50,48-50,-24 0,50 0,-25 0,-25 0,-50 0,-98 0,-51 49,1-49,-50-49</inkml:trace>
  <inkml:trace contextRef="#ctx0" brushRef="#br0" timeOffset="35252.68">8806 18008,'-25'0,"75"0,-1 25,26-25,24 0,50 50,0-50,-25 0,25 0,-50 0,0 0,-25 0,-49 0,-25-50,-25 25,-24 25</inkml:trace>
  <inkml:trace contextRef="#ctx0" brushRef="#br0" timeOffset="35537.68">9749 17859,'24'25,"26"-25,0 25,-1-25,26 0,-1 50,-49-50,0 0,-25 24,0 26,0-25,-50 0,25 24,-24-24,24 25,25-26,-50 26,75 0,0-50</inkml:trace>
  <inkml:trace contextRef="#ctx0" brushRef="#br0" timeOffset="35898.71">11212 17587,'0'-50,"-50"50,1 0,-26 0,-49 25,-49 24,-1 1,50 0,75-1,49-24,-50 0,50 24,25-24,24-25,51 0,48 0,-48 0,-26 0</inkml:trace>
  <inkml:trace contextRef="#ctx0" brushRef="#br0" timeOffset="36142.71">11088 17686,'0'-25,"0"-25,-25 50,25 25,0 25,0-25,0 24,0 26,-25-1,25 0,0 1,-49-1,49 1,0-1,0-24</inkml:trace>
  <inkml:trace contextRef="#ctx0" brushRef="#br0" timeOffset="37419.81">11138 17562,'0'-25,"0"-25,0 50,-50-25,0 25,-24 0,24 0,26 0,-26 0,25 0,0 0,-49 75,24-75,1 50,-1-26,25 26,25-25,-49 24,49-24,0 0,0 25,49-1,-24-49,0 0,49 0,-24 0,24 0,1 0,-1-25,1 25,-1-74,-24 24,-1 26,-49-1,25 25,-25-50,0 50,0-25,0 1,-50 24,50 0,-24 49,24 1,-50 24,50 1,0 24,-50 25,50-25,0-25,-24 1,24-26,-50 1,50-25,0 24,0-98,0 24,0-25,0 1</inkml:trace>
  <inkml:trace contextRef="#ctx0" brushRef="#br0" timeOffset="46347.32">4589 12080,'0'25,"0"-25,25 0,0 0,24 0,-24 0,0 0,25 0,-26 0,1 0,25 0,-25 0,-1 0,26 0,-25 0,0 0,24 0,-24 0,0 0,0 0,24 0,-24 0,0 0,-25-25,50 25,-26 0,1 0,25 0,-25 0,-1 0,26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3-16T03:57:38.652"/>
    </inkml:context>
    <inkml:brush xml:id="br0">
      <inkml:brushProperty name="width" value="0.05292" units="cm"/>
      <inkml:brushProperty name="height" value="0.05292" units="cm"/>
      <inkml:brushProperty name="color" value="#FF0000"/>
    </inkml:brush>
  </inkml:definitions>
  <inkml:trace contextRef="#ctx0" brushRef="#br0">2506 819,'0'-50,"-25"25,0 25,0 0,-49 0,49 0,0 0,-24 0,49 50,-25-50,25 25,0-1,0 26,0-25,0-25,49 25,-24-25,50 49,-26-49,-24 0,0 0,24 25,1-25,-50 50,25-26,-25 26,0 0,0-26,0 1,0 25,0-25,0-1,-25 26,25-25,-25-25,25 49,-49-49,49 50,-50-50,25 0,-24 0,-1-25,25 25,25-49,-49-1,49 25,0 0,-50-24,50 24,0 0,0-24,25 24,-25 0,49-49,1 24,-25 25,24-24,-24 49,0-50,25 50,-26-50,26 50,-50-24,50 24,-50-25,24 25,-24 25</inkml:trace>
  <inkml:trace contextRef="#ctx0" brushRef="#br0" timeOffset="713.04">3101 744,'0'25,"-25"0,25 24,-49 26,-1-1,25 1,-49-1,49-24,25-26,-75 26,51-50,48 0,26-25,-25 25,0 0,49-25,-24 25,-1 0,1-49,0 49,24 0,0 0,-24 0,-25 0,24 0,-49-25,25 25,-25-25</inkml:trace>
  <inkml:trace contextRef="#ctx0" brushRef="#br0" timeOffset="996.05">3200 843,'0'50,"0"24,0 1,0 24,0 0,0-24,0-1,0-24,0-1,0 26,0-26,0-24</inkml:trace>
  <inkml:trace contextRef="#ctx0" brushRef="#br0" timeOffset="1583.09">3647 918,'0'-25,"0"25,0-25,74 25,-49 0,0-49,24 49,-24 0,-25 49,0-24,0 25,0-1,0 26,0-1,-25 25,-24-49,24-25,25 24,-75-49,75 25,25-25,0 0,25 0,24-50,-24 50,-1-24,1 24,24-50,-24 50,0 0,-50-25,0-24,24 49,-24-25,0 0</inkml:trace>
  <inkml:trace contextRef="#ctx0" brushRef="#br0" timeOffset="1852.1">4391 819,'-50'-25,"50"25,0 49,0 1,0 24,0 1,0 24,0 25,0-50,0-24,0 0,0-26,0 51,-25-75</inkml:trace>
  <inkml:trace contextRef="#ctx0" brushRef="#br0" timeOffset="3772.21">372 1488,'25'0,"50"0,-1 0,25-99,0 99,26-74,-26 74,-25-25,1 25,-51 0,-24 0,0 0</inkml:trace>
  <inkml:trace contextRef="#ctx0" brushRef="#br0" timeOffset="4086.23">720 1513,'-25'0,"25"0,25 0,24 0,1 0,24-50,1 50,49-49,-50 49,1-75,-26 75,1 0,-75 0</inkml:trace>
  <inkml:trace contextRef="#ctx0" brushRef="#br0" timeOffset="4432.25">1241 1091,'-50'-24,"50"24,50 0,-26 24,26-24,24 50,-24-50,-25 25,24-25,-24 0,-25 49,25-49,-25 25,0 0,0 25,-25-26,-24 26,-26-25,26 24,24-24,25 25</inkml:trace>
  <inkml:trace contextRef="#ctx0" brushRef="#br0" timeOffset="13791.78">2530 2034,'-49'0,"49"0,-25 74,25 1,-50-50,50 24,0 1,25-50,25 0,-25-25,24 25,-49-50,50 50,-50-74,25 24,-25 26,0-1,0-25,0 50,-25 0,-25 0,-24 0,24 0,50 75,50-26</inkml:trace>
  <inkml:trace contextRef="#ctx0" brushRef="#br0" timeOffset="14465.82">3101 1984,'0'0,"-50"75,50-50,0-1,0 1,-24 25,24-1,0 1,49-50,1-25,-25 0,-25-49,49 49,-49 0,0-24,-25 24,-24 25,24 0,0 0,-24 25,49 24,0-49</inkml:trace>
  <inkml:trace contextRef="#ctx0" brushRef="#br0" timeOffset="15065.84">3696 2009,'0'0,"-25"0,25 0,-49 75,49-26,0-24,25-25,24 0,-24 0,0 0,24 0,-24-25,-25-24,0-1,0 0,-25 50,1 0,-26 0,25 0,0 0,25 0,0 50</inkml:trace>
  <inkml:trace contextRef="#ctx0" brushRef="#br0" timeOffset="15523.88">4242 1885,'-25'0,"25"0,-74 0,74 50,-75-50,75 49,0 1,0-25,50-25,0 0,24 0,-49 0,24-25,-24 25,-25-25,25 25,-25-49,0 24,0 25,-74 0,24 0,-49 0,74 0,25 49</inkml:trace>
  <inkml:trace contextRef="#ctx0" brushRef="#br0" timeOffset="16753.95">5160 2009,'0'0,"49"0,51 0,24-25,24 25,-24 0,25 0,-50-49,1 49,-1 0,-49 0,-26 0,26 0,-50-25</inkml:trace>
  <inkml:trace contextRef="#ctx0" brushRef="#br0" timeOffset="17053.97">6127 1786,'-25'0,"25"0,50 0,-25 0,24 0,1 0,24 0,26 25,-51-25,1 0,-25 0,-25 25,49-25,-49 24,0 51,-74-26,24-24,1 25,-26-1,50-49,25 50</inkml:trace>
  <inkml:trace contextRef="#ctx0" brushRef="#br0" timeOffset="17946.02">8037 1513,'-25'0,"25"-50,-25 50,-24 0,-1 25,25-25,-24 75,24-26,-25 1,50 0,-49-1,49 26,0-26,0-24,0 0,0 24,25-24,24-25,26 50,-1-50,0 0,-24 0,0 0,-1 0,26-25,-26 25,1-50,0 1,-26 24,-24 0,50-24,-50 24,50-25,-50 25,0-24,0-1,0 50,0-74,-75 74,26-25,-1 25,0 0,-24-50,-1 50,26 0,-1 0,25 0,-24 0,24 0,25 25,-50-25,50 25,-24-25,24 49,0 1,0-25,0 0</inkml:trace>
  <inkml:trace contextRef="#ctx0" brushRef="#br0" timeOffset="21945.25">4316 2753,'0'-49,"0"74,0-1,0 26,0 0,0 24,0-24,0-1,0 1,0-25,0 24,0-24,0 0,0-50,0-25</inkml:trace>
  <inkml:trace contextRef="#ctx0" brushRef="#br0" timeOffset="22783.3">3820 2877,'0'-24,"-25"24,25 24,0 1,-24 0,24 49,0-24,0 0,-50-1,50-24,0 0,25-25,24 0,-24 0,0 0,49-25,-49-74,-25 74,0 0,0-24,0 24,0-25,0 50,-25 0,-24 0,-1 0,1 0,24 25,-25 49</inkml:trace>
  <inkml:trace contextRef="#ctx0" brushRef="#br0" timeOffset="23662.35">3076 2952,'0'-25,"-25"25,25 0,-49 74,49-24,0-25,0 0,0-1,0 26,0-25,0-25,49 0,-24 0,25 0,-25-75,-25 51,49-1,-49-50,0 26,0 24,0-25,-25 50,-24 0,24 0,-25 25,26 0,24 25</inkml:trace>
  <inkml:trace contextRef="#ctx0" brushRef="#br0" timeOffset="24262.38">2506 2977,'-25'0,"0"24,25 26,-50 0,50-1,0-24,0 0,50 24,-25-49,24 0,1 0,24 0,-49-24,-25-26,50 25,-50 0,0-49,0 24,-50 1,25-1,-24 50,-1 0,1 0,-1 25,-24 25,74 24,0-24</inkml:trace>
  <inkml:trace contextRef="#ctx0" brushRef="#br0" timeOffset="26174.49">5259 2902,'0'50,"25"-50,49 0,1 0,49 0,24-25,-24 25,50 0,-25-50,0 50,-50 0,25-49,-25 49,-24 0,-26-50,1 50,-50 0,-50 0,25 0</inkml:trace>
  <inkml:trace contextRef="#ctx0" brushRef="#br0" timeOffset="26525.51">6524 2654,'0'-25,"-25"25,25 0,0 0,0 25,75-25,-26 0,26 0,-1 0,0 50,-24-50,-25 0,24 0,-49 49,-24 1,-1 0,-25-26,1 26,-1-25,0 24,50 1,-24-25</inkml:trace>
  <inkml:trace contextRef="#ctx0" brushRef="#br0" timeOffset="27379.56">8062 2480,'-25'0,"25"50,0-25,0 24,0 26,0 24,0-24,0-26,0 26,0-26,0-24,0 0,0 24,0-49,0 0</inkml:trace>
  <inkml:trace contextRef="#ctx0" brushRef="#br0" timeOffset="32285.84">3795 3597,'0'0,"0"24,50 26,-50-25,0 0,0 49,0-49,0 25,0-1,0 1,0-1,0 1,-25-25,25 24,0-24,0 25,0-1,25-49,-25-24,0-1</inkml:trace>
  <inkml:trace contextRef="#ctx0" brushRef="#br0" timeOffset="33875.93">4366 3671,'0'-25,"-50"25,26 0,24 0,-25 25,25 25,-50-25,50 24,0 26,0-1,0-24,0-1,0 1,0-25,25-25,-25 49,25-49,0 0,-1 0,26 0,-25-25,-25 1,49 24,-49-25,0-25,25 50,-25-49,0 24,0 0,0-25,0 26,0-1,-25-25,25 25,-24 25,24-24,-25 24,-25 0,25 0,1 0,-26 0,25 49,0-24</inkml:trace>
  <inkml:trace contextRef="#ctx0" brushRef="#br0" timeOffset="34843.99">3200 3870,'-25'0,"25"-25,-24 25,24-25,-25 25,-50 0,75 0,-24 0,24 74,0-49,-25 25,25-25,0 24,0-24,0 0,25-25,24 0,-24 0,0 0,49 0,-49-50,25 1,-50-1,0 25,0-24,0 24,-25 25,0 0,-25 0,1 0,-1 0,25 25,25 24</inkml:trace>
  <inkml:trace contextRef="#ctx0" brushRef="#br0" timeOffset="35534.03">2431 3894,'-49'0,"24"25,25 0,-50 0,50 24,-25-24,25 25,0-25,0 24,0-49,50 0,-25 25,0-25,24 0,1 0,-25-25,24 25,-24-49,25-26,-50 26,0-1,0 0,0 26,0 24,0-75,-75 75,50 0,1 0,-26 0,25 50,-24-25,49 24,0-24,0 0,24-25</inkml:trace>
  <inkml:trace contextRef="#ctx0" brushRef="#br0" timeOffset="37034.11">5705 3894,'-24'0,"-1"0,-25 0,50 25,50-25,-1 50,26-50,-1 0,25 0,1 0,49 0,-1-25,-48 25,-1 0,0 0,0-50,-24 50,-26 0,-24 0,25 0,-50-24,0-1,-25 25</inkml:trace>
  <inkml:trace contextRef="#ctx0" brushRef="#br0" timeOffset="37370.11">6722 3696,'-24'0,"73"25,26-25,-1 0,0 49,1-49,-1 0,-24 0,0 0,-1 25,-24-25,-25 25,-50 49,-49-24,25-25,-1 24,1 1,24-50,25 50,25-1,0-49,50 0</inkml:trace>
  <inkml:trace contextRef="#ctx0" brushRef="#br0" timeOffset="38705.21">7938 3522,'0'-25,"0"25,0 25,-25 25,0-50,-24 0,24 0,25 0,0-75,0 75,49-49,1 24,0 25,-26 0,26 0,-50 25,0 24,0 1,0 24,0 1,0-1,-50 1,26-26,-26 1,25 0,-24-50,24 24,-25-24,1 0,49-74,24 74,-24-50,50 50,0 0,-1 0,1 0,-50 0,74 0,-49 25,0-25,24 0,-24 50,0-50,50 0,-51-50,-24 1,0 24,0 0,0-25,0 26,0-1</inkml:trace>
  <inkml:trace contextRef="#ctx0" brushRef="#br0" timeOffset="46708.67">3820 4638,'0'50,"0"-25,0 24,0 26,0-1,0 1,0 24,0-25,0 1,0-26,0-24,0 0,25-75,-25 1,74-26,-24-49,-25 50</inkml:trace>
  <inkml:trace contextRef="#ctx0" brushRef="#br0" timeOffset="47504.71">4366 4564,'0'0,"0"25,0 24,0 1,0 24,0 1,0-1,0 1,0-1,0 1,0-26,0 1,-25-25,25-50,0-25,0 1,0-26,0 26</inkml:trace>
  <inkml:trace contextRef="#ctx0" brushRef="#br0" timeOffset="49873.85">5581 4936,'0'0,"25"0,25 0,-1 0,-24 0,0 0,25 0,-1 0,-24 0,25 0,-26 0,26 0,0 0,24-49,-24 49,-1 0,1 0,0 0,24-50,-24 50,-1 0,-24 0,25 0,-26 0,1 0,25 0,-25 0,-1 0,26 0,-25-25,0 25,24 0,1-50,-25 50,24 0,-24 0,0 0,-25 0,0-24</inkml:trace>
  <inkml:trace contextRef="#ctx0" brushRef="#br0" timeOffset="50234.87">6871 4589,'-49'0,"49"0,24 0,-24 49,25-49,25 25,24-25,-24 0,-1 0,-24 50,-25-1,0-24,0 0,-25 25,-24-1,-1 26,1-26,-1 1,25 0,25-26,0 1</inkml:trace>
  <inkml:trace contextRef="#ctx0" brushRef="#br0" timeOffset="51704.95">7814 4514,'-25'0,"0"0,25-24,25 24,-25-25,74 25,-24 0,0-50,-26 50,1 0,50 0,-51 0,-24 25,0 25,-24-1,-1 1,-25-1,25-24,1-25,24 75,-50-75,75 0,24 0,1 0,-50-25,50 25,-26 0,26 0,-25 25,-25 24,0-24,0 0,0 25,0-1,0-24,-75 25,51-26,-1-24,-25 75,25-75,-24 25,-26-25,26 0,24 0,0 0,25-25,50-25,24 50,-74-49</inkml:trace>
  <inkml:trace contextRef="#ctx0" brushRef="#br0" timeOffset="53397.05">3200 4862,'0'-25,"-49"25,24 0,-25 25,-24 49,74-49,-50 49,50-24,0-25,0 0,0 24,0-24,25 25,0-50,49 0,-49 0,0-25,24 25,-24-50,25 1,-25-1,-25 0,74-24,-74 24,0 1,0 24,0-25,-74 50,24 0,0 0,-24 0,24 25,-24 25,49-50,25 74,0-49</inkml:trace>
  <inkml:trace contextRef="#ctx0" brushRef="#br0" timeOffset="54147.09">2183 5035,'0'-49,"-25"49,-24 0,-1 0,50 25,-49-1,24 1,25 50,-50-26,50 1,0-1,0 26,0-50,25-25,49 49,1-49,-1 0,1 0,-1 0,-24-25,-1-24,1-1,-1-24,-49-1,50-24,-50 25,0 24,0 1,-25-1,0 50,-49 0,24 0,1 0,-1 25,1 0,49 24,-25 1,25-25</inkml:trace>
  <inkml:trace contextRef="#ctx0" brushRef="#br0" timeOffset="59761.41">3076 5680,'-25'-25,"25"25,0 75,0-1,0-49,0 25,0-1,0 51,0-26,0 0,0 1,0-26,0 1,0-25,0 24,0-73,50-1</inkml:trace>
  <inkml:trace contextRef="#ctx0" brushRef="#br0" timeOffset="60550.46">3870 5879,'0'-50,"0"25,0 25,-25 0,25 25,-74 25,74-25,-50 24,50 1,-25-25,25 24,0-24,0 25,50-50,-1 49,26-49,-1 0,1 0,-26 0,1-49,0-1,-50 25,0-24,0-1,0 25,0 0,-50-24,0 49,-24 0,-25 0,-1 25,76-25,24 74,0-49,49-25</inkml:trace>
  <inkml:trace contextRef="#ctx0" brushRef="#br0" timeOffset="61059.49">4564 5904,'-24'0,"24"0,-25 0,25 49,-50 1,50-25,0-1,0 1,50-25,-25 0,-1 0,26 0,0-25,-26 25,-24-49,50 24,-50-25,0 26,0-1,0-25,-25 50,-49-25,-1 25,1 0,0 0,-1 25,26 25,24-25</inkml:trace>
  <inkml:trace contextRef="#ctx0" brushRef="#br0" timeOffset="61728.53">2183 5978,'-25'0,"-24"0,49 25,-50 24,50-24,0 0,0 25,0-26,25 26,25-50,24 0,0 0,1 0,24 0,-49-50,-1 26,-49-26,0 25,0 0,0-24,0 24,-74 25,-1 0,1 0,0 0,24 0,25 25,25 24,0 1,0-25,50-25</inkml:trace>
  <inkml:trace contextRef="#ctx0" brushRef="#br0" timeOffset="62656.58">5333 5953,'-49'0,"98"0,75 0,25 0,74 0,1 0,24 0,-25 0,0 0,-24 0,-26-25,-73 25,-26 0,-24 0,-50-24,-25 24</inkml:trace>
  <inkml:trace contextRef="#ctx0" brushRef="#br0" timeOffset="62964.6">6995 5755,'-49'0,"73"0,26 24,24-24,1 50,-1-50,26 0,-51 0,1 25,-25-25,49 0,-74 25,-25 49,0-74,-49 50,24-1,1-24,-26 25,51-50,24 49,0-24</inkml:trace>
  <inkml:trace contextRef="#ctx0" brushRef="#br0" timeOffset="63504.63">8335 5631,'-25'0,"0"0,0 0,-24 0,24 49,-25-24,1 25,-1-26,-24 26,24-25,25-25,-24 50,24-50,25 0,49 0,-24 0,25 0,-1 0,51 0,-26 0,1 0,-1 0,-24 0,-1 0,-24 0,25 0,-75 0</inkml:trace>
  <inkml:trace contextRef="#ctx0" brushRef="#br0" timeOffset="63773.64">8186 5581,'-25'0,"25"-25,0 75,0-1,25 1,-25 0,0 24,0 1,25-26,-25 1,0-1,0 1,0-25</inkml:trace>
  <inkml:trace contextRef="#ctx0" brushRef="#br0" timeOffset="67389.85">3151 1017,'0'25</inkml:trace>
  <inkml:trace contextRef="#ctx0" brushRef="#br0" timeOffset="68392.89">4341 1067,'0'0</inkml:trace>
  <inkml:trace contextRef="#ctx0" brushRef="#br0" timeOffset="69271.95">3126 1042,'0'25</inkml:trace>
  <inkml:trace contextRef="#ctx0" brushRef="#br0" timeOffset="69862.98">4242 1166</inkml:trace>
  <inkml:trace contextRef="#ctx0" brushRef="#br0" timeOffset="71680.09">3200 1116,'-25'0,"50"0</inkml:trace>
  <inkml:trace contextRef="#ctx0" brushRef="#br0" timeOffset="73486.2">3101 6796,'0'0,"0"50,0-25,0 25,0-1,0 26,0-1,0 0,0 1,0-1,0-49,0 25,0-26,0-24,0-74,0 24,0 50,0-49</inkml:trace>
  <inkml:trace contextRef="#ctx0" brushRef="#br0" timeOffset="74364.25">4044 6871,'0'-25,"-50"25,25 0,25 0,-50 25,50 25,-49-26,49 26,-25 24,25-49,0 0,0 25,0-26,0 1,0-25,50 0,-26 0,26 0,-25-49,25 24,-50 0,49 25,-49-99,25 99,-25-50,0 25,50 25,-50-24,0-26,-25 0,0 1,-49-26,24 75,50-25,-25 25,-25 0,50 0,0 50,25-50</inkml:trace>
  <inkml:trace contextRef="#ctx0" brushRef="#br0" timeOffset="75189.3">4614 6796,'0'-24,"0"24,0 74,0-49,0 25,0-1,0 1,0 49,0-49,0-1,0-24,0 25,-50-1,50-49,0-49,0 24</inkml:trace>
  <inkml:trace contextRef="#ctx0" brushRef="#br0" timeOffset="76471.37">2431 6896,'0'-25,"-25"25,1 0,-26 0,50 0,-25 50,25-1,0-24,0 0,-49 24,49 1,0 0,0-1,0-24,0 25,24-50,-24 24,25-24,25 0,-1 0,-24 0,0 0,25-49,-50 24,49-25,-49 26,50-1,-50-25,49 50,-49-49,0-1,0 25,0-24,-24 24,-26 25,0 0,1 0,24 0,-25 0,50 0,0 25</inkml:trace>
  <inkml:trace contextRef="#ctx0" brushRef="#br0" timeOffset="77612.42">5433 6995,'-25'0,"-25"0,50 25,0 0,25-25,0 49,0-49,49 0,0 0,26 0,24 0,24 0,-24 0,25 0,-49 0,-26 0,-24 0,-1 25,-24-25,0 0,-25 0,0-50</inkml:trace>
  <inkml:trace contextRef="#ctx0" brushRef="#br0" timeOffset="77912.45">6400 6945,'-50'0,"26"0,24 25,49-25,1 25,-1-25,1 0,49 50,-24-50,-1 0,-49 0,-25 24,25-24,-25 50,0 0,-25-1,-25 26,-24-51,24 26,1-25,-1-25,50 49,-25-49,50 0,25 0</inkml:trace>
  <inkml:trace contextRef="#ctx0" brushRef="#br0" timeOffset="78789.5">7442 6772,'0'24,"0"26,0-25,0 0,0 24,0-24,0 0,0-25,25 0,24 0,-24 0,0 0,49 0,-49 0,-25 50,0-1,0-24,-25 0,25 24,-25-49,25 50,-49-50,-1 0,1 0,49 0,24-50</inkml:trace>
  <inkml:trace contextRef="#ctx0" brushRef="#br0" timeOffset="79119.52">7566 6846,'0'0,"-50"0,100 0,-25 0,24 0,1 0,24-50,-24 50,-1 0,-24 0,25 0,-50 0,0 25</inkml:trace>
  <inkml:trace contextRef="#ctx0" brushRef="#br0" timeOffset="86810.96">1761 1836,'25'0,"25"0,-25 0,49 0,-49 0,25 0,-1 0,1 0,-1 0,1 0,49 0,-24 0,-1 0,25 0,25 0,25 0,-25 0,25 0,0 0,-25 0,25 0,-25 0,24 0,-24 0,1 0,-26 0,0 0,0 0,0 0,1-25,-26 25,-24 0,-1-25,1 25,-1 0,-49-50,50 50,0 0,-1 0,-49-24,50 24,-25 0,0 0,24 0,-74 0</inkml:trace>
  <inkml:trace contextRef="#ctx0" brushRef="#br0" timeOffset="88536.06">3200 7838,'0'-49,"0"73,0 1,0 50,0-1,0 25,0 50,0-50,0 1,0-26,0 0,0-49,0 0,0 0,25-25,-25 0,50-25</inkml:trace>
  <inkml:trace contextRef="#ctx0" brushRef="#br0" timeOffset="89204.1">3820 8037,'0'-25,"0"50,0 0,0 49,0 0,0 1,0-1,0-24,0-1,0 1,0 0,0-1,0-24,0-25,0 0</inkml:trace>
  <inkml:trace contextRef="#ctx0" brushRef="#br0" timeOffset="95324.45">4639 8062,'0'-25,"-25"25,-25 0,26 0,-1 0,-25 0,1 0,24 0,-25 74,25 1,25-51,0 26,0 24,0-24,0 0,0-26,25 26,0-50,25 25,-26-25,1 0,25 0,-25 0,-1 0,26 0,-25-50,24 1,-24 24,-25-50,75 26,-75-1,0 1,0-1,0 0,0 26,-50-26,25 50,0 0,-49 0,24 0,-24 0,0 0,-26 25,-24 24,50 1,0 0,49-1,25 26,-50-51</inkml:trace>
  <inkml:trace contextRef="#ctx0" brushRef="#br0" timeOffset="96155.49">2506 8210,'-50'0,"50"-49,-25 49,0 0,-49 25,49 24,-24 26,24-1,25-24,0-1,0-24,0 25,0-26,25-24,-1 25,26-25,0 0,-1 0,1 0,-1 0,-24-74,-25 24,75 25,-75 1,0-51,0 26,0-1,0 25,-25-24,0 49,0 0,-49 0,24 0,1 24,-1-24,0 50,50-25,0 24,0-24</inkml:trace>
  <inkml:trace contextRef="#ctx0" brushRef="#br0" timeOffset="97484.57">5631 8260,'50'0,"24"0,0 0,26 0,24 0,25 0,24 0,1 0,-1 0,-49 0,25 0,-74-25,-26 25,1 0,-50-25,-50 25,1-49</inkml:trace>
  <inkml:trace contextRef="#ctx0" brushRef="#br0" timeOffset="97792.59">6846 8012,'-74'0,"124"0,-1 0,1 25,24-25,25 0,26 74,-26-74,-25 0,1 50,-51-1,-24 1,-24-25,-51 24,1-24,-1-25,1 75,-1-75,26 24,49 26,49-50</inkml:trace>
  <inkml:trace contextRef="#ctx0" brushRef="#br0" timeOffset="98255.61">7888 7813,'-49'-24,"24"24,25 0,-50 24,1 26,24 0,-25-1,50 26,-25-26,25 1,0 0,0 24,0-24,25-26,25-24,49 75,-25-75,-24 0,0 0,-1 0,26-50,-75 1,0 24,0 0,-50 25,-24 0,-1 0,-24 0,-25 50,74-1,50-24,-24 0</inkml:trace>
  <inkml:trace contextRef="#ctx0" brushRef="#br0" timeOffset="100286.73">3151 1017</inkml:trace>
  <inkml:trace contextRef="#ctx0" brushRef="#br0" timeOffset="102883.88">3275 9128,'0'-25,"0"50,0 25,0 24,0 25,49-24,-49-1,0-24,0-1,0 1,0-25,0 0,25-25,0 0,0 0</inkml:trace>
  <inkml:trace contextRef="#ctx0" brushRef="#br0" timeOffset="103288.9">3795 9227,'-24'0,"24"0,0 25,0 50,0-26,0 1,0-1,0 1,24 24,-24-49,0 0,0 25,50-26,0-24</inkml:trace>
  <inkml:trace contextRef="#ctx0" brushRef="#br0" timeOffset="103632.92">4391 9103,'0'50,"0"0,0 24,0-24,25-1,-25 1,0 24,0-49,0 0,0 0,0 49</inkml:trace>
  <inkml:trace contextRef="#ctx0" brushRef="#br0" timeOffset="104773.99">2357 9351,'-25'0,"-25"0,1 0,49 50,-50-25,50 24,-49 26,49-26,0-24,0 0,0 25,24-50,26 24,0-24,24 0,0 0,1-24,-50 24,-1-100,-24 76,75-26,-75 0,0-24,0 24,0 1,0 24,-25 25,-25 0,-24 0,0 0,-1 25,26 24,-1 1,50 0,0-1,25-49</inkml:trace>
  <inkml:trace contextRef="#ctx0" brushRef="#br0" timeOffset="105862.05">5259 9401,'-25'0,"75"0,-1 0,1 0,24 0,26 0,48 0,-24 0,0 0,0 0,-24 0,24 0,-50-50,1 50,-1 0,-24 0,-1 0,1 0,-25 0,24 0,1 0,-100 0,50-24</inkml:trace>
  <inkml:trace contextRef="#ctx0" brushRef="#br0" timeOffset="106192.07">6499 9128,'-49'0,"24"0,50 0,24 25,1-25,24 50,1-50,-1 49,-24-49,-1 0,-24 0,25 25,-26-25,-24 50,0-1,-24-24,-51 25,1-50,-25 74,49-74,0 25,50 0,25-25</inkml:trace>
  <inkml:trace contextRef="#ctx0" brushRef="#br0" timeOffset="106648.09">7169 9103,'-50'0,"75"0,25 0,-1 0,1 0,0 0,24 0,-24 0,-26 0,1 0,-25-49,50 49,-50-25,0 25,0 50,-25 49,25 0,-50-25,50 1,-24 24,24-49,-50-1,50 1,-25-1,-24-24</inkml:trace>
  <inkml:trace contextRef="#ctx0" brushRef="#br0" timeOffset="109064.23">2456 10269,'0'-49,"0"73,0 1,0 25,0 24,0 25,0 25,0-24,0-1,0-25,0-24,0-1,0-24,0 0,0-25,0-25,0-24,0-26</inkml:trace>
  <inkml:trace contextRef="#ctx0" brushRef="#br0" timeOffset="110106.29">3200 10468,'50'0,"-50"-25,-25 25,-25 49,1 1,-26 24,75-24,-49-25,49 24,0-24,0 0,0 25,0-50,25 0,24 0,26 0,-26 0,1 0,-25 0,24-25,-24 0,25-25,-50 26,24-26,-24 25,0-24,0 24,0-25,-74 50,24 0,1 0,24 0,-25 25,26 25,24-26,24 26</inkml:trace>
  <inkml:trace contextRef="#ctx0" brushRef="#br0" timeOffset="110826.33">3919 10517,'-24'0,"-26"0,50 25,-25-25,25 50,-25-50,25 49,0-24,0 49,0-24,50-50,-25 0,0 25,24-25,1 0,0 0,-1 0,1-50,-1 1,-49 24,0-25,0-24,-49 74,-26 0,1 0,-1 0,1 0,24 0,50 25,0-1,75-24</inkml:trace>
  <inkml:trace contextRef="#ctx0" brushRef="#br0" timeOffset="111207.36">4688 10567,'-49'-25,"-1"25,1 0,-1 0,0 25,26 24,24 1,0 0,49-50,1 49,-1-49,1 0,24 0,-24 0,0 0,-26 0,26 0,-50-74,25 74,-25-75,0 51,0-1,-25-25,-25 50,1 0,-50 0,-1 0,1 50,74-25,25 24</inkml:trace>
  <inkml:trace contextRef="#ctx0" brushRef="#br0" timeOffset="112932.45">2332 1191,'-25'0</inkml:trace>
  <inkml:trace contextRef="#ctx0" brushRef="#br0" timeOffset="114883.57">2530 11485,'-49'-25,"49"50,0-1,0 26,0 24,0-24,0 0,0-1,25 1,-25-1,0-24,0 0,0 25</inkml:trace>
  <inkml:trace contextRef="#ctx0" brushRef="#br0" timeOffset="115512.6">3027 11534,'-25'0,"0"0,25 25,-50 0,50 24,-49-24,49 0,0 25,0-1,24-49,26 25,25-25,-1 0,0 0,1 0,-1 0,-24-99,-1 74,-49 0,25-49,-25 24,0 25,0 25,-49-49,-26 49,-49 0,25 25,25-25,-1 74,75-49,0 0</inkml:trace>
  <inkml:trace contextRef="#ctx0" brushRef="#br0" timeOffset="116456.66">3845 11385,'-25'0,"0"50,-24 0,49-26,-50 51,50-50,0-1,0 26,50 0,24-50,-24 0,-1 0,1 0,0 0,24 0,-49-75,-25 50,50 1,-50-26,0 25,0 0,-50-24,-24 49,-26 0,1 0,0 49,49-24,50 25,0-25</inkml:trace>
  <inkml:trace contextRef="#ctx0" brushRef="#br0" timeOffset="117224.7">4738 11311,'-50'-25,"50"50,0 25,0-1,0 26,0-1,0-24,0-1,0 1,0-1,25 1,-25-25,25-25,25 0,-50 0</inkml:trace>
  <inkml:trace contextRef="#ctx0" brushRef="#br0" timeOffset="118131.75">5581 10368,'-49'0,"98"0,51 0,24 0,49 0,26 0,24 0,-25 0,-24 0,-25-24,-50 24,-25 0,-24 0,-25-25,-25 25,-25 0,0 0,25-25</inkml:trace>
  <inkml:trace contextRef="#ctx0" brushRef="#br0" timeOffset="118423.77">6970 10071,'50'49,"24"-49,26 50,-26-50,-24 74,-1-74,-49 25,25-25,-25 25,0 25,-25-1,-24-24,-1-25,1 74,-26-74,1 50,49-50,25 25,0 49,74-74</inkml:trace>
  <inkml:trace contextRef="#ctx0" brushRef="#br0" timeOffset="118968.8">8236 10046,'0'-50,"-25"50,0-25,0 25,-49 0,24 0,0 25,1-25,-1 25,25 0,25 49,0-74,50 50,-25-50,24 25,1-25,-25 49,0-24,-25 25,0-25,0-1,0 26,-50-25,25-25,-24 74,24-74,0 0,-25 0,26 0,-1 0,25-49,0-1,0 25,74-49,-24 24,-1 1,26-26,-26 50,1-24,0 49,-1-50,-24 50</inkml:trace>
  <inkml:trace contextRef="#ctx0" brushRef="#br0" timeOffset="119592.84">5780 11509,'-25'0,"50"0,24 0,1 0,24 0,50 0,1 0,48 0,1 25,-1-25,1 0,-25 0,-50 0,-24 0,-26 0,-24 0,-25 0,-25 0</inkml:trace>
  <inkml:trace contextRef="#ctx0" brushRef="#br0" timeOffset="119906.85">7094 11361,'0'0,"25"24,25-24,49 25,-24-25,-1 0,-24 0,-26 0,51 0,-75 50,0-1,-25-24,0 25,-49-25,24 24,1-24,-26 25,50-50,25 49,0-24</inkml:trace>
  <inkml:trace contextRef="#ctx0" brushRef="#br0" timeOffset="120455.88">8186 11212,'0'-25,"-50"25,25 0,-24 0,-26 50,-24-1,50 1,24-50,25 49,0 1,0 0,49-50,1 0,24 0,-24 0,-25-25,49-25,-74 1,25 24,-25-25,0 75,0 0,0 24,0 26,0-26,0 1,0-25,0 24,0-24,0 0,-50-25,50 50,0-75</inkml:trace>
  <inkml:trace contextRef="#ctx0" brushRef="#br0" timeOffset="125157.15">2605 12452,'0'25,"0"24,0 1,0 0,0 24,0 0,0 26,0-26,0-49,0 0,25 24,49-49</inkml:trace>
  <inkml:trace contextRef="#ctx0" brushRef="#br0" timeOffset="125779.19">3324 12526,'-49'0,"-1"0,0 50,50 0,-49-1,49 26,0-26,0 1,0-25,25 49,-1-74,51 0,-26 0,1-25,0 0,-1-49,-49 24,50 1,-50-1,0-24,0 49,-25-25,-25 50,-24 0,-25 0,49 50,25-25,25 24,0-24,0-25</inkml:trace>
  <inkml:trace contextRef="#ctx0" brushRef="#br0" timeOffset="126897.25">3944 12378,'0'0,"0"24,0 26,-25 49,25-24,0-1,0 0,0 1,0-1,0-49,0 25,25-50,-25 0,50-25</inkml:trace>
  <inkml:trace contextRef="#ctx0" brushRef="#br0" timeOffset="128029.32">4738 12452,'0'0,"-74"0,49 50,-25-26,25 26,-24 0,49-26,0 1,0 25,0-25,0-1,25-24,-1 50,26-50,-25 0,24 0,1-25,0 25,-26-49,26 24,-25-25,-25 25,49-24,-49 24,0-25,-49 50,-1 0,-24 0,-1 0,1 0,24 0,1 25,49 0,-25 25</inkml:trace>
  <inkml:trace contextRef="#ctx0" brushRef="#br0" timeOffset="128954.37">5457 12626,'-49'0,"74"0,49 0,50 0,50 0,-1 49,26-49,-1 0,-24 0,-1 0,-24 0,-74 0,-26 0,-24 0,49-25,-98 1,-26 24,0-50</inkml:trace>
  <inkml:trace contextRef="#ctx0" brushRef="#br0" timeOffset="129216.39">6846 12502,'-74'0,"148"0,26 24,24-24,-50 50,1-50,-26 0,1 25,-25-25,-25 49,-25 1,-25-25,-24 24,-26 1,26-50,0 74,24-24,0-25,50 24</inkml:trace>
  <inkml:trace contextRef="#ctx0" brushRef="#br0" timeOffset="129534.4">7392 12626,'-198'0,"24"0</inkml:trace>
  <inkml:trace contextRef="#ctx0" brushRef="#br0" timeOffset="130366.45">7839 12303,'-50'0,"50"25,0 25,0-1,0 26,0-26,0 1,0-1,0-24,0 25,0-1,25-24,0-25</inkml:trace>
  <inkml:trace contextRef="#ctx0" brushRef="#br0" timeOffset="130702.47">8186 12502,'-50'0,"25"0,-24 0,49 49,-50-24,50 25,0-26,0 1,0-25,50 50,-1-50,1 0,0 0,-1 0,26 0,-26-50,-24 25,-25 1,50-51,-50 26,0 24,-25-25,-25 50,1 0,-26 0,26 25,-1 49</inkml:trace>
  <inkml:trace contextRef="#ctx0" brushRef="#br0" timeOffset="131116.49">8955 12179,'-75'0,"1"0,0 25,-1 0,26 49,-1-24,50-1,0 1,0 24,25-24,24 0,75-1,25-49,-50 50</inkml:trace>
  <inkml:trace contextRef="#ctx0" brushRef="#br0" timeOffset="131646.51">9401 12328,'0'-25,"0"25,-49 50,49-1,0 1,0 0,0-1,0 1,0-1,0-24,0 0,0-50,0 0,0 1,0-51,0 1,0-1,0 1,25 0,-25-1,49 25,1 1,-25 49,-1-25,51 25,-75 0,25 25,-25 49,0 1,49-1,-49 1,0-1,0-24,0-1,-25-24,25 25,0-26</inkml:trace>
  <inkml:trace contextRef="#ctx0" brushRef="#br0" timeOffset="131924.54">9501 12477,'0'-25,"-50"25,100 0,-1 0,26 0,-1 0,-24 0,-1 0,26 0,-51 0,-24 0</inkml:trace>
  <inkml:trace contextRef="#ctx0" brushRef="#br0" timeOffset="132254.56">9897 11807,'25'0,"25"0,-25 0,24 50,26-1,-51 50,26 1,-50-1,0 25,0-25,0 0,0 1,-25-1,-24-50,24 1,-25-25,25-25,-24 49,24-49,0 0</inkml:trace>
  <inkml:trace contextRef="#ctx0" brushRef="#br0" timeOffset="139780.99">2580 13543,'0'75,"0"-1,0 1,0 24,0 0,0-25,0 1,0-26,0-24,0 0,0 49,0-49,0-25</inkml:trace>
  <inkml:trace contextRef="#ctx0" brushRef="#br0" timeOffset="140261.01">3275 13767,'-25'0,"-25"49,1 26,49-26,-50-24,50 25,0-26,0 1,50-25,-1 0,26 0,-1 0,0 0,1-49,-26-1,-49 0,50-24,-50 24,0 1,-25-1,0 50,-49-49,0 49,-26 0,26 74,24-49,50 24,0-24,0-25</inkml:trace>
  <inkml:trace contextRef="#ctx0" brushRef="#br0" timeOffset="140757.04">4068 13643,'0'0,"0"24,0 26,-49 49,49-49,0-1,0 1,0 0,0 24,0-49,0 0,25-25</inkml:trace>
  <inkml:trace contextRef="#ctx0" brushRef="#br0" timeOffset="141199.07">4639 13469,'0'25,"0"49,0-24,0-1,25 1,-25 0,0 24,0-49,0 0,0 24,0-24,0 0,0 24</inkml:trace>
  <inkml:trace contextRef="#ctx0" brushRef="#br0" timeOffset="141889.11">5135 13965,'0'0,"99"0,50 0,25 0,24 0,-24 0,24 0,1 0,-26 0,-74 0,25 0,-74 0,-25 0,24-25,-73 25,-1 0,0-49</inkml:trace>
  <inkml:trace contextRef="#ctx0" brushRef="#br0" timeOffset="142159.13">6574 13791,'0'-24,"-50"24,50 0,74 0,1 0,-1 0,1 49,-1-49,0 25,-24-25,-25 50,-25-26,0 26,0 0,-50-26,1-24,-26 75,26-75,-1 74,0-24</inkml:trace>
  <inkml:trace contextRef="#ctx0" brushRef="#br0" timeOffset="142939.17">7467 13618,'0'-50,"0"75,0 0,0 24,0-24,0 50,24-26,-24-24,0 25,0-26,25 1,-25 25,50-50</inkml:trace>
  <inkml:trace contextRef="#ctx0" brushRef="#br0" timeOffset="143149.18">7839 13469,'0'50,"0"-1,0 1,0-1,0 26,0-1,0 1,0-1,0-24,49-1</inkml:trace>
  <inkml:trace contextRef="#ctx0" brushRef="#br0" timeOffset="143496.2">8632 13568,'-74'0,"-25"25,24 25,-24-1,50 26,-1-26,50 26,0-26,50 1,24 24,75-24,24-50,-24 49,-74-49</inkml:trace>
  <inkml:trace contextRef="#ctx0" brushRef="#br0" timeOffset="144066.24">9029 13568,'0'0,"0"75,0-26,0 1,25-1,-25 1,0 24,0-24,0-25,0 0,0 24</inkml:trace>
  <inkml:trace contextRef="#ctx0" brushRef="#br0" timeOffset="144756.27">8806 13643,'0'-25,"25"-25,24 50,-24 0,25 0,24-25,1 25,-1 0,-24 0,-1 0,1 0,-50 50,-25-25,-25 24,1 1,24-25,-49 24,49-49,0 50,-25-50,75 0,0 0,25 0,-1 0,26-25,-26 25,-24 0,25-49,-25 49,-25 24,24-24,-24 75,0-50,0 24,0 1,-74-25,49-25,0 74,-24-74,-1 25,25-25,-24 0,-1 0,25 0,25-25,50-25,49 1,0-26</inkml:trace>
  <inkml:trace contextRef="#ctx0" brushRef="#br0" timeOffset="145100.29">9625 13320,'0'-25,"24"25,51 0,-50 0,24 50,-24 0,25-1,-50 26,24 24,-24-25,0 1,0-1,0 0,-24-24,-26 24,-49-49,0 25,-25-1,49-49,26 50,-1-50</inkml:trace>
  <inkml:trace contextRef="#ctx0" brushRef="#br0" timeOffset="152405.71">2630 14833,'-75'-49,"75"98,0 1,0-1,25 26,-25-1,0-24,0 24,0 1,0-26,25-24,-25 50,0-51,49-24,-49-24</inkml:trace>
  <inkml:trace contextRef="#ctx0" brushRef="#br0" timeOffset="152802.73">3275 14759,'0'0,"0"25,0 24,0 26,0-1,0 25,0-24,0-1,0-24,0-1,0-24,24-25,-24 50,50-50,-50-50</inkml:trace>
  <inkml:trace contextRef="#ctx0" brushRef="#br0" timeOffset="153508.78">3895 14908,'0'0,"0"24,-25 26,25 0,0-1,-50 26,50-1,0-24,0-1,0 1,99 0,-49-50,0 0,-1 0,1-50,-25 0,-25 1,74-26,-74 26,0-26,0 1,0 24,0 25,-49-24,-26 49,26 0,-26 25,1-1,24 26,50-25,0 24</inkml:trace>
  <inkml:trace contextRef="#ctx0" brushRef="#br0" timeOffset="153994.79">4862 14883,'0'25,"0"-1,-50 26,50 24,-24 1,24-1,0-49,0 0,0 24,49-49,1 0,24 0,1 0,-1-24,-24-26,24 0,-49 1,-25-1,50-49,-50 49,0 1,-25-1,-25 50,-24-25,24 25,-24 0,-1 25,1 25,49-25,25 24</inkml:trace>
  <inkml:trace contextRef="#ctx0" brushRef="#br0" timeOffset="154760.84">6226 15056,'-74'0,"24"0,1 0,98 0,75 0,50 0,0 0,24 0,25 0,25-24,-24-26,-51 0,-74 50,-49-24,0 24,-26 0,-24-50,25 50,25 0,-50-25</inkml:trace>
  <inkml:trace contextRef="#ctx0" brushRef="#br0" timeOffset="155044.84">7665 14759,'74'0,"1"0,24 0,0 0,0 0,-24 25,-50-25,0 0,-25 49,49-24,-49 25,-25-1,1 1,-51-1,1-24,24 25,0-25,50 24,-24-49,24 25,0-25</inkml:trace>
  <inkml:trace contextRef="#ctx0" brushRef="#br0" timeOffset="155427.87">8732 14660,'-50'0,"50"49,0 1,25-1,-25 26,49-26,-49 1,0 0,50 24,-50-49,0 0,0 24,50-49</inkml:trace>
  <inkml:trace contextRef="#ctx0" brushRef="#br0" timeOffset="155794.91">8980 14660,'0'-25,"74"25,-24 0,-1 0,1 25,-25-1,-25 26,0 0,0 24,0 0,-50-24,-24 24,24-24,0 0,26-50,24 24,0-24,99-24,-25 24,1-25,-1 25,-24 0,24-50,-49 50,0 0</inkml:trace>
  <inkml:trace contextRef="#ctx0" brushRef="#br0" timeOffset="156087.91">10096 14461,'-50'0,"1"0,-1 75,-24 24,24 25,-24-25,49 0,25-24,0-26,0 1,25 24,24-49,26-25,24 0,25 0</inkml:trace>
  <inkml:trace contextRef="#ctx0" brushRef="#br0" timeOffset="156507.94">10592 14610,'-50'0,"1"0,-1 25,-24 24,24 1,0 49,50-49,0-1,0-24,0 25,50-50,0 0,24 0,1 0,-1 0,0-25,1-25,-50 26,-25-1,24 25,-24-75,0 51</inkml:trace>
  <inkml:trace contextRef="#ctx0" brushRef="#br0" timeOffset="156800.96">10766 14287,'0'-24,"49"24,1 0,-1 0,26 49,-50-24,-25 25,49 24,-49-24,0 24,0 25,-25 25,-24-24,-26-1,1-25,-25 1,-25-1,25-74</inkml:trace>
  <inkml:trace contextRef="#ctx0" brushRef="#br0" timeOffset="164332.37">2654 16073,'0'50,"0"0,0-1,0 26,0 24,0 25,0-50,0 1,0-26,0-24,0 25,0-25,0 24,50-49,-25 0</inkml:trace>
  <inkml:trace contextRef="#ctx0" brushRef="#br0" timeOffset="164966.43">3622 16049,'0'-25,"-25"25,25-25,0 25,-50 50,50-1,0 50,0 1,-49 24,49 0,0-50,0-24,0 24,0-24,0-1,0-24,0 0,0-25</inkml:trace>
  <inkml:trace contextRef="#ctx0" brushRef="#br0" timeOffset="165456.46">4292 16321,'-25'0,"0"0,0 0,-24 50,-26 25,26 24,-1-50,50 1,0 24,0-49,0 0,25-25,24 50,26-50,-1 0,1-25,-1 0,-24-25,-26 1,-24-1,50-49,-50 0,0 24,-50 26,1 49,-50 0,24 0,1 24,24 26,1 49,49-49,0 24,24-74</inkml:trace>
  <inkml:trace contextRef="#ctx0" brushRef="#br0" timeOffset="165844.47">5185 16073,'0'0,"0"75,-50-1,50 1,0-1,0 25,0 1,25-1,-25-50,0 1,0-25,0 24,0-24,0 0</inkml:trace>
  <inkml:trace contextRef="#ctx0" brushRef="#br0" timeOffset="166287.51">6102 16545,'-49'0,"98"0,100-25,25 25,24 0,1 0,-1 0,1-50,-75 50,-25 0,25-49,-50 49,-24 0,-50-25,-25 25,25-25,-50 25</inkml:trace>
  <inkml:trace contextRef="#ctx0" brushRef="#br0" timeOffset="166572.51">7491 16197,'-24'0,"24"0,49 50,26-50,24 50,-25-50,-24 49,-1-49,1 0,0 25,-50 0,0 74,-25-74,0 0,0 24,-49-24,24 25,25-25,25 24,-49-24</inkml:trace>
  <inkml:trace contextRef="#ctx0" brushRef="#br0" timeOffset="167494.57">8682 15949,'0'-49,"0"74,-25 24,25 26,0-1,0 0,0-24,0 24,0-24,0 0,0-1,0 1,0 0,0-50</inkml:trace>
  <inkml:trace contextRef="#ctx0" brushRef="#br0" timeOffset="168081.61">8955 16049,'0'-25,"0"-25,25 50,24-25,-24 25,25 0,24 0,-24 0,-1 0,-24 0,25 0,-50 25,-50 25,-24 24,-1-24,26 24,-1-49,0-25,50 74,50-74,24 0,1 0,-26 0,1 0,-25 0,25 0,-50 25,0 25,-50 0,0 24,1-24,-26-1,26-49,-1 50,0-50,-24 0,49 0,25-25,75-49</inkml:trace>
  <inkml:trace contextRef="#ctx0" brushRef="#br0" timeOffset="168357.62">10245 15776,'-25'0,"0"0,-25 0,1 25,-50 49,-1 25,26 0,0-24,74-26,0 1,0 24,0-49,99 25,0 0,50-50,-25 0,25 0</inkml:trace>
  <inkml:trace contextRef="#ctx0" brushRef="#br0" timeOffset="168694.64">10642 15925,'0'24,"-50"26,50 24,0 1,0-1,0 25,0-49,0 0,0-1,0-24,0 25</inkml:trace>
  <inkml:trace contextRef="#ctx0" brushRef="#br0" timeOffset="169003.66">10592 15949,'0'-49,"25"49,0 0,24 0,1 0,24 0,-49 25,-25 24,50 1,-50 24,0 1,-25 24,-25-25,25-24,-49 24,49-49,0 0,-24-25,24 0,0 0,-24 0</inkml:trace>
  <inkml:trace contextRef="#ctx0" brushRef="#br0" timeOffset="169565.69">11038 15627,'0'-50,"0"50,50 0,0 0,-1 0,1 0,49 50,-49-25,-25 49,24 1,-49-1,50 25,-50 0,0 25,-50 25,-24-25,-26-49,1 24,25-49,24-26,1 26,24-50,50-50</inkml:trace>
  <inkml:trace contextRef="#ctx0" brushRef="#br0" timeOffset="172047.84">2828 17314,'0'-25,"0"-25,-50 125,50-26,0 26,0-26,0 1,0 0,0-1,0-24,0 0,0-25,0 49,0-24,50 0,-25-25</inkml:trace>
  <inkml:trace contextRef="#ctx0" brushRef="#br0" timeOffset="172491.86">3523 17363,'0'-49,"24"49,-24 49,0 1,50-25,-50 24,0 26,0-50,0-1,0 26,0-25,0 0,25 24,74-49</inkml:trace>
  <inkml:trace contextRef="#ctx0" brushRef="#br0" timeOffset="172894.87">4267 17338,'0'25,"0"25,0-1,0 1,0 25,0-26,0 1,0-1,0 1</inkml:trace>
  <inkml:trace contextRef="#ctx0" brushRef="#br0" timeOffset="173397.91">5135 17388,'-74'25,"24"24,0-24,50 0,0 25,0 24,0-49,100 25,-26-26,25-24,0 0,-24 0,-1 0,1 0,-26 0,1-74,-50 0,0 24,-50 25,1-25,-51 50,1 0,-25 0,50 0,24 50,50-25,0 25,0-26</inkml:trace>
  <inkml:trace contextRef="#ctx0" brushRef="#br0" timeOffset="173794.94">6425 17611,'-25'0,"99"0,26 0,48 0,-24 0,25 0,-25 0,0 0,-49 0,-26 0,-24-49,-25 24,0 25,0-25</inkml:trace>
  <inkml:trace contextRef="#ctx0" brushRef="#br0" timeOffset="174064.95">7219 17413,'-25'0,"25"0,74 0,1 0,-1 49,25-49,25 0,-49 50,-26-50,-24 0,-25 50,0-25,-50 49,-24-49,-50 24,0 1,50 0,24-50,0 49,50 1</inkml:trace>
  <inkml:trace contextRef="#ctx0" brushRef="#br0" timeOffset="174454.97">8459 17264,'0'-50,"0"100,0 0,-25 24,25-24,0-1,0 1,0 0,0-1,0-24,0 0,0-25,50 0</inkml:trace>
  <inkml:trace contextRef="#ctx0" brushRef="#br0" timeOffset="174755.99">8831 17363,'0'0,"-50"25,25 25,-24-1,24 1,-25 0,26-1,24-24,-75-25,75 25,50-25,24 0,1 0,-1-25,-24 25,24-50,-49 50,-25-24</inkml:trace>
  <inkml:trace contextRef="#ctx0" brushRef="#br0" timeOffset="174956">8880 17487,'-24'-25,"24"25,0 25,0 25,0 0,0 24,0-24,0-1,0-24,0 25,0-26</inkml:trace>
  <inkml:trace contextRef="#ctx0" brushRef="#br0" timeOffset="175252.02">9501 17115,'-75'50,"1"-1,-26 26,26-1,-25-24,49 24,50-24,0 0,0-1,25-24,49-25,26 50,-26-50,25 0,-24-25</inkml:trace>
  <inkml:trace contextRef="#ctx0" brushRef="#br0" timeOffset="176406.08">10145 17016,'0'25,"-24"49,24 50,0-49,-25-1,25-24,0-1,0 1,0 0,0-75,25 25,24-50,-24 50,25-25,24 25,1 0,-1 0,-24 0,-1 0,-24 0,25 0,-75 0,0 0,25-49</inkml:trace>
  <inkml:trace contextRef="#ctx0" brushRef="#br0" timeOffset="176638.1">10269 17066,'-24'0,"24"0,24 0,26 0,0 0,-1-25,1 25,24 0,-49 0,-74 0</inkml:trace>
  <inkml:trace contextRef="#ctx0" brushRef="#br0" timeOffset="176824.11">9947 17462,'0'0,"74"0,1 0,-1 0,1-49,24 49,0 0,-24 0,-26-50,-24 50</inkml:trace>
  <inkml:trace contextRef="#ctx0" brushRef="#br0" timeOffset="177133.13">10815 16991,'0'0,"50"0,-1 0,26 50,-50-25,24 24,-49 26,25 24,-25 0,0-25,-25 1,-49 24,-50-24,-25 24,0-25,0-24,50-50</inkml:trace>
  <inkml:trace contextRef="#ctx0" brushRef="#br0" timeOffset="178646.21">4416 18380,'24'-49,"-24"24,0 50,0 24,0 1,0 24,0-24,0-25,0 0,0 24,-49-24,49 25</inkml:trace>
  <inkml:trace contextRef="#ctx0" brushRef="#br0" timeOffset="179112.24">5135 18207,'0'-25,"0"25,0 25,0 24,0 1,0-1,0 1,0 0,0-1,0-24,0 0,0 25,0-26</inkml:trace>
  <inkml:trace contextRef="#ctx0" brushRef="#br0" timeOffset="179517.26">5681 18231,'-25'0,"25"25,25 0,-25 25,0 24,0-24,0-1,0 1,0 0,0 24,0-24,0-26</inkml:trace>
  <inkml:trace contextRef="#ctx0" brushRef="#br0" timeOffset="179922.29">6202 18380,'0'0,"0"50,0-25,24 24,-24-24,0 25,0-1,0 1,0 24,-24-49</inkml:trace>
  <inkml:trace contextRef="#ctx0" brushRef="#br0" timeOffset="180471.31">7169 18628,'-25'0,"25"-24,-50 24,100 0,25 0,49 0,-25 0,25 0,25 0,-25 0,0 0,-50 0,-24-25,-26 25,-24 0,-24-50</inkml:trace>
  <inkml:trace contextRef="#ctx0" brushRef="#br0" timeOffset="180740.33">7863 18430,'-49'0,"49"-25,49 25,1 0,24 50,1-50,-1 49,1-49,-50 25,24 25,-49-1,-49 1,24 0,-25-26,25 1,-24 25,49-25,-25 24</inkml:trace>
  <inkml:trace contextRef="#ctx0" brushRef="#br0" timeOffset="181662.39">8632 18355,'0'-49,"0"74,-24-1,24 1,-25 50,25-51,0 1,0 25,0-25,0 0,0 24,0-24</inkml:trace>
  <inkml:trace contextRef="#ctx0" brushRef="#br0" timeOffset="182044.41">8930 18281,'0'0,"0"0,-50 74,50-49,0 0,50-25,-25 0,0 50,24-50,1 0,-1 0,-49 24,0 1,0 25,0-50,-49 25,24-25,0 0,-24 25,24-25</inkml:trace>
  <inkml:trace contextRef="#ctx0" brushRef="#br0" timeOffset="182292.42">9029 18281,'-25'0,"25"0,50 0,0 0,24 0,0 0,1 0,-1 0,1-50,-26 50,1 0</inkml:trace>
  <inkml:trace contextRef="#ctx0" brushRef="#br0" timeOffset="182636.44">9848 18529,'-75'0,"51"0,48 0,51 0,-1 0,1 0,24 0,25 0,-25 0,0 0,-49 0,-25 0,-25 0,0 0</inkml:trace>
  <inkml:trace contextRef="#ctx0" brushRef="#br0" timeOffset="182899.46">10269 18430,'25'0,"25"0,24 0,-24 49,0-49,-1 25,-24-25,-25 25,0 50,-25-26,-49-49,49 25,0-25,-24 74,49-24</inkml:trace>
  <inkml:trace contextRef="#ctx0" brushRef="#br0" timeOffset="183972.52">11038 18182,'0'-25,"0"25,-24 0,-51 50,1 49,24 0,1-25,49 1,0-25,0-1,0 26,49-51,26-24,49 50,-25-50,-25 0</inkml:trace>
  <inkml:trace contextRef="#ctx0" brushRef="#br0" timeOffset="184265.53">11485 18355,'-25'-49,"25"74,0-1,0 1,0 25,0-25,0-1,0 26,0 0,0-25,-49 24,49 1,24-100</inkml:trace>
  <inkml:trace contextRef="#ctx0" brushRef="#br0" timeOffset="184445.54">11460 18281,'0'-25,"50"-24,-1 49,1 0,24 0,-49-25,0 25,-25 25</inkml:trace>
  <inkml:trace contextRef="#ctx0" brushRef="#br0" timeOffset="184610.55">11460 18504,'0'-25,"50"25,-1 0,26-24,-26 24,1 0,0-50,-26 50</inkml:trace>
  <inkml:trace contextRef="#ctx0" brushRef="#br0" timeOffset="184872.57">11882 18008,'0'0,"49"0,1 0,0 0,-1 25,1 25,-50 24,49 0,-49 26,-24 24,-51 0,-24-25,-25 0,-25 0,0-24,1-26</inkml:trace>
  <inkml:trace contextRef="#ctx0" brushRef="#br0" timeOffset="188275.76">14933 620,'0'75,"0"49,0 0,0-25,0 25,0-50,0-24,0-1,0 1,49-50,-24 50,0-50</inkml:trace>
  <inkml:trace contextRef="#ctx0" brushRef="#br0" timeOffset="188604.78">15354 695,'0'0,"0"74,0 0,-49 1,49-1,0 1,0-26,0 1,25-25,-1-25,26 49,24-49,1 0,-1 0,-49-25,-25-49,0 49,0-24,-50 49,-24 0,-25 0,24 24,75 1,0 25</inkml:trace>
  <inkml:trace contextRef="#ctx0" brushRef="#br0" timeOffset="190472.89">16917 719,'-49'0,"-1"0,25 0,-24 0,24 0,-25 25,-24 0,-1 25,50-26,25 26,-49-25,49 24,0 1,49-50,26 0,-1 0,26 0,-26 0,-24 0,-26 25,26-25,-50 49,0 26,0-26,-25-24,0 25,-24-50,-26 25,26-25,-1 0,0 0,1 0,24-25,25 0,0-25,0 1,50-1,24-49,1 49,24-24,-25 24,-24 50,24-49,-49 49</inkml:trace>
  <inkml:trace contextRef="#ctx0" brushRef="#br0" timeOffset="191513.95">18182 769,'0'-25,"0"25,-25 50,-74 49,25 0,-25-49,49-1,0-49,-24 50,148-50,50-25,25 25,0-49,-50 49,0-25,-24 25,-1 0,-49 0,-25-50</inkml:trace>
  <inkml:trace contextRef="#ctx0" brushRef="#br0" timeOffset="191732.96">18356 769,'0'-25,"-25"25,25 25,0 25,0 24,0 25,0 0,0-24,0-26,0 1,0 0,0-1,0 1</inkml:trace>
  <inkml:trace contextRef="#ctx0" brushRef="#br0" timeOffset="192263.99">18877 893,'0'-50,"74"50,1 0,-26 0,-24 0,0 0,-25 25,49 25,-49 24,0 25,-49 50,-26-50,26-49,-1-25,1-25,24 49,74-49,51-24,-1 24,0-50,-25 50,1 0,-26-50,1 50,-25 0,-25-24</inkml:trace>
  <inkml:trace contextRef="#ctx0" brushRef="#br0" timeOffset="192548.01">19894 744,'0'0,"0"50,0-1,0 26,0-1,0 1,0 49,0-50,0-24,0-1,0-24,0 25</inkml:trace>
  <inkml:trace contextRef="#ctx0" brushRef="#br0" timeOffset="193833.08">15429 2629,'-50'75,"50"-1,0 25,0 25,0-49,0-26,25-24,-25 25,50-50,-26 49,26-49,-25 0,24 0</inkml:trace>
  <inkml:trace contextRef="#ctx0" brushRef="#br0" timeOffset="194318.11">16892 2530,'-24'0,"-26"0,0 50,-24-1,-1 51,1-26,24 25,50-49,-24-1,24-24,0-25,49 50,50-50,26 0,23-25,-48-25,24-24,-25 0,-50-1,1 26,-50-26,0 25,0 26,-74-26,-1 50,-49 25,-25-25,50 99,50-49,49-25</inkml:trace>
  <inkml:trace contextRef="#ctx0" brushRef="#br0" timeOffset="194845.14">18455 2604,'0'0,"-50"0,26 50,-26-25,25 25,25-1,-49-24,49 0,0 49,49-74,1 0,49 0,-25 0,26 0,-26-49,0-1,-49 25,-25 0,0-24,0 24,0 0,-49 25,-26 0,-24 0,-25 25,74-25,1 50,49-26,25-24</inkml:trace>
  <inkml:trace contextRef="#ctx0" brushRef="#br0" timeOffset="195205.16">19348 2530,'-74'50,"24"-26,0 26,1 0,49-1,-25 1,25-25,25 24,24-49,26 0,-1 0,1-24,-26-1,-24-25,25 25,-50-24,24 24,-24 0,0-25,-24 26,-26 24,-24 0,-1 0,-24 0,49 0,50 74,25-49</inkml:trace>
  <inkml:trace contextRef="#ctx0" brushRef="#br0" timeOffset="195519.18">20018 2480,'0'0,"-25"0,-49 50,24-25,0 49,25-49,25 0,0 25,0-26,50-24,25 0,-1 0,25-24,-24-26,-26 0,1 25,-50 1,0-26,0 0,0 26,-50 24,-74-50,0 50,-25 0,25 74,50 1,-1-26</inkml:trace>
  <inkml:trace contextRef="#ctx0" brushRef="#br0" timeOffset="-181578.55">11286 4961,'25'-25</inkml:trace>
  <inkml:trace contextRef="#ctx0" brushRef="#br0" timeOffset="-181150.53">11311 4787,'0'-25,"50"25,-50-24,0 24,0 49,-25 51,25-26,0 0,-50 26,50-1,0-25,0 1,0-1,0-49,0 0,0 24,25-24</inkml:trace>
  <inkml:trace contextRef="#ctx0" brushRef="#br0" timeOffset="-180563.5">11212 4837,'25'-50,"0"50,-1 0,51-25,-25 25,24 0,0-49,-24 49,0 0,-26 0,-24 25,0-1,-24 26,-26 49,-49-24,24 24,1-49,24 24,1-24,24-26,25 26,49-50,-24 0,25-50,-25 50,24-49,-24 49,0 0,0 0,-25 0,0 74,0-49,0 25,-25 24,-25-49,-24 24,49-49,-25 50,1-50,-26 0,51 25,48-75,51 1,49-51</inkml:trace>
  <inkml:trace contextRef="#ctx0" brushRef="#br0" timeOffset="-180159.47">12576 4812,'0'-25,"-24"25,-26-49,0 49,1 0,-1 24,0 26,-24 0,49 24,-24 1,-1-1,50 0,-25 26,25-51,0 1,0-25,50-25,24 49,1-49,-1 0,0 0,1-25,-1 25,1-49,-50 24,-25-49</inkml:trace>
  <inkml:trace contextRef="#ctx0" brushRef="#br0" timeOffset="-179874.46">12998 4837,'0'-25,"0"25,0 0,0 50,0-1,0 1,0 24,0 1,0-1,0-24,0 24,0-49,0 0,0 24,0-24</inkml:trace>
  <inkml:trace contextRef="#ctx0" brushRef="#br0" timeOffset="-179537.44">12899 4961,'-25'-50,"25"1,0-1,0 25,0 0,0 25,50-49,-26 49,1 0,50 0,-26 0,-24 0,25 49,-1-24,-24 25,-25 24,50 26,-50-26,0 25,-50 25,25-74,-49-1,49 1,-25-50,-24 25,24-25,1 0,24 0,-25 0,50 0,0-75,50 26</inkml:trace>
  <inkml:trace contextRef="#ctx0" brushRef="#br0" timeOffset="-179027.41">11138 5953,'24'-25,"26"25,49 0,25 0,75-49,-1 49,25 0,1 0,-76 0,51-50,-100 50,-24 0,-51 0,-24 0,-24 0,-51 0</inkml:trace>
  <inkml:trace contextRef="#ctx0" brushRef="#br0" timeOffset="-178690.39">11187 6077,'25'-25,"0"25,24 0,51-49,24 49,49 0,26-50,-26 50,51 0,-26 0,-24 0,-75 0,0 0,-49 0,-1-25,-73 25,-26 0</inkml:trace>
  <inkml:trace contextRef="#ctx0" brushRef="#br0" timeOffset="-177572.33">14387 5159,'-50'0,"75"0,25 0,-25 0,49 0,25 0,50 0,25 0,-25-24,-50 24,0 0,-25 0,-24 0,0 0</inkml:trace>
  <inkml:trace contextRef="#ctx0" brushRef="#br0" timeOffset="-177301.31">14486 5383,'75'0,"24"0,25 0,-25-25,50 25,-25 0,25-50,0 50,-75 0,-24 0,-26 0,-24-25,-24 25</inkml:trace>
  <inkml:trace contextRef="#ctx0" brushRef="#br0" timeOffset="-177032.29">15503 4986,'0'0,"25"0,0 0,24 25,1-25,0 99,-25-74,-25 24,74 26,-74-26,0-24,0 0,-25 24,0-49,-49 50,49-50,0 50</inkml:trace>
  <inkml:trace contextRef="#ctx0" brushRef="#br0" timeOffset="-176657.27">16818 4787,'-25'0,"-24"25,-1 25,-25-1,26 1,24-25,25 24,0-24,0 0,0-25,50 74,-1-74,51 0,-26 0,0-24,-24-1,0-25,-26 1,-24-1,50-24,-50 24,0 25,-74-49,-1 74,-24 0,0 0,-25 49,74 1,50-25,0 0,74-25</inkml:trace>
  <inkml:trace contextRef="#ctx0" brushRef="#br0" timeOffset="-176298.25">17810 4887,'50'0,"24"0,50 0,0 0,25 0,-25 0,25 0,-50 0,-25 0,-49 0,-25 0,0 0,-25 0</inkml:trace>
  <inkml:trace contextRef="#ctx0" brushRef="#br0" timeOffset="-175659.22">19298 4514,'0'-24,"-24"24,-51 0,1 0,-25 0,-25 49,24 1,1-1,74-24,25 0,0 25,0-26,25 1,49-25,26 0,24 50,-25-50,-25 0,-24-25,-50 0,50-24,-50 24,0 0,0-25,0 26,0-1,0-25,0 50,0 25,0 0,0 24,0 26,0-1,0 26,0 24,0-50,0 0,0 1,0-26,0 1,0 0,0-26,49-24</inkml:trace>
  <inkml:trace contextRef="#ctx0" brushRef="#br0" timeOffset="-174497.15">16619 5680,'-49'0,"74"-25,-1 25,26 0,25 0,-1 0,50 0,50-49,-1 49,26 0,-1 0,25 0,-49-50,24 50,1 0,-50 0,-50 0,-25-49,1 49,-50 0,-25-25,-25 25,-25 0,0 0</inkml:trace>
  <inkml:trace contextRef="#ctx0" brushRef="#br0" timeOffset="-174062.12">17116 5655,'-75'0,"50"0,50 0,25 0,-1 0,1 0,24 0,50 0,25 0,25 0,0 0,24 0,0 0,-24 0,0 0,24 0,-49-24,-50 24,-24 0,-26 0,26-25,-51 25,1 0,-74 0,-1 0</inkml:trace>
  <inkml:trace contextRef="#ctx0" brushRef="#br0" timeOffset="-168833.83">15553 6796,'0'-24,"0"-1,0 25,-25 49,25 1,-25 25,25-51,0 1,0 50,0-51,0-24,75 0,-51-24,26 24,-25-25,25 25,-26 0,1-25,25 25,-50 0,0 25,0 0,0 24,0-24,0 0,-50 24,25-24,1-25,-26 75,0-75,1 24,-26-24,50 50,1-50,48-50,26 1,0-26</inkml:trace>
  <inkml:trace contextRef="#ctx0" brushRef="#br0" timeOffset="-168474.81">15702 6747,'-25'0,"25"-25,-50 25,100 0,0-50,-1 50,26-24,49 24,-25-50,0 50,-25 0,-49-50,-25 75,0-25</inkml:trace>
  <inkml:trace contextRef="#ctx0" brushRef="#br0" timeOffset="-167963.78">16967 6524,'0'0,"-50"0,1 0,24 49,-50 50,26-24,24-1,25 26,-50-26,50 0,0-49,75 25,-1-50,25 0,25 0,25 0,-25-50,-49 1,-1-1,-74 25,0-24,0 24,-74 25,-1 0,-24 0,-50 49,0 1,75 24,74-24,0-25</inkml:trace>
  <inkml:trace contextRef="#ctx0" brushRef="#br0" timeOffset="-167268.75">17116 7119,'0'50,"0"-1,24 26,-24-26,75 1,-50-1,24 26,-24-26,25-24,-50 25,24-25,-24 24</inkml:trace>
  <inkml:trace contextRef="#ctx0" brushRef="#br0" timeOffset="-167049.72">17066 7516,'-50'0,"125"49,-26-24,1-25,24 75,1-75,-26 24,1-24,0 0,24 50,-49-50,0-25</inkml:trace>
  <inkml:trace contextRef="#ctx0" brushRef="#br0" timeOffset="-166892.72">17661 7516,'0'-25,"0"25,0 25,-49 24,49 1,-50 0,50-1,0 26</inkml:trace>
  <inkml:trace contextRef="#ctx0" brushRef="#br0" timeOffset="-166240.68">15627 7466,'0'-25,"-25"100,25-1,0 1,0-1,-24 25,24-24,0-1,0-24,0-1,0-24,0 25</inkml:trace>
  <inkml:trace contextRef="#ctx0" brushRef="#br0" timeOffset="-166007.66">15330 7937,'0'25,"0"0,0 0,24 25,-24-26,25 26,-25-25,0 0,0 24,50-49,-1 0,-49-25</inkml:trace>
  <inkml:trace contextRef="#ctx0" brushRef="#br0" timeOffset="-165721.65">15826 7764,'-25'25,"25"24,-50 26,1-1,-1 25,-49-24,0 24,24-25,26-49,49 0,49-25,26-25,-26-49</inkml:trace>
  <inkml:trace contextRef="#ctx0" brushRef="#br0" timeOffset="-159400.29">4366 2009</inkml:trace>
  <inkml:trace contextRef="#ctx0" brushRef="#br0" timeOffset="-158577.25">3771 2133,'24'0,"-24"0,25 0</inkml:trace>
  <inkml:trace contextRef="#ctx0" brushRef="#br0" timeOffset="-158050.22">3175 2332,'0'0</inkml:trace>
  <inkml:trace contextRef="#ctx0" brushRef="#br0" timeOffset="-157707.19">2580 2356,'50'0,"-1"0</inkml:trace>
  <inkml:trace contextRef="#ctx0" brushRef="#br0" timeOffset="-150565.78">17612 8310,'-25'0,"0"0,0 0,-24 49,24 1,-25-1,25 26,25-50,0-1,0 26,0-25,50-25,24 0,26 0,24-50,-25 1,0 24,-24-25,-51 1,-24-1,50 0,-50 1,-25-1,0 25,-49 25,0 0,-26 0,1 0,-25 50,74-25,50 24,0-24,100-25</inkml:trace>
  <inkml:trace contextRef="#ctx0" brushRef="#br0" timeOffset="-149984.75">18629 8012,'-25'-25,"25"75,0-1,0 1,0 24,0-24,0 0,0-1,0 1,0-1,0-24,25-25,-25 50,99-50,-74 0</inkml:trace>
  <inkml:trace contextRef="#ctx0" brushRef="#br0" timeOffset="-149717.75">18976 7913,'-25'0,"25"49,0 1,25 0,-25 24,0-24,0-1,25 1,-25-1,0 26,0-26,0-24,99 25,-74-50</inkml:trace>
  <inkml:trace contextRef="#ctx0" brushRef="#br0" timeOffset="-149357.72">19670 7913,'0'49,"-24"51,-1-26,25-24,-75 24,75-49,0 0,0-25,50 49,0-49,-1 0,1 0,24-49,-24 24,0-25,-50 1,49-1,-49-24,0-1,0 1,0 49,-25 25,-49-25,24 25,-49 0,-25 50,25 24,-50 1,25-1</inkml:trace>
  <inkml:trace contextRef="#ctx0" brushRef="#br0" timeOffset="-147865.63">14610 8855,'-24'0,"-26"0,25 50,25-1,-50 1,50 0,0 24,0-49,0 0,25 24,0-49,25 0,-1 0,26-49,-26 24,-24-25,-25 26,0-26,0 0,0-24,-25 24,1 25,-26 25,0-49,26 49,-26 0,50 25,-25 24,25-24,0 0,50-25</inkml:trace>
  <inkml:trace contextRef="#ctx0" brushRef="#br0" timeOffset="-147535.62">15255 8682,'0'74,"-25"0,25 1,0-1,0 1,0-1,0 1,0-26,0-24,25 0,0-25,25 0,-1 0</inkml:trace>
  <inkml:trace contextRef="#ctx0" brushRef="#br0" timeOffset="-147219.59">15652 8756,'0'0,"-50"0,50 50,-24-26,-26 26,50 24,-25-49,25 0,0 25,50-25,-1-25,26 0,24 0,-24-50,-26 0,26 1,-75-1,24 0,-24-49,0 25,-49 24,-1 50,1 0,-1 0,-24 0,24 25,25 25,25-26,25 26</inkml:trace>
  <inkml:trace contextRef="#ctx0" brushRef="#br0" timeOffset="-146979.58">16347 8334,'-25'-24,"25"48,0 26,0 24,25 1,-25-1,24 25,-24-24,50-1,-50 1,50-1,-50 1,0-26</inkml:trace>
  <inkml:trace contextRef="#ctx0" brushRef="#br0" timeOffset="-146417.54">14635 9922,'-25'0,"25"0,50 0,0-25,49 0,74-24,51-51,24 26,0-25,25 0,-1 24,-24 1,-24-25,-125 99,-74-25,-25 25,-25 0,-25 0</inkml:trace>
  <inkml:trace contextRef="#ctx0" brushRef="#br0" timeOffset="-145885.51">17091 9004,'-50'50,"100"-50,74 0,74-25,75-50,124 26,-25-1,25-24,0 24,49-24,-98 24,-51 1,-49 49,-99-75,-99 75,-100 0,0 0,-24 0</inkml:trace>
  <inkml:trace contextRef="#ctx0" brushRef="#br0" timeOffset="-144235.42">18232 10244,'-25'0,"25"0,-50 50,50 0,0-1,-24 1,24-1,0 1,0-25,0 0,0-25,49 0,1 0,-25 0,-1 0,26 0,0 0,-26 0,-24 24,50 26,-50 0,0-1,-25 1,0-1,-24-24,24-25,25 25,-50-25,50 0,0-50</inkml:trace>
  <inkml:trace contextRef="#ctx0" brushRef="#br0" timeOffset="-144048.41">18133 10492,'-50'-49,"50"24,0 0,25 25,24-74,51 49,-1-25,25 1,0-1,-25 1,0 24,-49-25,-25 25</inkml:trace>
  <inkml:trace contextRef="#ctx0" brushRef="#br0" timeOffset="-143756.39">18926 9897,'0'0,"-24"50,24 24,-25 1,25-1,-50 0,50 1,0-1,0-24,25-1,25-49,-1 25,26-25,-1 0,50-25,-74-24,-26 24,-24 0,0-24,0 24,0 25,-24-50,-51 50,1 0,-1 50,-24 24,50-24,-1-1,50 26,-50-50</inkml:trace>
  <inkml:trace contextRef="#ctx0" brushRef="#br0" timeOffset="-143417.37">17364 11683,'-25'0,"74"0,125-74,25 24,24-49,25 24,0-24,-50-25,26 25,-51 24,-49 26,-74 49,-1-25,-49 25,-24 0,-26 50,0-50</inkml:trace>
  <inkml:trace contextRef="#ctx0" brushRef="#br0" timeOffset="-143179.36">17612 11609,'0'24,"49"-48,175-26,-1-49,0 24,75-24,-25-25,-25 25,-25-25,-74 49,-50 26,-50 49,-73 49</inkml:trace>
  <inkml:trace contextRef="#ctx0" brushRef="#br0" timeOffset="-138490.09">19546 9847,'0'-49,"0"24,-24 25,24-25,-25 25,0 0,-25-49,26 49,-1 0,-25-25,25 25,-24 0,24 0,0 0,25-25,-25 25,-49 0,24 0,26 0,-26 0,0 0,1 0,24 0,-25 0,25 50,1-50,-26 0,25 24,-24-24,49 25,-50-25,25 50,0-50,-49 25,0-25,49 49,-25-49,25 0,25 25,-49-25,24 0,25 25,-50-25,26 0,24 49,-25-49,-25 25,25-25,25 50,-24-50,-26 25,25 0,-24 24,24-49,25 25,-25-25,25 50,-50-1,50 1,-24-1,24 1,-50-25,50 0,0 24,0 1,0-25,0 24,0-24,0 0,0 0,0 24,0 1,0-25,0 24,0-24,25 0,-25 49,25-49,-25 0,0 24,24-49,-24 25,50 0,-50 25,25-50,-25 25,25-25,-25 24,49 26,-24-25,-25 24,50-49,-26 25,1-25,25 25,-1-25,-24 0,74 50,-74-50,0 0,25 0,-26 0,1 0,25 0,-25 0,-1 0,1 0,25 0,-25 0,24 0,50-75,-49 75,25-49,-1 49,-24-50,-1 50,-24-25,25 25,-26-49,26 49,-25-25,0 25,24-50,-24 50,25-74,-26 24,26 25,-25 25,0-49,49-1,-49 25,-25-24,49 49,-49-75,25 50,-25 1,0-26,25 25,-25 0,0-24,0-1,0 1,0-1,0 0,0 26,0-1,0-50,0 51,0-1,0-25,-50 25,50 1,-24 24,24-50,-25 0,-25 25,25-24,-24-1,-1-24,25 74,25-25,-49 25,24 0,25-25,-25 25,-24 0,-1 0,25 0,-24 0,24 50,0-50,25 25,0-1</inkml:trace>
  <inkml:trace contextRef="#ctx0" brushRef="#br0" timeOffset="-125345.34">14437 10071,'0'0,"49"-25,-24 25,25 0,-25-25,-1 25,26 0,-50-50,50 50,-26-24,26 24,0-50,-26 50,1 0,-25-25,50 25,-25 0,-1 0,-24-25,50 25,0 0,-50-24,49 24,1 0,-50-50,49 50,26 0,-50 0,-1 0,-24-25,50 25,-25 0,0 0,-25-25,49 25,-24 0,0 0,-25-49,49 49,1 0,-50-25,25 25,25 0,-50-25,24 25,26 0,-25 0,-25-49,49 49,26-25,-26 25,-49-25,50 25,-25 0,-25-50,49 50,-24 0,0 0,25-24,-26 24,26-50,0 50,-26 0,1 0,-25-25,25 25,25 0,-26-49,26 49,-50-25,74 25,-24-25,0-25,24 26,-24 24,-50-50,25 50,-1 0,-24-25,50 25,-25 0,-25-25,0 25</inkml:trace>
  <inkml:trace contextRef="#ctx0" brushRef="#br0" timeOffset="-118439.94">19844 7764,'-25'0,"25"-25,0 0,50-24,-50 24,50-25,-50 25,49-24,-49 24,50 25,-50-25,0 25,-75 50,1-25</inkml:trace>
  <inkml:trace contextRef="#ctx0" brushRef="#br0" timeOffset="-118102.92">19174 7913,'0'0,"0"-25,25-25,74 1,-74 49,25-75,-25 75,-25-25</inkml:trace>
  <inkml:trace contextRef="#ctx0" brushRef="#br0" timeOffset="-117704.9">18703 8086,'0'0,"0"0,0-24,25 24,-25-50,49 50,-24-25</inkml:trace>
  <inkml:trace contextRef="#ctx0" brushRef="#br0" timeOffset="-117262.88">17860 8384,'-50'0,"50"-25,0-24,25 49,-25-25,50 25,-50-50,49 50,-24 0</inkml:trace>
  <inkml:trace contextRef="#ctx0" brushRef="#br0" timeOffset="-116707.84">16446 8706,'0'-24,"0"24,0-25,74 25,-74-25,50 25,-50-50</inkml:trace>
  <inkml:trace contextRef="#ctx0" brushRef="#br0" timeOffset="-116324.82">15677 8880,'0'-25,"25"25,-25-25,49 25,-24 0,-25-24</inkml:trace>
  <inkml:trace contextRef="#ctx0" brushRef="#br0" timeOffset="-115942.8">15032 9203,'0'0,"0"-25,74 25,-74-25,50 25</inkml:trace>
  <inkml:trace contextRef="#ctx0" brushRef="#br0" timeOffset="-115552.78">14486 9302,'0'-50,"50"1,24 24,1 25,-26-50</inkml:trace>
  <inkml:trace contextRef="#ctx0" brushRef="#br0" timeOffset="-114802.74">13593 9674,'50'-50,"0"25,24-74,50 0,-25 49,-49 1,-25 49,24-25,1 25</inkml:trace>
  <inkml:trace contextRef="#ctx0" brushRef="#br0" timeOffset="-114570.72">13792 9624,'0'-25,"49"-49,1 49,-25 25,24-49,-24 49,0 0,-25-25</inkml:trace>
  <inkml:trace contextRef="#ctx0" brushRef="#br0" timeOffset="-114157.7">13693 9376,'-25'0,"0"50,-25-1,26 1,24 24,-75-49,75 0,0 25,0-26,25-24,0 0,0 0,24 0,1 0,-1 0,1 0,0 0,-1 0,-24 25</inkml:trace>
  <inkml:trace contextRef="#ctx0" brushRef="#br0" timeOffset="-112971.63">13246 9947,'0'-50,"-50"50,26-50,-26 50,0 0,50 25,-49 25,49-25,-25 24,25-24,0 0,-50-25,50 50,0-1,25-49,25 0,-25 0,24 0,1 0,-25 0,-1 0,26 25,-25-25,-25 50,49-1,1 1,-50-1,0 1,-25-50,0 0,1 0,24-25,-25 25,25-49,0-1,0 25,0-49,0 24,0 1,0 24,0-25,49 25,-49 0,0-49,0 49,-24 0,-1-49,-25 49,25-24,-24 24,-1 25,1 0,-1 0,25 0,0 25,-24 49,-1 0,1 75,49-25,-75 75,75-50,-49 49,49-24,0-75,49-25,-24 1,25-51,-1-24,1 50,49-50,0 0,-24-74,49-1,0-24,0-25,-25-25,-49 25,-50 25,0-25,0-50,0 1,-25-1,-50 50,1 50,-25 24,24 50,1 0,24 0,1 25,-26 0,26 74,-1 0,50 75,-74 24,74-74,0 25,0-25,0-50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3-16T04:04:39.028"/>
    </inkml:context>
    <inkml:brush xml:id="br0">
      <inkml:brushProperty name="width" value="0.05292" units="cm"/>
      <inkml:brushProperty name="height" value="0.05292" units="cm"/>
      <inkml:brushProperty name="color" value="#FF0000"/>
    </inkml:brush>
  </inkml:definitions>
  <inkml:trace contextRef="#ctx0" brushRef="#br0">2406 744,'0'-49,"-49"73,49 26,0-25,-25 74,25-49,0-1,-50-24,50 25,0-1,0-24,25-25,-25-25,25 25,-25-25,50 25,-26 0,-24-49,75 49,-26 0,-24 0,-25 25,25-25,-25 49,0 1,0-1,0 1,0 24,-25-74,0 50,-24-50,49 25,-50-25,25 0,1 0,24-25,0 0</inkml:trace>
  <inkml:trace contextRef="#ctx0" brushRef="#br0" timeOffset="444.02">2382 769,'0'0,"49"0,26 0,-51 0,26-25,0 25,24 0,-24-49,-26 49,26 0,0-25,-50 25,-25 0,25 25</inkml:trace>
  <inkml:trace contextRef="#ctx0" brushRef="#br0" timeOffset="2896.16">2208 1786,'-25'0,"50"0,25 0,-26 0,26-50,0 50,24 0,-24 0,-26-24,1 24,50 0,-75-25,-25 25,0-50,25 100,-50 24,50 1,-24-1,24 25,-50 50,50-75,0 1,0-26,0 1,0-25,0 0,0-25,50 0,-50-25</inkml:trace>
  <inkml:trace contextRef="#ctx0" brushRef="#br0" timeOffset="3886.22">1613 2828,'-50'0,"75"0,0 0,49 0,25 0,50 0,-25 0,50 0,74-25,-25 25,25-50,0 50,-74 0,-25-49,-75 49,-49 0,-25-25,25 25</inkml:trace>
  <inkml:trace contextRef="#ctx0" brushRef="#br0" timeOffset="4581.26">1092 2208,'0'24,"25"-24,24 0,-24 0,25 0,-1-24,26 24,-26-25,1 25,-25 0,24 0,-24 0</inkml:trace>
  <inkml:trace contextRef="#ctx0" brushRef="#br0" timeOffset="4828.26">1290 2009,'0'25,"0"49,0-24,0 0,0-1,0 1,25 24,-25-49</inkml:trace>
  <inkml:trace contextRef="#ctx0" brushRef="#br0" timeOffset="5691.32">943 2034,'-50'0,"26"25,24 0,-50 24,50 1,0-1,-25-24,25 25,0-25,25-25,25 49,-1-49,1 0</inkml:trace>
  <inkml:trace contextRef="#ctx0" brushRef="#br0" timeOffset="6165.35">1489 1860,'0'-24,"24"24,1 0,25 0,-25 0,-1 0,26 24,-25 26,-25 24,0 26,0 24,0 0,-25-25,-25 25,-24 0,0-74,24-1</inkml:trace>
  <inkml:trace contextRef="#ctx0" brushRef="#br0" timeOffset="9465.54">3225 2133,'0'-25,"0"50,0 25,-50-50,50 74,0-24,0-25,0 24,75 1,-50-50,-1 0</inkml:trace>
  <inkml:trace contextRef="#ctx0" brushRef="#br0" timeOffset="9838.56">3448 2208,'0'24,"0"26,0-25,0 24,0-24,25-25,-25 25,25-25,24 0</inkml:trace>
  <inkml:trace contextRef="#ctx0" brushRef="#br0" timeOffset="10131.57">3721 2232,'-25'25,"25"50,0-51,0-24,25 0,25 0,24 0,-49 0,-25-24,25-26,-25 25,0 25,-75 0,26 0,-1 0,0 0,50 0</inkml:trace>
  <inkml:trace contextRef="#ctx0" brushRef="#br0" timeOffset="10460.59">3994 2009,'0'-25,"0"25,50 0,-50 25,74-25,-74 75,25-26,-25 1,0-1,0 1,-50 24,25-49,-24 25,24-50,25 25</inkml:trace>
  <inkml:trace contextRef="#ctx0" brushRef="#br0" timeOffset="12201.69">2952 1215,'0'25,"0"50,0-26,0-24,0 0,0-25,0 49,50-49</inkml:trace>
  <inkml:trace contextRef="#ctx0" brushRef="#br0" timeOffset="12501.71">3101 1290,'0'0,"0"49,0-24,50-25,-1 0,-49 0,25 0,-25-49,0 24,0 0,-25 25,0 0,-24 25,49 0</inkml:trace>
  <inkml:trace contextRef="#ctx0" brushRef="#br0" timeOffset="14279.81">2952 1091,'-25'0,"0"0,25 25,-49 0,49 49,-50-49,50 0,0 25,0-1,0 1,25-50,25 0</inkml:trace>
  <inkml:trace contextRef="#ctx0" brushRef="#br0" timeOffset="14759.84">3324 1042,'50'-25,"-1"25,-49 0,50 0,-50 74,25-24,-25 0,0-1,0 1,0-1,0 26,-50-1,1-24,-1-1</inkml:trace>
  <inkml:trace contextRef="#ctx0" brushRef="#br0" timeOffset="16146.92">1712 4118,'-25'0,"50"0,24 0,-24 0,50 0,24 0,50 0,24-25,1 25,24 0,1-50,-25 50,-26 0,-48 0,-26-49,0 49,-49 0,-25-25,25 25,25-25</inkml:trace>
  <inkml:trace contextRef="#ctx0" brushRef="#br0" timeOffset="19739.12">7615 719,'0'-49,"-24"49,24-25,0 25,0 74,0-24,-50 24,50 1,0-1,0 1,0-26,0 26,0-51,0 1,0 0,0-25</inkml:trace>
  <inkml:trace contextRef="#ctx0" brushRef="#br0" timeOffset="20377.16">8136 695,'0'24,"0"26,0 0,0 24,0 0,0-24,0 24,0-49,0 0,0 25,25-50,-25 49,25-49,0 0,24 0</inkml:trace>
  <inkml:trace contextRef="#ctx0" brushRef="#br0" timeOffset="21457.22">8632 744,'0'25,"0"25,25-1,-25 26,0-51,25 1,-25 25,0-25,0 24,50 1,-50-25,24-25</inkml:trace>
  <inkml:trace contextRef="#ctx0" brushRef="#br0" timeOffset="21980.25">9178 695,'0'49,"0"1,0 24,0 1,0-1,0 0,0-24,50 24,-50-49,0 0,0 25,24-50,-24 49</inkml:trace>
  <inkml:trace contextRef="#ctx0" brushRef="#br0" timeOffset="32466.85">7690 1860</inkml:trace>
  <inkml:trace contextRef="#ctx0" brushRef="#br0" timeOffset="33072.89">7690 1860,'0'-24,"0"-26,-25 50,0 0,-24 50,24 24,25 0,-50 1,50-26,0 26,0-26,0 1,0-25,0-25,50 74,-25-74,24 0,26 0,-1 0,-24-49,-1 24,26-25,-51 1,26-1,-50-24,0 24,0 0,0 1,-50-1,1 50,-1-25,-24 25,-1 0,1 0,24 50,26-25,24 24,0 1,0 0,24-50</inkml:trace>
  <inkml:trace contextRef="#ctx0" brushRef="#br0" timeOffset="33801.93">8285 1712,'0'0,"0"-25,0 74,0 1,0 0,0 24,0 25,0-49,0-1,0 1,0-25,0 24,0-24,0-25,0 25,25-25,25 0</inkml:trace>
  <inkml:trace contextRef="#ctx0" brushRef="#br0" timeOffset="34370.96">8756 1811,'-24'74,"-26"-24,25-1,-24 26,49-50,0-1,0 26,0 0,49-50,26 0,-26 0,1 0,-1-75,1 50,-50 1,25-26,-25 0,0 1,0-1,0 1,-25 49,-49-25,-1 25,1 0,24 25,25-25,25 74,0-49,25-25</inkml:trace>
  <inkml:trace contextRef="#ctx0" brushRef="#br0" timeOffset="34813.99">9401 1786,'-24'25,"-1"0,0 24,-25-24,50 0,-25 24,25 1,25 0,25-50,0 0,24 0,0 0,-24-25,-25 25,24-50,-49-24,0 24,0 25,0 1,-49 24,-26 0,-49 24,25 1,0 25,49-1</inkml:trace>
  <inkml:trace contextRef="#ctx0" brushRef="#br0" timeOffset="35579.03">7318 2704,'-50'0,"25"0,75 0,0 0,24 0,25 0,50-50,74 50,0 0,26-50,48 50,1 0,24 0,-24 0,-75 0,-49 0,-50-49,-75 49,-24 0,-25 0,0-50,0 25</inkml:trace>
  <inkml:trace contextRef="#ctx0" brushRef="#br0" timeOffset="36158.06">10443 1538,'0'0,"-49"0,24 0,0 0,-25 49,25 1,-24 25,-1 49,50-50,-49 0,49-24,0 0,24-26,1-24,50 50,-1-50,50 0,-25 0,-24 0,-26-25</inkml:trace>
  <inkml:trace contextRef="#ctx0" brushRef="#br0" timeOffset="36547.08">10766 1860,'-50'-49,"50"49,74 0,1 0,-1 0,1 0,-1 0,0 0,-24 0,-25 0,-25-25,0 25</inkml:trace>
  <inkml:trace contextRef="#ctx0" brushRef="#br0" timeOffset="36890.11">11237 1488,'0'-25,"25"25,-1 0,26 0,-25 0,25 0,24 25,-49 25,24-25,-49 24,50 26,-50-1,50 25,-50 1,0-26,-25 25,0-74,-25 25,1-50,-1 49,25-49,25 25</inkml:trace>
  <inkml:trace contextRef="#ctx0" brushRef="#br0" timeOffset="38100.17">7268 3944,'50'0,"-1"0,51 0,73 0,75 0,-25 0,125-25,-26 25,1 0,-26-74,-24 74,-50 0,-49 0,-50-50,-74 50,-26 0,-24-25,0 1</inkml:trace>
  <inkml:trace contextRef="#ctx0" brushRef="#br0" timeOffset="44009.51">15255 843,'-25'0,"25"0,0-24,0 48,0 26,-49 0,49-1,0 26,0-26,0-24,0 25,-25-50,25 49,0-49,0-25,74 25,-49 0,0 0,49-24,-24 24,0 0,-1-50,1 50,-25 0,-25 0,0-25</inkml:trace>
  <inkml:trace contextRef="#ctx0" brushRef="#br0" timeOffset="44391.53">15280 843,'-50'-49,"75"49,25 0,-25-25,24 25,-24 0,0 0,24-50,-24 50,0 0,-25 25</inkml:trace>
  <inkml:trace contextRef="#ctx0" brushRef="#br0" timeOffset="44712.55">15280 992,'0'0,"50"0,-26 0,26 0,-25 0,0 0,49-49,-24 49,-26 0,26 0,-75 0</inkml:trace>
  <inkml:trace contextRef="#ctx0" brushRef="#br0" timeOffset="45072.57">15875 819,'0'-50,"0"100,0 24,0-24,0-1,0 1,50-1,-50 1,0-25,0 24,25-49,-25 50,49-50</inkml:trace>
  <inkml:trace contextRef="#ctx0" brushRef="#br0" timeOffset="45388.59">15950 819,'0'-25,"-25"25,50 0,0 0,24-50,1 50,-1 0,1 0,0-25,-1 25,-24 0,0 0,-25 0,0 50</inkml:trace>
  <inkml:trace contextRef="#ctx0" brushRef="#br0" timeOffset="45621.6">16049 967,'0'0,"50"0,-1 0,-24 0,0-24,49 24,-24 0,-1 0,-24-25,25 25,-75 0</inkml:trace>
  <inkml:trace contextRef="#ctx0" brushRef="#br0" timeOffset="46491.65">15429 1761,'-25'0,"-49"0,74 50,-50-25,50 24,-25-24,25 0,0 24,0 1,25-50,49 0,1 0,-26 0,1-25,0-24,24-1,-49 25,-25 0,0-24,0 24,0 0,-25 25,-49 0,-26 0,1 0,-25 0,50 0,24 0,50 75,0-51,25-24</inkml:trace>
  <inkml:trace contextRef="#ctx0" brushRef="#br0" timeOffset="47120.68">16198 1587,'0'-24,"0"-1,0 25,49 0,-24 0,25 0,-1 0,1 0,-25 0,-25 25,0 24,0 1,-25 24,-25-24,26 24,-51 1,26-50,24-25,25 49,-50-49,75 0,25 0,-1 0,1 0,-1 0,51 0,-26-49,-24 49,-1 0,1-25,-25 25</inkml:trace>
  <inkml:trace contextRef="#ctx0" brushRef="#br0" timeOffset="47489.71">17488 1364,'0'-49,"0"49,-50 0,25 0,-49 74,-25-24,24 49,26 0,49-24,-50-26,50 1,25-1,24-24,51-25,48 50,1-50,-50 0</inkml:trace>
  <inkml:trace contextRef="#ctx0" brushRef="#br0" timeOffset="47862.73">17835 1637,'25'0,"24"0,26 0,-26-25,26 25,-50 0,-1 0,-24 0</inkml:trace>
  <inkml:trace contextRef="#ctx0" brushRef="#br0" timeOffset="48156.75">18331 1240,'25'0,"0"0,-1 0,26 0,-25 50,24-25,-24-1,-25 51,50-1,-50 1,0 24,-50 0,-49-24,-25 24,25-25,-50 1,0-26,25-49</inkml:trace>
  <inkml:trace contextRef="#ctx0" brushRef="#br0" timeOffset="48966.8">14759 2580,'-49'0,"49"24,49-24,1 0,49 0,50 0,24 0,26-24,49 24,25-50,-50 50,99 0,-49-50,-74 50,-75 0,-25 0,-74 0,-25 0</inkml:trace>
  <inkml:trace contextRef="#ctx0" brushRef="#br0" timeOffset="52482">14759 3919,'-25'0,"25"0,50 0,-25 0,24 0,26-25,49 25,0 0,49-49,51 49,-26 0,-24 0,-1 0,-49 0,-49 0,-26 0,1 0,-25 0,-25-25,25 25,24-25,-24 25,-25-49,50 49</inkml:trace>
  <inkml:trace contextRef="#ctx0" brushRef="#br0" timeOffset="60800.47">20241 496,'0'-50,"0"75,0 0,0 25,-25 49,25 0,0 0,-25-24,25-1,0 1,0-26,0-24,0 0,0-25</inkml:trace>
  <inkml:trace contextRef="#ctx0" brushRef="#br0" timeOffset="61197.5">20117 695,'0'-25,"25"-25,0 50,24-25,1 25,-1 0,1 0,0 0,-1 0,1 0,-50 25,25 25,-25 24,0 25,0 1,0-26,-50 0,0 1,-24-26,24 1,1-50,-1 25,25-25,1 0,-51 0,75 0,0-25,0-49</inkml:trace>
  <inkml:trace contextRef="#ctx0" brushRef="#br0" timeOffset="61684.52">21308 571,'0'-25,"-25"25,0 0,-49 25,24-1,0 26,-24 49,-25 0,49-24,0 24,50-49,0-26,0 1,0 25,50-50,0 25,24-25,25 0,-24 0,-1 0,1 0,-26-50,1 50,-50-25,-25 25</inkml:trace>
  <inkml:trace contextRef="#ctx0" brushRef="#br0" timeOffset="71277.07">20365 1736,'0'-49,"-25"49,25 49,-49-24,49 25,-75-1,75-24,0 0,-25-25,25 74,25-49,0-25,25 0,-1 0,26 0,24-25,-25 25,-24-49,24-50,-74 74,0 0,0 0,-25-24,-24 49,-26-50,-24 50,-25 0,25 0,25 25,24-25,50 74,0-24,25-50,49 25,25-25</inkml:trace>
  <inkml:trace contextRef="#ctx0" brushRef="#br0" timeOffset="72125.12">21109 1687,'-25'0,"25"-50,0 25,0 25,75-49,-50 49,-1 0,1 0,50 0,-75 49,0-24,0 25,0 24,-25 1,-25 24,25-50,-24 1,24 0,0-50,25 24,-49-24,73 0,51 0,-26 0,1 0,-25 0,49-49,-49 49,0 0,24 0,-24 0,0-25</inkml:trace>
  <inkml:trace contextRef="#ctx0" brushRef="#br0" timeOffset="72561.15">21853 1488,'0'-25,"0"25,-74 50,49 0,-25 24,26 25,24-49,-50 0,50-1,0-24,50-25,-1 25,26-25,24 0,-50 0</inkml:trace>
  <inkml:trace contextRef="#ctx0" brushRef="#br0" timeOffset="72896.16">21977 1712,'50'0,"-25"0,0-50,24 50,-24 0,25 0</inkml:trace>
  <inkml:trace contextRef="#ctx0" brushRef="#br0" timeOffset="73136.18">22126 1538,'0'25,"0"24,0 1,0 0,0-1,0-24,0 0,0 24,0-49</inkml:trace>
  <inkml:trace contextRef="#ctx0" brushRef="#br0" timeOffset="73461.2">22300 1339,'49'0,"1"0,-50 25,25 25,-25-1,0 26,0-1,0 1,-50-1,-24 25,24-24,-24 24,24-49</inkml:trace>
  <inkml:trace contextRef="#ctx0" brushRef="#br0" timeOffset="74353.25">19298 2778,'50'0,"49"0,75-74,74 74,50-75,49 75,75-49,-1 49,50-124,-98 124,-51-75,-124 75,-49-49,-74 49,-51 0,-24-25,-24 25,-26 0,25 0,25 49,-74-49</inkml:trace>
  <inkml:trace contextRef="#ctx0" brushRef="#br0" timeOffset="74990.28">19596 3820,'74'0,"26"0,73-99,51 49,73 0,26 1,-1-26,75 26,-75 49,26-75,-100 75,-75-49,-73 49,-76 0,-24 0,-24 0,-1 0,-25 0</inkml:trace>
  <inkml:trace contextRef="#ctx0" brushRef="#br0" timeOffset="81038.63">2282 3200,'0'49,"-24"1,24 0,0 24,0-24,0-26,0 26,0 0,0-1,24-24,26-25</inkml:trace>
  <inkml:trace contextRef="#ctx0" brushRef="#br0" timeOffset="81698.67">2605 3249,'0'-49,"0"49,0-25,49 25,1 0,0 0,-50 25,0 0,0 24,0 1,0-1,-25 1,0 0,-25-26,26-24,24 75,-25-75,74 0,1 0,24-25,1 25,24-50,25 50,-49-49,-1 49,0-25,1 25,-50 0</inkml:trace>
  <inkml:trace contextRef="#ctx0" brushRef="#br0" timeOffset="64869.54">5705 769,'0'-25,"0"0,-49 25,24 50,25 0,0-1,0 1,0-25,0-1,-50 26,50 0,0-26,25 26,50-50</inkml:trace>
  <inkml:trace contextRef="#ctx0" brushRef="#br0" timeOffset="65312.57">6053 670,'0'0,"0"25,-50 49,50-49,0 0,0 24,25-49,-25 25,49-25,26 50,-25-50,-26 0,1 0,25 0,-50 24,49-24,-49 25,0 0,-24-25,-1 50,0-50,-25 24,26-24,-1 0,25 50,-75-50</inkml:trace>
  <inkml:trace contextRef="#ctx0" brushRef="#br0" timeOffset="65589.58">6152 769,'-25'-25,"25"-24,0 49,25 0,25-25,-1 25,1 0,-1-50,26 50,-50 0,-1 0,-24-25,0 25,-24 0,-26 50</inkml:trace>
  <inkml:trace contextRef="#ctx0" brushRef="#br0" timeOffset="69047.78">7665 2977,'0'0,"0"-25,0 74,0-24,0 0,0 25,0-1,0 1,0-1,0 26,0-50,50-1,-50 26,0 0,24-26,26-24,-25 0</inkml:trace>
  <inkml:trace contextRef="#ctx0" brushRef="#br0" timeOffset="69542.81">8335 3125,'-50'0,"25"50,25 0,-49-26,49 26,0-25,0 24,0-24,25-25,-1 0,26 0,0 0,24-49,-49 24,24-25,-49 25,0 1,25-51,-25 50,0 1,-25 24,1-50,-51 50,1 0,-1 0,26 50,-1-26,50 1,0 25,0-25,50-25</inkml:trace>
  <inkml:trace contextRef="#ctx0" brushRef="#br0" timeOffset="70456.86">9029 2952,'0'-50,"0"50,0 50,0-1,0 1,0 0,0-1,0 26,0-51,0 1,0 25,0-25,0-1,0-24,50 0,-1 0,-24 0</inkml:trace>
  <inkml:trace contextRef="#ctx0" brushRef="#br0" timeOffset="70817.88">9451 2853,'0'-50,"0"100,0-26,0 26,0 24,0-24,0 0,0 24,0-24,0-26,0 26,0 0,0-50,50-25</inkml:trace>
  <inkml:trace contextRef="#ctx0" brushRef="#br0" timeOffset="72167.95">6797 3349,'0'24,"25"-24,-1 0,1 0,50 0,-1 0,0 0,1 0,-1-49,1 49,-26 0,1 0,-25 0,-50 0,0 0,-24 0,24 0</inkml:trace>
  <inkml:trace contextRef="#ctx0" brushRef="#br0" timeOffset="72547.98">7020 3200,'0'-25,"-25"25,0 0,-24 25,-1 24,1-24,-26 25,50-50,25 25,-49-25,74 0,24 0,26 24,-26-24,1 75,-1-75,26 25,-26-25,-24 0,25 49,0-49</inkml:trace>
  <inkml:trace contextRef="#ctx0" brushRef="#br0" timeOffset="73479.03">5854 3175,'0'25,"0"24,0-24,0 0,0 25,0-1,0 1,25-25,0-25,24 0</inkml:trace>
  <inkml:trace contextRef="#ctx0" brushRef="#br0" timeOffset="73817.05">6202 3125,'0'25,"0"0,0 25,0-1,0 1,0 24,0 1,0-26,0-24,0 0,0 24,24-49,26-49,-50-26</inkml:trace>
  <inkml:trace contextRef="#ctx0" brushRef="#br0" timeOffset="75931.17">5879 1960,'-25'0,"0"0,1 0,24 24,-75 51,50-26,25 1,-49 0,49-26,0 26,0-50,25 0,24 0,-24 0,0 0,24 0,1-74,-50 49,0 0,0-25,0-24,0 49,0 25,0-25,-74 25,49 0,0 0,-25 50,50-25,0 0,75 49,-26-74</inkml:trace>
  <inkml:trace contextRef="#ctx0" brushRef="#br0" timeOffset="76396.2">6375 1836,'0'-25,"0"25,-49 49,-1 1,0 24,-24-24,24 24,25-49,-24 0,49 25,25-75,24 25,-24-25,0 25,25 0,-26-50,26 50,-25 0,0 0,24 0,1 0,-25 0</inkml:trace>
  <inkml:trace contextRef="#ctx0" brushRef="#br0" timeOffset="76590.2">6375 2009,'0'-25,"0"50,0 25,25-25,-25-1,0 26,0-25,0 0,25 24,-25-24</inkml:trace>
  <inkml:trace contextRef="#ctx0" brushRef="#br0" timeOffset="77237.25">5259 2654,'50'0,"-1"0,26 0,73-25,26 25,0-49,24 49,1 0,24-50,-25 50,-24 0,-75-50,0 50,-74 0,0 0,-50 0,0 0</inkml:trace>
  <inkml:trace contextRef="#ctx0" brushRef="#br0" timeOffset="78235.31">5457 4018,'0'0,"25"0,25 0,24 0,50-24,0 24,75-50,24 50,25-50,-50 50,-24 0,-25-49,-75 49,-49 0,25 0,-50-50</inkml:trace>
  <inkml:trace contextRef="#ctx0" brushRef="#br0" timeOffset="80911.45">5656 3026,'0'-25,"-25"25,-25 25,50 25,-49 49,49 0,-50 0,50-24,0 24,0-49,25-1,0 1,24 0,1-50,0 0,24 0,25 0</inkml:trace>
  <inkml:trace contextRef="#ctx0" brushRef="#br0" timeOffset="81398.48">6425 2877,'-25'-24,"25"24,0 0,74 24,-74 51,25-1,-25 25,0 50,0-25,0 25,0-50,0 1,-25-1,-24-25,-1 1,25-51,1-24,24 50</inkml:trace>
  <inkml:trace contextRef="#ctx0" brushRef="#br0" timeOffset="82269.53">6648 3696,'0'-25,"0"25,0 75,0-26,0-24,0 0,0 24,0 1,0-50,0 25,50-25</inkml:trace>
  <inkml:trace contextRef="#ctx0" brushRef="#br0" timeOffset="82771.57">6648 3845,'-50'-50,"50"25,0 1,25 24,0-50,25 50,-50-25,24 25,1 0,0 0,25 25,-50 25,0-1,0-24,0 0,0 24,0 1,0-25,-50-25,50 49,-50-49,26 0,-26 0,0 0,75 0,0 0</inkml:trace>
  <inkml:trace contextRef="#ctx0" brushRef="#br0" timeOffset="91645.07">15478 2902,'0'0,"25"75,-25-26,0 26,0-1,0 0,0 1,-25-1,25 1,0-26,0 26,0-51,0 1,0 0,0-50,0-24,0-1,50 0,0 50,-26 0,1 0,25 0,-25 0,0 0,24-24,-24 24,0 0,-25-50</inkml:trace>
  <inkml:trace contextRef="#ctx0" brushRef="#br0" timeOffset="91988.09">15503 2977,'-25'0,"25"0,75 0,-1-25,-49 25,25 0,-1-50,-24 50,25 0,-1 0</inkml:trace>
  <inkml:trace contextRef="#ctx0" brushRef="#br0" timeOffset="92319.11">15553 3225,'49'0,"1"0,-25 0,25 0,-1 0,-24 0,0 0,49 0,-49-50,0 50,24 0</inkml:trace>
  <inkml:trace contextRef="#ctx0" brushRef="#br0" timeOffset="92694.13">16198 2977,'0'24,"0"26,0-25,0 0,0 24,0-24,0 0,0 24,0 1,25-25</inkml:trace>
  <inkml:trace contextRef="#ctx0" brushRef="#br0" timeOffset="93129.16">16198 3051,'0'-25,"0"0,0 25,49 0,-24-49,25 49,-25 0,-1 0,26 0,-25 0,0 25,-25 49,49-49,-49 24,0-24,0 0,0 0,-25 24,25-24,-74-25,49 75,0-75,-49 0,49 24,0-24,-24 0,49 0,25 0,-1 0,-24-49</inkml:trace>
  <inkml:trace contextRef="#ctx0" brushRef="#br0" timeOffset="101348.63">20415 2828,'0'25,"0"24,0 1,0-1,0 1,0 0,0 24,0-49,0 0,0 24,0-24,0 0</inkml:trace>
  <inkml:trace contextRef="#ctx0" brushRef="#br0" timeOffset="101790.65">20390 2927,'0'-25,"25"25,-1-25,26 25,-25 0,24-49,1 49,-25 0,0 0,-25 0,0 49,0-24,0 0,0 25,0-1,0 1,0-1,0 1,0-25,-75-25,50 49,1-49,-26 0,25 0,-24 0,24 0,25-24,0-1,25 25,24 0,-24-50</inkml:trace>
  <inkml:trace contextRef="#ctx0" brushRef="#br0" timeOffset="102391.69">20886 2877,'25'0,"-25"25,0 0,0 0,0 24,0 26,0-26,0-24,0 0,0 25,0-26,0 1,0-25,0-49,0 24,49 25,26-50,-50 50,-1 0,26 0,-25 0,0 0,24 0,-24 0,0 0,-25-25</inkml:trace>
  <inkml:trace contextRef="#ctx0" brushRef="#br0" timeOffset="102766.71">20960 2952,'0'-50,"25"50,-25-25,75 25,-51-49,1 49,25-25,-25 25,-1 0,-24-25,50 25,-50 0</inkml:trace>
  <inkml:trace contextRef="#ctx0" brushRef="#br0" timeOffset="103028.72">20936 3001,'24'0,"1"0,0 0,25 0,-26 0,26-49,-25 49,0 0,24 0</inkml:trace>
  <inkml:trace contextRef="#ctx0" brushRef="#br0" timeOffset="105008.84">16173 3001,'0'-24,"50"24,-50 24,0 26,24 0,-24 24,0 25,0 0,50 25,-50-49,0-26,50 1,-50-25,0 0,0-25,0-25</inkml:trace>
  <inkml:trace contextRef="#ctx0" brushRef="#br0" timeOffset="105532.87">16223 3225,'0'-25,"0"-25,0 50,0-49,49 49,-24-50,0 50,-25-25,49 25,1 0,-25 0,24-49,1 49,0 0,-1 0,1 0,-25 24,24 26,-24-25,-25 49,50 1,-50-26,0 1,0-25,-25 24,25-24,-50-25,26 74,-26-74,0 25,25-25,-24 0,24 0,-25 0,50 0</inkml:trace>
  <inkml:trace contextRef="#ctx0" brushRef="#br0" timeOffset="105660.87">16719 3473,'0'24</inkml:trace>
  <inkml:trace contextRef="#ctx0" brushRef="#br0" timeOffset="106440.92">16371 3721,'-24'0,"24"0,24 0,26-25,0 25,24-75,25 26,-24-26,24 26,-49-1,-1 50,-49-25,50 25,-75 0,25 25,-74-25,74 25,-25-25</inkml:trace>
  <inkml:trace contextRef="#ctx0" brushRef="#br0" timeOffset="-211740.44">14685 2654,'25'0,"-25"-25,0 25,-75 0,26 0,-1 0,25 0,-25 0,50 0,0 50,-24-50,24 74,0-49,0 0,24 25,-24-26,0 1,25 25,-25-25,25-25,-25 24,0 26,0-50,0 25,-74-25,49 0,-25 0,75 0,-25 25,25 24,-25-24,0 25,0 24,0 0,0 1,0-26,-99 1,74 24,-25-49,25 25,-24-25,49 0,49-25,26 0,-1 0,25 0,1 0,-1 0,75 0,-1-25</inkml:trace>
  <inkml:trace contextRef="#ctx0" brushRef="#br0" timeOffset="-210420.37">17165 2555,'-49'0,"49"-25,49 25,-24-25,0 25,24 0,-24 0,0 0,25 0,-50 0,-25 25,-50 25,26-1,-1 1,25-25,25 24,-24-49,24 50,0-25,0 24,49-24,-24 0,0-25,24 74,-24-49,-25 25,0-1,-25 1,-24 0,49-26,0 1,0 25,49-50,-49 74,50-74,-50 25,25-25,-25 50,0-26,0 51,-25-75,-25 49,26-49,-26 25,0-25,1 0,24 0,25 50,-25-50,75 0</inkml:trace>
  <inkml:trace contextRef="#ctx0" brushRef="#br0" timeOffset="-207301.19">11832 5904,'0'24,"0"1,0 25,0 24,0 25,0 1,0-26,0-24,0-1,0 1,0-25,0-1,0-24,0 0</inkml:trace>
  <inkml:trace contextRef="#ctx0" brushRef="#br0" timeOffset="-207061.18">11882 5804,'0'-25,"0"25,25 0,49-49,-24 49,-1 0,1 0,-1 0,26 0,-50 0,-1 0,-24 25,0-25</inkml:trace>
  <inkml:trace contextRef="#ctx0" brushRef="#br0" timeOffset="-206867.17">11857 6176,'25'0,"24"0,-24-74,25 74,24-50,-24 50,-1-49,-24 49,25 0</inkml:trace>
  <inkml:trace contextRef="#ctx0" brushRef="#br0" timeOffset="-200754.82">11882 5159,'0'-49,"0"98,0 26,0-26,0 1,0 0,0-1,0 26,0-26,25-49,-25-25,24 25,51-24,-50 24,-1 0,26-50,-25 50,24 0,1-25,-50 0</inkml:trace>
  <inkml:trace contextRef="#ctx0" brushRef="#br0" timeOffset="-200490.8">11981 5135,'0'0,"0"-50,50 50,-1 0,-49-25,50 25</inkml:trace>
  <inkml:trace contextRef="#ctx0" brushRef="#br0" timeOffset="-200266.79">11956 5283,'0'0,"75"0,-75 0,49 0,-24-24,49 24,-74-50,50 50,0 0</inkml:trace>
  <inkml:trace contextRef="#ctx0" brushRef="#br0" timeOffset="-199209.73">11981 4415,'0'0,"0"25,0 25,0-26,0 1,0 50,0-51,0 1,0 0,0 25,0-1</inkml:trace>
  <inkml:trace contextRef="#ctx0" brushRef="#br0" timeOffset="-198639.7">11907 4514,'0'-24,"0"-26,0 50,49-25,-24-24,25 49,-26-25,1 25,25 0,-25 0,-1 0,-24 25,0 24,50-24,-50 0,0 24,0-24,0 0,-25 25,0 24,-49-24,24-1,26-49,-51 0,26 0,49 0</inkml:trace>
  <inkml:trace contextRef="#ctx0" brushRef="#br0" timeOffset="-195916.54">12527 4986,'-25'-25,"0"25,0 0,-24 0,-26 0,26 0,-1 0,0 0,1 0,-1 0,25 0,1 0,24 0,-50 0,0 0,26 25,-1-25,-50 49,51-49,-26 25,25-25,0 50,-24-25,49 24,-25-24,25 0,-50 24,50-24,-49 25,49-1,-50 1,50 24,-74 50,74-49,-75-1,75 1,-25-1,25 25,-49-24,49-1,0 1,0-1,0 0,0 1,49-26,-24 26,25-26,0 1,24-50,0 50,50-50,-24 0,-1 0,50 0,-1-50,1 0,-50 1,1-1,-26-49,25 0,-24-25,-1 25,-24-25,-1 0,-49 24,25 26,-25-25,0-25,0 24,-49-24,24 25,-50 0,-24 25,0 49,-50-25,0 50,0-49,50 49,0 0,0 0,0 24,49 26,0-25,1 49,24-49,25 25,0 24,0-49,25-25,24 0</inkml:trace>
  <inkml:trace contextRef="#ctx0" brushRef="#br0" timeOffset="-194730.47">12452 4539,'25'0,"25"0,-1 0,1 0,0 0,-1 0,26 0,24 0,25 0,-25 0,0 0,50 0,25 0,-25 0,24 0,-24 0,0 50,-25-50,0 0,-50 49,26-49,-1 0,25 0,-50 0,1-24,24 24,0-25,-25 25,-24-75,0 51,-1 24,-24-75,25 50,-26 25,1-49,25 49,-50-25,25 25,24-25,1 25,0-49,-26 49,-24-25,50 25,-25 0,-25-25,-25 25,-25 0</inkml:trace>
  <inkml:trace contextRef="#ctx0" brushRef="#br0" timeOffset="-194446.45">15503 4192,'25'0,"25"0,-1-50,1 50,0 0,24-49,-49 49,0 0,-25-25,74 25,-74 0,0 74,-25-24,-24 24,-1 26,-24-26,-1 25,50-49</inkml:trace>
  <inkml:trace contextRef="#ctx0" brushRef="#br0" timeOffset="-187124.04">16967 5060,'-25'-49,"0"49,25-25,-49 25,24 0,-25 0,1 25,24 24,0-24,-25 25,1 24,49 0,-50 1,50-26,0 1,0 0,0-26,50-24,-1 50,26-50,-1 0,1 0,-1 0,0 0,1-50,-50 50,-1-24,26 24,-50-25,-25 25</inkml:trace>
  <inkml:trace contextRef="#ctx0" brushRef="#br0" timeOffset="-185495.94">16868 6052,'0'0,"0"50,0 0,0 24,0-24,0 24,0-24,-25 49,25-50,0 1,0-25,-25 49,25-99,0 1,25 24,24 0,-73 0</inkml:trace>
  <inkml:trace contextRef="#ctx0" brushRef="#br0" timeOffset="-185015.92">16843 6152,'0'-50,"25"50,24-25,-24 25,25 0,-26 0,1 0,0 0,25 0,-1 99,-49-49,0 24,-25 1,-24 49,-26-25,1 25,0-25,-26-24,26-50,24-25,-24 74,49-74,0 0,75-74,-1 24</inkml:trace>
  <inkml:trace contextRef="#ctx0" brushRef="#br0" timeOffset="-184319.88">16843 7268,'0'-25,"25"25,-25 25,24 0,-24 49,0-24,0 24,0 0,0 1,0-26,0 1,-49-25,49 0,0-25,0-25,25-25,24 50,-24-25,25 25,-1 0,1 0,-1-49,1 49,-25 0,0-25,-25 0,-25-24</inkml:trace>
  <inkml:trace contextRef="#ctx0" brushRef="#br0" timeOffset="-184073.86">16694 7293,'0'-25,"50"25,-1-50,1 50,-1 0,26-25,-1 25,-24 0,-1 0</inkml:trace>
  <inkml:trace contextRef="#ctx0" brushRef="#br0" timeOffset="-183861.85">16793 7491,'0'25,"25"-50,0 25,49-50,1 50,24-74,0 74,0-50,-49 50,-25 0,-25-49</inkml:trace>
  <inkml:trace contextRef="#ctx0" brushRef="#br0" timeOffset="-182556.78">16967 5432,'0'0</inkml:trace>
  <inkml:trace contextRef="#ctx0" brushRef="#br0" timeOffset="-182010.75">17091 5407,'25'0,"24"-49,-24 49,25 0,-26 0,26 0,0 0,-1 0,26 0,-1 0,0 25,26-1,-51 26,1 0,0 24,-1 0,-49 26,50 73,-50 26,0 24,0-25,-75 1,26-1,-26-49,1-25,-1-25,-24-24,0-1,25-49,24-25,25 0,-24 0,73 0,1 0,-25-25,25 25</inkml:trace>
  <inkml:trace contextRef="#ctx0" brushRef="#br0" timeOffset="-181589.72">17488 7020,'0'-25,"0"25,0 74,-50 1,0 24,1-25,-1 50,1-49,24-26,25 1,-25-50,25 25,0-25,0 0,25-50,24 50,-24 0,25 0,-1 0,26 0,-26 25,-24-25,25 50,-25-50,-25 24,49-24,-24 0,-50 0</inkml:trace>
  <inkml:trace contextRef="#ctx0" brushRef="#br0" timeOffset="-180575.66">17438 6970,'0'-25,"0"25,-50 0,26 0,24-49,-50 49,0 0,1 0,24 0,0 0,-49 0,49 0,-25 0,26 0,-26 0,25 0,0 25,-24-25,24 0,-25 24,26-24,-1 50,-25-50,25 25,0-25,-24 49,24 1,-25-50,26 74,-26-24,50 0,-50-1,50 1,-74 24,74 1,0-1,0-24,0 24,0 0,0-24,50 24,-1 1,-24-25,25 24,24-24,0 24,26-49,-1-25,0 0,25 49,0-49,75-24,-75-26,24 0,-23-24,-1 0,-25-51,-25 1,1 0,-26 0,-49 25,25 0,-25 0,0 24,0 26,0-1,-50 1,26-26,-51 26,1-26,-25 75,-50-50,-25 50,-24 0,24 0,50 50,0 0,50 24,24-49,50 25,-50-1,50-24,50-25,49 50,25-50</inkml:trace>
  <inkml:trace contextRef="#ctx0" brushRef="#br0" timeOffset="-179136.58">21407 2580,'-50'0,"25"0,1 0,-26 0,50-50,-25 50,0 0,-24 0,24-25,-25 25,1 0,-1 0,25 0,1 0,-26 0,25 75,-49-26,49-49,-25 50,50 0,-49-26,49 26,-50 24,50 1,-74 24,74 0,-50 25,50-25,0-49,25 24,0-24,49 0,-24-50,-1 49,1-49,24 0,1 0,-1 0,1 0,-1 0,-24-25,24-24,-49 24,0-49,24-1,1-49,-1 25,1 0,-25 49,-25 1,49-1,-49-24,0 49,0-25,0 25,-24 25,-1-49,0 49,-49 0,-1-50,1 50,-25 0,-1 0,-24 25,25-25,0 74,74-49,-25 74,50-74,0 0,25 25,25-50</inkml:trace>
  <inkml:trace contextRef="#ctx0" brushRef="#br0" timeOffset="-123372.39">1489 6325,'0'50,"0"-25,0-1,0 26,0 24,0-24,-50 0,50-1,0 1,0-25,0-1,50-24</inkml:trace>
  <inkml:trace contextRef="#ctx0" brushRef="#br0" timeOffset="-123004.38">2010 6201,'-25'0,"0"0,25 50,0-25,0-1,0 26,0 0,25-26,24-24,1 50,-25-50,-25 25,0 24,0 26,0-50,0-25,0 24,-50-24,1 50,-1-50,50-25,0-24,50-1</inkml:trace>
  <inkml:trace contextRef="#ctx0" brushRef="#br0" timeOffset="-122795.36">2010 6276,'-25'0,"25"0,99-25,0 25,25-50,-25 50,50-49,-50 49,1 0,-26 0,-24 0,-1 0</inkml:trace>
  <inkml:trace contextRef="#ctx0" brushRef="#br0" timeOffset="-122452.34">3151 6598,'-50'0,"25"0,75 0,24 0,25 0,50-25,0 25,0-49,-25 49,-25-50,-49 50,-25 0,-25-25,-25 25</inkml:trace>
  <inkml:trace contextRef="#ctx0" brushRef="#br0" timeOffset="-122174.32">3919 6350,'-49'0,"-1"0,75 0,25 0,24 0,1 0,24 0,0 0,0 0,-24 0,-1 0,-49 0,-25 0,-25 50,-74-26,24 26,1 0,24-26,50 1</inkml:trace>
  <inkml:trace contextRef="#ctx0" brushRef="#br0" timeOffset="-121265.27">5309 6003,'-25'0,"25"-25,0 50,0 24,0 26,0-1,-50 1,50-26,0 1,0-1,0-24,0 25,25-50,25 0</inkml:trace>
  <inkml:trace contextRef="#ctx0" brushRef="#br0" timeOffset="-120980.25">5656 6028,'0'24,"0"1,0 25,0-25,0 24,0 1,25-1,-25-24,0 0,0 25,49-50,1 24</inkml:trace>
  <inkml:trace contextRef="#ctx0" brushRef="#br0" timeOffset="-120652.23">6226 5928,'0'50,"-24"24,24-24,0 0,0-1,0 1,0-1,0 1,0 0,0-26,0 26</inkml:trace>
  <inkml:trace contextRef="#ctx0" brushRef="#br0" timeOffset="-120338.22">6995 5854,'0'-50,"25"50,-25 50,0-25,0 24,0 26,0-1,0 1,0-1,0 0,0 1,0 24,0-25</inkml:trace>
  <inkml:trace contextRef="#ctx0" brushRef="#br0" timeOffset="-118752.13">1513 7565,'-49'0,"-1"75,1-26,-1 1,50 0,-25 24,25-49,0 0,0-25,25 49,49-49,1 0,-26 0,1-49,0 24,-1-25,-49-24,25 24,-25 1,0-1,0-24,-50 49,1 25,24 0,-49 0,-26 25,1 24,50 50,49-49,24-25,26-25</inkml:trace>
  <inkml:trace contextRef="#ctx0" brushRef="#br0" timeOffset="-118333.1">2456 7317,'-50'50,"-24"0,0 49,24-25,-24 25,24-49,0 0,26-50,-1 24,25-24,49-49,26 24,-1-25,1 50,-1-49,-24 49,24 0,-49 0,0 0,24 0,-49 25</inkml:trace>
  <inkml:trace contextRef="#ctx0" brushRef="#br0" timeOffset="-118130.09">2382 7392,'0'25,"0"24,24 50,-24-24,25-1,-25 1,0-1,50 0,-25 1,24-75</inkml:trace>
  <inkml:trace contextRef="#ctx0" brushRef="#br0" timeOffset="-117802.07">3250 7590,'-25'0,"-25"0,50 50,50-50,24 0,75 0,-25 0,25 0,-50-25,-24 25,-1 0,-49-50,-25 26</inkml:trace>
  <inkml:trace contextRef="#ctx0" brushRef="#br0" timeOffset="-117540.06">3919 7441,'-49'0,"-1"0,50-49,25 74,25-25,-1 49,1-49,24 25,-24-25,-25 50,24-50,-49 74,25-49,-25 0,0 24,0-24,-49 25,-1-1,0 1,-24-1,74-24,-25-25</inkml:trace>
  <inkml:trace contextRef="#ctx0" brushRef="#br0" timeOffset="-115910.96">5433 7069,'0'-24,"0"24,-75 24,75 1,-49 0,49 25,-50-1,50-24,0 25,0-26,50 26,-26-50,51 0,-1 0,1 0,-1-50,-49 26,-25-26,49 25,-49 0,0-24,-24-26,-51 51,1 24,-1 0,-24 49,74-24,25 25,0-1,25-49</inkml:trace>
  <inkml:trace contextRef="#ctx0" brushRef="#br0" timeOffset="-115266.93">5829 6970,'-24'-25,"24"25,0 50,0 24,0-24,0 0,0-1,0 1,0-25,0-1,49-24,-49 50,50-50,-25 0</inkml:trace>
  <inkml:trace contextRef="#ctx0" brushRef="#br0" timeOffset="-114831.9">6251 6995,'0'0,"0"0,-74 50,74-26,-50 26,50-25,0 24,0-24,25-25,25 0,-1 0,26 0,-1-25,-24-24,-1 24,-49-25,0 1,0-1,0 25,-49 25,-1 0,-49 0,49 50,25-25,25 24,0-24</inkml:trace>
  <inkml:trace contextRef="#ctx0" brushRef="#br0" timeOffset="-114493.88">6846 6871,'-24'0,"-26"50,50-26,0 1,0 0,0 49,0-74,50 0,24 0,0 0,1-24,-26-26,1 25,-50 0,0-24,0-1,-50 25,-49 25,25 0,-25 0,24 50,-24 24,74-24,25 0</inkml:trace>
  <inkml:trace contextRef="#ctx0" brushRef="#br0" timeOffset="-113797.84">4664 7913,'-50'0,"25"0,25 49,50-49,24 0,50 0,100 0,48-74,100 74,25-124,50 74,-50-24,-25 24,-99 50,-50-74,-149 74,-74-50,0 50</inkml:trace>
  <inkml:trace contextRef="#ctx0" brushRef="#br0" timeOffset="-112333.76">9451 7367,'0'-50,"25"50,-25-24,49 24,-49 0,0 49,0-24,-24 0,-1 24,-74-24,74-25,0 0,-25 0,50-25,0-24,0-1,0 1,25 24,0-25,25 50,-1-25,-24 25,0 0,24 0,-24 0,-25 25,50 25,-50-1,0 26,0-26,0 51,0-51,-25 1,0-1,-49 1,24-50,1 0,24 0,-25 0,25-25,25 0,0 1,25 24,0-50,49 50,-49 0,0 0,25 0,24 0,-24 0,-26 25,26-25,-25 0</inkml:trace>
  <inkml:trace contextRef="#ctx0" brushRef="#br0" timeOffset="-112139.75">9674 6945,'25'25,"25"25,-26-25,-24 24,50 1,-50-1,0 1,25 0</inkml:trace>
  <inkml:trace contextRef="#ctx0" brushRef="#br0" timeOffset="-111771.73">10145 7317,'-24'0,"24"0,-75 50,75-25,-49 24,49-24,0 0,0 25,0-1,0-49,49 0,1 25,-25-25,-25 50,0-1,0-49,-50 50,25-50,0 25,-24-25,24 0,0 0,25 0</inkml:trace>
  <inkml:trace contextRef="#ctx0" brushRef="#br0" timeOffset="-111110.69">10691 7342,'0'0,"-49"0,24 75,-25-26,25 1,25-1,-49-24,49 0,0 25,25-50,49 49,0-49,1 0,-26 0</inkml:trace>
  <inkml:trace contextRef="#ctx0" brushRef="#br0" timeOffset="-110818.68">10964 7615,'-50'0,"1"0,24 0,0 0,-24 25,24 0,25 24,0 1,25-25,24-25,26 0,24 0,25 0,-50-50,1 0,-75 26,49-1,-49-25,0 25,-25-24,-24 49,-1 0,-49 0,-25 25,74-25,1 99,49-74,0-1,49-24</inkml:trace>
  <inkml:trace contextRef="#ctx0" brushRef="#br0" timeOffset="-110039.63">11435 7565,'0'25,"25"25,0 24,-25-49,0 0,0-25,-25 0,25-75,0 51,0-26,0 50,0-50,50 50,-1-49,1 49,24 25,-24 24,0-24,-50 0,0-25,24-25,-24-25,50 50,-50-24,25 24,0 0,-25 0,49 0,-49 49,25-49,-25 25,25-25,24-25,1-24,-50-1,0 25,25 25,-25 50,0-1,49 26,-49-1,0 25,0 25,0-49,0-1,0-24,0 0,-24-26</inkml:trace>
  <inkml:trace contextRef="#ctx0" brushRef="#br0" timeOffset="-109117.57">12179 7565,'25'-24,"25"24,-25 0,-1 0,26 0,-50 49,0-24,0 0,0 49,-25-74,0 0,25-25,0 1,0-1,0-25,25-24,0-1,49 26,-49 49,0-50,25 50,-50 0,0 50,0-1,0 1,0 0,0-1,0-24,25 0,24-25,1 0,24-25,-24 0,-1-24,-24-1,-25 0,50 1,-75 74,25-1,-25 1,25 25,0-25,0-1,25-24,25 0,-1 0,26-49,-26-1,26-24,-51 24,-24 1,50-26,-50 26,0 24,-50 25,50-25,-49 25,49 25,-25 24,25-24,0 25,0-1,0-49,74 0,-49 0,25 0,-25-24,-25-1,0 0,49-49,-49 24,0 0,0 26,0-26,0 75,25 24,-25 1,0 0,0-1,0 26,0-26,0 1,0-1,0 1</inkml:trace>
  <inkml:trace contextRef="#ctx0" brushRef="#br0" timeOffset="-108980.57">13370 7293,'0'0,"50"0,-1 0,26 0,-50-25</inkml:trace>
  <inkml:trace contextRef="#ctx0" brushRef="#br0" timeOffset="-99930.05">7491 6697,'0'0,"0"-25,-24 25,-26 0,25 0,0 0,-24 0,24 0,0 0,-24 0,49 0,-25 0,0 0,-25 0,25 0,1 0,-1 0,-25 50,25-50,-24 0,24 0,0 0,0 0,-24 0,24 0,0 0,-24 0,24 0,0 25,-25-25,26 0,-51 0,50 0,-24 0,24 0,0 0,-24 0,24 0,0 0,-49 0,-1 0,50 0,0 49,-49-49,49 0,0 0,1 0,-26 0,25 0,-24 25,-26-25,1 0,49 0,-25 50,1-50,24 0,0 0,0 0,-24 0,49 25,-50-25,1 0,24 0,-25 0,25 0,-24 49,24-49,0 0,0 0,-24 25,-1-25,25 0,25 25,-49-25,24 50,25-26,-50-24,50 25,0 25,-25-50,25 25,0-1,-24 26,24-25,0 0,0 49,0-49,0 0,0 24,0 26,0-51,0-24,0 25,0 25,24-50,-24 25,50-25,-25 24,0-24,-25 50,49-50,-24 0,-25 25,25-25,25 0,-50 25,24-25,1 0,-25 49,50-49,-25 0,24 0,-49 25,50-25,-1 0,1 0,0 25,-26-25,51 0,-50 0,24 0,-49 49,50-49,-1 0,1 0,24 0,-49 0,0 0,25 0,-26 0,1 0,25 0,-25 0,-1 0,26 0,-25 0,0 0,24 0,-24 0,50 0,-51 0,26 0,0 0,-1 0,1-24,24 24,-24 0,-25 0,-25-25,49 25,1 0,-1 0,1-50,0 50,-26 0,-24-25,75 25,-26 0,-49-24,50 24,0-50,24 25,-49 25,0-49,24 49,-49-25,25 25,0-50,25 25,-1-24,1-1,-1 1,-49-1,25 50,-25-25,50 0,-50-24,25 49,-25-50,0 25,24 25,-24-24,0-26,0 25,0 0,50 25,-50-74,0 49,0 0,0-24,-25 49,25-25,0 0,-25 25,1 0,24-25,-50 25,25 0,0 0,1 0,-26 0,0 0,-24 0,0 0,24 0,0 0,50 0,-24 25</inkml:trace>
  <inkml:trace contextRef="#ctx0" brushRef="#br0" timeOffset="-99456.02">7417 6672,'25'0,"0"25,-25 0</inkml:trace>
  <inkml:trace contextRef="#ctx0" brushRef="#br0" timeOffset="-98307.96">4936 7417,'0'0,"-74"0,24 24,1-24,-26 50,-49 0,0-1,25 26,-50-1,1 0,-26 1,75-1,-1 26,1-26,25 50,24 0,-24 25,-25 24,49-24,50 0,-50 25,50-25,0-25,0-25,50 25,0-50,-1 1,26-51,-26-24,1 0,-1 0,26 0,-1 0,25 0,-24 0,-26-49,1 49,-25 0,49-25,-98-49</inkml:trace>
  <inkml:trace contextRef="#ctx0" brushRef="#br0" timeOffset="-98022.94">3969 9599,'25'0,"0"25,0-25,49 0,-24 0,-1 25,-24-25,25 50,-50-1,0-24,-25 49,-50-24,26 0,-1-1,25-49,25 50,-24-50,73 0</inkml:trace>
  <inkml:trace contextRef="#ctx0" brushRef="#br0" timeOffset="-97048.88">4986 9351,'0'0,"-50"0,26 50,24-25,-75 24,75 1,-49 49,49-49,0-1,0-24,24 50,1-75,74 0,1-25,24-25,-25-24,0 24,-49-24,-1 24,-49 1,0-26,0 26,0-1,-24 50,-26 0,-49 0,-50 25,50 24,-1 1,76-25,24 24,0-24,0-25,49 0</inkml:trace>
  <inkml:trace contextRef="#ctx0" brushRef="#br0" timeOffset="-96470.85">5929 9203,'-25'0,"25"-50,0 124,0-24,0 0,0 24,0 0,0-24,0 0,0-1,0-24,0-25,25 0,49-25</inkml:trace>
  <inkml:trace contextRef="#ctx0" brushRef="#br0" timeOffset="-95690.81">6499 9153,'-49'25,"49"0,-50 24,50 26,-25-51,25 26,0 0,-49-50,49 49,24-49,26 0,0 0,-1 0,26-49,-51 24,1-25,-25 25,0 1,0-1,0-25,-25 50,-24 0,-1 0,1 25,-26-25,50 50,25-26,0-24,50 0</inkml:trace>
  <inkml:trace contextRef="#ctx0" brushRef="#br0" timeOffset="-95301.78">7144 9178,'0'0,"0"25,-50 24,50 1,-74-1,74-24,0 0,0 25,0-26,25-24,0 0,24 0,1 0,24-24,-49-1,0-25,-25 25,50-24,-50 24,0-25,-25 50,-25 0,-24 0,-50 0,49 50,50-50,25 74</inkml:trace>
  <inkml:trace contextRef="#ctx0" brushRef="#br0" timeOffset="-93921.71">1761 10815,'0'0,"-49"49,49 1,0 24,0 1,0-1,0-24,0 0,0 24,0-49,25 0</inkml:trace>
  <inkml:trace contextRef="#ctx0" brushRef="#br0" timeOffset="-93553.68">1910 10492,'0'-24,"0"24,0 49,0-24,0 25,0-26,0 1</inkml:trace>
  <inkml:trace contextRef="#ctx0" brushRef="#br0" timeOffset="-92886.65">2208 10641,'0'0,"-50"0,50 25,-24 49,24-49,0 0,0 25,0-1,0-49,24 0,1 0,25 0,-25 25,24-25,-49 50,0 24,0-49,-49 0,49 24,-50-49,50 25,-50-25,50 25,-24-25,48-50,26 1</inkml:trace>
  <inkml:trace contextRef="#ctx0" brushRef="#br0" timeOffset="-92398.63">3175 11038,'-74'0,"49"0,0 0,50 0,25 0,24 0,25 0,25 0,-24 0,-1 0,-25 0,-24 0,-1 0,-49 0,0-50</inkml:trace>
  <inkml:trace contextRef="#ctx0" brushRef="#br0" timeOffset="-92121.6">3696 10864,'-25'0,"50"0,50 0,-26 25,26-25,-1 0,1 25,-26-25,1 0,-50 50,25-50,-25 24,0 26,-75-25,26 24,-26-24,-24 25,49-25,50 24,0-24,0-25</inkml:trace>
  <inkml:trace contextRef="#ctx0" brushRef="#br0" timeOffset="-91004.54">5185 10492,'-50'0,"50"-49,0 74,0-1,0 26,0 0,0-1,0 26,0 24,0-50,0 1,25-25,-25 24,49-49,1-49,-50-1</inkml:trace>
  <inkml:trace contextRef="#ctx0" brushRef="#br0" timeOffset="-90036.48">5953 10517,'0'-25,"-24"25,-26 0,25 0,0 0,25 0,-74 0,74 75,-50-26,50 1,0-25,0 24,0-24,25 0,25-25,-1 0,-24 0,25 0,24 0,-49 0,0-25,24 0,-49-49,25 74,-25-50,0 1,-25 49,-24-50,24 50,-25 0,-24 0,0 0,24 0,0 0,50 25,50-25</inkml:trace>
  <inkml:trace contextRef="#ctx0" brushRef="#br0" timeOffset="-89180.43">6499 10344,'0'-50,"0"75,0 0,0-1,0 26,0 0,0-26,0 26,0-25,50 24,-50 1,25-50</inkml:trace>
  <inkml:trace contextRef="#ctx0" brushRef="#br0" timeOffset="-88490.39">7144 10244,'0'-49,"0"98,0 1,0 0,0-1,0 26,0-1,50 0,-50 1,0-26,0-24,0 0,25-25,-25 0,0-50</inkml:trace>
  <inkml:trace contextRef="#ctx0" brushRef="#br0" timeOffset="-87164.32">1662 11981,'25'0,"-25"0,0 49,0 26,0-75,-50 0,50-25,0 0,-24-25,24 26,0-1,0 0,0-25,74 26,-49 24,0 0,24 24,-49 26,50 24,-50 50,0-24,25-1,-25-25,0 26,0-51,-25-24,-25 25,1-50,24-50,25 0,-50 1,50 24,0-25,25 50,25 0,-26 0,26 25,-25-25,0 50,24-50,-24 0,-25 25,0-25,50-25</inkml:trace>
  <inkml:trace contextRef="#ctx0" brushRef="#br0" timeOffset="-86930.31">1985 11757,'25'25,"-25"25,24-25,-24 24,50-24,-50 0,25 24,-25-24,49-25</inkml:trace>
  <inkml:trace contextRef="#ctx0" brushRef="#br0" timeOffset="-86527.28">2406 11881,'0'50,"0"-25,0 24,-24-24,24 25,0-25,0-1,0 1,24-25,51 0,-26 0,-49 50,25-50,-25 25,0 24,0 1,0-25,0-25,0 25,-49-25,24 0,25-75</inkml:trace>
  <inkml:trace contextRef="#ctx0" brushRef="#br0" timeOffset="-86017.25">3374 12154,'-50'0,"1"0,123 0,0 0,26 0,-1 0,0 0,0 0,25 0,-49-25,-26 25,-24 0,-25 0,0-49,-25 24</inkml:trace>
  <inkml:trace contextRef="#ctx0" brushRef="#br0" timeOffset="-85755.24">3969 11981,'-25'0,"25"0,25 0,50 49,-26-49,26 0,-26 50,26-50,-51 0,1 25,-25 24,0-24,-25 25,1-50,-26 74,25-24,-24-25,24 24,25-24,0 0</inkml:trace>
  <inkml:trace contextRef="#ctx0" brushRef="#br0" timeOffset="-84765.18">5333 11658,'0'0,"0"75,0-1,0 0,25 1,-25-1,0-24,25-1,-25-24,0 25,74-50,-74-25</inkml:trace>
  <inkml:trace contextRef="#ctx0" brushRef="#br0" timeOffset="-83317.11">6003 11683,'-25'0,"25"-50,-49 125,49-50,0 24,-25 26,25-26,0-24,0 0,0 49,74-74,-24 0,-1 0,1 0,-25-49,25 49,-50-75,24 50,-24-24,0-26,0 26,0-1,-24 25,-1 25,-50 0,26 0,-1 0,25 0,25 50,0-25,0-25,50 0</inkml:trace>
  <inkml:trace contextRef="#ctx0" brushRef="#br0" timeOffset="-82845.08">6747 11559,'0'-25,"-49"25,24 0,25 0,0 50,0-25,0 24,0 26,0-26,25 26,-25-51,0 1,0 25,24-50,-24 25,50-25,0 0,-26 0</inkml:trace>
  <inkml:trace contextRef="#ctx0" brushRef="#br0" timeOffset="-82545.05">7169 11336,'0'0,"0"49,0-24,0 25,0 24,50 1,-50-1,0 25,0-49,0-25,0 24,49-49</inkml:trace>
  <inkml:trace contextRef="#ctx0" brushRef="#br0" timeOffset="-81247.98">7268 12303,'0'-25,"0"25,0 25,0 25,0 24,0 25,0 1,0-26,0-24,0-1,0 1,25-25,25-25,-50-25,0-25</inkml:trace>
  <inkml:trace contextRef="#ctx0" brushRef="#br0" timeOffset="-80415.93">4540 13444,'-25'0,"0"0,25 0,25 0,49 0,50 0,0 0,100-25,-1 25,50-74,24 74,100-50,-25 50,50-49,-50 49,0 0,-74-100,-1 100,-73 0,-51-49,-74 49,-49 0,0-25,-75 25</inkml:trace>
  <inkml:trace contextRef="#ctx0" brushRef="#br0" timeOffset="-77624.77">7467 13593,'0'-50,"0"50,-25-24,-25 24,25 0,1 0,24 0,-50 0,50 24,-25 26,25-25,0 24,0 1,0 0,0-1,0-24,50-25,-50 50,25-50,-25 24,24-24,51 0,-26 0,1 0,0 0,-1-49,-24 24,25-25,-50 26,24-26,-24 25,0-24,0 24,0-25,0 25,0 1,-74 24,74-50,-25 50,-24 0,49-25,-50 25,0 0,-24 0,49 0,0 0,25 50,0-75</inkml:trace>
  <inkml:trace contextRef="#ctx0" brushRef="#br0" timeOffset="-76071.69">6673 11063,'0'0,"0"-25,0 25,0 74,0-24,0 0,0-25,0 24,0 1,0-75</inkml:trace>
  <inkml:trace contextRef="#ctx0" brushRef="#br0" timeOffset="-73846.56">6896 13543,'-25'0,"25"-24,-49 24,24 0,25 24,-25-24,25 75,0-26,-50 1,50-25,0 0,0 24,25-49,0 0,0 0,24 0,-24-25,0 25,25-49,-1-26,-49 26,0 24,0 0,0-24,-25 49,-24-25,24 25,-25 0,26 0,-1 0</inkml:trace>
  <inkml:trace contextRef="#ctx0" brushRef="#br0" timeOffset="-72832.5">5929 11212,'0'-25,"0"50,0 0,0 49,0-24,0 24,0-24,0-26,0 26,24-50,-24 25,0-25</inkml:trace>
  <inkml:trace contextRef="#ctx0" brushRef="#br0" timeOffset="-71572.43">6301 13469,'0'0,"0"50,0-26,25 26,-25 0,0 24,0-49,24 0,-24 49,0-99,25 25,-25-25</inkml:trace>
  <inkml:trace contextRef="#ctx0" brushRef="#br0" timeOffset="-69959.33">5730 13643,'-49'0,"49"0,0 49,24-24,-24 25,25 24,-25-24,0-26,0 1,50 25,-50-25,0-50</inkml:trace>
  <inkml:trace contextRef="#ctx0" brushRef="#br0" timeOffset="-68661.26">1910 13940,'0'50,"0"-1,50 1,-50 0,0-26,-25-24,0-24,25-26,-49 25,49-24,0 24,25 25,24 0,-49 49,50 26,-50-26,74 1,-74 0,0-1,0 51,0-51,0 1,0-25,-49-25,49 49,-25-49,0-25,25 1,0-26,-50-24,50 49,0 0,25 25,25 0,-1 25,-24 0,25-25,-50 74,25-74,-1 0,-24-50</inkml:trace>
  <inkml:trace contextRef="#ctx0" brushRef="#br0" timeOffset="-68467.25">2084 13717,'0'50,"0"-1,50-24,-50 0,0 24</inkml:trace>
  <inkml:trace contextRef="#ctx0" brushRef="#br0" timeOffset="-68061.23">2406 14064,'0'25,"0"74,0-74,0-25,0 50,0-1,25 26,0-75,0 49,49-49,-49 25,0-25,-25 50,49-50,-49 25,0-1,-24-24,-1 50,0-50,-25 0,1 0,49-74,25-1</inkml:trace>
  <inkml:trace contextRef="#ctx0" brushRef="#br0" timeOffset="-67679.2">2828 14412,'-50'0,"100"0,24 0,51 0,23-50,1-25,0 26,-50 49,-24-75,-1 75,-24 0,-50-24,-25 24,0-50</inkml:trace>
  <inkml:trace contextRef="#ctx0" brushRef="#br0" timeOffset="-67418.19">3647 14064,'-25'0,"25"0,49 0,-24 0,25 0,-1 50,26-50,-26 0,1 0,-25 25,25 49,-50-49,0 0,0 24,-100-24,51-25,-1 99,25-99,0 50,-24-50,49 0</inkml:trace>
  <inkml:trace contextRef="#ctx0" brushRef="#br0" timeOffset="-61551.86">8161 13643,'-25'0,"-24"0,98 0,-24 0,0 0,25 0,24 0,0 0,26 0,-26 0,0 0,26 0,-1 0,0 0,-25 0,1-25,-50 25,-1 0,-24 0</inkml:trace>
  <inkml:trace contextRef="#ctx0" brushRef="#br0" timeOffset="-61266.84">8955 13494,'-50'0,"50"-25,25 50,0-25,0 0,49 25,-24-25,-1 0,1 0,-1 0,-24 0,0 0,-25 24,0 51,0-50,0-1,-25 26,-24-50,-26 50,50-50,25 49,-24-49,24 50</inkml:trace>
  <inkml:trace contextRef="#ctx0" brushRef="#br0" timeOffset="-58853.7">11262 11361,'-25'0,"25"49,0 26,0-26,0 50,0-24,0-26,0 1,0 0,0-26,0 1,0 0,25-25,-25 0,24-25</inkml:trace>
  <inkml:trace contextRef="#ctx0" brushRef="#br0" timeOffset="-58477.68">11683 11410,'0'-49,"0"98,50 1,-50-1,0 1,0 24,25 1,-25-50,0 24,0-24,25-25,-25 50,49-50</inkml:trace>
  <inkml:trace contextRef="#ctx0" brushRef="#br0" timeOffset="-58049.65">12254 11385,'0'-49,"0"98,0 1,0 24,0 1,0-26,0 1,0-25,0 24,0-24,0 0,25-25</inkml:trace>
  <inkml:trace contextRef="#ctx0" brushRef="#br0" timeOffset="-57518.62">12775 11286,'0'25,"0"25,0-1,0 1,49-1,-49-24,25 25,-25-25,0-1,0 1,0 25,0-25,0 24</inkml:trace>
  <inkml:trace contextRef="#ctx0" brushRef="#br0" timeOffset="-56450.56">11311 12353,'0'-50,"0"100,0-1,0 1,0 0,0-1,0 26,0-26,0-24,0 0,0 24,75-49,-26 0</inkml:trace>
  <inkml:trace contextRef="#ctx0" brushRef="#br0" timeOffset="-56114.54">11832 12328,'0'25,"0"24,0 1,0 0,0-26,0 26,0-25,0 0,25-25,-25 49,0 1,74-50,-49 0</inkml:trace>
  <inkml:trace contextRef="#ctx0" brushRef="#br0" timeOffset="-55529.51">12452 12353,'-49'0,"24"0,25 25,-50 24,1 1,49-25,0 24,0 1,0-25,49-25,-24 0,25 0,-1 0,1 0,-25-25,24-25,-49-24,0 24,0 25,0 25,-24-49,-26 49,0 0,1 0,-1 49,50 1,0-25,50-25</inkml:trace>
  <inkml:trace contextRef="#ctx0" brushRef="#br0" timeOffset="-55126.49">12998 12328,'-25'25,"25"24,0 1,0 0,25-50,0 0,24 0,-24 0,0-25,25-25,-50 1,0 24,0 0,0 0,0 25,-50-49,0 49,-24 0,0 24,-1 1,50 25,25-25</inkml:trace>
  <inkml:trace contextRef="#ctx0" brushRef="#br0" timeOffset="-54338.44">10691 13221,'-49'-50,"24"50,50 0,24 0,75 25,0-25,50 0,99 0,49 0,25 0,25 0,-49 0,24 0,-74 0,-50 0,-49 0,-100 0,-24 0,-50 0,-25 0</inkml:trace>
  <inkml:trace contextRef="#ctx0" brushRef="#br0" timeOffset="-51269.27">13048 13568,'0'-49,"0"24,0 25,49 49,-49 1,0 0,0 24,0 0,0 1,0-1,0-49,0 0,-25-25,25-50</inkml:trace>
  <inkml:trace contextRef="#ctx0" brushRef="#br0" timeOffset="-50737.24">12378 11609</inkml:trace>
  <inkml:trace contextRef="#ctx0" brushRef="#br0" timeOffset="-49949.19">12477 13643,'0'-25,"0"50,0 24,0 26,0-1,0 0,0 1,0-26,0 1,0-25,0 0,0-50,-25 0,25-49</inkml:trace>
  <inkml:trace contextRef="#ctx0" brushRef="#br0" timeOffset="-49440.16">11832 11658,'0'-25,"0"25</inkml:trace>
  <inkml:trace contextRef="#ctx0" brushRef="#br0" timeOffset="-49193.15">11783 12576</inkml:trace>
  <inkml:trace contextRef="#ctx0" brushRef="#br0" timeOffset="-48458.1">11907 13767</inkml:trace>
  <inkml:trace contextRef="#ctx0" brushRef="#br0" timeOffset="-47610.06">11956 13717,'0'-25,"0"0,0 1,-25-26,1 50,-1 0,-25 25,25 0,25-1,-49-24,49 50,0-25,0 0,-25 24,25-24,0 25,0 24,74-49,1-25,-50 0,-1 0,26 0,-25 0,0 0,24 0,-49 0,50 0,-50-50,25 25,-25 1,0-26,49 25,-49 0,0-49,0 49,-25 0,1-24,-26 24,0 25,50-50,-49 50,24 0,-25 0,26 0,24 25</inkml:trace>
  <inkml:trace contextRef="#ctx0" brushRef="#br0" timeOffset="-47460.05">11907 13543,'49'0</inkml:trace>
  <inkml:trace contextRef="#ctx0" brushRef="#br0" timeOffset="-46245.98">11162 10567,'0'-50,"-49"100,49-25,0-1,0 26,0 0,-25-1,25-24,0 25,0-26,0 1</inkml:trace>
  <inkml:trace contextRef="#ctx0" brushRef="#br0" timeOffset="-43312.82">11361 13519,'0'-50,"-25"50,25 25,0 0,0-1,0 51,0-26,0-24,0 25,0-1,0-24,0 25,0-75,0-25</inkml:trace>
  <inkml:trace contextRef="#ctx0" brushRef="#br0" timeOffset="-42593.77">10790 13271,'0'-25,"0"74,0 1,0 24,0 1,0-26,0 26,0-1,0-49,0 0,0 0,0-25,25 0,-25 0</inkml:trace>
  <inkml:trace contextRef="#ctx0" brushRef="#br0" timeOffset="-42014.74">10865 13271,'25'0,"-25"24,0 26,0-25,0 0,0-1,24 26,-24-25,0 24,50-24,-50 0,0 49,25-24,-25 0,0-1,0 1,0-1,0 1,49-50,-49 0,-24-50,-26 50,25 0,-24 0,-1 0,0 0,-24 25,0-25,-26 50,26-50,49 74,25-49,0 0,75-25,-26 0</inkml:trace>
  <inkml:trace contextRef="#ctx0" brushRef="#br0" timeOffset="-33308.24">10865 13271,'0'-50,"0"25,0 0,-50 25,50-49,-25 49,25-25,-24 25,-26-50,25 50,0 0,-24 0,24 0,0 0,-24 0,49 25,-25-25,0 25,-25-25,50 49,-24-24,24 0,-25-25,25 50,-50-50,50 25,-25-1,25 26,0-25,0 0,-25-25,25 49,0-24,0 0,0 24,0-24,0 0,0 25,0-26,0 1,0 25,0-25,0-1,25-24,-25 50,0-25,50-25,-50 25,25-25,-25 24,25-24,-25 50,49-50,-24 0,0 25,24-25,-24 0,0 0,25 0,-26 0,1 0,0 0,25 0,-26 0,-24 0,25 0,25 0,-50-25,25 25,-25-50,24 50,-24-24,50-1,-50-50,0 51,25 24,-25-25,0-25,0 25,0 1,0-26,0 25,0 0,0-24,0-1,0 25,0 1,0-26,0 25,0 0,0 1,0-26,0 25,-50-25,50 26,-25 24,25-25,-24 25,24-50,-50 50,25 0,25-25,-25 25,-24 0,24 0,0 0,-24 0,24 0,25 0,-25 0,-25 0,26 0,24 50,-25-50,25 25,0 0</inkml:trace>
  <inkml:trace contextRef="#ctx0" brushRef="#br0" timeOffset="-32445.19">9997 13667,'0'-24,"0"-1,0 0,-25 50,25 0,-50 24,50 50,-49 1,49-1,-75 25,75-25,-49 25,49-74,0-25,-50-25,50 74,25-124</inkml:trace>
  <inkml:trace contextRef="#ctx0" brushRef="#br0" timeOffset="-32039.17">9550 13841,'0'-25,"0"-24,-49 49,73 74,-24-24,75 24,-1 50,1-25,-1-24,0 24,26-25,-26-49,-24 25,-1-50,-49 25,-25-25,25-50</inkml:trace>
  <inkml:trace contextRef="#ctx0" brushRef="#br0" timeOffset="-20304.5">11286 14412,'0'0,"0"0,75 0,-25 0,-26 0,1 0,50 0,-26 0,26 0,-1 0,-24 0,-26 0,26 0,0 0,-26 0,51 0,-26 0,-24 0,0 0,0 0,49-50,-24 50,-1 0,1 0,0 0,24 0,-24 0,-1 0,1 0,24-25,-24 25,0 0,24 0,0 0,1 0,-1 0,-24 0,24 0,-24-50,-1 50,1 0,0 0,-26 0,51 0,-50 0,24 0,1 0,-50-24,25 24,-50 24</inkml:trace>
  <inkml:trace contextRef="#ctx0" brushRef="#br0" timeOffset="-19605.45">11708 14883,'0'0,"0"0,0 49,0 1,0 0,0 24,0-24,0-1,0-24,0 25,0-26,25-24,0 0,24 0</inkml:trace>
  <inkml:trace contextRef="#ctx0" brushRef="#br0" timeOffset="-19291.45">12130 14957,'-25'0,"25"75,-25-26,25 1,0-25,0 24,0-24,0-25,25 0,25 0,24 0,-24 0,-1-25,1-24,-50 24,25-25,-25-24,0 24,0 25,0 25,-50-49,0 49,1 0,-26 0,26 49,-1-49,50 75,0-50,25-25</inkml:trace>
  <inkml:trace contextRef="#ctx0" brushRef="#br0" timeOffset="-18908.41">12800 14709,'0'25,"0"25,0-1,0 1,0-1,0 26,0-26,0-24,0 0,0 49,0-74,24 0</inkml:trace>
  <inkml:trace contextRef="#ctx0" brushRef="#br0" timeOffset="-18684.41">13122 14635,'50'49,"-50"1,0 0,0-1,0 26,0-26,0-24,0 0,0 24,0-24,0 0</inkml:trace>
  <inkml:trace contextRef="#ctx0" brushRef="#br0" timeOffset="-18211.37">13891 14932,'-25'0,"75"0,-1 0,26 0,-1 0,25 0,25-49,-24 49,24-50,-50 50,-24-49,-25 49,-25 0,0-25</inkml:trace>
  <inkml:trace contextRef="#ctx0" brushRef="#br0" timeOffset="-17942.36">14561 14684,'49'0,"1"25,0-25,24 0,-24 25,-1-25,-24 0,25 0,-50 25,0 49,0-49,-75 25,26-26,-26 26,-24-25,49 24,26-24,24 25</inkml:trace>
  <inkml:trace contextRef="#ctx0" brushRef="#br0" timeOffset="-14326.15">15578 14486,'-25'-25,"25"50,-50 25,50 24,-49 25,49-24,-25-1,25-24,0-1,-50 26,50-51,0 1,25 25,0-50</inkml:trace>
  <inkml:trace contextRef="#ctx0" brushRef="#br0" timeOffset="-13966.13">15751 14511,'0'-25,"25"25,-25 25,0 24,0 26,0 24,0-25,0 1,0-1,0-24,0-1,0-24,0 0,0 25</inkml:trace>
  <inkml:trace contextRef="#ctx0" brushRef="#br0" timeOffset="-13477.1">15181 15503,'25'0,"24"0,50 0,50 0,-25 0,25-50,-25 50,-25 0,-24-49,-26 49,1 0,-75 0</inkml:trace>
  <inkml:trace contextRef="#ctx0" brushRef="#br0" timeOffset="-13246.09">15255 15577,'0'0,"0"0,75 0,49-49,0 49,49 0,-24 0,0-50,-50 50,-49 0,-25 0,-25-25,0 25</inkml:trace>
  <inkml:trace contextRef="#ctx0" brushRef="#br0" timeOffset="-12818.07">16297 14064,'0'-25,"0"25,74 75,-49-26,50 51,-26 24,-49 25,50 49,-50 0,-50 1,-24-50,-75 0,0-25,0-25,25-25,25-74</inkml:trace>
  <inkml:trace contextRef="#ctx0" brushRef="#br0" timeOffset="-12435.04">15354 13841,'0'-25,"0"25,-49 25,-75 49,0 75,0 50,0 24,49-25,75-24,0 0,0-26,100 1,48 0,26-50,49 1,-24-51,49-49,-25 0</inkml:trace>
  <inkml:trace contextRef="#ctx0" brushRef="#br0" timeOffset="-11979.02">16744 15230,'0'-25,"0"75,-50-1,50 1,0 25,0-1,0 0,0 1,0-1,0-49,0 0,0 24</inkml:trace>
  <inkml:trace contextRef="#ctx0" brushRef="#br0" timeOffset="-11701">16694 15255,'0'-50,"25"25,24 25,1 0,24 0,-49 50,25 0,-50 24,0 25,0 1,0 48,-75-48,1-51,24 1,-24-50,24 25,1-25,-1 0,75-50</inkml:trace>
  <inkml:trace contextRef="#ctx0" brushRef="#br0" timeOffset="23373">18108 9178,'0'-25,"0"25,0 25,0 49,0 1,0 24,0 0,0-25,49 1,-49-26,0 26,25-50,-25-1,0 26,50-50,-50 25,49-25</inkml:trace>
  <inkml:trace contextRef="#ctx0" brushRef="#br0" timeOffset="23911.03">18777 9103,'-24'-24,"24"48,0 51,0-1,-25 1,25-1,0 25,0-24,0-1,0 0,0 1,0-26,0 1</inkml:trace>
  <inkml:trace contextRef="#ctx0" brushRef="#br0" timeOffset="24375.06">19373 9475,'-50'0,"1"25,-26 0,26 49,-1-24,25 0,25 24,0-49,0 0,0 24,75-49,24 25,0-25,0 0,25-25,-25-24,-49-26,-25 26,-25-26,49 1,-49-1,0 1,-49 74,-26-25,-73 25,-26 50,25-1,100 1,49 0,0 24,0-74</inkml:trace>
  <inkml:trace contextRef="#ctx0" brushRef="#br0" timeOffset="25081.1">20043 9079,'49'0,"-49"-50,0 25,0 50,0 25,0 24,-25 25,25 50,0-25,0 0,0-25,0-24,0-1,0-24,0-1,0 1,0-25</inkml:trace>
  <inkml:trace contextRef="#ctx0" brushRef="#br0" timeOffset="33178.56">18356 10492,'0'-24,"-25"24,0 0,-74 24,74 51,-24-26,49 26,-50-26,50-24,0 0,0 25,25-26,0-24,24 0,1 0,24 0,1 0,-26 0,-24-99,25 74,-50 1,24-51,-24 26,0-1,0 0,-49 50,-26-24,-49 24,25 24,25-24,74 75,0-26,0-24,74-25</inkml:trace>
  <inkml:trace contextRef="#ctx0" brushRef="#br0" timeOffset="35397.68">18877 10344,'0'-25,"0"25,-25 49,25 1,0-25,0 24,-50 1,50 0,0-26,0 1,0 25,0-25,0-1,0 26,0-25,0 0,0-25,50 0,-25 0,0 0,-25 0,49 0,-49-25,0-25,25 50,-25-25,0 1,0-26,25 50,-25-25,0 0,0-24,0 24,0 0,49-24,-49 24,0 0,0-25,0 1,0 24,-24 25,24-25,-25 25,-25 0,1 0,24 0,0 50,-25-1,50-24,0 25,0-1,0-49</inkml:trace>
  <inkml:trace contextRef="#ctx0" brushRef="#br0" timeOffset="35943.71">19621 10368,'0'25,"0"0,0 0,0 24,0-24,0 25,0-25,0 24,0-24,0 0,25-25,-1 49</inkml:trace>
  <inkml:trace contextRef="#ctx0" brushRef="#br0" timeOffset="36212.74">20191 10220,'-24'24,"24"1,0 25,0-1,0-24,0 25,0 24,0-24,24-25,-24 24,0-24</inkml:trace>
  <inkml:trace contextRef="#ctx0" brushRef="#br0" timeOffset="36791.75">17885 11187,'24'0,"1"0,25 0,24 0,25 0,50 0,50 0,-1 0,75 0,25 0,24-25,1 25,-1 0,-24 0,-100-50,-24 50,-75 0,0-49,-49 49,-1-25,-98 25,-1 0</inkml:trace>
  <inkml:trace contextRef="#ctx0" brushRef="#br0" timeOffset="38367.86">18480 11534,'0'0,"0"50,0-1,0 1,0 24,0 1,0-26,0 26,0-50,0-1,49 26,1-50</inkml:trace>
  <inkml:trace contextRef="#ctx0" brushRef="#br0" timeOffset="38702.88">19001 11609,'0'0,"-50"24,50 26,-49-25,49 24,0 1,0-25,24-25,26 0,24 0,-24 0,0 0,-50-75,24 75,-24-49,0 24,0 0,-24 25,-51-49,1 49,-1 0,1 24,49-24,25 50,0-25,0-25</inkml:trace>
  <inkml:trace contextRef="#ctx0" brushRef="#br0" timeOffset="39087.9">19745 11485,'0'0,"-25"49,25-24,0 25,0-26,0 1,0 25,0-1,0-24,0 0,50-25,-1 0</inkml:trace>
  <inkml:trace contextRef="#ctx0" brushRef="#br0" timeOffset="39392.92">20216 11485,'0'0,"0"0,-25 24,25 51,0-26,0 1,0 0,25-1,25-49,-1 25,26-25,-26 0,1 0,0-50,-1 26,-49-26,0 0,0 1,0 24,0-25,-25 50,-74-24,25 24,-1 0,1 0,49 0,25 74</inkml:trace>
  <inkml:trace contextRef="#ctx0" brushRef="#br0" timeOffset="40069.96">17761 12427,'24'0,"51"0,49-25,49 25,100-49,0 49,0-50,25 50,24-74,-24 74,-25 0,-1-50,1 50,-99 0,-50 0,0 0,-74-25,-26 25,-24 0,-49 0,-26 0,1 0</inkml:trace>
  <inkml:trace contextRef="#ctx0" brushRef="#br0" timeOffset="40661.99">17984 12427,'-25'0,"25"50,0-50,25 0,49 0,1 0,24 0,74-75,26 75,49-74,25 74,0-74,49 74,-49-50,0 50,-50-75,-49 75,-26 0,-73-24,-25 24,-1 0,1 0,-75 0,-25 0,-24 0</inkml:trace>
  <inkml:trace contextRef="#ctx0" brushRef="#br0" timeOffset="42950.12">17562 9004,'0'0,"-50"0,-24 0,0 25,-1 25,1-1,24 50,1-24,49-1,-50 1,50-26,25 1,24-1,26 1,-26-25,1 24,0 1,-50 0,24 24,-24 0,0 1,-24 24,-26 25,0-49,26-26,-51-24,150-50,-26 25,-24 0,0 0,24 0,-49 0,25 75,-25 73,0 26,-49 0,-1-26,0 1,26-74,-26 24,50-49,-50-1,50 26,25-75,0 49,0-49,49 0,1 25,-1-25,0 74,26-24,-51 0,1-1,0 26,-50-26,0 1,0-25,0 24,0-24,49-50,1-24,-1-1,26-24,-1-1,25-49</inkml:trace>
  <inkml:trace contextRef="#ctx0" brushRef="#br0" timeOffset="44007.18">14883 9798,'0'74,"0"-24,0 24,0-49,-25 0,25 25,-24-50,-1-25,25 0,0 0,0-25,0 1,0-1,0 25,0-49,49 74,-24 0,-25 25,25 24,-25 26,0 24,0 0,0 25,0-49,0-1,-50-24,26-1,-26-24,25-25,25-49,0 24,0 0,0-25,75 26,-1 24,-49 0,0 0,24 0,1 49,-25-49</inkml:trace>
  <inkml:trace contextRef="#ctx0" brushRef="#br0" timeOffset="44278.2">15007 9128,'0'25,"0"0,0 24,25 1,-25 0,0-1,25-24</inkml:trace>
  <inkml:trace contextRef="#ctx0" brushRef="#br0" timeOffset="44699.21">15578 9550,'-25'0,"-25"0,1 0,24 74,-25-24,25-1,25 1,-49 0,49-26,0 26,49-50,26 25,-1-25,1 0,-1 0,1 0,-51 0,26 0,-50 25,-25 74,0-74,-24 24,24-24,-25 0,25-25,25 74,-24-74,24 25,24-25</inkml:trace>
  <inkml:trace contextRef="#ctx0" brushRef="#br0" timeOffset="45020.24">14734 10988,'-74'0,"49"0,50 0,74-24,25-26,50 0,49-24,-25-50,26 50,-1-1,-49 1,-26 24,-98 50,-25 0,-75 0,1 0</inkml:trace>
  <inkml:trace contextRef="#ctx0" brushRef="#br0" timeOffset="45274.25">15032 11187,'-50'0,"100"-25,0-25,24 26,75-26,0 0,24-24,26-25,-26 24,-24 1,-25 24,-49 50,-51-49,-24 49,-24 49,-1-49</inkml:trace>
  <inkml:trace contextRef="#ctx0" brushRef="#br0" timeOffset="91442.9">17264 10815,'0'0,"100"-99,-51 24,26 26,49-51,49-48,150 48,24-24,248 50,50-1,-49 1,49 0,-125-1,-73 1,247 74,-123 0,148 74,75 50,-248-25,-125-74,-73-25,-75 25,-174-25,-50 0,-24 25,-25 0,0 49,-74 174,-150 124,-123 25,25-124,-150 74,-197-74,49-25,-149-49,-99-26,-447-123,0-50,75 0,149 0,173 49,422-24,173-25,150 0,73 0,51 0,24 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2E8C1841-03F7-4FD3-956A-4939CFC8B66B}" type="datetimeFigureOut">
              <a:rPr lang="en-US" smtClean="0"/>
              <a:t>2/6/2024</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29EA04AF-60C0-4C9E-8120-1C50D3E0579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E8C1841-03F7-4FD3-956A-4939CFC8B66B}"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2E8C1841-03F7-4FD3-956A-4939CFC8B66B}" type="datetimeFigureOut">
              <a:rPr lang="en-US" smtClean="0"/>
              <a:t>2/6/2024</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p>
            <a:fld id="{29EA04AF-60C0-4C9E-8120-1C50D3E0579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E8C1841-03F7-4FD3-956A-4939CFC8B66B}"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E8C1841-03F7-4FD3-956A-4939CFC8B66B}" type="datetimeFigureOut">
              <a:rPr lang="en-US" smtClean="0"/>
              <a:t>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E8C1841-03F7-4FD3-956A-4939CFC8B66B}" type="datetimeFigureOut">
              <a:rPr lang="en-US" smtClean="0"/>
              <a:t>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2E8C1841-03F7-4FD3-956A-4939CFC8B66B}" type="datetimeFigureOut">
              <a:rPr lang="en-US" smtClean="0"/>
              <a:t>2/6/2024</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E8C1841-03F7-4FD3-956A-4939CFC8B66B}"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2E8C1841-03F7-4FD3-956A-4939CFC8B66B}"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A04AF-60C0-4C9E-8120-1C50D3E05799}" type="slidenum">
              <a:rPr lang="en-US" smtClean="0"/>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E8C1841-03F7-4FD3-956A-4939CFC8B66B}"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A04AF-60C0-4C9E-8120-1C50D3E0579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2E8C1841-03F7-4FD3-956A-4939CFC8B66B}" type="datetimeFigureOut">
              <a:rPr lang="en-US" smtClean="0"/>
              <a:t>2/6/2024</a:t>
            </a:fld>
            <a:endParaRPr lang="en-US"/>
          </a:p>
        </p:txBody>
      </p:sp>
      <p:sp>
        <p:nvSpPr>
          <p:cNvPr id="5" name="Footer Placeholder 4"/>
          <p:cNvSpPr>
            <a:spLocks noGrp="1"/>
          </p:cNvSpPr>
          <p:nvPr>
            <p:ph type="ftr" sz="quarter" idx="11"/>
          </p:nvPr>
        </p:nvSpPr>
        <p:spPr>
          <a:xfrm>
            <a:off x="457200" y="6556248"/>
            <a:ext cx="3657600" cy="228600"/>
          </a:xfrm>
        </p:spPr>
        <p:txBody>
          <a:bodyPr/>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29EA04AF-60C0-4C9E-8120-1C50D3E0579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2E8C1841-03F7-4FD3-956A-4939CFC8B66B}" type="datetimeFigureOut">
              <a:rPr lang="en-US" smtClean="0"/>
              <a:t>2/6/2024</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29EA04AF-60C0-4C9E-8120-1C50D3E0579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systems</a:t>
            </a:r>
          </a:p>
        </p:txBody>
      </p:sp>
      <p:sp>
        <p:nvSpPr>
          <p:cNvPr id="3" name="Content Placeholder 2"/>
          <p:cNvSpPr>
            <a:spLocks noGrp="1"/>
          </p:cNvSpPr>
          <p:nvPr>
            <p:ph idx="1"/>
          </p:nvPr>
        </p:nvSpPr>
        <p:spPr/>
        <p:txBody>
          <a:bodyPr/>
          <a:lstStyle/>
          <a:p>
            <a:r>
              <a:rPr lang="en-US" dirty="0"/>
              <a:t>Decimal</a:t>
            </a:r>
          </a:p>
          <a:p>
            <a:r>
              <a:rPr lang="en-US" dirty="0"/>
              <a:t>Binary</a:t>
            </a:r>
          </a:p>
          <a:p>
            <a:r>
              <a:rPr lang="en-US" dirty="0"/>
              <a:t>Octal</a:t>
            </a:r>
          </a:p>
          <a:p>
            <a:r>
              <a:rPr lang="en-US" dirty="0"/>
              <a:t>Hexadecimal</a:t>
            </a:r>
          </a:p>
        </p:txBody>
      </p:sp>
    </p:spTree>
    <p:extLst>
      <p:ext uri="{BB962C8B-B14F-4D97-AF65-F5344CB8AC3E}">
        <p14:creationId xmlns:p14="http://schemas.microsoft.com/office/powerpoint/2010/main" val="182145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5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5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50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sz="half" idx="1"/>
          </p:nvPr>
        </p:nvSpPr>
        <p:spPr/>
        <p:txBody>
          <a:bodyPr>
            <a:normAutofit fontScale="55000" lnSpcReduction="20000"/>
          </a:bodyPr>
          <a:lstStyle/>
          <a:p>
            <a:pPr algn="just"/>
            <a:r>
              <a:rPr lang="en-US" dirty="0"/>
              <a:t>A digital system can understand positional number system only where there are a few symbols called digits and these symbols represent different values depending on the position they occupy in the number.</a:t>
            </a:r>
          </a:p>
          <a:p>
            <a:pPr algn="just"/>
            <a:r>
              <a:rPr lang="en-US" dirty="0"/>
              <a:t>A value of each digit in a number can be determined using</a:t>
            </a:r>
          </a:p>
          <a:p>
            <a:pPr algn="just"/>
            <a:r>
              <a:rPr lang="en-US" dirty="0"/>
              <a:t>The digit</a:t>
            </a:r>
          </a:p>
          <a:p>
            <a:pPr algn="just"/>
            <a:r>
              <a:rPr lang="en-US" dirty="0"/>
              <a:t>The position of the digit in the number</a:t>
            </a:r>
          </a:p>
          <a:p>
            <a:pPr algn="just"/>
            <a:r>
              <a:rPr lang="en-US" dirty="0"/>
              <a:t>The base of the number system (where base is defined as the total number of digits available in the number system).</a:t>
            </a:r>
          </a:p>
          <a:p>
            <a:pPr algn="just"/>
            <a:endParaRPr lang="en-US" dirty="0"/>
          </a:p>
        </p:txBody>
      </p:sp>
      <p:pic>
        <p:nvPicPr>
          <p:cNvPr id="2050" name="Picture 2" descr="Base question of number system - Electronics Coach"/>
          <p:cNvPicPr>
            <a:picLocks noChangeAspect="1" noChangeArrowheads="1"/>
          </p:cNvPicPr>
          <p:nvPr/>
        </p:nvPicPr>
        <p:blipFill rotWithShape="1">
          <a:blip r:embed="rId2">
            <a:extLst>
              <a:ext uri="{28A0092B-C50C-407E-A947-70E740481C1C}">
                <a14:useLocalDpi xmlns:a14="http://schemas.microsoft.com/office/drawing/2010/main" val="0"/>
              </a:ext>
            </a:extLst>
          </a:blip>
          <a:srcRect b="4190"/>
          <a:stretch/>
        </p:blipFill>
        <p:spPr bwMode="auto">
          <a:xfrm>
            <a:off x="4545651" y="2133600"/>
            <a:ext cx="307435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871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Systems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9668"/>
          <a:stretch/>
        </p:blipFill>
        <p:spPr bwMode="auto">
          <a:xfrm>
            <a:off x="2057400" y="2209800"/>
            <a:ext cx="4286250" cy="1832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9489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system</a:t>
            </a:r>
          </a:p>
        </p:txBody>
      </p:sp>
      <p:sp>
        <p:nvSpPr>
          <p:cNvPr id="3" name="Content Placeholder 2"/>
          <p:cNvSpPr>
            <a:spLocks noGrp="1"/>
          </p:cNvSpPr>
          <p:nvPr>
            <p:ph idx="1"/>
          </p:nvPr>
        </p:nvSpPr>
        <p:spPr/>
        <p:txBody>
          <a:bodyPr>
            <a:normAutofit fontScale="92500" lnSpcReduction="10000"/>
          </a:bodyPr>
          <a:lstStyle/>
          <a:p>
            <a:pPr algn="just"/>
            <a:r>
              <a:rPr lang="en-US" dirty="0"/>
              <a:t>The number system that we use in our day-to-day life is the decimal number system. Decimal number system has base 10 as it uses 10 digits from 0 to 9. In decimal number system, the successive positions to the left of the decimal point represents units, tens, hundreds, thousands and so on.</a:t>
            </a:r>
          </a:p>
          <a:p>
            <a:pPr algn="just"/>
            <a:r>
              <a:rPr lang="en-US" dirty="0"/>
              <a:t>Each position represents a specific power of the base (10). For example, the decimal number 1234 consists of the digit 4 in the units position, 3 in the tens position, 2 in the hundreds position, and 1 in the thousands position, and its value can be written as</a:t>
            </a:r>
          </a:p>
          <a:p>
            <a:pPr algn="just"/>
            <a:endParaRPr lang="en-US" dirty="0"/>
          </a:p>
        </p:txBody>
      </p:sp>
    </p:spTree>
    <p:extLst>
      <p:ext uri="{BB962C8B-B14F-4D97-AF65-F5344CB8AC3E}">
        <p14:creationId xmlns:p14="http://schemas.microsoft.com/office/powerpoint/2010/main" val="3486129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ChangeArrowheads="1"/>
          </p:cNvSpPr>
          <p:nvPr/>
        </p:nvSpPr>
        <p:spPr bwMode="auto">
          <a:xfrm>
            <a:off x="1143000" y="3645069"/>
            <a:ext cx="6705600" cy="1015663"/>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Courier New" pitchFamily="49" charset="0"/>
                <a:cs typeface="Courier New" pitchFamily="49" charset="0"/>
              </a:rPr>
              <a:t>(</a:t>
            </a:r>
            <a:r>
              <a:rPr kumimoji="0" lang="en-US" sz="2000" b="0" i="0" u="none" strike="noStrike" cap="none" normalizeH="0" baseline="0" dirty="0">
                <a:ln>
                  <a:noFill/>
                </a:ln>
                <a:solidFill>
                  <a:schemeClr val="tx1"/>
                </a:solidFill>
                <a:effectLst/>
                <a:latin typeface="Courier New" pitchFamily="49" charset="0"/>
                <a:cs typeface="Courier New" pitchFamily="49" charset="0"/>
              </a:rPr>
              <a:t>1×1000) + (2×100) + (3×10) + (4×l)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(1×10</a:t>
            </a:r>
            <a:r>
              <a:rPr kumimoji="0" lang="en-US" sz="2000" b="0" i="0" u="none" strike="noStrike" cap="none" normalizeH="0" baseline="30000" dirty="0">
                <a:ln>
                  <a:noFill/>
                </a:ln>
                <a:solidFill>
                  <a:schemeClr val="tx1"/>
                </a:solidFill>
                <a:effectLst/>
                <a:latin typeface="Courier New" pitchFamily="49" charset="0"/>
                <a:cs typeface="Courier New" pitchFamily="49" charset="0"/>
              </a:rPr>
              <a:t>3</a:t>
            </a:r>
            <a:r>
              <a:rPr kumimoji="0" lang="en-US" sz="2000" b="0" i="0" u="none" strike="noStrike" cap="none" normalizeH="0" baseline="0" dirty="0">
                <a:ln>
                  <a:noFill/>
                </a:ln>
                <a:solidFill>
                  <a:schemeClr val="tx1"/>
                </a:solidFill>
                <a:effectLst/>
                <a:latin typeface="Courier New" pitchFamily="49" charset="0"/>
                <a:cs typeface="Courier New" pitchFamily="49" charset="0"/>
              </a:rPr>
              <a:t>) + (2×10</a:t>
            </a:r>
            <a:r>
              <a:rPr kumimoji="0" lang="en-US" sz="2000" b="0" i="0" u="none" strike="noStrike" cap="none" normalizeH="0" baseline="30000" dirty="0">
                <a:ln>
                  <a:noFill/>
                </a:ln>
                <a:solidFill>
                  <a:schemeClr val="tx1"/>
                </a:solidFill>
                <a:effectLst/>
                <a:latin typeface="Courier New" pitchFamily="49" charset="0"/>
                <a:cs typeface="Courier New" pitchFamily="49" charset="0"/>
              </a:rPr>
              <a:t>2</a:t>
            </a:r>
            <a:r>
              <a:rPr kumimoji="0" lang="en-US" sz="2000" b="0" i="0" u="none" strike="noStrike" cap="none" normalizeH="0" baseline="0" dirty="0">
                <a:ln>
                  <a:noFill/>
                </a:ln>
                <a:solidFill>
                  <a:schemeClr val="tx1"/>
                </a:solidFill>
                <a:effectLst/>
                <a:latin typeface="Courier New" pitchFamily="49" charset="0"/>
                <a:cs typeface="Courier New" pitchFamily="49" charset="0"/>
              </a:rPr>
              <a:t>) + (3×10</a:t>
            </a:r>
            <a:r>
              <a:rPr kumimoji="0" lang="en-US" sz="2000" b="0" i="0" u="none" strike="noStrike" cap="none" normalizeH="0" baseline="30000" dirty="0">
                <a:ln>
                  <a:noFill/>
                </a:ln>
                <a:solidFill>
                  <a:schemeClr val="tx1"/>
                </a:solidFill>
                <a:effectLst/>
                <a:latin typeface="Courier New" pitchFamily="49" charset="0"/>
                <a:cs typeface="Courier New" pitchFamily="49" charset="0"/>
              </a:rPr>
              <a:t>1</a:t>
            </a:r>
            <a:r>
              <a:rPr kumimoji="0" lang="en-US" sz="2000" b="0" i="0" u="none" strike="noStrike" cap="none" normalizeH="0" baseline="0" dirty="0">
                <a:ln>
                  <a:noFill/>
                </a:ln>
                <a:solidFill>
                  <a:schemeClr val="tx1"/>
                </a:solidFill>
                <a:effectLst/>
                <a:latin typeface="Courier New" pitchFamily="49" charset="0"/>
                <a:cs typeface="Courier New" pitchFamily="49" charset="0"/>
              </a:rPr>
              <a:t>) + (4×l0</a:t>
            </a:r>
            <a:r>
              <a:rPr kumimoji="0" lang="en-US" sz="2000" b="0" i="0" u="none" strike="noStrike" cap="none" normalizeH="0" baseline="30000" dirty="0">
                <a:ln>
                  <a:noFill/>
                </a:ln>
                <a:solidFill>
                  <a:schemeClr val="tx1"/>
                </a:solidFill>
                <a:effectLst/>
                <a:latin typeface="Courier New" pitchFamily="49" charset="0"/>
                <a:cs typeface="Courier New" pitchFamily="49" charset="0"/>
              </a:rPr>
              <a:t>0</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1000 + 200 + 30 + 1 1234</a:t>
            </a:r>
            <a:r>
              <a:rPr kumimoji="0" lang="en-US" sz="2000" b="0" i="0" u="none" strike="noStrike" cap="none" normalizeH="0" baseline="0" dirty="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3466588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Binary Numb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46946"/>
            <a:ext cx="6410325" cy="1457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185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Binary Number System</a:t>
            </a:r>
            <a:br>
              <a:rPr lang="en-US" dirty="0"/>
            </a:br>
            <a:endParaRPr lang="en-US" dirty="0"/>
          </a:p>
        </p:txBody>
      </p:sp>
      <p:sp>
        <p:nvSpPr>
          <p:cNvPr id="3" name="Content Placeholder 2"/>
          <p:cNvSpPr>
            <a:spLocks noGrp="1"/>
          </p:cNvSpPr>
          <p:nvPr>
            <p:ph idx="1"/>
          </p:nvPr>
        </p:nvSpPr>
        <p:spPr/>
        <p:txBody>
          <a:bodyPr>
            <a:normAutofit/>
          </a:bodyPr>
          <a:lstStyle/>
          <a:p>
            <a:r>
              <a:rPr lang="en-US" dirty="0"/>
              <a:t>Characteristics</a:t>
            </a:r>
          </a:p>
          <a:p>
            <a:r>
              <a:rPr lang="en-US" dirty="0"/>
              <a:t>Uses two digits, 0 and 1.</a:t>
            </a:r>
          </a:p>
          <a:p>
            <a:r>
              <a:rPr lang="en-US" dirty="0"/>
              <a:t>Also called base 2 number system</a:t>
            </a:r>
          </a:p>
          <a:p>
            <a:r>
              <a:rPr lang="en-US" dirty="0"/>
              <a:t>Each position in a binary number represents a 0 power of the base (2). Example: 2</a:t>
            </a:r>
            <a:r>
              <a:rPr lang="en-US" baseline="30000" dirty="0"/>
              <a:t>0</a:t>
            </a:r>
            <a:endParaRPr lang="en-US" dirty="0"/>
          </a:p>
          <a:p>
            <a:r>
              <a:rPr lang="en-US" dirty="0"/>
              <a:t>Last position in a binary number represents an x power of the base (2). Example: 2</a:t>
            </a:r>
            <a:r>
              <a:rPr lang="en-US" baseline="30000" dirty="0"/>
              <a:t>x</a:t>
            </a:r>
            <a:r>
              <a:rPr lang="en-US" dirty="0"/>
              <a:t> where x represents the last position - 1.</a:t>
            </a:r>
          </a:p>
          <a:p>
            <a:endParaRPr lang="en-US" dirty="0"/>
          </a:p>
        </p:txBody>
      </p:sp>
    </p:spTree>
    <p:extLst>
      <p:ext uri="{BB962C8B-B14F-4D97-AF65-F5344CB8AC3E}">
        <p14:creationId xmlns:p14="http://schemas.microsoft.com/office/powerpoint/2010/main" val="342062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system</a:t>
            </a:r>
          </a:p>
        </p:txBody>
      </p:sp>
      <p:sp>
        <p:nvSpPr>
          <p:cNvPr id="3" name="Content Placeholder 2"/>
          <p:cNvSpPr>
            <a:spLocks noGrp="1"/>
          </p:cNvSpPr>
          <p:nvPr>
            <p:ph idx="1"/>
          </p:nvPr>
        </p:nvSpPr>
        <p:spPr/>
        <p:txBody>
          <a:bodyPr>
            <a:normAutofit/>
          </a:bodyPr>
          <a:lstStyle/>
          <a:p>
            <a:pPr algn="just"/>
            <a:r>
              <a:rPr lang="en-US" dirty="0"/>
              <a:t>In mathematics and digital electronics, a </a:t>
            </a:r>
            <a:r>
              <a:rPr lang="en-US" b="1" dirty="0"/>
              <a:t>binary number</a:t>
            </a:r>
            <a:r>
              <a:rPr lang="en-US" dirty="0"/>
              <a:t> is a </a:t>
            </a:r>
            <a:r>
              <a:rPr lang="en-US" b="1" dirty="0"/>
              <a:t>number</a:t>
            </a:r>
            <a:r>
              <a:rPr lang="en-US" dirty="0"/>
              <a:t> expressed in the base-2</a:t>
            </a:r>
            <a:r>
              <a:rPr lang="en-US" b="1" dirty="0"/>
              <a:t>numeral system</a:t>
            </a:r>
            <a:r>
              <a:rPr lang="en-US" dirty="0"/>
              <a:t> or </a:t>
            </a:r>
            <a:r>
              <a:rPr lang="en-US" b="1" dirty="0"/>
              <a:t>binary numeral system</a:t>
            </a:r>
            <a:r>
              <a:rPr lang="en-US" dirty="0"/>
              <a:t>, which uses only two symbols: typically 0 (zero) and 1 (one). </a:t>
            </a:r>
          </a:p>
          <a:p>
            <a:pPr algn="just"/>
            <a:r>
              <a:rPr lang="en-US" dirty="0"/>
              <a:t>The base-2 </a:t>
            </a:r>
            <a:r>
              <a:rPr lang="en-US" b="1" dirty="0"/>
              <a:t>numeral system</a:t>
            </a:r>
            <a:r>
              <a:rPr lang="en-US" dirty="0"/>
              <a:t> is a positional notation with a radix of 2. </a:t>
            </a:r>
          </a:p>
          <a:p>
            <a:pPr algn="just"/>
            <a:r>
              <a:rPr lang="en-US" dirty="0"/>
              <a:t>Each digit is referred to as a bit.</a:t>
            </a:r>
            <a:br>
              <a:rPr lang="en-US" dirty="0"/>
            </a:br>
            <a:r>
              <a:rPr lang="en-US" dirty="0"/>
              <a:t>I will teach about it briefly.</a:t>
            </a:r>
          </a:p>
        </p:txBody>
      </p:sp>
    </p:spTree>
    <p:extLst>
      <p:ext uri="{BB962C8B-B14F-4D97-AF65-F5344CB8AC3E}">
        <p14:creationId xmlns:p14="http://schemas.microsoft.com/office/powerpoint/2010/main" val="1637924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740616718"/>
              </p:ext>
            </p:extLst>
          </p:nvPr>
        </p:nvGraphicFramePr>
        <p:xfrm>
          <a:off x="1162050" y="2461101"/>
          <a:ext cx="6819900" cy="1981200"/>
        </p:xfrm>
        <a:graphic>
          <a:graphicData uri="http://schemas.openxmlformats.org/drawingml/2006/table">
            <a:tbl>
              <a:tblPr/>
              <a:tblGrid>
                <a:gridCol w="895350">
                  <a:extLst>
                    <a:ext uri="{9D8B030D-6E8A-4147-A177-3AD203B41FA5}">
                      <a16:colId xmlns:a16="http://schemas.microsoft.com/office/drawing/2014/main" val="20000"/>
                    </a:ext>
                  </a:extLst>
                </a:gridCol>
                <a:gridCol w="2771775">
                  <a:extLst>
                    <a:ext uri="{9D8B030D-6E8A-4147-A177-3AD203B41FA5}">
                      <a16:colId xmlns:a16="http://schemas.microsoft.com/office/drawing/2014/main" val="20001"/>
                    </a:ext>
                  </a:extLst>
                </a:gridCol>
                <a:gridCol w="3152775">
                  <a:extLst>
                    <a:ext uri="{9D8B030D-6E8A-4147-A177-3AD203B41FA5}">
                      <a16:colId xmlns:a16="http://schemas.microsoft.com/office/drawing/2014/main" val="20002"/>
                    </a:ext>
                  </a:extLst>
                </a:gridCol>
              </a:tblGrid>
              <a:tr h="0">
                <a:tc>
                  <a:txBody>
                    <a:bodyPr/>
                    <a:lstStyle/>
                    <a:p>
                      <a:pPr fontAlgn="t"/>
                      <a:r>
                        <a:rPr lang="en-US">
                          <a:effectLst/>
                        </a:rPr>
                        <a:t>Step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Binary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Decimal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0">
                <a:tc>
                  <a:txBody>
                    <a:bodyPr/>
                    <a:lstStyle/>
                    <a:p>
                      <a:pPr fontAlgn="t"/>
                      <a:r>
                        <a:rPr lang="en-US">
                          <a:effectLst/>
                        </a:rPr>
                        <a:t>Step 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10101</a:t>
                      </a:r>
                      <a:r>
                        <a:rPr lang="en-US" baseline="-25000">
                          <a:effectLst/>
                        </a:rPr>
                        <a:t>2</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 × 2</a:t>
                      </a:r>
                      <a:r>
                        <a:rPr lang="en-US" baseline="30000">
                          <a:effectLst/>
                        </a:rPr>
                        <a:t>4</a:t>
                      </a:r>
                      <a:r>
                        <a:rPr lang="en-US">
                          <a:effectLst/>
                        </a:rPr>
                        <a:t>) + (0 × 2</a:t>
                      </a:r>
                      <a:r>
                        <a:rPr lang="en-US" baseline="30000">
                          <a:effectLst/>
                        </a:rPr>
                        <a:t>3</a:t>
                      </a:r>
                      <a:r>
                        <a:rPr lang="en-US">
                          <a:effectLst/>
                        </a:rPr>
                        <a:t>) + (1 × 2</a:t>
                      </a:r>
                      <a:r>
                        <a:rPr lang="en-US" baseline="30000">
                          <a:effectLst/>
                        </a:rPr>
                        <a:t>2</a:t>
                      </a:r>
                      <a:r>
                        <a:rPr lang="en-US">
                          <a:effectLst/>
                        </a:rPr>
                        <a:t>) + (0 × 2</a:t>
                      </a:r>
                      <a:r>
                        <a:rPr lang="en-US" baseline="30000">
                          <a:effectLst/>
                        </a:rPr>
                        <a:t>1</a:t>
                      </a:r>
                      <a:r>
                        <a:rPr lang="en-US">
                          <a:effectLst/>
                        </a:rPr>
                        <a:t>) + (1 × 2</a:t>
                      </a:r>
                      <a:r>
                        <a:rPr lang="en-US" baseline="30000">
                          <a:effectLst/>
                        </a:rPr>
                        <a:t>0</a:t>
                      </a:r>
                      <a:r>
                        <a:rPr lang="en-US">
                          <a:effectLst/>
                        </a:rPr>
                        <a:t>))</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t"/>
                      <a:r>
                        <a:rPr lang="en-US">
                          <a:effectLst/>
                        </a:rPr>
                        <a:t>Step 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10101</a:t>
                      </a:r>
                      <a:r>
                        <a:rPr lang="en-US" baseline="-25000">
                          <a:effectLst/>
                        </a:rPr>
                        <a:t>2</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(16 + 0 + 4 + 0 + 1)</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t"/>
                      <a:r>
                        <a:rPr lang="en-US">
                          <a:effectLst/>
                        </a:rPr>
                        <a:t>Step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10101</a:t>
                      </a:r>
                      <a:r>
                        <a:rPr lang="en-US" baseline="-25000">
                          <a:effectLst/>
                        </a:rPr>
                        <a:t>2</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21</a:t>
                      </a:r>
                      <a:r>
                        <a:rPr lang="en-US" baseline="-25000" dirty="0">
                          <a:effectLst/>
                        </a:rPr>
                        <a:t>10</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609600" y="1481807"/>
            <a:ext cx="7620000" cy="8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a:ln>
                  <a:noFill/>
                </a:ln>
                <a:solidFill>
                  <a:schemeClr val="tx1"/>
                </a:solidFill>
                <a:effectLst/>
                <a:latin typeface="Arial" pitchFamily="34" charset="0"/>
                <a:cs typeface="Arial" pitchFamily="34" charset="0"/>
              </a:rPr>
              <a:t>Example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Binary Number: 10101</a:t>
            </a:r>
            <a:r>
              <a:rPr kumimoji="0" lang="en-US" sz="900" b="0" i="0" u="none" strike="noStrike" cap="none" normalizeH="0" baseline="-30000" dirty="0">
                <a:ln>
                  <a:noFill/>
                </a:ln>
                <a:solidFill>
                  <a:srgbClr val="000000"/>
                </a:solidFill>
                <a:effectLst/>
                <a:latin typeface="Arial" pitchFamily="34" charset="0"/>
                <a:cs typeface="Arial" pitchFamily="34" charset="0"/>
              </a:rPr>
              <a:t>2</a:t>
            </a:r>
            <a:endParaRPr kumimoji="0" 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Calculating Decimal Equivalent −</a:t>
            </a:r>
            <a:endParaRPr kumimoji="0" 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1371600" y="5638800"/>
            <a:ext cx="4456669" cy="369332"/>
          </a:xfrm>
          <a:prstGeom prst="rect">
            <a:avLst/>
          </a:prstGeom>
        </p:spPr>
        <p:txBody>
          <a:bodyPr wrap="none">
            <a:spAutoFit/>
          </a:bodyPr>
          <a:lstStyle/>
          <a:p>
            <a:r>
              <a:rPr kumimoji="0" lang="en-US" b="1" i="0" u="none" strike="noStrike" cap="none" normalizeH="0" baseline="0" dirty="0">
                <a:ln>
                  <a:noFill/>
                </a:ln>
                <a:solidFill>
                  <a:srgbClr val="000000"/>
                </a:solidFill>
                <a:effectLst/>
                <a:latin typeface="Arial" pitchFamily="34" charset="0"/>
                <a:cs typeface="Arial" pitchFamily="34" charset="0"/>
              </a:rPr>
              <a:t>Note:</a:t>
            </a:r>
            <a:r>
              <a:rPr kumimoji="0" lang="en-US" b="0" i="0" u="none" strike="noStrike" cap="none" normalizeH="0" baseline="0" dirty="0">
                <a:ln>
                  <a:noFill/>
                </a:ln>
                <a:solidFill>
                  <a:srgbClr val="000000"/>
                </a:solidFill>
                <a:effectLst/>
                <a:latin typeface="Arial" pitchFamily="34" charset="0"/>
                <a:cs typeface="Arial" pitchFamily="34" charset="0"/>
              </a:rPr>
              <a:t> 10101</a:t>
            </a:r>
            <a:r>
              <a:rPr kumimoji="0" lang="en-US" sz="1100" b="0" i="0" u="none" strike="noStrike" cap="none" normalizeH="0" baseline="-30000" dirty="0">
                <a:ln>
                  <a:noFill/>
                </a:ln>
                <a:solidFill>
                  <a:srgbClr val="000000"/>
                </a:solidFill>
                <a:effectLst/>
                <a:latin typeface="Arial" pitchFamily="34" charset="0"/>
                <a:cs typeface="Arial" pitchFamily="34" charset="0"/>
              </a:rPr>
              <a:t>2</a:t>
            </a:r>
            <a:r>
              <a:rPr kumimoji="0" lang="en-US" b="0" i="0" u="none" strike="noStrike" cap="none" normalizeH="0" baseline="0" dirty="0">
                <a:ln>
                  <a:noFill/>
                </a:ln>
                <a:solidFill>
                  <a:srgbClr val="000000"/>
                </a:solidFill>
                <a:effectLst/>
                <a:latin typeface="Arial" pitchFamily="34" charset="0"/>
                <a:cs typeface="Arial" pitchFamily="34" charset="0"/>
              </a:rPr>
              <a:t> is normally written as 10101</a:t>
            </a:r>
            <a:endParaRPr lang="en-US" dirty="0"/>
          </a:p>
        </p:txBody>
      </p:sp>
    </p:spTree>
    <p:extLst>
      <p:ext uri="{BB962C8B-B14F-4D97-AF65-F5344CB8AC3E}">
        <p14:creationId xmlns:p14="http://schemas.microsoft.com/office/powerpoint/2010/main" val="199051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Octal Number System</a:t>
            </a:r>
            <a:br>
              <a:rPr lang="en-US" dirty="0"/>
            </a:br>
            <a:endParaRPr lang="en-US" dirty="0"/>
          </a:p>
        </p:txBody>
      </p:sp>
      <p:sp>
        <p:nvSpPr>
          <p:cNvPr id="3" name="Content Placeholder 2"/>
          <p:cNvSpPr>
            <a:spLocks noGrp="1"/>
          </p:cNvSpPr>
          <p:nvPr>
            <p:ph idx="1"/>
          </p:nvPr>
        </p:nvSpPr>
        <p:spPr/>
        <p:txBody>
          <a:bodyPr>
            <a:normAutofit/>
          </a:bodyPr>
          <a:lstStyle/>
          <a:p>
            <a:r>
              <a:rPr lang="en-US" dirty="0"/>
              <a:t>Characteristics</a:t>
            </a:r>
          </a:p>
          <a:p>
            <a:r>
              <a:rPr lang="en-US" dirty="0"/>
              <a:t>Uses eight digits, 0,1,2,3,4,5,6,7.</a:t>
            </a:r>
          </a:p>
          <a:p>
            <a:r>
              <a:rPr lang="en-US" dirty="0"/>
              <a:t>Also called base 8 number system</a:t>
            </a:r>
          </a:p>
          <a:p>
            <a:r>
              <a:rPr lang="en-US" dirty="0"/>
              <a:t>Each position in an octal number represents a 0 power of the base (8). Example: 8</a:t>
            </a:r>
            <a:r>
              <a:rPr lang="en-US" baseline="30000" dirty="0"/>
              <a:t>0</a:t>
            </a:r>
            <a:endParaRPr lang="en-US" dirty="0"/>
          </a:p>
          <a:p>
            <a:r>
              <a:rPr lang="en-US" dirty="0"/>
              <a:t>Last position in an octal number represents an x power of the base (8). Example: 8</a:t>
            </a:r>
            <a:r>
              <a:rPr lang="en-US" baseline="30000" dirty="0"/>
              <a:t>x</a:t>
            </a:r>
            <a:r>
              <a:rPr lang="en-US" dirty="0"/>
              <a:t> where x represents the last position - 1.</a:t>
            </a:r>
          </a:p>
          <a:p>
            <a:endParaRPr lang="en-US" dirty="0"/>
          </a:p>
        </p:txBody>
      </p:sp>
    </p:spTree>
    <p:extLst>
      <p:ext uri="{BB962C8B-B14F-4D97-AF65-F5344CB8AC3E}">
        <p14:creationId xmlns:p14="http://schemas.microsoft.com/office/powerpoint/2010/main" val="2711214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10834525"/>
              </p:ext>
            </p:extLst>
          </p:nvPr>
        </p:nvGraphicFramePr>
        <p:xfrm>
          <a:off x="819150" y="2514600"/>
          <a:ext cx="6819900" cy="2255520"/>
        </p:xfrm>
        <a:graphic>
          <a:graphicData uri="http://schemas.openxmlformats.org/drawingml/2006/table">
            <a:tbl>
              <a:tblPr/>
              <a:tblGrid>
                <a:gridCol w="81915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3152775">
                  <a:extLst>
                    <a:ext uri="{9D8B030D-6E8A-4147-A177-3AD203B41FA5}">
                      <a16:colId xmlns:a16="http://schemas.microsoft.com/office/drawing/2014/main" val="20002"/>
                    </a:ext>
                  </a:extLst>
                </a:gridCol>
              </a:tblGrid>
              <a:tr h="0">
                <a:tc>
                  <a:txBody>
                    <a:bodyPr/>
                    <a:lstStyle/>
                    <a:p>
                      <a:pPr fontAlgn="t"/>
                      <a:r>
                        <a:rPr lang="en-US" dirty="0">
                          <a:effectLst/>
                        </a:rPr>
                        <a:t>Step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Octal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Decimal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0">
                <a:tc>
                  <a:txBody>
                    <a:bodyPr/>
                    <a:lstStyle/>
                    <a:p>
                      <a:pPr fontAlgn="t"/>
                      <a:r>
                        <a:rPr lang="en-US">
                          <a:effectLst/>
                        </a:rPr>
                        <a:t>Step 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12570</a:t>
                      </a:r>
                      <a:r>
                        <a:rPr lang="en-US" baseline="-25000">
                          <a:effectLst/>
                        </a:rPr>
                        <a:t>8</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((1 × 8</a:t>
                      </a:r>
                      <a:r>
                        <a:rPr lang="en-US" baseline="30000" dirty="0">
                          <a:effectLst/>
                        </a:rPr>
                        <a:t>4</a:t>
                      </a:r>
                      <a:r>
                        <a:rPr lang="en-US" dirty="0">
                          <a:effectLst/>
                        </a:rPr>
                        <a:t>) + (2 × 8</a:t>
                      </a:r>
                      <a:r>
                        <a:rPr lang="en-US" baseline="30000" dirty="0">
                          <a:effectLst/>
                        </a:rPr>
                        <a:t>3</a:t>
                      </a:r>
                      <a:r>
                        <a:rPr lang="en-US" dirty="0">
                          <a:effectLst/>
                        </a:rPr>
                        <a:t>) + (5 × 8</a:t>
                      </a:r>
                      <a:r>
                        <a:rPr lang="en-US" baseline="30000" dirty="0">
                          <a:effectLst/>
                        </a:rPr>
                        <a:t>2</a:t>
                      </a:r>
                      <a:r>
                        <a:rPr lang="en-US" dirty="0">
                          <a:effectLst/>
                        </a:rPr>
                        <a:t>) + (7 × 8</a:t>
                      </a:r>
                      <a:r>
                        <a:rPr lang="en-US" baseline="30000" dirty="0">
                          <a:effectLst/>
                        </a:rPr>
                        <a:t>1</a:t>
                      </a:r>
                      <a:r>
                        <a:rPr lang="en-US" dirty="0">
                          <a:effectLst/>
                        </a:rPr>
                        <a:t>) + (0 × 8</a:t>
                      </a:r>
                      <a:r>
                        <a:rPr lang="en-US" baseline="30000" dirty="0">
                          <a:effectLst/>
                        </a:rPr>
                        <a:t>0</a:t>
                      </a:r>
                      <a:r>
                        <a:rPr lang="en-US" dirty="0">
                          <a:effectLst/>
                        </a:rPr>
                        <a:t>))</a:t>
                      </a:r>
                      <a:r>
                        <a:rPr lang="en-US" baseline="-25000" dirty="0">
                          <a:effectLst/>
                        </a:rPr>
                        <a:t>10</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t"/>
                      <a:r>
                        <a:rPr lang="en-US">
                          <a:effectLst/>
                        </a:rPr>
                        <a:t>Step 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12570</a:t>
                      </a:r>
                      <a:r>
                        <a:rPr lang="en-US" baseline="-25000">
                          <a:effectLst/>
                        </a:rPr>
                        <a:t>8</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(4096 + 1024 + 320 + 56 + 0)</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t"/>
                      <a:r>
                        <a:rPr lang="en-US">
                          <a:effectLst/>
                        </a:rPr>
                        <a:t>Step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12570</a:t>
                      </a:r>
                      <a:r>
                        <a:rPr lang="en-US" baseline="-25000">
                          <a:effectLst/>
                        </a:rPr>
                        <a:t>8</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5496</a:t>
                      </a:r>
                      <a:r>
                        <a:rPr lang="en-US" baseline="-25000" dirty="0">
                          <a:effectLst/>
                        </a:rPr>
                        <a:t>10</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304800" y="1497940"/>
            <a:ext cx="7848600"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a:ln>
                  <a:noFill/>
                </a:ln>
                <a:solidFill>
                  <a:schemeClr val="tx1"/>
                </a:solidFill>
                <a:effectLst/>
                <a:latin typeface="Arial" pitchFamily="34" charset="0"/>
                <a:cs typeface="Arial" pitchFamily="34" charset="0"/>
              </a:rPr>
              <a:t>Example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Octal Number − 12570</a:t>
            </a:r>
            <a:r>
              <a:rPr kumimoji="0" lang="en-US" sz="900" b="0" i="0" u="none" strike="noStrike" cap="none" normalizeH="0" baseline="-30000" dirty="0">
                <a:ln>
                  <a:noFill/>
                </a:ln>
                <a:solidFill>
                  <a:srgbClr val="000000"/>
                </a:solidFill>
                <a:effectLst/>
                <a:latin typeface="Arial" pitchFamily="34" charset="0"/>
                <a:cs typeface="Arial" pitchFamily="34" charset="0"/>
              </a:rPr>
              <a:t>8</a:t>
            </a:r>
            <a:endParaRPr kumimoji="0" 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Calculating Decimal Equivalent −</a:t>
            </a:r>
            <a:endParaRPr kumimoji="0" lang="en-US" sz="6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2133600" y="5638800"/>
            <a:ext cx="4520789" cy="369332"/>
          </a:xfrm>
          <a:prstGeom prst="rect">
            <a:avLst/>
          </a:prstGeom>
        </p:spPr>
        <p:txBody>
          <a:bodyPr wrap="none">
            <a:spAutoFit/>
          </a:bodyPr>
          <a:lstStyle/>
          <a:p>
            <a:pPr lvl="0" algn="just" eaLnBrk="0" fontAlgn="base" hangingPunct="0">
              <a:spcBef>
                <a:spcPct val="0"/>
              </a:spcBef>
              <a:spcAft>
                <a:spcPct val="0"/>
              </a:spcAft>
            </a:pPr>
            <a:r>
              <a:rPr kumimoji="0" lang="en-US" b="1" i="0" u="none" strike="noStrike" cap="none" normalizeH="0" baseline="0" dirty="0">
                <a:ln>
                  <a:noFill/>
                </a:ln>
                <a:solidFill>
                  <a:srgbClr val="000000"/>
                </a:solidFill>
                <a:effectLst/>
                <a:latin typeface="Arial" pitchFamily="34" charset="0"/>
                <a:cs typeface="Arial" pitchFamily="34" charset="0"/>
              </a:rPr>
              <a:t>Note:</a:t>
            </a:r>
            <a:r>
              <a:rPr kumimoji="0" lang="en-US" b="0" i="0" u="none" strike="noStrike" cap="none" normalizeH="0" baseline="0" dirty="0">
                <a:ln>
                  <a:noFill/>
                </a:ln>
                <a:solidFill>
                  <a:srgbClr val="000000"/>
                </a:solidFill>
                <a:effectLst/>
                <a:latin typeface="Arial" pitchFamily="34" charset="0"/>
                <a:cs typeface="Arial" pitchFamily="34" charset="0"/>
              </a:rPr>
              <a:t> 12570</a:t>
            </a:r>
            <a:r>
              <a:rPr kumimoji="0" lang="en-US" sz="1100" b="0" i="0" u="none" strike="noStrike" cap="none" normalizeH="0" baseline="-30000" dirty="0">
                <a:ln>
                  <a:noFill/>
                </a:ln>
                <a:solidFill>
                  <a:srgbClr val="000000"/>
                </a:solidFill>
                <a:effectLst/>
                <a:latin typeface="Arial" pitchFamily="34" charset="0"/>
                <a:cs typeface="Arial" pitchFamily="34" charset="0"/>
              </a:rPr>
              <a:t>8</a:t>
            </a:r>
            <a:r>
              <a:rPr kumimoji="0" lang="en-US" b="0" i="0" u="none" strike="noStrike" cap="none" normalizeH="0" baseline="0" dirty="0">
                <a:ln>
                  <a:noFill/>
                </a:ln>
                <a:solidFill>
                  <a:srgbClr val="000000"/>
                </a:solidFill>
                <a:effectLst/>
                <a:latin typeface="Arial" pitchFamily="34" charset="0"/>
                <a:cs typeface="Arial" pitchFamily="34" charset="0"/>
              </a:rPr>
              <a:t> is normally written as 12570.</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244621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Hexadecimal Number System</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Characteristics</a:t>
            </a:r>
          </a:p>
          <a:p>
            <a:r>
              <a:rPr lang="en-US" dirty="0"/>
              <a:t>Uses 10 digits and 6 letters, 0,1,2,3,4,5,6,7,8,9,A,B,C,D,E,F.</a:t>
            </a:r>
          </a:p>
          <a:p>
            <a:r>
              <a:rPr lang="en-US" dirty="0"/>
              <a:t>Letters represents numbers starting from 10. A = 10, B = 11, C = 12, D = 13, E = 14, F = 15.</a:t>
            </a:r>
          </a:p>
          <a:p>
            <a:r>
              <a:rPr lang="en-US" dirty="0"/>
              <a:t>Also called base 16 number system.</a:t>
            </a:r>
          </a:p>
          <a:p>
            <a:r>
              <a:rPr lang="en-US" dirty="0"/>
              <a:t>Each position in a hexadecimal number represents a 0 power of the base (16). Example 16</a:t>
            </a:r>
            <a:r>
              <a:rPr lang="en-US" baseline="30000" dirty="0"/>
              <a:t>0</a:t>
            </a:r>
            <a:r>
              <a:rPr lang="en-US" dirty="0"/>
              <a:t>.</a:t>
            </a:r>
          </a:p>
          <a:p>
            <a:r>
              <a:rPr lang="en-US" dirty="0"/>
              <a:t>Last position in a hexadecimal number represents an x power of the base (16). Example 16</a:t>
            </a:r>
            <a:r>
              <a:rPr lang="en-US" baseline="30000" dirty="0"/>
              <a:t>x</a:t>
            </a:r>
            <a:r>
              <a:rPr lang="en-US" dirty="0"/>
              <a:t> where x represents the last position - 1.</a:t>
            </a:r>
          </a:p>
          <a:p>
            <a:endParaRPr lang="en-US" dirty="0"/>
          </a:p>
        </p:txBody>
      </p:sp>
    </p:spTree>
    <p:extLst>
      <p:ext uri="{BB962C8B-B14F-4D97-AF65-F5344CB8AC3E}">
        <p14:creationId xmlns:p14="http://schemas.microsoft.com/office/powerpoint/2010/main" val="1921383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exadecimal ends at F. We're in the endgame. : MrRob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5753100" cy="4838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372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16558573"/>
              </p:ext>
            </p:extLst>
          </p:nvPr>
        </p:nvGraphicFramePr>
        <p:xfrm>
          <a:off x="1162050" y="2110581"/>
          <a:ext cx="6819900" cy="3230880"/>
        </p:xfrm>
        <a:graphic>
          <a:graphicData uri="http://schemas.openxmlformats.org/drawingml/2006/table">
            <a:tbl>
              <a:tblPr/>
              <a:tblGrid>
                <a:gridCol w="971550">
                  <a:extLst>
                    <a:ext uri="{9D8B030D-6E8A-4147-A177-3AD203B41FA5}">
                      <a16:colId xmlns:a16="http://schemas.microsoft.com/office/drawing/2014/main" val="20000"/>
                    </a:ext>
                  </a:extLst>
                </a:gridCol>
                <a:gridCol w="2695575">
                  <a:extLst>
                    <a:ext uri="{9D8B030D-6E8A-4147-A177-3AD203B41FA5}">
                      <a16:colId xmlns:a16="http://schemas.microsoft.com/office/drawing/2014/main" val="20001"/>
                    </a:ext>
                  </a:extLst>
                </a:gridCol>
                <a:gridCol w="3152775">
                  <a:extLst>
                    <a:ext uri="{9D8B030D-6E8A-4147-A177-3AD203B41FA5}">
                      <a16:colId xmlns:a16="http://schemas.microsoft.com/office/drawing/2014/main" val="20002"/>
                    </a:ext>
                  </a:extLst>
                </a:gridCol>
              </a:tblGrid>
              <a:tr h="0">
                <a:tc>
                  <a:txBody>
                    <a:bodyPr/>
                    <a:lstStyle/>
                    <a:p>
                      <a:pPr fontAlgn="t"/>
                      <a:r>
                        <a:rPr lang="en-US" dirty="0">
                          <a:effectLst/>
                        </a:rPr>
                        <a:t>Step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Hexadecimal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Decimal 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0">
                <a:tc>
                  <a:txBody>
                    <a:bodyPr/>
                    <a:lstStyle/>
                    <a:p>
                      <a:pPr fontAlgn="t"/>
                      <a:r>
                        <a:rPr lang="en-US">
                          <a:effectLst/>
                        </a:rPr>
                        <a:t>Step 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19FDE</a:t>
                      </a:r>
                      <a:r>
                        <a:rPr lang="en-US" baseline="-25000">
                          <a:effectLst/>
                        </a:rPr>
                        <a:t>16</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 × 16</a:t>
                      </a:r>
                      <a:r>
                        <a:rPr lang="en-US" baseline="30000">
                          <a:effectLst/>
                        </a:rPr>
                        <a:t>4</a:t>
                      </a:r>
                      <a:r>
                        <a:rPr lang="en-US">
                          <a:effectLst/>
                        </a:rPr>
                        <a:t>) + (9 × 16</a:t>
                      </a:r>
                      <a:r>
                        <a:rPr lang="en-US" baseline="30000">
                          <a:effectLst/>
                        </a:rPr>
                        <a:t>3</a:t>
                      </a:r>
                      <a:r>
                        <a:rPr lang="en-US">
                          <a:effectLst/>
                        </a:rPr>
                        <a:t>) + (F × 16</a:t>
                      </a:r>
                      <a:r>
                        <a:rPr lang="en-US" baseline="30000">
                          <a:effectLst/>
                        </a:rPr>
                        <a:t>2</a:t>
                      </a:r>
                      <a:r>
                        <a:rPr lang="en-US">
                          <a:effectLst/>
                        </a:rPr>
                        <a:t>) + (D × 16</a:t>
                      </a:r>
                      <a:r>
                        <a:rPr lang="en-US" baseline="30000">
                          <a:effectLst/>
                        </a:rPr>
                        <a:t>1</a:t>
                      </a:r>
                      <a:r>
                        <a:rPr lang="en-US">
                          <a:effectLst/>
                        </a:rPr>
                        <a:t>) + (E × 16</a:t>
                      </a:r>
                      <a:r>
                        <a:rPr lang="en-US" baseline="30000">
                          <a:effectLst/>
                        </a:rPr>
                        <a:t>0</a:t>
                      </a:r>
                      <a:r>
                        <a:rPr lang="en-US">
                          <a:effectLst/>
                        </a:rPr>
                        <a:t>))</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t"/>
                      <a:r>
                        <a:rPr lang="en-US">
                          <a:effectLst/>
                        </a:rPr>
                        <a:t>Step 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19FDE</a:t>
                      </a:r>
                      <a:r>
                        <a:rPr lang="en-US" baseline="-25000">
                          <a:effectLst/>
                        </a:rPr>
                        <a:t>16</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 × 16</a:t>
                      </a:r>
                      <a:r>
                        <a:rPr lang="en-US" baseline="30000">
                          <a:effectLst/>
                        </a:rPr>
                        <a:t>4</a:t>
                      </a:r>
                      <a:r>
                        <a:rPr lang="en-US">
                          <a:effectLst/>
                        </a:rPr>
                        <a:t>) + (9 × 16</a:t>
                      </a:r>
                      <a:r>
                        <a:rPr lang="en-US" baseline="30000">
                          <a:effectLst/>
                        </a:rPr>
                        <a:t>3</a:t>
                      </a:r>
                      <a:r>
                        <a:rPr lang="en-US">
                          <a:effectLst/>
                        </a:rPr>
                        <a:t>) + (15 × 16</a:t>
                      </a:r>
                      <a:r>
                        <a:rPr lang="en-US" baseline="30000">
                          <a:effectLst/>
                        </a:rPr>
                        <a:t>2</a:t>
                      </a:r>
                      <a:r>
                        <a:rPr lang="en-US">
                          <a:effectLst/>
                        </a:rPr>
                        <a:t>) + (13 × 16</a:t>
                      </a:r>
                      <a:r>
                        <a:rPr lang="en-US" baseline="30000">
                          <a:effectLst/>
                        </a:rPr>
                        <a:t>1</a:t>
                      </a:r>
                      <a:r>
                        <a:rPr lang="en-US">
                          <a:effectLst/>
                        </a:rPr>
                        <a:t>) + (14 × 16</a:t>
                      </a:r>
                      <a:r>
                        <a:rPr lang="en-US" baseline="30000">
                          <a:effectLst/>
                        </a:rPr>
                        <a:t>0</a:t>
                      </a:r>
                      <a:r>
                        <a:rPr lang="en-US">
                          <a:effectLst/>
                        </a:rPr>
                        <a:t>))</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t"/>
                      <a:r>
                        <a:rPr lang="en-US">
                          <a:effectLst/>
                        </a:rPr>
                        <a:t>Step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19FDE</a:t>
                      </a:r>
                      <a:r>
                        <a:rPr lang="en-US" baseline="-25000">
                          <a:effectLst/>
                        </a:rPr>
                        <a:t>16</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(65536 + 36864 + 3840 + 208 + 14)</a:t>
                      </a:r>
                      <a:r>
                        <a:rPr lang="en-US" baseline="-25000">
                          <a:effectLst/>
                        </a:rPr>
                        <a:t>10</a:t>
                      </a:r>
                      <a:endParaRPr lang="en-US">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fontAlgn="t"/>
                      <a:r>
                        <a:rPr lang="en-US">
                          <a:effectLst/>
                        </a:rPr>
                        <a:t>Step 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19FDE</a:t>
                      </a:r>
                      <a:r>
                        <a:rPr lang="en-US" baseline="-25000" dirty="0">
                          <a:effectLst/>
                        </a:rPr>
                        <a:t>16</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106462</a:t>
                      </a:r>
                      <a:r>
                        <a:rPr lang="en-US" baseline="-25000" dirty="0">
                          <a:effectLst/>
                        </a:rPr>
                        <a:t>10</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1"/>
          <p:cNvSpPr>
            <a:spLocks noChangeArrowheads="1"/>
          </p:cNvSpPr>
          <p:nvPr/>
        </p:nvSpPr>
        <p:spPr bwMode="auto">
          <a:xfrm>
            <a:off x="152400" y="1351660"/>
            <a:ext cx="7772400" cy="8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a:ln>
                  <a:noFill/>
                </a:ln>
                <a:solidFill>
                  <a:schemeClr val="tx1"/>
                </a:solidFill>
                <a:effectLst/>
                <a:latin typeface="Arial" pitchFamily="34" charset="0"/>
                <a:cs typeface="Arial" pitchFamily="34" charset="0"/>
              </a:rPr>
              <a:t>Example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Hexadecimal Number: 19FDE</a:t>
            </a:r>
            <a:r>
              <a:rPr kumimoji="0" lang="en-US" sz="900" b="0" i="0" u="none" strike="noStrike" cap="none" normalizeH="0" baseline="-30000" dirty="0">
                <a:ln>
                  <a:noFill/>
                </a:ln>
                <a:solidFill>
                  <a:srgbClr val="000000"/>
                </a:solidFill>
                <a:effectLst/>
                <a:latin typeface="Arial" pitchFamily="34" charset="0"/>
                <a:cs typeface="Arial" pitchFamily="34" charset="0"/>
              </a:rPr>
              <a:t>16</a:t>
            </a:r>
            <a:endParaRPr kumimoji="0" 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Calculating Decimal Equivalent −</a:t>
            </a:r>
            <a:endParaRPr kumimoji="0" 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Arial" pitchFamily="34" charset="0"/>
                <a:cs typeface="Arial" pitchFamily="34" charset="0"/>
              </a:rPr>
              <a:t>.</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2133600" y="5791200"/>
            <a:ext cx="5486400" cy="369332"/>
          </a:xfrm>
          <a:prstGeom prst="rect">
            <a:avLst/>
          </a:prstGeom>
        </p:spPr>
        <p:txBody>
          <a:bodyPr wrap="square">
            <a:spAutoFit/>
          </a:bodyPr>
          <a:lstStyle/>
          <a:p>
            <a:r>
              <a:rPr kumimoji="0" lang="en-US" b="1" i="0" u="none" strike="noStrike" cap="none" normalizeH="0" baseline="0" dirty="0">
                <a:ln>
                  <a:noFill/>
                </a:ln>
                <a:solidFill>
                  <a:srgbClr val="000000"/>
                </a:solidFill>
                <a:effectLst/>
                <a:latin typeface="Arial" pitchFamily="34" charset="0"/>
                <a:cs typeface="Arial" pitchFamily="34" charset="0"/>
              </a:rPr>
              <a:t>Note −</a:t>
            </a:r>
            <a:r>
              <a:rPr kumimoji="0" lang="en-US" b="0" i="0" u="none" strike="noStrike" cap="none" normalizeH="0" baseline="0" dirty="0">
                <a:ln>
                  <a:noFill/>
                </a:ln>
                <a:solidFill>
                  <a:srgbClr val="000000"/>
                </a:solidFill>
                <a:effectLst/>
                <a:latin typeface="Arial" pitchFamily="34" charset="0"/>
                <a:cs typeface="Arial" pitchFamily="34" charset="0"/>
              </a:rPr>
              <a:t> 19FDE</a:t>
            </a:r>
            <a:r>
              <a:rPr kumimoji="0" lang="en-US" sz="1100" b="0" i="0" u="none" strike="noStrike" cap="none" normalizeH="0" baseline="-30000" dirty="0">
                <a:ln>
                  <a:noFill/>
                </a:ln>
                <a:solidFill>
                  <a:srgbClr val="000000"/>
                </a:solidFill>
                <a:effectLst/>
                <a:latin typeface="Arial" pitchFamily="34" charset="0"/>
                <a:cs typeface="Arial" pitchFamily="34" charset="0"/>
              </a:rPr>
              <a:t>16</a:t>
            </a:r>
            <a:r>
              <a:rPr kumimoji="0" lang="en-US" b="0" i="0" u="none" strike="noStrike" cap="none" normalizeH="0" baseline="0" dirty="0">
                <a:ln>
                  <a:noFill/>
                </a:ln>
                <a:solidFill>
                  <a:srgbClr val="000000"/>
                </a:solidFill>
                <a:effectLst/>
                <a:latin typeface="Arial" pitchFamily="34" charset="0"/>
                <a:cs typeface="Arial" pitchFamily="34" charset="0"/>
              </a:rPr>
              <a:t> is normally written as 19FDE</a:t>
            </a:r>
            <a:endParaRPr lang="en-US" dirty="0"/>
          </a:p>
        </p:txBody>
      </p:sp>
    </p:spTree>
    <p:extLst>
      <p:ext uri="{BB962C8B-B14F-4D97-AF65-F5344CB8AC3E}">
        <p14:creationId xmlns:p14="http://schemas.microsoft.com/office/powerpoint/2010/main" val="159205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Decimal fraction</a:t>
            </a:r>
          </a:p>
        </p:txBody>
      </p:sp>
      <p:sp>
        <p:nvSpPr>
          <p:cNvPr id="5" name="Content Placeholder 4"/>
          <p:cNvSpPr>
            <a:spLocks noGrp="1"/>
          </p:cNvSpPr>
          <p:nvPr>
            <p:ph sz="half" idx="1"/>
          </p:nvPr>
        </p:nvSpPr>
        <p:spPr/>
        <p:txBody>
          <a:bodyPr>
            <a:normAutofit/>
          </a:bodyPr>
          <a:lstStyle/>
          <a:p>
            <a:pPr algn="just"/>
            <a:r>
              <a:rPr lang="en-US" sz="2400" dirty="0"/>
              <a:t>To the right of the decimal point, the digit 1 has a weight 0.1 (1/10), the digit 2 has a weight of 0.01 (1/100) and the digit 5 has a weight of 0.001(1/1000)</a:t>
            </a:r>
          </a:p>
        </p:txBody>
      </p:sp>
      <p:sp>
        <p:nvSpPr>
          <p:cNvPr id="7" name="AutoShape 2" descr="How to Convert a Number from Decimal to IEEE 754 Floating Poin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2286000"/>
            <a:ext cx="3686943"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6822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2425" y="2592388"/>
            <a:ext cx="33591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9872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fraction</a:t>
            </a:r>
          </a:p>
        </p:txBody>
      </p:sp>
      <p:sp>
        <p:nvSpPr>
          <p:cNvPr id="3" name="Content Placeholder 2"/>
          <p:cNvSpPr>
            <a:spLocks noGrp="1"/>
          </p:cNvSpPr>
          <p:nvPr>
            <p:ph idx="1"/>
          </p:nvPr>
        </p:nvSpPr>
        <p:spPr/>
        <p:txBody>
          <a:bodyPr>
            <a:normAutofit fontScale="92500" lnSpcReduction="20000"/>
          </a:bodyPr>
          <a:lstStyle/>
          <a:p>
            <a:pPr algn="just"/>
            <a:r>
              <a:rPr lang="en-US" sz="2400" dirty="0"/>
              <a:t>The binary numbering system is a base-2 numbering system which contains only two digits, a “0” or a “1”. Thus each digit of a binary number can take the “0” or the “1” value with the position of the 0 or 1 indicating its value or weighting.</a:t>
            </a:r>
          </a:p>
          <a:p>
            <a:pPr algn="just"/>
            <a:r>
              <a:rPr lang="en-US" sz="2400" dirty="0"/>
              <a:t>Similar to decimal fractions, binary numbers can also be represented as unsigned fractional numbers by placing the binary digits to the right of the decimal point or in this case, binary point. Thus all the fractional digits to the right of the binary point have respective weightings which are negative powers of two, creating a binary fraction. In other words, the powers of 2 are negative.</a:t>
            </a:r>
          </a:p>
          <a:p>
            <a:pPr algn="just"/>
            <a:r>
              <a:rPr lang="en-US" sz="2400" dirty="0"/>
              <a:t>So for the fractional binary numbers to the right of the binary point, the weight of each digit becomes more negative giving: 2</a:t>
            </a:r>
            <a:r>
              <a:rPr lang="en-US" sz="2400" baseline="30000" dirty="0"/>
              <a:t>-1</a:t>
            </a:r>
            <a:r>
              <a:rPr lang="en-US" sz="2400" dirty="0"/>
              <a:t>, 2</a:t>
            </a:r>
            <a:r>
              <a:rPr lang="en-US" sz="2400" baseline="30000" dirty="0"/>
              <a:t>-2</a:t>
            </a:r>
            <a:r>
              <a:rPr lang="en-US" sz="2400" dirty="0"/>
              <a:t>, 2</a:t>
            </a:r>
            <a:r>
              <a:rPr lang="en-US" sz="2400" baseline="30000" dirty="0"/>
              <a:t>-3</a:t>
            </a:r>
            <a:r>
              <a:rPr lang="en-US" sz="2400" dirty="0"/>
              <a:t>, 2</a:t>
            </a:r>
            <a:r>
              <a:rPr lang="en-US" sz="2400" baseline="30000" dirty="0"/>
              <a:t>-4</a:t>
            </a:r>
            <a:r>
              <a:rPr lang="en-US" sz="2400" dirty="0"/>
              <a:t>, and so on as shown.</a:t>
            </a:r>
          </a:p>
          <a:p>
            <a:pPr algn="just"/>
            <a:endParaRPr lang="en-US" dirty="0"/>
          </a:p>
        </p:txBody>
      </p:sp>
    </p:spTree>
    <p:extLst>
      <p:ext uri="{BB962C8B-B14F-4D97-AF65-F5344CB8AC3E}">
        <p14:creationId xmlns:p14="http://schemas.microsoft.com/office/powerpoint/2010/main" val="3261082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5122" name="Picture 2" descr="binary fra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674" y="1905000"/>
            <a:ext cx="2819400" cy="425133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p:txBody>
          <a:bodyPr/>
          <a:lstStyle/>
          <a:p>
            <a:r>
              <a:rPr lang="en-US" dirty="0"/>
              <a:t>Binary fractions</a:t>
            </a:r>
          </a:p>
        </p:txBody>
      </p:sp>
    </p:spTree>
    <p:extLst>
      <p:ext uri="{BB962C8B-B14F-4D97-AF65-F5344CB8AC3E}">
        <p14:creationId xmlns:p14="http://schemas.microsoft.com/office/powerpoint/2010/main" val="323158693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http://www.virtualmv.com/virtualMe/vMe_mv/v2/v2com/v2gr/v2gr_da/nsbinfr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514600"/>
            <a:ext cx="3600450" cy="1857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385244"/>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914400" y="2133600"/>
            <a:ext cx="6477000" cy="2585323"/>
          </a:xfrm>
          <a:prstGeom prst="rect">
            <a:avLst/>
          </a:prstGeom>
        </p:spPr>
        <p:txBody>
          <a:bodyPr wrap="square">
            <a:spAutoFit/>
          </a:bodyPr>
          <a:lstStyle/>
          <a:p>
            <a:r>
              <a:rPr lang="en-US" dirty="0"/>
              <a:t>Now lets suppose we have the following binary number of: 1101.01112, what will be its decimal number equivalent.</a:t>
            </a:r>
          </a:p>
          <a:p>
            <a:endParaRPr lang="en-US" dirty="0"/>
          </a:p>
          <a:p>
            <a:r>
              <a:rPr lang="en-US" dirty="0"/>
              <a:t>1101.0111 = (1×2</a:t>
            </a:r>
            <a:r>
              <a:rPr lang="en-US" baseline="30000" dirty="0"/>
              <a:t>3</a:t>
            </a:r>
            <a:r>
              <a:rPr lang="en-US" dirty="0"/>
              <a:t>) + (1×2</a:t>
            </a:r>
            <a:r>
              <a:rPr lang="en-US" baseline="30000" dirty="0"/>
              <a:t>2</a:t>
            </a:r>
            <a:r>
              <a:rPr lang="en-US" dirty="0"/>
              <a:t>) + (0×2</a:t>
            </a:r>
            <a:r>
              <a:rPr lang="en-US" baseline="30000" dirty="0"/>
              <a:t>1</a:t>
            </a:r>
            <a:r>
              <a:rPr lang="en-US" dirty="0"/>
              <a:t>) + (1×2</a:t>
            </a:r>
            <a:r>
              <a:rPr lang="en-US" baseline="30000" dirty="0"/>
              <a:t>0</a:t>
            </a:r>
            <a:r>
              <a:rPr lang="en-US" dirty="0"/>
              <a:t>) + (0×2</a:t>
            </a:r>
            <a:r>
              <a:rPr lang="en-US" baseline="30000" dirty="0"/>
              <a:t>-1</a:t>
            </a:r>
            <a:r>
              <a:rPr lang="en-US" dirty="0"/>
              <a:t>) + (1×2</a:t>
            </a:r>
            <a:r>
              <a:rPr lang="en-US" baseline="30000" dirty="0"/>
              <a:t>-2</a:t>
            </a:r>
            <a:r>
              <a:rPr lang="en-US" dirty="0"/>
              <a:t>) + (1×2</a:t>
            </a:r>
            <a:r>
              <a:rPr lang="en-US" baseline="30000" dirty="0"/>
              <a:t>-3</a:t>
            </a:r>
            <a:r>
              <a:rPr lang="en-US" dirty="0"/>
              <a:t>) + (1×2</a:t>
            </a:r>
            <a:r>
              <a:rPr lang="en-US" baseline="30000" dirty="0"/>
              <a:t>-4</a:t>
            </a:r>
            <a:r>
              <a:rPr lang="en-US" dirty="0"/>
              <a:t>)</a:t>
            </a:r>
          </a:p>
          <a:p>
            <a:endParaRPr lang="en-US" dirty="0"/>
          </a:p>
          <a:p>
            <a:r>
              <a:rPr lang="en-US" dirty="0"/>
              <a:t> = 8 + 4 + 0  + 1 + 0 + 1/4 + 1/8  + 1/16</a:t>
            </a:r>
          </a:p>
          <a:p>
            <a:endParaRPr lang="en-US" dirty="0"/>
          </a:p>
          <a:p>
            <a:r>
              <a:rPr lang="en-US" dirty="0"/>
              <a:t> = 8 + 4 + 0  + 1 + 0 + 0.25 + 0.125  + 0.0625 = 13.437510</a:t>
            </a:r>
          </a:p>
        </p:txBody>
      </p:sp>
    </p:spTree>
    <p:extLst>
      <p:ext uri="{BB962C8B-B14F-4D97-AF65-F5344CB8AC3E}">
        <p14:creationId xmlns:p14="http://schemas.microsoft.com/office/powerpoint/2010/main" val="3599727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Decimal to binary conversion</a:t>
            </a:r>
          </a:p>
        </p:txBody>
      </p:sp>
      <p:sp>
        <p:nvSpPr>
          <p:cNvPr id="3" name="Content Placeholder 2"/>
          <p:cNvSpPr>
            <a:spLocks noGrp="1"/>
          </p:cNvSpPr>
          <p:nvPr>
            <p:ph idx="1"/>
          </p:nvPr>
        </p:nvSpPr>
        <p:spPr/>
        <p:txBody>
          <a:bodyPr/>
          <a:lstStyle/>
          <a:p>
            <a:pPr algn="just"/>
            <a:r>
              <a:rPr lang="en-US" dirty="0"/>
              <a:t>A decimal like 19 can be converted into binary by repeatedly dividing the number by 2 and collecting the remainders (double dabble method)</a:t>
            </a:r>
          </a:p>
          <a:p>
            <a:r>
              <a:rPr lang="en-US" dirty="0"/>
              <a:t>2 19</a:t>
            </a:r>
          </a:p>
          <a:p>
            <a:pPr marL="0" indent="0">
              <a:buNone/>
            </a:pPr>
            <a:r>
              <a:rPr lang="en-US" dirty="0"/>
              <a:t>    2  9 –      1	LSB</a:t>
            </a:r>
          </a:p>
          <a:p>
            <a:pPr marL="0" indent="0">
              <a:buNone/>
            </a:pPr>
            <a:r>
              <a:rPr lang="en-US" dirty="0"/>
              <a:t>       2  4 –   1</a:t>
            </a:r>
          </a:p>
          <a:p>
            <a:pPr marL="0" indent="0">
              <a:buNone/>
            </a:pPr>
            <a:r>
              <a:rPr lang="en-US" dirty="0"/>
              <a:t>        2   2 – 0</a:t>
            </a:r>
          </a:p>
          <a:p>
            <a:pPr marL="0" indent="0">
              <a:buNone/>
            </a:pPr>
            <a:r>
              <a:rPr lang="en-US" dirty="0"/>
              <a:t>          2  1 -0</a:t>
            </a:r>
          </a:p>
          <a:p>
            <a:pPr marL="0" indent="0">
              <a:buNone/>
            </a:pPr>
            <a:r>
              <a:rPr lang="en-US" dirty="0"/>
              <a:t>              0 -1	MSB</a:t>
            </a:r>
          </a:p>
        </p:txBody>
      </p:sp>
      <p:grpSp>
        <p:nvGrpSpPr>
          <p:cNvPr id="26" name="Group 25"/>
          <p:cNvGrpSpPr/>
          <p:nvPr/>
        </p:nvGrpSpPr>
        <p:grpSpPr>
          <a:xfrm>
            <a:off x="1079263" y="3352800"/>
            <a:ext cx="1054337" cy="2286000"/>
            <a:chOff x="1079263" y="3352800"/>
            <a:chExt cx="1054337" cy="2286000"/>
          </a:xfrm>
        </p:grpSpPr>
        <p:cxnSp>
          <p:nvCxnSpPr>
            <p:cNvPr id="5" name="Straight Connector 4"/>
            <p:cNvCxnSpPr/>
            <p:nvPr/>
          </p:nvCxnSpPr>
          <p:spPr>
            <a:xfrm>
              <a:off x="1079263" y="3352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104900" y="37338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272255" y="37338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72255" y="41910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467028" y="41910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485900" y="47244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47558" y="47244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47558" y="51816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752600" y="51816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752600" y="5638800"/>
              <a:ext cx="3810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5" name="Straight Arrow Connector 24"/>
          <p:cNvCxnSpPr/>
          <p:nvPr/>
        </p:nvCxnSpPr>
        <p:spPr>
          <a:xfrm flipV="1">
            <a:off x="2895600" y="3810000"/>
            <a:ext cx="0" cy="2133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162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For decimal fractions, the fractional part has to be multiplied by 2 successively and collecting the carries from top to bottom. The multiplication can be repeated till the fractional part becomes zero. If the fractional part is not zero after four or five steps the process can be stopped and we have to be satisfied with the nearest value.</a:t>
            </a:r>
          </a:p>
          <a:p>
            <a:pPr algn="just"/>
            <a:r>
              <a:rPr lang="en-US" dirty="0"/>
              <a:t>For example the decimal fraction .625 is converted into binary as</a:t>
            </a:r>
          </a:p>
        </p:txBody>
      </p:sp>
    </p:spTree>
    <p:extLst>
      <p:ext uri="{BB962C8B-B14F-4D97-AF65-F5344CB8AC3E}">
        <p14:creationId xmlns:p14="http://schemas.microsoft.com/office/powerpoint/2010/main" val="1278962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0.625 × 2 = 1.250; carry is 1 (MSB)</a:t>
            </a:r>
          </a:p>
          <a:p>
            <a:r>
              <a:rPr lang="en-US" dirty="0"/>
              <a:t>0.250 × 2 = 0.500; carry is 0 </a:t>
            </a:r>
          </a:p>
          <a:p>
            <a:r>
              <a:rPr lang="en-US" dirty="0"/>
              <a:t>0.500 × 2 = 1.000; carry is 1 (LSB)</a:t>
            </a:r>
          </a:p>
          <a:p>
            <a:endParaRPr lang="en-US" dirty="0"/>
          </a:p>
          <a:p>
            <a:r>
              <a:rPr lang="en-US" dirty="0"/>
              <a:t>Therefore (0.625)</a:t>
            </a:r>
            <a:r>
              <a:rPr lang="en-US" baseline="-25000" dirty="0"/>
              <a:t>10</a:t>
            </a:r>
            <a:r>
              <a:rPr lang="en-US" dirty="0"/>
              <a:t> = (0.101)</a:t>
            </a:r>
            <a:r>
              <a:rPr lang="en-US" baseline="-25000" dirty="0"/>
              <a:t>2</a:t>
            </a:r>
            <a:endParaRPr lang="en-US" dirty="0"/>
          </a:p>
        </p:txBody>
      </p:sp>
      <p:cxnSp>
        <p:nvCxnSpPr>
          <p:cNvPr id="5" name="Straight Arrow Connector 4"/>
          <p:cNvCxnSpPr/>
          <p:nvPr/>
        </p:nvCxnSpPr>
        <p:spPr>
          <a:xfrm>
            <a:off x="6400800" y="1752600"/>
            <a:ext cx="0" cy="1524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684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pROBLEMS</a:t>
            </a:r>
            <a:r>
              <a:rPr lang="en-US" dirty="0"/>
              <a:t>- decimal to binary</a:t>
            </a:r>
          </a:p>
        </p:txBody>
      </p:sp>
      <p:sp>
        <p:nvSpPr>
          <p:cNvPr id="3" name="Content Placeholder 2"/>
          <p:cNvSpPr>
            <a:spLocks noGrp="1"/>
          </p:cNvSpPr>
          <p:nvPr>
            <p:ph idx="1"/>
          </p:nvPr>
        </p:nvSpPr>
        <p:spPr/>
        <p:txBody>
          <a:bodyPr/>
          <a:lstStyle/>
          <a:p>
            <a:r>
              <a:rPr lang="en-US" dirty="0"/>
              <a:t>Convert (107.6875)</a:t>
            </a:r>
          </a:p>
          <a:p>
            <a:r>
              <a:rPr lang="en-US" dirty="0"/>
              <a:t>Convert (52.4) </a:t>
            </a:r>
          </a:p>
          <a:p>
            <a:pPr marL="0" indent="0">
              <a:buNone/>
            </a:pPr>
            <a:r>
              <a:rPr lang="en-US" dirty="0"/>
              <a:t>  2 107</a:t>
            </a:r>
          </a:p>
          <a:p>
            <a:pPr marL="0" indent="0">
              <a:buNone/>
            </a:pPr>
            <a:r>
              <a:rPr lang="en-US" dirty="0"/>
              <a:t>    2  53	-1</a:t>
            </a:r>
          </a:p>
          <a:p>
            <a:pPr marL="0" indent="0">
              <a:buNone/>
            </a:pPr>
            <a:r>
              <a:rPr lang="en-US" dirty="0"/>
              <a:t>      2  26	-1</a:t>
            </a:r>
          </a:p>
          <a:p>
            <a:pPr marL="0" indent="0">
              <a:buNone/>
            </a:pPr>
            <a:r>
              <a:rPr lang="en-US" dirty="0"/>
              <a:t>        2  13	-0</a:t>
            </a:r>
          </a:p>
          <a:p>
            <a:pPr marL="0" indent="0">
              <a:buNone/>
            </a:pPr>
            <a:r>
              <a:rPr lang="en-US" dirty="0"/>
              <a:t>         2  6	-1</a:t>
            </a:r>
          </a:p>
          <a:p>
            <a:pPr marL="0" indent="0">
              <a:buNone/>
            </a:pPr>
            <a:r>
              <a:rPr lang="en-US" dirty="0"/>
              <a:t>         2   3 	-0</a:t>
            </a:r>
          </a:p>
          <a:p>
            <a:pPr marL="0" indent="0">
              <a:buNone/>
            </a:pPr>
            <a:r>
              <a:rPr lang="en-US" dirty="0"/>
              <a:t>          2   1	-1</a:t>
            </a:r>
          </a:p>
          <a:p>
            <a:pPr marL="0" indent="0">
              <a:buNone/>
            </a:pPr>
            <a:r>
              <a:rPr lang="en-US" dirty="0"/>
              <a:t>             0	-1</a:t>
            </a:r>
          </a:p>
        </p:txBody>
      </p:sp>
      <p:grpSp>
        <p:nvGrpSpPr>
          <p:cNvPr id="4" name="Group 3"/>
          <p:cNvGrpSpPr/>
          <p:nvPr/>
        </p:nvGrpSpPr>
        <p:grpSpPr>
          <a:xfrm>
            <a:off x="1028699" y="2627832"/>
            <a:ext cx="1054337" cy="2286000"/>
            <a:chOff x="1079263" y="3352800"/>
            <a:chExt cx="1054337" cy="2286000"/>
          </a:xfrm>
        </p:grpSpPr>
        <p:cxnSp>
          <p:nvCxnSpPr>
            <p:cNvPr id="5" name="Straight Connector 4"/>
            <p:cNvCxnSpPr/>
            <p:nvPr/>
          </p:nvCxnSpPr>
          <p:spPr>
            <a:xfrm>
              <a:off x="1079263" y="3352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104900" y="37338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72255" y="37338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72255" y="41910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467028" y="41910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485900" y="47244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647558" y="47244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47558" y="51816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752600" y="51816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752600" y="5638800"/>
              <a:ext cx="3810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flipH="1">
            <a:off x="1807968" y="4913832"/>
            <a:ext cx="8368" cy="4201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807968" y="5334000"/>
            <a:ext cx="4696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892536" y="53340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892536" y="5791200"/>
            <a:ext cx="5458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4542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0.6875 = 0.1011</a:t>
            </a:r>
            <a:r>
              <a:rPr lang="en-US" baseline="-25000" dirty="0"/>
              <a:t>2</a:t>
            </a:r>
            <a:endParaRPr lang="en-US" dirty="0"/>
          </a:p>
          <a:p>
            <a:r>
              <a:rPr lang="en-US" dirty="0"/>
              <a:t>52.4 = 110100.0110</a:t>
            </a:r>
            <a:r>
              <a:rPr lang="en-US" baseline="-25000" dirty="0"/>
              <a:t>2</a:t>
            </a:r>
            <a:endParaRPr lang="en-US" dirty="0"/>
          </a:p>
        </p:txBody>
      </p:sp>
    </p:spTree>
    <p:extLst>
      <p:ext uri="{BB962C8B-B14F-4D97-AF65-F5344CB8AC3E}">
        <p14:creationId xmlns:p14="http://schemas.microsoft.com/office/powerpoint/2010/main" val="2016618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decimal </a:t>
            </a:r>
          </a:p>
        </p:txBody>
      </p:sp>
      <p:sp>
        <p:nvSpPr>
          <p:cNvPr id="3" name="Content Placeholder 2"/>
          <p:cNvSpPr>
            <a:spLocks noGrp="1"/>
          </p:cNvSpPr>
          <p:nvPr>
            <p:ph idx="1"/>
          </p:nvPr>
        </p:nvSpPr>
        <p:spPr/>
        <p:txBody>
          <a:bodyPr/>
          <a:lstStyle/>
          <a:p>
            <a:r>
              <a:rPr lang="en-US" dirty="0"/>
              <a:t>Convert D5</a:t>
            </a:r>
            <a:r>
              <a:rPr lang="en-US" baseline="-25000" dirty="0"/>
              <a:t>H</a:t>
            </a:r>
            <a:r>
              <a:rPr lang="en-US" dirty="0"/>
              <a:t> to decimal</a:t>
            </a:r>
          </a:p>
          <a:p>
            <a:endParaRPr lang="en-US" dirty="0"/>
          </a:p>
          <a:p>
            <a:r>
              <a:rPr lang="en-US" dirty="0"/>
              <a:t>(D5)</a:t>
            </a:r>
            <a:r>
              <a:rPr lang="en-US" baseline="-25000" dirty="0"/>
              <a:t>H</a:t>
            </a:r>
            <a:r>
              <a:rPr lang="en-US" dirty="0"/>
              <a:t> = (13×16</a:t>
            </a:r>
            <a:r>
              <a:rPr lang="en-US" baseline="30000" dirty="0"/>
              <a:t>1</a:t>
            </a:r>
            <a:r>
              <a:rPr lang="en-US" dirty="0"/>
              <a:t> + 5×16</a:t>
            </a:r>
            <a:r>
              <a:rPr lang="en-US" baseline="30000" dirty="0"/>
              <a:t>0</a:t>
            </a:r>
            <a:r>
              <a:rPr lang="en-US" dirty="0"/>
              <a:t>)</a:t>
            </a:r>
          </a:p>
          <a:p>
            <a:pPr marL="530352" lvl="2" indent="0">
              <a:buNone/>
            </a:pPr>
            <a:r>
              <a:rPr lang="en-US" dirty="0"/>
              <a:t>	</a:t>
            </a:r>
          </a:p>
          <a:p>
            <a:pPr marL="530352" lvl="2" indent="0">
              <a:buNone/>
            </a:pPr>
            <a:r>
              <a:rPr lang="en-US" dirty="0"/>
              <a:t>	</a:t>
            </a:r>
            <a:r>
              <a:rPr lang="en-US" sz="2600" dirty="0"/>
              <a:t>   =   (13  ×16 + 5× 1)</a:t>
            </a:r>
          </a:p>
          <a:p>
            <a:pPr marL="530352" lvl="2" indent="0">
              <a:buNone/>
            </a:pPr>
            <a:r>
              <a:rPr lang="en-US" sz="2600" dirty="0"/>
              <a:t>      =   (208+5)</a:t>
            </a:r>
          </a:p>
          <a:p>
            <a:pPr marL="530352" lvl="2" indent="0">
              <a:buNone/>
            </a:pPr>
            <a:r>
              <a:rPr lang="en-US" sz="2600" dirty="0"/>
              <a:t>      =   213</a:t>
            </a:r>
            <a:r>
              <a:rPr lang="en-US" sz="2600" baseline="-25000" dirty="0"/>
              <a:t>10</a:t>
            </a:r>
            <a:endParaRPr lang="en-US" sz="2600" dirty="0"/>
          </a:p>
          <a:p>
            <a:pPr marL="530352" lvl="2" indent="0">
              <a:buNone/>
            </a:pPr>
            <a:endParaRPr lang="en-US" sz="2600" dirty="0"/>
          </a:p>
        </p:txBody>
      </p:sp>
    </p:spTree>
    <p:extLst>
      <p:ext uri="{BB962C8B-B14F-4D97-AF65-F5344CB8AC3E}">
        <p14:creationId xmlns:p14="http://schemas.microsoft.com/office/powerpoint/2010/main" val="2892038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(E9)</a:t>
            </a:r>
            <a:r>
              <a:rPr lang="en-US" baseline="-25000" dirty="0"/>
              <a:t>H   </a:t>
            </a:r>
            <a:r>
              <a:rPr lang="en-US" baseline="30000" dirty="0"/>
              <a:t> </a:t>
            </a:r>
            <a:r>
              <a:rPr lang="en-US" dirty="0"/>
              <a:t> 		= (233)</a:t>
            </a:r>
            <a:r>
              <a:rPr lang="en-US" baseline="-25000" dirty="0"/>
              <a:t>H</a:t>
            </a:r>
            <a:endParaRPr lang="en-US" dirty="0"/>
          </a:p>
          <a:p>
            <a:r>
              <a:rPr lang="en-US" dirty="0"/>
              <a:t>(3FC.8)</a:t>
            </a:r>
            <a:r>
              <a:rPr lang="en-US" baseline="-25000" dirty="0"/>
              <a:t>H		</a:t>
            </a:r>
            <a:r>
              <a:rPr lang="en-US" dirty="0"/>
              <a:t>= (1020.5)</a:t>
            </a:r>
            <a:r>
              <a:rPr lang="en-US" baseline="-25000" dirty="0"/>
              <a:t>H</a:t>
            </a:r>
            <a:endParaRPr lang="en-US" dirty="0"/>
          </a:p>
          <a:p>
            <a:r>
              <a:rPr lang="en-US" dirty="0"/>
              <a:t>(FFFF)</a:t>
            </a:r>
            <a:r>
              <a:rPr lang="en-US" baseline="-25000" dirty="0"/>
              <a:t>H		</a:t>
            </a:r>
            <a:r>
              <a:rPr lang="en-US" dirty="0"/>
              <a:t>= (65535)</a:t>
            </a:r>
            <a:r>
              <a:rPr lang="en-US" baseline="-25000" dirty="0"/>
              <a:t>H</a:t>
            </a:r>
            <a:endParaRPr lang="en-US" dirty="0"/>
          </a:p>
          <a:p>
            <a:endParaRPr lang="en-US" dirty="0"/>
          </a:p>
        </p:txBody>
      </p:sp>
    </p:spTree>
    <p:extLst>
      <p:ext uri="{BB962C8B-B14F-4D97-AF65-F5344CB8AC3E}">
        <p14:creationId xmlns:p14="http://schemas.microsoft.com/office/powerpoint/2010/main" val="256660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to hexadecimal</a:t>
            </a:r>
          </a:p>
        </p:txBody>
      </p:sp>
      <p:sp>
        <p:nvSpPr>
          <p:cNvPr id="3" name="Content Placeholder 2"/>
          <p:cNvSpPr>
            <a:spLocks noGrp="1"/>
          </p:cNvSpPr>
          <p:nvPr>
            <p:ph idx="1"/>
          </p:nvPr>
        </p:nvSpPr>
        <p:spPr/>
        <p:txBody>
          <a:bodyPr/>
          <a:lstStyle/>
          <a:p>
            <a:r>
              <a:rPr lang="en-US" dirty="0"/>
              <a:t>Convert 213 to Hex</a:t>
            </a:r>
          </a:p>
          <a:p>
            <a:endParaRPr lang="en-US" dirty="0"/>
          </a:p>
          <a:p>
            <a:r>
              <a:rPr lang="en-US" dirty="0"/>
              <a:t>16  213</a:t>
            </a:r>
          </a:p>
          <a:p>
            <a:r>
              <a:rPr lang="en-US" dirty="0"/>
              <a:t>       13    -5</a:t>
            </a:r>
          </a:p>
          <a:p>
            <a:r>
              <a:rPr lang="en-US" dirty="0"/>
              <a:t>        0     -13  (D)</a:t>
            </a:r>
          </a:p>
          <a:p>
            <a:endParaRPr lang="en-US" dirty="0"/>
          </a:p>
          <a:p>
            <a:r>
              <a:rPr lang="en-US" dirty="0"/>
              <a:t> (213)</a:t>
            </a:r>
            <a:r>
              <a:rPr lang="en-US" baseline="-25000" dirty="0"/>
              <a:t>10</a:t>
            </a:r>
            <a:r>
              <a:rPr lang="en-US" dirty="0"/>
              <a:t>  = D5</a:t>
            </a:r>
            <a:r>
              <a:rPr lang="en-US" baseline="-25000" dirty="0"/>
              <a:t>H</a:t>
            </a:r>
            <a:endParaRPr lang="en-US" dirty="0"/>
          </a:p>
        </p:txBody>
      </p:sp>
      <p:cxnSp>
        <p:nvCxnSpPr>
          <p:cNvPr id="5" name="Straight Connector 4"/>
          <p:cNvCxnSpPr/>
          <p:nvPr/>
        </p:nvCxnSpPr>
        <p:spPr>
          <a:xfrm>
            <a:off x="1260325" y="2627832"/>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285962" y="3008832"/>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53317" y="3008832"/>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453317" y="3466032"/>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572000" y="2627832"/>
            <a:ext cx="0" cy="12583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033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binary</a:t>
            </a:r>
          </a:p>
        </p:txBody>
      </p:sp>
      <p:sp>
        <p:nvSpPr>
          <p:cNvPr id="3" name="Content Placeholder 2"/>
          <p:cNvSpPr>
            <a:spLocks noGrp="1"/>
          </p:cNvSpPr>
          <p:nvPr>
            <p:ph idx="1"/>
          </p:nvPr>
        </p:nvSpPr>
        <p:spPr/>
        <p:txBody>
          <a:bodyPr/>
          <a:lstStyle/>
          <a:p>
            <a:r>
              <a:rPr lang="en-US" dirty="0"/>
              <a:t> Convert (25)</a:t>
            </a:r>
            <a:r>
              <a:rPr lang="en-US" baseline="-25000" dirty="0"/>
              <a:t>H</a:t>
            </a:r>
            <a:r>
              <a:rPr lang="en-US" dirty="0"/>
              <a:t>  to Binary</a:t>
            </a:r>
          </a:p>
          <a:p>
            <a:endParaRPr lang="en-US" dirty="0"/>
          </a:p>
          <a:p>
            <a:r>
              <a:rPr lang="en-US" dirty="0"/>
              <a:t>25</a:t>
            </a:r>
            <a:r>
              <a:rPr lang="en-US" baseline="-25000" dirty="0"/>
              <a:t>H</a:t>
            </a:r>
            <a:r>
              <a:rPr lang="en-US" dirty="0"/>
              <a:t>     = (0010  0101)</a:t>
            </a:r>
            <a:r>
              <a:rPr lang="en-US" baseline="-25000" dirty="0"/>
              <a:t>2</a:t>
            </a:r>
          </a:p>
          <a:p>
            <a:endParaRPr lang="en-US" baseline="-25000" dirty="0"/>
          </a:p>
          <a:p>
            <a:r>
              <a:rPr lang="en-US" dirty="0"/>
              <a:t>Convert (3A.7) to Binary</a:t>
            </a:r>
          </a:p>
          <a:p>
            <a:endParaRPr lang="en-US" dirty="0"/>
          </a:p>
          <a:p>
            <a:r>
              <a:rPr lang="en-US" dirty="0"/>
              <a:t>(3A.7)</a:t>
            </a:r>
            <a:r>
              <a:rPr lang="en-US" baseline="-25000" dirty="0"/>
              <a:t>H</a:t>
            </a:r>
            <a:r>
              <a:rPr lang="en-US" dirty="0"/>
              <a:t> = (0011 1010. 0111)</a:t>
            </a:r>
            <a:r>
              <a:rPr lang="en-US" baseline="-25000" dirty="0"/>
              <a:t>2</a:t>
            </a:r>
          </a:p>
          <a:p>
            <a:pPr marL="0" indent="0">
              <a:buNone/>
            </a:pPr>
            <a:endParaRPr lang="en-US" dirty="0"/>
          </a:p>
          <a:p>
            <a:r>
              <a:rPr lang="en-US" dirty="0"/>
              <a:t>Convert (CD.E8) to Binary</a:t>
            </a:r>
          </a:p>
          <a:p>
            <a:r>
              <a:rPr lang="en-US" dirty="0"/>
              <a:t>(CD.E8) = (1100 1101. 1110 1000)</a:t>
            </a:r>
            <a:r>
              <a:rPr lang="en-US" baseline="-25000" dirty="0"/>
              <a:t>2</a:t>
            </a:r>
            <a:endParaRPr lang="en-US" dirty="0"/>
          </a:p>
          <a:p>
            <a:endParaRPr lang="en-US" dirty="0"/>
          </a:p>
        </p:txBody>
      </p:sp>
    </p:spTree>
    <p:extLst>
      <p:ext uri="{BB962C8B-B14F-4D97-AF65-F5344CB8AC3E}">
        <p14:creationId xmlns:p14="http://schemas.microsoft.com/office/powerpoint/2010/main" val="3758731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DECIMAL</a:t>
            </a:r>
          </a:p>
        </p:txBody>
      </p:sp>
      <p:sp>
        <p:nvSpPr>
          <p:cNvPr id="3" name="Content Placeholder 2"/>
          <p:cNvSpPr>
            <a:spLocks noGrp="1"/>
          </p:cNvSpPr>
          <p:nvPr>
            <p:ph idx="1"/>
          </p:nvPr>
        </p:nvSpPr>
        <p:spPr/>
        <p:txBody>
          <a:bodyPr/>
          <a:lstStyle/>
          <a:p>
            <a:r>
              <a:rPr lang="en-US" dirty="0"/>
              <a:t>(1010.1101)</a:t>
            </a:r>
            <a:r>
              <a:rPr lang="en-US" baseline="-25000" dirty="0"/>
              <a:t>2</a:t>
            </a:r>
            <a:r>
              <a:rPr lang="en-US" dirty="0"/>
              <a:t> = (A.D)</a:t>
            </a:r>
            <a:r>
              <a:rPr lang="en-US" baseline="-25000" dirty="0"/>
              <a:t>H</a:t>
            </a:r>
          </a:p>
          <a:p>
            <a:endParaRPr lang="en-US" baseline="-25000" dirty="0"/>
          </a:p>
          <a:p>
            <a:r>
              <a:rPr lang="en-US" dirty="0"/>
              <a:t>(110.101)   = (0110.1010) = (6.A)</a:t>
            </a:r>
            <a:r>
              <a:rPr lang="en-US" baseline="-25000" dirty="0"/>
              <a:t>H</a:t>
            </a:r>
            <a:endParaRPr lang="en-US" dirty="0"/>
          </a:p>
          <a:p>
            <a:endParaRPr lang="en-US" dirty="0"/>
          </a:p>
          <a:p>
            <a:r>
              <a:rPr lang="en-US" dirty="0"/>
              <a:t>(1110.11)</a:t>
            </a:r>
            <a:r>
              <a:rPr lang="en-US" baseline="-25000" dirty="0"/>
              <a:t>2</a:t>
            </a:r>
            <a:r>
              <a:rPr lang="en-US" dirty="0"/>
              <a:t>  = (1110.1100) = (E.C)</a:t>
            </a:r>
            <a:r>
              <a:rPr lang="en-US" baseline="-25000" dirty="0"/>
              <a:t>H</a:t>
            </a:r>
            <a:endParaRPr lang="en-US" baseline="30000" dirty="0"/>
          </a:p>
          <a:p>
            <a:endParaRPr lang="en-US" dirty="0"/>
          </a:p>
        </p:txBody>
      </p:sp>
    </p:spTree>
    <p:extLst>
      <p:ext uri="{BB962C8B-B14F-4D97-AF65-F5344CB8AC3E}">
        <p14:creationId xmlns:p14="http://schemas.microsoft.com/office/powerpoint/2010/main" val="189804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OCTAL TO DECIMAL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3038720"/>
              </p:ext>
            </p:extLst>
          </p:nvPr>
        </p:nvGraphicFramePr>
        <p:xfrm>
          <a:off x="2971800" y="2057400"/>
          <a:ext cx="1968499" cy="2143125"/>
        </p:xfrm>
        <a:graphic>
          <a:graphicData uri="http://schemas.openxmlformats.org/drawingml/2006/table">
            <a:tbl>
              <a:tblPr>
                <a:tableStyleId>{5C22544A-7EE6-4342-B048-85BDC9FD1C3A}</a:tableStyleId>
              </a:tblPr>
              <a:tblGrid>
                <a:gridCol w="751263">
                  <a:extLst>
                    <a:ext uri="{9D8B030D-6E8A-4147-A177-3AD203B41FA5}">
                      <a16:colId xmlns:a16="http://schemas.microsoft.com/office/drawing/2014/main" val="20000"/>
                    </a:ext>
                  </a:extLst>
                </a:gridCol>
                <a:gridCol w="608618">
                  <a:extLst>
                    <a:ext uri="{9D8B030D-6E8A-4147-A177-3AD203B41FA5}">
                      <a16:colId xmlns:a16="http://schemas.microsoft.com/office/drawing/2014/main" val="20001"/>
                    </a:ext>
                  </a:extLst>
                </a:gridCol>
                <a:gridCol w="608618">
                  <a:extLst>
                    <a:ext uri="{9D8B030D-6E8A-4147-A177-3AD203B41FA5}">
                      <a16:colId xmlns:a16="http://schemas.microsoft.com/office/drawing/2014/main" val="20002"/>
                    </a:ext>
                  </a:extLst>
                </a:gridCol>
              </a:tblGrid>
              <a:tr h="238125">
                <a:tc>
                  <a:txBody>
                    <a:bodyPr/>
                    <a:lstStyle/>
                    <a:p>
                      <a:pPr algn="ctr" fontAlgn="b"/>
                      <a:r>
                        <a:rPr lang="en-US" sz="1400" u="none" strike="noStrike">
                          <a:effectLst/>
                        </a:rPr>
                        <a:t>Decimal</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Octal </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Binary</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238125">
                <a:tc>
                  <a:txBody>
                    <a:bodyPr/>
                    <a:lstStyle/>
                    <a:p>
                      <a:pPr algn="ctr" fontAlgn="b"/>
                      <a:r>
                        <a:rPr lang="en-US" sz="1400" u="none" strike="noStrike">
                          <a:effectLst/>
                        </a:rPr>
                        <a:t>0</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0</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000</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238125">
                <a:tc>
                  <a:txBody>
                    <a:bodyPr/>
                    <a:lstStyle/>
                    <a:p>
                      <a:pPr algn="ctr" fontAlgn="b"/>
                      <a:r>
                        <a:rPr lang="en-US" sz="1400" u="none" strike="noStrike">
                          <a:effectLst/>
                        </a:rPr>
                        <a:t>1</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1</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001</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38125">
                <a:tc>
                  <a:txBody>
                    <a:bodyPr/>
                    <a:lstStyle/>
                    <a:p>
                      <a:pPr algn="ctr" fontAlgn="b"/>
                      <a:r>
                        <a:rPr lang="en-US" sz="1400" u="none" strike="noStrike">
                          <a:effectLst/>
                        </a:rPr>
                        <a:t>2</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2</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010</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238125">
                <a:tc>
                  <a:txBody>
                    <a:bodyPr/>
                    <a:lstStyle/>
                    <a:p>
                      <a:pPr algn="ctr" fontAlgn="b"/>
                      <a:r>
                        <a:rPr lang="en-US" sz="1400" u="none" strike="noStrike">
                          <a:effectLst/>
                        </a:rPr>
                        <a:t>3</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3</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011</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238125">
                <a:tc>
                  <a:txBody>
                    <a:bodyPr/>
                    <a:lstStyle/>
                    <a:p>
                      <a:pPr algn="ctr" fontAlgn="b"/>
                      <a:r>
                        <a:rPr lang="en-US" sz="1400" u="none" strike="noStrike">
                          <a:effectLst/>
                        </a:rPr>
                        <a:t>4</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4</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100</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r h="238125">
                <a:tc>
                  <a:txBody>
                    <a:bodyPr/>
                    <a:lstStyle/>
                    <a:p>
                      <a:pPr algn="ctr" fontAlgn="b"/>
                      <a:r>
                        <a:rPr lang="en-US" sz="1400" u="none" strike="noStrike">
                          <a:effectLst/>
                        </a:rPr>
                        <a:t>5</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5</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101</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6"/>
                  </a:ext>
                </a:extLst>
              </a:tr>
              <a:tr h="238125">
                <a:tc>
                  <a:txBody>
                    <a:bodyPr/>
                    <a:lstStyle/>
                    <a:p>
                      <a:pPr algn="ctr" fontAlgn="b"/>
                      <a:r>
                        <a:rPr lang="en-US" sz="1400" u="none" strike="noStrike">
                          <a:effectLst/>
                        </a:rPr>
                        <a:t>6</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6</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110</a:t>
                      </a:r>
                      <a:endParaRPr lang="en-US" sz="14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7"/>
                  </a:ext>
                </a:extLst>
              </a:tr>
              <a:tr h="238125">
                <a:tc>
                  <a:txBody>
                    <a:bodyPr/>
                    <a:lstStyle/>
                    <a:p>
                      <a:pPr algn="ctr" fontAlgn="b"/>
                      <a:r>
                        <a:rPr lang="en-US" sz="1400" u="none" strike="noStrike">
                          <a:effectLst/>
                        </a:rPr>
                        <a:t>7</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7</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dirty="0">
                          <a:effectLst/>
                        </a:rPr>
                        <a:t>111</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83586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Octal to decimal</a:t>
            </a:r>
          </a:p>
        </p:txBody>
      </p:sp>
      <p:sp>
        <p:nvSpPr>
          <p:cNvPr id="3" name="Content Placeholder 2"/>
          <p:cNvSpPr>
            <a:spLocks noGrp="1"/>
          </p:cNvSpPr>
          <p:nvPr>
            <p:ph idx="1"/>
          </p:nvPr>
        </p:nvSpPr>
        <p:spPr/>
        <p:txBody>
          <a:bodyPr/>
          <a:lstStyle/>
          <a:p>
            <a:r>
              <a:rPr lang="en-US" dirty="0"/>
              <a:t>Convert (75)</a:t>
            </a:r>
            <a:r>
              <a:rPr lang="en-US" baseline="-25000" dirty="0"/>
              <a:t>8</a:t>
            </a:r>
            <a:r>
              <a:rPr lang="en-US" dirty="0"/>
              <a:t> to decimal</a:t>
            </a:r>
          </a:p>
          <a:p>
            <a:endParaRPr lang="en-US" dirty="0"/>
          </a:p>
          <a:p>
            <a:r>
              <a:rPr lang="en-US" dirty="0"/>
              <a:t>(75)</a:t>
            </a:r>
            <a:r>
              <a:rPr lang="en-US" baseline="-25000" dirty="0"/>
              <a:t>8</a:t>
            </a:r>
            <a:r>
              <a:rPr lang="en-US" dirty="0"/>
              <a:t> = (7×8</a:t>
            </a:r>
            <a:r>
              <a:rPr lang="en-US" baseline="30000" dirty="0"/>
              <a:t>1</a:t>
            </a:r>
            <a:r>
              <a:rPr lang="en-US" dirty="0"/>
              <a:t> + 5×8</a:t>
            </a:r>
            <a:r>
              <a:rPr lang="en-US" baseline="30000" dirty="0"/>
              <a:t>0</a:t>
            </a:r>
            <a:r>
              <a:rPr lang="en-US" dirty="0"/>
              <a:t>)</a:t>
            </a:r>
          </a:p>
          <a:p>
            <a:endParaRPr lang="en-US" dirty="0"/>
          </a:p>
          <a:p>
            <a:pPr marL="530352" lvl="2" indent="0">
              <a:buNone/>
            </a:pPr>
            <a:r>
              <a:rPr lang="en-US" sz="2600" dirty="0"/>
              <a:t>	  = (7×8 + 5× 1)</a:t>
            </a:r>
          </a:p>
          <a:p>
            <a:pPr marL="530352" lvl="2" indent="0">
              <a:buNone/>
            </a:pPr>
            <a:r>
              <a:rPr lang="en-US" sz="2600" dirty="0"/>
              <a:t>      = (56+5)</a:t>
            </a:r>
          </a:p>
          <a:p>
            <a:pPr marL="530352" lvl="2" indent="0">
              <a:buNone/>
            </a:pPr>
            <a:r>
              <a:rPr lang="en-US" sz="2600" dirty="0"/>
              <a:t>      =  61</a:t>
            </a:r>
            <a:r>
              <a:rPr lang="en-US" sz="2600" baseline="-25000" dirty="0"/>
              <a:t>10</a:t>
            </a:r>
            <a:endParaRPr lang="en-US" sz="2600" dirty="0"/>
          </a:p>
          <a:p>
            <a:pPr marL="777240" lvl="3" indent="0">
              <a:buNone/>
            </a:pPr>
            <a:endParaRPr lang="en-US" dirty="0"/>
          </a:p>
        </p:txBody>
      </p:sp>
    </p:spTree>
    <p:extLst>
      <p:ext uri="{BB962C8B-B14F-4D97-AF65-F5344CB8AC3E}">
        <p14:creationId xmlns:p14="http://schemas.microsoft.com/office/powerpoint/2010/main" val="2611808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to octal</a:t>
            </a:r>
          </a:p>
        </p:txBody>
      </p:sp>
      <p:sp>
        <p:nvSpPr>
          <p:cNvPr id="3" name="Content Placeholder 2"/>
          <p:cNvSpPr>
            <a:spLocks noGrp="1"/>
          </p:cNvSpPr>
          <p:nvPr>
            <p:ph idx="1"/>
          </p:nvPr>
        </p:nvSpPr>
        <p:spPr/>
        <p:txBody>
          <a:bodyPr/>
          <a:lstStyle/>
          <a:p>
            <a:r>
              <a:rPr lang="en-US" dirty="0"/>
              <a:t>Convert 68</a:t>
            </a:r>
            <a:r>
              <a:rPr lang="en-US" baseline="-25000" dirty="0"/>
              <a:t>10</a:t>
            </a:r>
            <a:r>
              <a:rPr lang="en-US" dirty="0"/>
              <a:t> to octal</a:t>
            </a:r>
          </a:p>
          <a:p>
            <a:endParaRPr lang="en-US" dirty="0"/>
          </a:p>
          <a:p>
            <a:r>
              <a:rPr lang="en-US" dirty="0"/>
              <a:t>      8   68</a:t>
            </a:r>
          </a:p>
          <a:p>
            <a:r>
              <a:rPr lang="en-US" dirty="0"/>
              <a:t>        8  8  -  4</a:t>
            </a:r>
          </a:p>
          <a:p>
            <a:r>
              <a:rPr lang="en-US" dirty="0"/>
              <a:t>         8    1 – 0</a:t>
            </a:r>
          </a:p>
          <a:p>
            <a:r>
              <a:rPr lang="en-US" dirty="0"/>
              <a:t>               0 – 1</a:t>
            </a:r>
          </a:p>
          <a:p>
            <a:endParaRPr lang="en-US" dirty="0"/>
          </a:p>
          <a:p>
            <a:r>
              <a:rPr lang="en-US" dirty="0"/>
              <a:t>(68)</a:t>
            </a:r>
            <a:r>
              <a:rPr lang="en-US" baseline="-25000" dirty="0"/>
              <a:t>10</a:t>
            </a:r>
            <a:r>
              <a:rPr lang="en-US" dirty="0"/>
              <a:t>  = (104)</a:t>
            </a:r>
            <a:r>
              <a:rPr lang="en-US" baseline="-25000" dirty="0"/>
              <a:t>8</a:t>
            </a:r>
            <a:endParaRPr lang="en-US" dirty="0"/>
          </a:p>
        </p:txBody>
      </p:sp>
      <p:cxnSp>
        <p:nvCxnSpPr>
          <p:cNvPr id="5" name="Straight Connector 4"/>
          <p:cNvCxnSpPr/>
          <p:nvPr/>
        </p:nvCxnSpPr>
        <p:spPr>
          <a:xfrm>
            <a:off x="1728387" y="2590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754024" y="29718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921379" y="297180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921379" y="34290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116152" y="34290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135024" y="3962400"/>
            <a:ext cx="38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p Arrow 14"/>
          <p:cNvSpPr/>
          <p:nvPr/>
        </p:nvSpPr>
        <p:spPr>
          <a:xfrm>
            <a:off x="4343400" y="2590800"/>
            <a:ext cx="45719" cy="1600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895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Octal to binary</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2209800"/>
            <a:ext cx="441742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1220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octal</a:t>
            </a:r>
          </a:p>
        </p:txBody>
      </p:sp>
      <p:sp>
        <p:nvSpPr>
          <p:cNvPr id="3" name="Content Placeholder 2"/>
          <p:cNvSpPr>
            <a:spLocks noGrp="1"/>
          </p:cNvSpPr>
          <p:nvPr>
            <p:ph idx="1"/>
          </p:nvPr>
        </p:nvSpPr>
        <p:spPr/>
        <p:txBody>
          <a:bodyPr/>
          <a:lstStyle/>
          <a:p>
            <a:r>
              <a:rPr lang="en-US" dirty="0"/>
              <a:t>(10 101)</a:t>
            </a:r>
            <a:r>
              <a:rPr lang="en-US" baseline="-25000" dirty="0"/>
              <a:t>2</a:t>
            </a:r>
            <a:r>
              <a:rPr lang="en-US" dirty="0"/>
              <a:t>   = (010  101)</a:t>
            </a:r>
            <a:r>
              <a:rPr lang="en-US" baseline="-25000" dirty="0"/>
              <a:t>2</a:t>
            </a:r>
            <a:r>
              <a:rPr lang="en-US" dirty="0"/>
              <a:t>  = (25)</a:t>
            </a:r>
            <a:r>
              <a:rPr lang="en-US" baseline="-25000" dirty="0"/>
              <a:t>8</a:t>
            </a:r>
            <a:endParaRPr lang="en-US" dirty="0"/>
          </a:p>
          <a:p>
            <a:endParaRPr lang="en-US" dirty="0"/>
          </a:p>
          <a:p>
            <a:r>
              <a:rPr lang="en-US" dirty="0"/>
              <a:t>(10111.1)  = (010 111 . 100) = (2 7 . 4)</a:t>
            </a:r>
            <a:r>
              <a:rPr lang="en-US" baseline="-25000" dirty="0"/>
              <a:t>8</a:t>
            </a:r>
            <a:endParaRPr lang="en-US" dirty="0"/>
          </a:p>
        </p:txBody>
      </p:sp>
    </p:spTree>
    <p:extLst>
      <p:ext uri="{BB962C8B-B14F-4D97-AF65-F5344CB8AC3E}">
        <p14:creationId xmlns:p14="http://schemas.microsoft.com/office/powerpoint/2010/main" val="1182749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Binary to   decimal</a:t>
            </a:r>
          </a:p>
          <a:p>
            <a:r>
              <a:rPr lang="en-US" dirty="0"/>
              <a:t>(11101)</a:t>
            </a:r>
          </a:p>
          <a:p>
            <a:r>
              <a:rPr lang="en-US" dirty="0"/>
              <a:t>(111.11)</a:t>
            </a:r>
          </a:p>
          <a:p>
            <a:r>
              <a:rPr lang="en-US" dirty="0"/>
              <a:t>Hex to decimal</a:t>
            </a:r>
          </a:p>
          <a:p>
            <a:r>
              <a:rPr lang="en-US" dirty="0"/>
              <a:t>(50)</a:t>
            </a:r>
            <a:r>
              <a:rPr lang="en-US" baseline="-25000" dirty="0"/>
              <a:t>H</a:t>
            </a:r>
            <a:endParaRPr lang="en-US" dirty="0"/>
          </a:p>
          <a:p>
            <a:r>
              <a:rPr lang="en-US" dirty="0"/>
              <a:t>(3EF)</a:t>
            </a:r>
            <a:r>
              <a:rPr lang="en-US" baseline="-25000" dirty="0"/>
              <a:t>H</a:t>
            </a:r>
            <a:endParaRPr lang="en-US" dirty="0"/>
          </a:p>
          <a:p>
            <a:r>
              <a:rPr lang="en-US" dirty="0"/>
              <a:t>Decimal to Hex</a:t>
            </a:r>
          </a:p>
          <a:p>
            <a:r>
              <a:rPr lang="en-US" dirty="0"/>
              <a:t>(48)</a:t>
            </a:r>
            <a:r>
              <a:rPr lang="en-US" baseline="-25000" dirty="0"/>
              <a:t>10</a:t>
            </a:r>
            <a:r>
              <a:rPr lang="en-US" dirty="0"/>
              <a:t> </a:t>
            </a:r>
          </a:p>
          <a:p>
            <a:r>
              <a:rPr lang="en-US" dirty="0"/>
              <a:t>(1024)</a:t>
            </a:r>
            <a:r>
              <a:rPr lang="en-US" baseline="-25000" dirty="0"/>
              <a:t>10</a:t>
            </a:r>
          </a:p>
          <a:p>
            <a:r>
              <a:rPr lang="en-US" baseline="-25000" dirty="0"/>
              <a:t>Hex</a:t>
            </a:r>
            <a:r>
              <a:rPr lang="en-US" dirty="0"/>
              <a:t> to binary (99)</a:t>
            </a:r>
            <a:r>
              <a:rPr lang="en-US" baseline="-25000" dirty="0"/>
              <a:t>H</a:t>
            </a:r>
            <a:r>
              <a:rPr lang="en-US" dirty="0"/>
              <a:t>   , (FF.E6)</a:t>
            </a:r>
            <a:r>
              <a:rPr lang="en-US" baseline="-25000" dirty="0"/>
              <a:t>H</a:t>
            </a:r>
            <a:endParaRPr lang="en-US" dirty="0"/>
          </a:p>
        </p:txBody>
      </p:sp>
    </p:spTree>
    <p:extLst>
      <p:ext uri="{BB962C8B-B14F-4D97-AF65-F5344CB8AC3E}">
        <p14:creationId xmlns:p14="http://schemas.microsoft.com/office/powerpoint/2010/main" val="1972472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p:txBody>
          <a:bodyPr/>
          <a:lstStyle/>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6" name="Ink 5"/>
              <p14:cNvContentPartPr/>
              <p14:nvPr/>
            </p14:nvContentPartPr>
            <p14:xfrm>
              <a:off x="312840" y="160560"/>
              <a:ext cx="7760160" cy="6501240"/>
            </p14:xfrm>
          </p:contentPart>
        </mc:Choice>
        <mc:Fallback xmlns="">
          <p:pic>
            <p:nvPicPr>
              <p:cNvPr id="6" name="Ink 5"/>
              <p:cNvPicPr/>
              <p:nvPr/>
            </p:nvPicPr>
            <p:blipFill>
              <a:blip r:embed="rId3"/>
              <a:stretch>
                <a:fillRect/>
              </a:stretch>
            </p:blipFill>
            <p:spPr>
              <a:xfrm>
                <a:off x="303480" y="151200"/>
                <a:ext cx="7778880" cy="6519960"/>
              </a:xfrm>
              <a:prstGeom prst="rect">
                <a:avLst/>
              </a:prstGeom>
            </p:spPr>
          </p:pic>
        </mc:Fallback>
      </mc:AlternateContent>
    </p:spTree>
    <p:extLst>
      <p:ext uri="{BB962C8B-B14F-4D97-AF65-F5344CB8AC3E}">
        <p14:creationId xmlns:p14="http://schemas.microsoft.com/office/powerpoint/2010/main" val="684489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33920" y="223200"/>
              <a:ext cx="7349760" cy="6617160"/>
            </p14:xfrm>
          </p:contentPart>
        </mc:Choice>
        <mc:Fallback xmlns="">
          <p:pic>
            <p:nvPicPr>
              <p:cNvPr id="4" name="Ink 3"/>
              <p:cNvPicPr/>
              <p:nvPr/>
            </p:nvPicPr>
            <p:blipFill>
              <a:blip r:embed="rId3"/>
              <a:stretch>
                <a:fillRect/>
              </a:stretch>
            </p:blipFill>
            <p:spPr>
              <a:xfrm>
                <a:off x="124560" y="213840"/>
                <a:ext cx="7368480" cy="6635880"/>
              </a:xfrm>
              <a:prstGeom prst="rect">
                <a:avLst/>
              </a:prstGeom>
            </p:spPr>
          </p:pic>
        </mc:Fallback>
      </mc:AlternateContent>
    </p:spTree>
    <p:extLst>
      <p:ext uri="{BB962C8B-B14F-4D97-AF65-F5344CB8AC3E}">
        <p14:creationId xmlns:p14="http://schemas.microsoft.com/office/powerpoint/2010/main" val="2032893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85840" y="160560"/>
              <a:ext cx="9233640" cy="5572800"/>
            </p14:xfrm>
          </p:contentPart>
        </mc:Choice>
        <mc:Fallback xmlns="">
          <p:pic>
            <p:nvPicPr>
              <p:cNvPr id="4" name="Ink 3"/>
              <p:cNvPicPr/>
              <p:nvPr/>
            </p:nvPicPr>
            <p:blipFill>
              <a:blip r:embed="rId3"/>
              <a:stretch>
                <a:fillRect/>
              </a:stretch>
            </p:blipFill>
            <p:spPr>
              <a:xfrm>
                <a:off x="276480" y="151200"/>
                <a:ext cx="9252360" cy="5591520"/>
              </a:xfrm>
              <a:prstGeom prst="rect">
                <a:avLst/>
              </a:prstGeom>
            </p:spPr>
          </p:pic>
        </mc:Fallback>
      </mc:AlternateContent>
    </p:spTree>
    <p:extLst>
      <p:ext uri="{BB962C8B-B14F-4D97-AF65-F5344CB8AC3E}">
        <p14:creationId xmlns:p14="http://schemas.microsoft.com/office/powerpoint/2010/main" val="26395176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a:xfrm>
            <a:off x="457200" y="838200"/>
            <a:ext cx="7239000" cy="5617536"/>
          </a:xfrm>
        </p:spPr>
        <p:txBody>
          <a:bodyPr/>
          <a:lstStyle/>
          <a:p>
            <a:pPr marL="0" indent="0">
              <a:buNone/>
            </a:pPr>
            <a:r>
              <a:rPr lang="en-US" dirty="0"/>
              <a:t>  </a:t>
            </a:r>
            <a:endParaRPr lang="en-IN" dirty="0"/>
          </a:p>
        </p:txBody>
      </p:sp>
      <p:sp>
        <p:nvSpPr>
          <p:cNvPr id="6" name="Rectangle 5"/>
          <p:cNvSpPr/>
          <p:nvPr/>
        </p:nvSpPr>
        <p:spPr>
          <a:xfrm>
            <a:off x="481208" y="1508439"/>
            <a:ext cx="9196192" cy="5139869"/>
          </a:xfrm>
          <a:prstGeom prst="rect">
            <a:avLst/>
          </a:prstGeom>
        </p:spPr>
        <p:txBody>
          <a:bodyPr wrap="square">
            <a:spAutoFit/>
          </a:bodyPr>
          <a:lstStyle/>
          <a:p>
            <a:pPr marL="514350" lvl="0" indent="-514350">
              <a:spcBef>
                <a:spcPct val="20000"/>
              </a:spcBef>
              <a:buFont typeface="Arial" pitchFamily="34" charset="0"/>
              <a:buAutoNum type="arabicPeriod"/>
            </a:pPr>
            <a:r>
              <a:rPr lang="en-US" sz="4000" dirty="0">
                <a:solidFill>
                  <a:prstClr val="black"/>
                </a:solidFill>
                <a:latin typeface="Calibri"/>
              </a:rPr>
              <a:t>(48.375)</a:t>
            </a:r>
            <a:r>
              <a:rPr lang="en-US" sz="4000" baseline="-25000" dirty="0">
                <a:solidFill>
                  <a:prstClr val="black"/>
                </a:solidFill>
                <a:latin typeface="Calibri"/>
              </a:rPr>
              <a:t>10</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a:p>
            <a:pPr marL="514350" lvl="0" indent="-514350">
              <a:spcBef>
                <a:spcPct val="20000"/>
              </a:spcBef>
              <a:buFont typeface="Arial" pitchFamily="34" charset="0"/>
              <a:buAutoNum type="arabicPeriod"/>
            </a:pPr>
            <a:r>
              <a:rPr lang="en-US" sz="4000" dirty="0">
                <a:solidFill>
                  <a:prstClr val="black"/>
                </a:solidFill>
                <a:latin typeface="Calibri"/>
              </a:rPr>
              <a:t>(25.625)</a:t>
            </a:r>
            <a:r>
              <a:rPr lang="en-US" sz="4000" baseline="-25000" dirty="0">
                <a:solidFill>
                  <a:prstClr val="black"/>
                </a:solidFill>
                <a:latin typeface="Calibri"/>
              </a:rPr>
              <a:t>10</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a:p>
            <a:pPr marL="514350" lvl="0" indent="-514350">
              <a:spcBef>
                <a:spcPct val="20000"/>
              </a:spcBef>
              <a:buFont typeface="Arial" pitchFamily="34" charset="0"/>
              <a:buAutoNum type="arabicPeriod"/>
            </a:pPr>
            <a:r>
              <a:rPr lang="en-US" sz="4000" dirty="0">
                <a:solidFill>
                  <a:prstClr val="black"/>
                </a:solidFill>
                <a:latin typeface="Calibri"/>
              </a:rPr>
              <a:t>(111101010)</a:t>
            </a:r>
            <a:r>
              <a:rPr lang="en-US" sz="4000" baseline="-25000" dirty="0">
                <a:solidFill>
                  <a:prstClr val="black"/>
                </a:solidFill>
                <a:latin typeface="Calibri"/>
              </a:rPr>
              <a:t>2</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16</a:t>
            </a:r>
          </a:p>
          <a:p>
            <a:pPr marL="514350" lvl="0" indent="-514350">
              <a:spcBef>
                <a:spcPct val="20000"/>
              </a:spcBef>
              <a:buFont typeface="Arial" pitchFamily="34" charset="0"/>
              <a:buAutoNum type="arabicPeriod"/>
            </a:pPr>
            <a:r>
              <a:rPr lang="en-US" sz="4000" dirty="0">
                <a:solidFill>
                  <a:prstClr val="black"/>
                </a:solidFill>
                <a:latin typeface="Calibri"/>
              </a:rPr>
              <a:t>(306.5)</a:t>
            </a:r>
            <a:r>
              <a:rPr lang="en-US" sz="4000" baseline="-25000" dirty="0">
                <a:solidFill>
                  <a:prstClr val="black"/>
                </a:solidFill>
                <a:latin typeface="Calibri"/>
              </a:rPr>
              <a:t>16</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a:p>
            <a:pPr marL="514350" lvl="0" indent="-514350">
              <a:spcBef>
                <a:spcPct val="20000"/>
              </a:spcBef>
              <a:buFont typeface="Arial" pitchFamily="34" charset="0"/>
              <a:buAutoNum type="arabicPeriod"/>
            </a:pPr>
            <a:r>
              <a:rPr lang="en-US" sz="4000" dirty="0">
                <a:solidFill>
                  <a:prstClr val="black"/>
                </a:solidFill>
                <a:latin typeface="Calibri"/>
              </a:rPr>
              <a:t>(1101+1010)</a:t>
            </a:r>
            <a:r>
              <a:rPr lang="en-US" sz="4000" baseline="-25000" dirty="0">
                <a:solidFill>
                  <a:prstClr val="black"/>
                </a:solidFill>
                <a:latin typeface="Calibri"/>
              </a:rPr>
              <a:t>2</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a:p>
            <a:pPr marL="514350" lvl="0" indent="-514350">
              <a:spcBef>
                <a:spcPct val="20000"/>
              </a:spcBef>
              <a:buFont typeface="Arial" pitchFamily="34" charset="0"/>
              <a:buAutoNum type="arabicPeriod"/>
            </a:pPr>
            <a:r>
              <a:rPr lang="en-US" sz="4000" dirty="0">
                <a:solidFill>
                  <a:prstClr val="black"/>
                </a:solidFill>
                <a:latin typeface="Calibri"/>
              </a:rPr>
              <a:t>(1000-1010)</a:t>
            </a:r>
            <a:r>
              <a:rPr lang="en-US" sz="4000" baseline="-25000" dirty="0">
                <a:solidFill>
                  <a:prstClr val="black"/>
                </a:solidFill>
                <a:latin typeface="Calibri"/>
              </a:rPr>
              <a:t>2</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a:p>
            <a:pPr marL="514350" lvl="0" indent="-514350">
              <a:spcBef>
                <a:spcPct val="20000"/>
              </a:spcBef>
              <a:buFont typeface="Arial" pitchFamily="34" charset="0"/>
              <a:buAutoNum type="arabicPeriod"/>
            </a:pPr>
            <a:r>
              <a:rPr lang="en-US" sz="4000" dirty="0">
                <a:solidFill>
                  <a:prstClr val="black"/>
                </a:solidFill>
                <a:latin typeface="Calibri"/>
              </a:rPr>
              <a:t>(0010-1011)</a:t>
            </a:r>
            <a:r>
              <a:rPr lang="en-US" sz="4000" baseline="-25000" dirty="0">
                <a:solidFill>
                  <a:prstClr val="black"/>
                </a:solidFill>
                <a:latin typeface="Calibri"/>
              </a:rPr>
              <a:t>2</a:t>
            </a:r>
            <a:r>
              <a:rPr lang="en-US" sz="4000" dirty="0">
                <a:solidFill>
                  <a:prstClr val="black"/>
                </a:solidFill>
                <a:latin typeface="Calibri"/>
                <a:sym typeface="Wingdings" pitchFamily="2" charset="2"/>
              </a:rPr>
              <a:t>(X)</a:t>
            </a:r>
            <a:r>
              <a:rPr lang="en-US" sz="4000" baseline="-25000" dirty="0">
                <a:solidFill>
                  <a:prstClr val="black"/>
                </a:solidFill>
                <a:latin typeface="Calibri"/>
                <a:sym typeface="Wingdings" pitchFamily="2" charset="2"/>
              </a:rPr>
              <a:t>2</a:t>
            </a:r>
          </a:p>
        </p:txBody>
      </p:sp>
    </p:spTree>
    <p:extLst>
      <p:ext uri="{BB962C8B-B14F-4D97-AF65-F5344CB8AC3E}">
        <p14:creationId xmlns:p14="http://schemas.microsoft.com/office/powerpoint/2010/main" val="8662612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95D65-9517-E658-FACF-CDE763510B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8CED9E-BC68-9246-BE2B-08A16487A34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300228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557</TotalTime>
  <Words>1760</Words>
  <Application>Microsoft Office PowerPoint</Application>
  <PresentationFormat>On-screen Show (4:3)</PresentationFormat>
  <Paragraphs>242</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Courier New</vt:lpstr>
      <vt:lpstr>Trebuchet MS</vt:lpstr>
      <vt:lpstr>Wingdings</vt:lpstr>
      <vt:lpstr>Wingdings 2</vt:lpstr>
      <vt:lpstr>Opulent</vt:lpstr>
      <vt:lpstr>Number systems</vt:lpstr>
      <vt:lpstr>PowerPoint Presentation</vt:lpstr>
      <vt:lpstr>Number Systems</vt:lpstr>
      <vt:lpstr>Decimal system</vt:lpstr>
      <vt:lpstr>PowerPoint Presentation</vt:lpstr>
      <vt:lpstr>PowerPoint Presentation</vt:lpstr>
      <vt:lpstr>Binary Number System </vt:lpstr>
      <vt:lpstr>Binary system</vt:lpstr>
      <vt:lpstr>PowerPoint Presentation</vt:lpstr>
      <vt:lpstr>Octal Number System </vt:lpstr>
      <vt:lpstr>PowerPoint Presentation</vt:lpstr>
      <vt:lpstr>Hexadecimal Number System </vt:lpstr>
      <vt:lpstr>PowerPoint Presentation</vt:lpstr>
      <vt:lpstr>PowerPoint Presentation</vt:lpstr>
      <vt:lpstr>Decimal fraction</vt:lpstr>
      <vt:lpstr>PowerPoint Presentation</vt:lpstr>
      <vt:lpstr>Binary fraction</vt:lpstr>
      <vt:lpstr>Binary fractions</vt:lpstr>
      <vt:lpstr>PowerPoint Presentation</vt:lpstr>
      <vt:lpstr>PowerPoint Presentation</vt:lpstr>
      <vt:lpstr>Decimal to binary conversion</vt:lpstr>
      <vt:lpstr>PowerPoint Presentation</vt:lpstr>
      <vt:lpstr>PowerPoint Presentation</vt:lpstr>
      <vt:lpstr>pROBLEMS- decimal to binary</vt:lpstr>
      <vt:lpstr>PowerPoint Presentation</vt:lpstr>
      <vt:lpstr>Hexadecimal to decimal </vt:lpstr>
      <vt:lpstr>PowerPoint Presentation</vt:lpstr>
      <vt:lpstr>Decimal to hexadecimal</vt:lpstr>
      <vt:lpstr>Hexadecimal to binary</vt:lpstr>
      <vt:lpstr>BINARY TO DECIMAL</vt:lpstr>
      <vt:lpstr>OCTAL TO DECIMAL </vt:lpstr>
      <vt:lpstr>Octal to decimal</vt:lpstr>
      <vt:lpstr>Decimal to octal</vt:lpstr>
      <vt:lpstr>Octal to binary</vt:lpstr>
      <vt:lpstr>Binary to octal</vt:lpstr>
      <vt:lpstr>PowerPoint Presentation</vt:lpstr>
      <vt:lpstr>   </vt:lpstr>
      <vt:lpstr>     </vt:lpstr>
      <vt:lpstr>PowerPoint Presentation</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dc:creator>
  <cp:lastModifiedBy>Sivasankaran</cp:lastModifiedBy>
  <cp:revision>39</cp:revision>
  <dcterms:created xsi:type="dcterms:W3CDTF">2020-08-05T16:02:34Z</dcterms:created>
  <dcterms:modified xsi:type="dcterms:W3CDTF">2024-02-06T04:28:25Z</dcterms:modified>
</cp:coreProperties>
</file>